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7" r:id="rId2"/>
    <p:sldId id="333" r:id="rId3"/>
    <p:sldId id="294" r:id="rId4"/>
    <p:sldId id="326" r:id="rId5"/>
    <p:sldId id="327" r:id="rId6"/>
    <p:sldId id="328" r:id="rId7"/>
    <p:sldId id="329" r:id="rId8"/>
    <p:sldId id="344" r:id="rId9"/>
    <p:sldId id="345" r:id="rId10"/>
    <p:sldId id="346" r:id="rId11"/>
    <p:sldId id="337" r:id="rId12"/>
    <p:sldId id="347" r:id="rId13"/>
    <p:sldId id="362" r:id="rId14"/>
    <p:sldId id="331" r:id="rId15"/>
    <p:sldId id="336" r:id="rId16"/>
    <p:sldId id="315" r:id="rId17"/>
    <p:sldId id="352" r:id="rId18"/>
    <p:sldId id="355" r:id="rId19"/>
    <p:sldId id="349" r:id="rId20"/>
    <p:sldId id="350" r:id="rId21"/>
    <p:sldId id="351" r:id="rId22"/>
    <p:sldId id="363" r:id="rId23"/>
    <p:sldId id="353" r:id="rId24"/>
    <p:sldId id="354" r:id="rId25"/>
    <p:sldId id="318" r:id="rId26"/>
    <p:sldId id="319" r:id="rId27"/>
    <p:sldId id="348" r:id="rId28"/>
    <p:sldId id="358" r:id="rId29"/>
    <p:sldId id="356" r:id="rId30"/>
    <p:sldId id="360" r:id="rId31"/>
    <p:sldId id="359" r:id="rId32"/>
    <p:sldId id="320" r:id="rId33"/>
    <p:sldId id="335" r:id="rId34"/>
    <p:sldId id="339" r:id="rId35"/>
    <p:sldId id="322" r:id="rId36"/>
    <p:sldId id="342" r:id="rId37"/>
    <p:sldId id="364" r:id="rId38"/>
    <p:sldId id="314" r:id="rId39"/>
    <p:sldId id="289" r:id="rId40"/>
    <p:sldId id="291" r:id="rId41"/>
    <p:sldId id="283" r:id="rId42"/>
    <p:sldId id="361" r:id="rId43"/>
    <p:sldId id="284" r:id="rId44"/>
    <p:sldId id="280" r:id="rId45"/>
    <p:sldId id="338" r:id="rId46"/>
    <p:sldId id="365" r:id="rId47"/>
    <p:sldId id="367" r:id="rId48"/>
    <p:sldId id="368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98E26A-6AC4-4DD8-A7B3-CD9F6274E7E3}" v="1635" dt="2025-04-13T23:21:53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, Yalong" userId="c9a3dc08-26f0-490d-b190-2780270c58e1" providerId="ADAL" clId="{F398E26A-6AC4-4DD8-A7B3-CD9F6274E7E3}"/>
    <pc:docChg chg="undo redo custSel addSld delSld modSld sldOrd">
      <pc:chgData name="Pi, Yalong" userId="c9a3dc08-26f0-490d-b190-2780270c58e1" providerId="ADAL" clId="{F398E26A-6AC4-4DD8-A7B3-CD9F6274E7E3}" dt="2025-04-13T23:21:53.772" v="5744"/>
      <pc:docMkLst>
        <pc:docMk/>
      </pc:docMkLst>
      <pc:sldChg chg="new del">
        <pc:chgData name="Pi, Yalong" userId="c9a3dc08-26f0-490d-b190-2780270c58e1" providerId="ADAL" clId="{F398E26A-6AC4-4DD8-A7B3-CD9F6274E7E3}" dt="2025-04-12T19:32:45.968" v="2" actId="47"/>
        <pc:sldMkLst>
          <pc:docMk/>
          <pc:sldMk cId="4068534145" sldId="256"/>
        </pc:sldMkLst>
      </pc:sldChg>
      <pc:sldChg chg="addSp delSp add mod">
        <pc:chgData name="Pi, Yalong" userId="c9a3dc08-26f0-490d-b190-2780270c58e1" providerId="ADAL" clId="{F398E26A-6AC4-4DD8-A7B3-CD9F6274E7E3}" dt="2025-04-13T20:38:28.380" v="2964" actId="33639"/>
        <pc:sldMkLst>
          <pc:docMk/>
          <pc:sldMk cId="454250523" sldId="257"/>
        </pc:sldMkLst>
        <pc:inkChg chg="add del">
          <ac:chgData name="Pi, Yalong" userId="c9a3dc08-26f0-490d-b190-2780270c58e1" providerId="ADAL" clId="{F398E26A-6AC4-4DD8-A7B3-CD9F6274E7E3}" dt="2025-04-13T20:38:28.380" v="2964" actId="33639"/>
          <ac:inkMkLst>
            <pc:docMk/>
            <pc:sldMk cId="454250523" sldId="257"/>
            <ac:inkMk id="4" creationId="{F5C9D51D-066D-C74E-8425-240CEC6AB020}"/>
          </ac:inkMkLst>
        </pc:inkChg>
      </pc:sldChg>
      <pc:sldChg chg="add del">
        <pc:chgData name="Pi, Yalong" userId="c9a3dc08-26f0-490d-b190-2780270c58e1" providerId="ADAL" clId="{F398E26A-6AC4-4DD8-A7B3-CD9F6274E7E3}" dt="2025-04-13T14:30:34.823" v="477" actId="47"/>
        <pc:sldMkLst>
          <pc:docMk/>
          <pc:sldMk cId="2738696654" sldId="258"/>
        </pc:sldMkLst>
      </pc:sldChg>
      <pc:sldChg chg="add del">
        <pc:chgData name="Pi, Yalong" userId="c9a3dc08-26f0-490d-b190-2780270c58e1" providerId="ADAL" clId="{F398E26A-6AC4-4DD8-A7B3-CD9F6274E7E3}" dt="2025-04-13T14:30:28.858" v="476" actId="47"/>
        <pc:sldMkLst>
          <pc:docMk/>
          <pc:sldMk cId="3012295663" sldId="259"/>
        </pc:sldMkLst>
      </pc:sldChg>
      <pc:sldChg chg="add del">
        <pc:chgData name="Pi, Yalong" userId="c9a3dc08-26f0-490d-b190-2780270c58e1" providerId="ADAL" clId="{F398E26A-6AC4-4DD8-A7B3-CD9F6274E7E3}" dt="2025-04-13T14:32:32.190" v="500" actId="47"/>
        <pc:sldMkLst>
          <pc:docMk/>
          <pc:sldMk cId="393698074" sldId="260"/>
        </pc:sldMkLst>
      </pc:sldChg>
      <pc:sldChg chg="add del">
        <pc:chgData name="Pi, Yalong" userId="c9a3dc08-26f0-490d-b190-2780270c58e1" providerId="ADAL" clId="{F398E26A-6AC4-4DD8-A7B3-CD9F6274E7E3}" dt="2025-04-13T17:32:54.463" v="2586" actId="47"/>
        <pc:sldMkLst>
          <pc:docMk/>
          <pc:sldMk cId="2654680087" sldId="261"/>
        </pc:sldMkLst>
      </pc:sldChg>
      <pc:sldChg chg="add del">
        <pc:chgData name="Pi, Yalong" userId="c9a3dc08-26f0-490d-b190-2780270c58e1" providerId="ADAL" clId="{F398E26A-6AC4-4DD8-A7B3-CD9F6274E7E3}" dt="2025-04-13T17:32:56.700" v="2587" actId="47"/>
        <pc:sldMkLst>
          <pc:docMk/>
          <pc:sldMk cId="1477157460" sldId="262"/>
        </pc:sldMkLst>
      </pc:sldChg>
      <pc:sldChg chg="add del">
        <pc:chgData name="Pi, Yalong" userId="c9a3dc08-26f0-490d-b190-2780270c58e1" providerId="ADAL" clId="{F398E26A-6AC4-4DD8-A7B3-CD9F6274E7E3}" dt="2025-04-13T14:30:42.269" v="478" actId="47"/>
        <pc:sldMkLst>
          <pc:docMk/>
          <pc:sldMk cId="2235931148" sldId="273"/>
        </pc:sldMkLst>
      </pc:sldChg>
      <pc:sldChg chg="add del">
        <pc:chgData name="Pi, Yalong" userId="c9a3dc08-26f0-490d-b190-2780270c58e1" providerId="ADAL" clId="{F398E26A-6AC4-4DD8-A7B3-CD9F6274E7E3}" dt="2025-04-13T14:30:47.891" v="479" actId="47"/>
        <pc:sldMkLst>
          <pc:docMk/>
          <pc:sldMk cId="3487555547" sldId="275"/>
        </pc:sldMkLst>
      </pc:sldChg>
      <pc:sldChg chg="add del">
        <pc:chgData name="Pi, Yalong" userId="c9a3dc08-26f0-490d-b190-2780270c58e1" providerId="ADAL" clId="{F398E26A-6AC4-4DD8-A7B3-CD9F6274E7E3}" dt="2025-04-13T14:30:50.285" v="480" actId="47"/>
        <pc:sldMkLst>
          <pc:docMk/>
          <pc:sldMk cId="3692490558" sldId="276"/>
        </pc:sldMkLst>
      </pc:sldChg>
      <pc:sldChg chg="add del">
        <pc:chgData name="Pi, Yalong" userId="c9a3dc08-26f0-490d-b190-2780270c58e1" providerId="ADAL" clId="{F398E26A-6AC4-4DD8-A7B3-CD9F6274E7E3}" dt="2025-04-13T14:30:51.272" v="481" actId="47"/>
        <pc:sldMkLst>
          <pc:docMk/>
          <pc:sldMk cId="485752114" sldId="277"/>
        </pc:sldMkLst>
      </pc:sldChg>
      <pc:sldChg chg="add del">
        <pc:chgData name="Pi, Yalong" userId="c9a3dc08-26f0-490d-b190-2780270c58e1" providerId="ADAL" clId="{F398E26A-6AC4-4DD8-A7B3-CD9F6274E7E3}" dt="2025-04-13T14:30:54.017" v="482" actId="47"/>
        <pc:sldMkLst>
          <pc:docMk/>
          <pc:sldMk cId="2201304937" sldId="279"/>
        </pc:sldMkLst>
      </pc:sldChg>
      <pc:sldChg chg="modSp add mod ord">
        <pc:chgData name="Pi, Yalong" userId="c9a3dc08-26f0-490d-b190-2780270c58e1" providerId="ADAL" clId="{F398E26A-6AC4-4DD8-A7B3-CD9F6274E7E3}" dt="2025-04-13T18:00:14.508" v="2759" actId="15"/>
        <pc:sldMkLst>
          <pc:docMk/>
          <pc:sldMk cId="726939115" sldId="280"/>
        </pc:sldMkLst>
        <pc:spChg chg="mod">
          <ac:chgData name="Pi, Yalong" userId="c9a3dc08-26f0-490d-b190-2780270c58e1" providerId="ADAL" clId="{F398E26A-6AC4-4DD8-A7B3-CD9F6274E7E3}" dt="2025-04-13T18:00:14.508" v="2759" actId="15"/>
          <ac:spMkLst>
            <pc:docMk/>
            <pc:sldMk cId="726939115" sldId="280"/>
            <ac:spMk id="3" creationId="{00000000-0000-0000-0000-000000000000}"/>
          </ac:spMkLst>
        </pc:spChg>
      </pc:sldChg>
      <pc:sldChg chg="add del">
        <pc:chgData name="Pi, Yalong" userId="c9a3dc08-26f0-490d-b190-2780270c58e1" providerId="ADAL" clId="{F398E26A-6AC4-4DD8-A7B3-CD9F6274E7E3}" dt="2025-04-13T17:33:00.744" v="2590" actId="47"/>
        <pc:sldMkLst>
          <pc:docMk/>
          <pc:sldMk cId="3990566800" sldId="281"/>
        </pc:sldMkLst>
      </pc:sldChg>
      <pc:sldChg chg="addSp delSp modSp add mod ord">
        <pc:chgData name="Pi, Yalong" userId="c9a3dc08-26f0-490d-b190-2780270c58e1" providerId="ADAL" clId="{F398E26A-6AC4-4DD8-A7B3-CD9F6274E7E3}" dt="2025-04-13T22:54:40.222" v="5283" actId="9405"/>
        <pc:sldMkLst>
          <pc:docMk/>
          <pc:sldMk cId="1544583736" sldId="283"/>
        </pc:sldMkLst>
        <pc:spChg chg="mod">
          <ac:chgData name="Pi, Yalong" userId="c9a3dc08-26f0-490d-b190-2780270c58e1" providerId="ADAL" clId="{F398E26A-6AC4-4DD8-A7B3-CD9F6274E7E3}" dt="2025-04-13T18:13:18.712" v="2778" actId="20577"/>
          <ac:spMkLst>
            <pc:docMk/>
            <pc:sldMk cId="1544583736" sldId="283"/>
            <ac:spMk id="2" creationId="{00000000-0000-0000-0000-000000000000}"/>
          </ac:spMkLst>
        </pc:spChg>
        <pc:spChg chg="mod">
          <ac:chgData name="Pi, Yalong" userId="c9a3dc08-26f0-490d-b190-2780270c58e1" providerId="ADAL" clId="{F398E26A-6AC4-4DD8-A7B3-CD9F6274E7E3}" dt="2025-04-13T22:53:09.751" v="5240" actId="20577"/>
          <ac:spMkLst>
            <pc:docMk/>
            <pc:sldMk cId="1544583736" sldId="283"/>
            <ac:spMk id="3" creationId="{00000000-0000-0000-0000-000000000000}"/>
          </ac:spMkLst>
        </pc:spChg>
        <pc:grpChg chg="del mod">
          <ac:chgData name="Pi, Yalong" userId="c9a3dc08-26f0-490d-b190-2780270c58e1" providerId="ADAL" clId="{F398E26A-6AC4-4DD8-A7B3-CD9F6274E7E3}" dt="2025-04-13T22:54:09.218" v="5278"/>
          <ac:grpSpMkLst>
            <pc:docMk/>
            <pc:sldMk cId="1544583736" sldId="283"/>
            <ac:grpSpMk id="29" creationId="{F2F01480-7B43-F810-4DA2-D2C40696C2A5}"/>
          </ac:grpSpMkLst>
        </pc:grpChg>
        <pc:grpChg chg="mod">
          <ac:chgData name="Pi, Yalong" userId="c9a3dc08-26f0-490d-b190-2780270c58e1" providerId="ADAL" clId="{F398E26A-6AC4-4DD8-A7B3-CD9F6274E7E3}" dt="2025-04-13T22:53:59.184" v="5268"/>
          <ac:grpSpMkLst>
            <pc:docMk/>
            <pc:sldMk cId="1544583736" sldId="283"/>
            <ac:grpSpMk id="30" creationId="{6775E88E-DE92-2DB4-1CBB-EA698CAE1E87}"/>
          </ac:grpSpMkLst>
        </pc:grpChg>
        <pc:grpChg chg="mod">
          <ac:chgData name="Pi, Yalong" userId="c9a3dc08-26f0-490d-b190-2780270c58e1" providerId="ADAL" clId="{F398E26A-6AC4-4DD8-A7B3-CD9F6274E7E3}" dt="2025-04-13T22:53:59.184" v="5268"/>
          <ac:grpSpMkLst>
            <pc:docMk/>
            <pc:sldMk cId="1544583736" sldId="283"/>
            <ac:grpSpMk id="31" creationId="{76FEAFD1-0D97-08C0-6B78-73283BC6862D}"/>
          </ac:grpSpMkLst>
        </pc:grpChg>
        <pc:grpChg chg="mod">
          <ac:chgData name="Pi, Yalong" userId="c9a3dc08-26f0-490d-b190-2780270c58e1" providerId="ADAL" clId="{F398E26A-6AC4-4DD8-A7B3-CD9F6274E7E3}" dt="2025-04-13T22:53:59.184" v="5268"/>
          <ac:grpSpMkLst>
            <pc:docMk/>
            <pc:sldMk cId="1544583736" sldId="283"/>
            <ac:grpSpMk id="32" creationId="{B222553C-72D8-6073-EB8F-B905C73EE8F0}"/>
          </ac:grpSpMkLst>
        </pc:grpChg>
        <pc:grpChg chg="mod">
          <ac:chgData name="Pi, Yalong" userId="c9a3dc08-26f0-490d-b190-2780270c58e1" providerId="ADAL" clId="{F398E26A-6AC4-4DD8-A7B3-CD9F6274E7E3}" dt="2025-04-13T22:54:07.301" v="5276"/>
          <ac:grpSpMkLst>
            <pc:docMk/>
            <pc:sldMk cId="1544583736" sldId="283"/>
            <ac:grpSpMk id="40" creationId="{A12F9D3B-B5AF-7588-DCEB-7AB7FB631F4E}"/>
          </ac:grpSpMkLst>
        </pc:grpChg>
        <pc:grpChg chg="mod">
          <ac:chgData name="Pi, Yalong" userId="c9a3dc08-26f0-490d-b190-2780270c58e1" providerId="ADAL" clId="{F398E26A-6AC4-4DD8-A7B3-CD9F6274E7E3}" dt="2025-04-13T22:54:12.954" v="5282"/>
          <ac:grpSpMkLst>
            <pc:docMk/>
            <pc:sldMk cId="1544583736" sldId="283"/>
            <ac:grpSpMk id="43" creationId="{3CAB5F77-ED48-C6B5-51EA-42C6FBB4D104}"/>
          </ac:grpSpMkLst>
        </pc:grpChg>
        <pc:picChg chg="add mod">
          <ac:chgData name="Pi, Yalong" userId="c9a3dc08-26f0-490d-b190-2780270c58e1" providerId="ADAL" clId="{F398E26A-6AC4-4DD8-A7B3-CD9F6274E7E3}" dt="2025-04-13T22:53:13.388" v="5242" actId="1076"/>
          <ac:picMkLst>
            <pc:docMk/>
            <pc:sldMk cId="1544583736" sldId="283"/>
            <ac:picMk id="11266" creationId="{95D0AB53-6C01-07E4-DC44-008C9B212204}"/>
          </ac:picMkLst>
        </pc:picChg>
        <pc:inkChg chg="add">
          <ac:chgData name="Pi, Yalong" userId="c9a3dc08-26f0-490d-b190-2780270c58e1" providerId="ADAL" clId="{F398E26A-6AC4-4DD8-A7B3-CD9F6274E7E3}" dt="2025-04-13T22:53:19.480" v="5243" actId="9405"/>
          <ac:inkMkLst>
            <pc:docMk/>
            <pc:sldMk cId="1544583736" sldId="283"/>
            <ac:inkMk id="4" creationId="{C2A47733-AF20-998A-A3AC-A95050366739}"/>
          </ac:inkMkLst>
        </pc:inkChg>
        <pc:inkChg chg="add">
          <ac:chgData name="Pi, Yalong" userId="c9a3dc08-26f0-490d-b190-2780270c58e1" providerId="ADAL" clId="{F398E26A-6AC4-4DD8-A7B3-CD9F6274E7E3}" dt="2025-04-13T22:53:47.729" v="5244" actId="9405"/>
          <ac:inkMkLst>
            <pc:docMk/>
            <pc:sldMk cId="1544583736" sldId="283"/>
            <ac:inkMk id="5" creationId="{F799B9E4-001E-7497-F9E6-85A13A33C0A8}"/>
          </ac:inkMkLst>
        </pc:inkChg>
        <pc:inkChg chg="add">
          <ac:chgData name="Pi, Yalong" userId="c9a3dc08-26f0-490d-b190-2780270c58e1" providerId="ADAL" clId="{F398E26A-6AC4-4DD8-A7B3-CD9F6274E7E3}" dt="2025-04-13T22:53:48.573" v="5245" actId="9405"/>
          <ac:inkMkLst>
            <pc:docMk/>
            <pc:sldMk cId="1544583736" sldId="283"/>
            <ac:inkMk id="6" creationId="{E46350FB-EACB-9694-BC59-67113626A8B5}"/>
          </ac:inkMkLst>
        </pc:inkChg>
        <pc:inkChg chg="add">
          <ac:chgData name="Pi, Yalong" userId="c9a3dc08-26f0-490d-b190-2780270c58e1" providerId="ADAL" clId="{F398E26A-6AC4-4DD8-A7B3-CD9F6274E7E3}" dt="2025-04-13T22:53:49.086" v="5246" actId="9405"/>
          <ac:inkMkLst>
            <pc:docMk/>
            <pc:sldMk cId="1544583736" sldId="283"/>
            <ac:inkMk id="7" creationId="{5FDBFA4F-F9C7-F07D-CC9F-262203627F65}"/>
          </ac:inkMkLst>
        </pc:inkChg>
        <pc:inkChg chg="add">
          <ac:chgData name="Pi, Yalong" userId="c9a3dc08-26f0-490d-b190-2780270c58e1" providerId="ADAL" clId="{F398E26A-6AC4-4DD8-A7B3-CD9F6274E7E3}" dt="2025-04-13T22:53:49.493" v="5247" actId="9405"/>
          <ac:inkMkLst>
            <pc:docMk/>
            <pc:sldMk cId="1544583736" sldId="283"/>
            <ac:inkMk id="8" creationId="{4CEF277D-AF1D-BD52-E909-830975AEB4D0}"/>
          </ac:inkMkLst>
        </pc:inkChg>
        <pc:inkChg chg="add">
          <ac:chgData name="Pi, Yalong" userId="c9a3dc08-26f0-490d-b190-2780270c58e1" providerId="ADAL" clId="{F398E26A-6AC4-4DD8-A7B3-CD9F6274E7E3}" dt="2025-04-13T22:53:49.753" v="5248" actId="9405"/>
          <ac:inkMkLst>
            <pc:docMk/>
            <pc:sldMk cId="1544583736" sldId="283"/>
            <ac:inkMk id="9" creationId="{959F5ACD-2D89-DE22-B7EC-4918A00733CC}"/>
          </ac:inkMkLst>
        </pc:inkChg>
        <pc:inkChg chg="add">
          <ac:chgData name="Pi, Yalong" userId="c9a3dc08-26f0-490d-b190-2780270c58e1" providerId="ADAL" clId="{F398E26A-6AC4-4DD8-A7B3-CD9F6274E7E3}" dt="2025-04-13T22:53:50.033" v="5249" actId="9405"/>
          <ac:inkMkLst>
            <pc:docMk/>
            <pc:sldMk cId="1544583736" sldId="283"/>
            <ac:inkMk id="10" creationId="{73FF46D0-11BC-DB12-FA72-465E4720F341}"/>
          </ac:inkMkLst>
        </pc:inkChg>
        <pc:inkChg chg="add">
          <ac:chgData name="Pi, Yalong" userId="c9a3dc08-26f0-490d-b190-2780270c58e1" providerId="ADAL" clId="{F398E26A-6AC4-4DD8-A7B3-CD9F6274E7E3}" dt="2025-04-13T22:53:50.438" v="5250" actId="9405"/>
          <ac:inkMkLst>
            <pc:docMk/>
            <pc:sldMk cId="1544583736" sldId="283"/>
            <ac:inkMk id="11" creationId="{77ACAF0B-5446-78C5-1FA9-19BE49EC3A25}"/>
          </ac:inkMkLst>
        </pc:inkChg>
        <pc:inkChg chg="add">
          <ac:chgData name="Pi, Yalong" userId="c9a3dc08-26f0-490d-b190-2780270c58e1" providerId="ADAL" clId="{F398E26A-6AC4-4DD8-A7B3-CD9F6274E7E3}" dt="2025-04-13T22:53:50.811" v="5251" actId="9405"/>
          <ac:inkMkLst>
            <pc:docMk/>
            <pc:sldMk cId="1544583736" sldId="283"/>
            <ac:inkMk id="12" creationId="{FE23108A-9277-19F1-E8B5-8E7B73D5C530}"/>
          </ac:inkMkLst>
        </pc:inkChg>
        <pc:inkChg chg="add">
          <ac:chgData name="Pi, Yalong" userId="c9a3dc08-26f0-490d-b190-2780270c58e1" providerId="ADAL" clId="{F398E26A-6AC4-4DD8-A7B3-CD9F6274E7E3}" dt="2025-04-13T22:53:51.032" v="5252" actId="9405"/>
          <ac:inkMkLst>
            <pc:docMk/>
            <pc:sldMk cId="1544583736" sldId="283"/>
            <ac:inkMk id="13" creationId="{450F9C39-CE27-46F1-016E-2B28C9006634}"/>
          </ac:inkMkLst>
        </pc:inkChg>
        <pc:inkChg chg="add mod">
          <ac:chgData name="Pi, Yalong" userId="c9a3dc08-26f0-490d-b190-2780270c58e1" providerId="ADAL" clId="{F398E26A-6AC4-4DD8-A7B3-CD9F6274E7E3}" dt="2025-04-13T22:53:59.184" v="5268"/>
          <ac:inkMkLst>
            <pc:docMk/>
            <pc:sldMk cId="1544583736" sldId="283"/>
            <ac:inkMk id="14" creationId="{3C7454E0-33DF-EB55-794D-A45B6C7FBEF4}"/>
          </ac:inkMkLst>
        </pc:inkChg>
        <pc:inkChg chg="add mod">
          <ac:chgData name="Pi, Yalong" userId="c9a3dc08-26f0-490d-b190-2780270c58e1" providerId="ADAL" clId="{F398E26A-6AC4-4DD8-A7B3-CD9F6274E7E3}" dt="2025-04-13T22:53:59.184" v="5268"/>
          <ac:inkMkLst>
            <pc:docMk/>
            <pc:sldMk cId="1544583736" sldId="283"/>
            <ac:inkMk id="15" creationId="{7471E110-B66F-9761-227E-D27A8B47BF35}"/>
          </ac:inkMkLst>
        </pc:inkChg>
        <pc:inkChg chg="add">
          <ac:chgData name="Pi, Yalong" userId="c9a3dc08-26f0-490d-b190-2780270c58e1" providerId="ADAL" clId="{F398E26A-6AC4-4DD8-A7B3-CD9F6274E7E3}" dt="2025-04-13T22:53:51.949" v="5255" actId="9405"/>
          <ac:inkMkLst>
            <pc:docMk/>
            <pc:sldMk cId="1544583736" sldId="283"/>
            <ac:inkMk id="16" creationId="{012AD9A1-6BB4-DF86-C360-0A0F12EE6611}"/>
          </ac:inkMkLst>
        </pc:inkChg>
        <pc:inkChg chg="add">
          <ac:chgData name="Pi, Yalong" userId="c9a3dc08-26f0-490d-b190-2780270c58e1" providerId="ADAL" clId="{F398E26A-6AC4-4DD8-A7B3-CD9F6274E7E3}" dt="2025-04-13T22:53:52.385" v="5256" actId="9405"/>
          <ac:inkMkLst>
            <pc:docMk/>
            <pc:sldMk cId="1544583736" sldId="283"/>
            <ac:inkMk id="17" creationId="{6653CB5C-6DAC-C474-4121-BF58758B0E13}"/>
          </ac:inkMkLst>
        </pc:inkChg>
        <pc:inkChg chg="add">
          <ac:chgData name="Pi, Yalong" userId="c9a3dc08-26f0-490d-b190-2780270c58e1" providerId="ADAL" clId="{F398E26A-6AC4-4DD8-A7B3-CD9F6274E7E3}" dt="2025-04-13T22:53:54.342" v="5257" actId="9405"/>
          <ac:inkMkLst>
            <pc:docMk/>
            <pc:sldMk cId="1544583736" sldId="283"/>
            <ac:inkMk id="18" creationId="{EFED8C84-31F4-0880-FB80-8332237FDFBF}"/>
          </ac:inkMkLst>
        </pc:inkChg>
        <pc:inkChg chg="add">
          <ac:chgData name="Pi, Yalong" userId="c9a3dc08-26f0-490d-b190-2780270c58e1" providerId="ADAL" clId="{F398E26A-6AC4-4DD8-A7B3-CD9F6274E7E3}" dt="2025-04-13T22:53:54.871" v="5258" actId="9405"/>
          <ac:inkMkLst>
            <pc:docMk/>
            <pc:sldMk cId="1544583736" sldId="283"/>
            <ac:inkMk id="19" creationId="{449601F6-1812-8380-4006-CA6EE0FC940F}"/>
          </ac:inkMkLst>
        </pc:inkChg>
        <pc:inkChg chg="add mod">
          <ac:chgData name="Pi, Yalong" userId="c9a3dc08-26f0-490d-b190-2780270c58e1" providerId="ADAL" clId="{F398E26A-6AC4-4DD8-A7B3-CD9F6274E7E3}" dt="2025-04-13T22:53:59.184" v="5268"/>
          <ac:inkMkLst>
            <pc:docMk/>
            <pc:sldMk cId="1544583736" sldId="283"/>
            <ac:inkMk id="20" creationId="{BC274531-DDA8-D6BD-FB60-D2786B068737}"/>
          </ac:inkMkLst>
        </pc:inkChg>
        <pc:inkChg chg="add mod">
          <ac:chgData name="Pi, Yalong" userId="c9a3dc08-26f0-490d-b190-2780270c58e1" providerId="ADAL" clId="{F398E26A-6AC4-4DD8-A7B3-CD9F6274E7E3}" dt="2025-04-13T22:53:59.184" v="5268"/>
          <ac:inkMkLst>
            <pc:docMk/>
            <pc:sldMk cId="1544583736" sldId="283"/>
            <ac:inkMk id="21" creationId="{FEBA78CB-7576-5748-1DC7-95F4D8DFE297}"/>
          </ac:inkMkLst>
        </pc:inkChg>
        <pc:inkChg chg="add">
          <ac:chgData name="Pi, Yalong" userId="c9a3dc08-26f0-490d-b190-2780270c58e1" providerId="ADAL" clId="{F398E26A-6AC4-4DD8-A7B3-CD9F6274E7E3}" dt="2025-04-13T22:53:55.558" v="5261" actId="9405"/>
          <ac:inkMkLst>
            <pc:docMk/>
            <pc:sldMk cId="1544583736" sldId="283"/>
            <ac:inkMk id="22" creationId="{E8AC1636-883D-0C9C-90D8-2CC1692D602B}"/>
          </ac:inkMkLst>
        </pc:inkChg>
        <pc:inkChg chg="add mod">
          <ac:chgData name="Pi, Yalong" userId="c9a3dc08-26f0-490d-b190-2780270c58e1" providerId="ADAL" clId="{F398E26A-6AC4-4DD8-A7B3-CD9F6274E7E3}" dt="2025-04-13T22:53:59.184" v="5268"/>
          <ac:inkMkLst>
            <pc:docMk/>
            <pc:sldMk cId="1544583736" sldId="283"/>
            <ac:inkMk id="23" creationId="{D3D1F941-CA37-F424-936E-24EA6727959C}"/>
          </ac:inkMkLst>
        </pc:inkChg>
        <pc:inkChg chg="add">
          <ac:chgData name="Pi, Yalong" userId="c9a3dc08-26f0-490d-b190-2780270c58e1" providerId="ADAL" clId="{F398E26A-6AC4-4DD8-A7B3-CD9F6274E7E3}" dt="2025-04-13T22:53:56.338" v="5263" actId="9405"/>
          <ac:inkMkLst>
            <pc:docMk/>
            <pc:sldMk cId="1544583736" sldId="283"/>
            <ac:inkMk id="24" creationId="{2ACAFBBD-B646-C08E-E4C5-7DA00AA137A9}"/>
          </ac:inkMkLst>
        </pc:inkChg>
        <pc:inkChg chg="add">
          <ac:chgData name="Pi, Yalong" userId="c9a3dc08-26f0-490d-b190-2780270c58e1" providerId="ADAL" clId="{F398E26A-6AC4-4DD8-A7B3-CD9F6274E7E3}" dt="2025-04-13T22:53:56.727" v="5264" actId="9405"/>
          <ac:inkMkLst>
            <pc:docMk/>
            <pc:sldMk cId="1544583736" sldId="283"/>
            <ac:inkMk id="25" creationId="{D3A15763-099D-93A2-BD89-54667C71BEF1}"/>
          </ac:inkMkLst>
        </pc:inkChg>
        <pc:inkChg chg="add del">
          <ac:chgData name="Pi, Yalong" userId="c9a3dc08-26f0-490d-b190-2780270c58e1" providerId="ADAL" clId="{F398E26A-6AC4-4DD8-A7B3-CD9F6274E7E3}" dt="2025-04-13T22:54:09.218" v="5277"/>
          <ac:inkMkLst>
            <pc:docMk/>
            <pc:sldMk cId="1544583736" sldId="283"/>
            <ac:inkMk id="26" creationId="{DF251644-34B4-BBCB-DACC-2CBBE533C999}"/>
          </ac:inkMkLst>
        </pc:inkChg>
        <pc:inkChg chg="add del mod">
          <ac:chgData name="Pi, Yalong" userId="c9a3dc08-26f0-490d-b190-2780270c58e1" providerId="ADAL" clId="{F398E26A-6AC4-4DD8-A7B3-CD9F6274E7E3}" dt="2025-04-13T22:54:09.218" v="5279"/>
          <ac:inkMkLst>
            <pc:docMk/>
            <pc:sldMk cId="1544583736" sldId="283"/>
            <ac:inkMk id="27" creationId="{BBD460AB-6914-3B98-D099-B1D93C2577D6}"/>
          </ac:inkMkLst>
        </pc:inkChg>
        <pc:inkChg chg="add del mod">
          <ac:chgData name="Pi, Yalong" userId="c9a3dc08-26f0-490d-b190-2780270c58e1" providerId="ADAL" clId="{F398E26A-6AC4-4DD8-A7B3-CD9F6274E7E3}" dt="2025-04-13T22:54:09.218" v="5278"/>
          <ac:inkMkLst>
            <pc:docMk/>
            <pc:sldMk cId="1544583736" sldId="283"/>
            <ac:inkMk id="28" creationId="{3BE98888-ABF9-FCB0-BC04-83880848C1B0}"/>
          </ac:inkMkLst>
        </pc:inkChg>
        <pc:inkChg chg="add mod">
          <ac:chgData name="Pi, Yalong" userId="c9a3dc08-26f0-490d-b190-2780270c58e1" providerId="ADAL" clId="{F398E26A-6AC4-4DD8-A7B3-CD9F6274E7E3}" dt="2025-04-13T22:54:07.301" v="5276"/>
          <ac:inkMkLst>
            <pc:docMk/>
            <pc:sldMk cId="1544583736" sldId="283"/>
            <ac:inkMk id="33" creationId="{AA84704A-D7E9-06F5-C23F-E9D989CB5F5B}"/>
          </ac:inkMkLst>
        </pc:inkChg>
        <pc:inkChg chg="add mod">
          <ac:chgData name="Pi, Yalong" userId="c9a3dc08-26f0-490d-b190-2780270c58e1" providerId="ADAL" clId="{F398E26A-6AC4-4DD8-A7B3-CD9F6274E7E3}" dt="2025-04-13T22:54:07.301" v="5276"/>
          <ac:inkMkLst>
            <pc:docMk/>
            <pc:sldMk cId="1544583736" sldId="283"/>
            <ac:inkMk id="34" creationId="{4504503F-E742-E330-3385-07D22D2870B3}"/>
          </ac:inkMkLst>
        </pc:inkChg>
        <pc:inkChg chg="add mod">
          <ac:chgData name="Pi, Yalong" userId="c9a3dc08-26f0-490d-b190-2780270c58e1" providerId="ADAL" clId="{F398E26A-6AC4-4DD8-A7B3-CD9F6274E7E3}" dt="2025-04-13T22:54:07.301" v="5276"/>
          <ac:inkMkLst>
            <pc:docMk/>
            <pc:sldMk cId="1544583736" sldId="283"/>
            <ac:inkMk id="35" creationId="{B0803976-56E7-553A-27DF-CDEB6F831F7F}"/>
          </ac:inkMkLst>
        </pc:inkChg>
        <pc:inkChg chg="add mod">
          <ac:chgData name="Pi, Yalong" userId="c9a3dc08-26f0-490d-b190-2780270c58e1" providerId="ADAL" clId="{F398E26A-6AC4-4DD8-A7B3-CD9F6274E7E3}" dt="2025-04-13T22:54:07.301" v="5276"/>
          <ac:inkMkLst>
            <pc:docMk/>
            <pc:sldMk cId="1544583736" sldId="283"/>
            <ac:inkMk id="36" creationId="{441A993F-951A-BF79-E74B-EBD3A2E1947B}"/>
          </ac:inkMkLst>
        </pc:inkChg>
        <pc:inkChg chg="add mod">
          <ac:chgData name="Pi, Yalong" userId="c9a3dc08-26f0-490d-b190-2780270c58e1" providerId="ADAL" clId="{F398E26A-6AC4-4DD8-A7B3-CD9F6274E7E3}" dt="2025-04-13T22:54:07.301" v="5276"/>
          <ac:inkMkLst>
            <pc:docMk/>
            <pc:sldMk cId="1544583736" sldId="283"/>
            <ac:inkMk id="37" creationId="{9D9B9E33-EE67-443B-8D8B-501079B3C365}"/>
          </ac:inkMkLst>
        </pc:inkChg>
        <pc:inkChg chg="add mod">
          <ac:chgData name="Pi, Yalong" userId="c9a3dc08-26f0-490d-b190-2780270c58e1" providerId="ADAL" clId="{F398E26A-6AC4-4DD8-A7B3-CD9F6274E7E3}" dt="2025-04-13T22:54:07.301" v="5276"/>
          <ac:inkMkLst>
            <pc:docMk/>
            <pc:sldMk cId="1544583736" sldId="283"/>
            <ac:inkMk id="38" creationId="{DB59E0CB-5256-F6D2-9BDB-5478B34C0FEE}"/>
          </ac:inkMkLst>
        </pc:inkChg>
        <pc:inkChg chg="add mod">
          <ac:chgData name="Pi, Yalong" userId="c9a3dc08-26f0-490d-b190-2780270c58e1" providerId="ADAL" clId="{F398E26A-6AC4-4DD8-A7B3-CD9F6274E7E3}" dt="2025-04-13T22:54:07.301" v="5276"/>
          <ac:inkMkLst>
            <pc:docMk/>
            <pc:sldMk cId="1544583736" sldId="283"/>
            <ac:inkMk id="39" creationId="{0A3CF37B-AA5F-53E4-1282-9452F2BEF882}"/>
          </ac:inkMkLst>
        </pc:inkChg>
        <pc:inkChg chg="add mod">
          <ac:chgData name="Pi, Yalong" userId="c9a3dc08-26f0-490d-b190-2780270c58e1" providerId="ADAL" clId="{F398E26A-6AC4-4DD8-A7B3-CD9F6274E7E3}" dt="2025-04-13T22:54:12.954" v="5282"/>
          <ac:inkMkLst>
            <pc:docMk/>
            <pc:sldMk cId="1544583736" sldId="283"/>
            <ac:inkMk id="41" creationId="{63B23F0F-9BC3-D345-962E-98956D4355C0}"/>
          </ac:inkMkLst>
        </pc:inkChg>
        <pc:inkChg chg="add mod">
          <ac:chgData name="Pi, Yalong" userId="c9a3dc08-26f0-490d-b190-2780270c58e1" providerId="ADAL" clId="{F398E26A-6AC4-4DD8-A7B3-CD9F6274E7E3}" dt="2025-04-13T22:54:12.954" v="5282"/>
          <ac:inkMkLst>
            <pc:docMk/>
            <pc:sldMk cId="1544583736" sldId="283"/>
            <ac:inkMk id="42" creationId="{7A846F91-6577-0BEA-1F02-D6A84FEE88F1}"/>
          </ac:inkMkLst>
        </pc:inkChg>
        <pc:inkChg chg="add">
          <ac:chgData name="Pi, Yalong" userId="c9a3dc08-26f0-490d-b190-2780270c58e1" providerId="ADAL" clId="{F398E26A-6AC4-4DD8-A7B3-CD9F6274E7E3}" dt="2025-04-13T22:54:40.222" v="5283" actId="9405"/>
          <ac:inkMkLst>
            <pc:docMk/>
            <pc:sldMk cId="1544583736" sldId="283"/>
            <ac:inkMk id="44" creationId="{89DFAF20-A9A7-9FAE-3B6A-FC7D494F0435}"/>
          </ac:inkMkLst>
        </pc:inkChg>
      </pc:sldChg>
      <pc:sldChg chg="addSp delSp modSp add mod">
        <pc:chgData name="Pi, Yalong" userId="c9a3dc08-26f0-490d-b190-2780270c58e1" providerId="ADAL" clId="{F398E26A-6AC4-4DD8-A7B3-CD9F6274E7E3}" dt="2025-04-13T22:56:17.222" v="5317"/>
        <pc:sldMkLst>
          <pc:docMk/>
          <pc:sldMk cId="2110665415" sldId="284"/>
        </pc:sldMkLst>
        <pc:grpChg chg="add del mod">
          <ac:chgData name="Pi, Yalong" userId="c9a3dc08-26f0-490d-b190-2780270c58e1" providerId="ADAL" clId="{F398E26A-6AC4-4DD8-A7B3-CD9F6274E7E3}" dt="2025-04-13T22:55:54.130" v="5287"/>
          <ac:grpSpMkLst>
            <pc:docMk/>
            <pc:sldMk cId="2110665415" sldId="284"/>
            <ac:grpSpMk id="14" creationId="{B35D0B8E-22FF-EF46-F393-6CC712744E23}"/>
          </ac:grpSpMkLst>
        </pc:grpChg>
        <pc:grpChg chg="add del mod">
          <ac:chgData name="Pi, Yalong" userId="c9a3dc08-26f0-490d-b190-2780270c58e1" providerId="ADAL" clId="{F398E26A-6AC4-4DD8-A7B3-CD9F6274E7E3}" dt="2025-04-13T22:55:54.130" v="5286"/>
          <ac:grpSpMkLst>
            <pc:docMk/>
            <pc:sldMk cId="2110665415" sldId="284"/>
            <ac:grpSpMk id="19" creationId="{4A71355C-B137-3798-B3DF-93B1C037F7B1}"/>
          </ac:grpSpMkLst>
        </pc:grpChg>
        <pc:grpChg chg="add del mod">
          <ac:chgData name="Pi, Yalong" userId="c9a3dc08-26f0-490d-b190-2780270c58e1" providerId="ADAL" clId="{F398E26A-6AC4-4DD8-A7B3-CD9F6274E7E3}" dt="2025-04-13T22:55:54.130" v="5288"/>
          <ac:grpSpMkLst>
            <pc:docMk/>
            <pc:sldMk cId="2110665415" sldId="284"/>
            <ac:grpSpMk id="22" creationId="{ED7E8FC0-0EA9-3787-50F9-F76958DC6649}"/>
          </ac:grpSpMkLst>
        </pc:grpChg>
        <pc:grpChg chg="del mod">
          <ac:chgData name="Pi, Yalong" userId="c9a3dc08-26f0-490d-b190-2780270c58e1" providerId="ADAL" clId="{F398E26A-6AC4-4DD8-A7B3-CD9F6274E7E3}" dt="2025-04-13T22:56:17.222" v="5311"/>
          <ac:grpSpMkLst>
            <pc:docMk/>
            <pc:sldMk cId="2110665415" sldId="284"/>
            <ac:grpSpMk id="28" creationId="{37AF1846-1CDF-E8E2-AB36-51F74AFB0EC8}"/>
          </ac:grpSpMkLst>
        </pc:grpChg>
        <pc:inkChg chg="add del">
          <ac:chgData name="Pi, Yalong" userId="c9a3dc08-26f0-490d-b190-2780270c58e1" providerId="ADAL" clId="{F398E26A-6AC4-4DD8-A7B3-CD9F6274E7E3}" dt="2025-04-13T22:56:17.222" v="5310"/>
          <ac:inkMkLst>
            <pc:docMk/>
            <pc:sldMk cId="2110665415" sldId="284"/>
            <ac:inkMk id="4" creationId="{94F2F43C-80E3-0BEB-03B7-E5BD1D66CB57}"/>
          </ac:inkMkLst>
        </pc:inkChg>
        <pc:inkChg chg="add del">
          <ac:chgData name="Pi, Yalong" userId="c9a3dc08-26f0-490d-b190-2780270c58e1" providerId="ADAL" clId="{F398E26A-6AC4-4DD8-A7B3-CD9F6274E7E3}" dt="2025-04-13T22:56:17.222" v="5317"/>
          <ac:inkMkLst>
            <pc:docMk/>
            <pc:sldMk cId="2110665415" sldId="284"/>
            <ac:inkMk id="5" creationId="{ADE85853-D925-83DD-0698-4ECB1491DE02}"/>
          </ac:inkMkLst>
        </pc:inkChg>
        <pc:inkChg chg="del">
          <ac:chgData name="Pi, Yalong" userId="c9a3dc08-26f0-490d-b190-2780270c58e1" providerId="ADAL" clId="{F398E26A-6AC4-4DD8-A7B3-CD9F6274E7E3}" dt="2025-04-13T22:56:17.222" v="5315"/>
          <ac:inkMkLst>
            <pc:docMk/>
            <pc:sldMk cId="2110665415" sldId="284"/>
            <ac:inkMk id="6" creationId="{6F15D4D5-99ED-7E98-2A38-86AE32D45E1F}"/>
          </ac:inkMkLst>
        </pc:inkChg>
        <pc:inkChg chg="add del">
          <ac:chgData name="Pi, Yalong" userId="c9a3dc08-26f0-490d-b190-2780270c58e1" providerId="ADAL" clId="{F398E26A-6AC4-4DD8-A7B3-CD9F6274E7E3}" dt="2025-04-13T22:56:17.221" v="5309"/>
          <ac:inkMkLst>
            <pc:docMk/>
            <pc:sldMk cId="2110665415" sldId="284"/>
            <ac:inkMk id="7" creationId="{5A0D2493-7AC2-F152-B00C-4D843B63AB54}"/>
          </ac:inkMkLst>
        </pc:inkChg>
        <pc:inkChg chg="add del">
          <ac:chgData name="Pi, Yalong" userId="c9a3dc08-26f0-490d-b190-2780270c58e1" providerId="ADAL" clId="{F398E26A-6AC4-4DD8-A7B3-CD9F6274E7E3}" dt="2025-04-13T22:56:17.222" v="5312"/>
          <ac:inkMkLst>
            <pc:docMk/>
            <pc:sldMk cId="2110665415" sldId="284"/>
            <ac:inkMk id="8" creationId="{D615ECD8-82CB-F51C-AED0-123EF4C35BCC}"/>
          </ac:inkMkLst>
        </pc:inkChg>
        <pc:inkChg chg="del mod topLvl">
          <ac:chgData name="Pi, Yalong" userId="c9a3dc08-26f0-490d-b190-2780270c58e1" providerId="ADAL" clId="{F398E26A-6AC4-4DD8-A7B3-CD9F6274E7E3}" dt="2025-04-13T22:55:54.459" v="5291"/>
          <ac:inkMkLst>
            <pc:docMk/>
            <pc:sldMk cId="2110665415" sldId="284"/>
            <ac:inkMk id="9" creationId="{9A0CAC45-B70A-CE21-3F15-4B3ACD431130}"/>
          </ac:inkMkLst>
        </pc:inkChg>
        <pc:inkChg chg="del">
          <ac:chgData name="Pi, Yalong" userId="c9a3dc08-26f0-490d-b190-2780270c58e1" providerId="ADAL" clId="{F398E26A-6AC4-4DD8-A7B3-CD9F6274E7E3}" dt="2025-04-13T22:55:54.130" v="5287"/>
          <ac:inkMkLst>
            <pc:docMk/>
            <pc:sldMk cId="2110665415" sldId="284"/>
            <ac:inkMk id="10" creationId="{D039FC38-0C93-B60C-C228-F8FC0CE76A11}"/>
          </ac:inkMkLst>
        </pc:inkChg>
        <pc:inkChg chg="add del mod">
          <ac:chgData name="Pi, Yalong" userId="c9a3dc08-26f0-490d-b190-2780270c58e1" providerId="ADAL" clId="{F398E26A-6AC4-4DD8-A7B3-CD9F6274E7E3}" dt="2025-04-13T22:56:14.473" v="5304"/>
          <ac:inkMkLst>
            <pc:docMk/>
            <pc:sldMk cId="2110665415" sldId="284"/>
            <ac:inkMk id="11" creationId="{0ACDBF45-2C27-A173-74A0-70990F1FE032}"/>
          </ac:inkMkLst>
        </pc:inkChg>
        <pc:inkChg chg="add del mod">
          <ac:chgData name="Pi, Yalong" userId="c9a3dc08-26f0-490d-b190-2780270c58e1" providerId="ADAL" clId="{F398E26A-6AC4-4DD8-A7B3-CD9F6274E7E3}" dt="2025-04-13T22:56:15.148" v="5305"/>
          <ac:inkMkLst>
            <pc:docMk/>
            <pc:sldMk cId="2110665415" sldId="284"/>
            <ac:inkMk id="12" creationId="{39C679A2-E464-88F6-F960-F873261BC3AA}"/>
          </ac:inkMkLst>
        </pc:inkChg>
        <pc:inkChg chg="add del mod">
          <ac:chgData name="Pi, Yalong" userId="c9a3dc08-26f0-490d-b190-2780270c58e1" providerId="ADAL" clId="{F398E26A-6AC4-4DD8-A7B3-CD9F6274E7E3}" dt="2025-04-13T22:56:15.149" v="5306"/>
          <ac:inkMkLst>
            <pc:docMk/>
            <pc:sldMk cId="2110665415" sldId="284"/>
            <ac:inkMk id="13" creationId="{BD0D1F18-A504-7DE3-5BB0-BC6A96BC1A04}"/>
          </ac:inkMkLst>
        </pc:inkChg>
        <pc:inkChg chg="del">
          <ac:chgData name="Pi, Yalong" userId="c9a3dc08-26f0-490d-b190-2780270c58e1" providerId="ADAL" clId="{F398E26A-6AC4-4DD8-A7B3-CD9F6274E7E3}" dt="2025-04-13T22:55:54.130" v="5284"/>
          <ac:inkMkLst>
            <pc:docMk/>
            <pc:sldMk cId="2110665415" sldId="284"/>
            <ac:inkMk id="15" creationId="{78879783-4F9A-0DAF-EF5C-64209DD42504}"/>
          </ac:inkMkLst>
        </pc:inkChg>
        <pc:inkChg chg="del mod">
          <ac:chgData name="Pi, Yalong" userId="c9a3dc08-26f0-490d-b190-2780270c58e1" providerId="ADAL" clId="{F398E26A-6AC4-4DD8-A7B3-CD9F6274E7E3}" dt="2025-04-13T22:55:54.130" v="5286"/>
          <ac:inkMkLst>
            <pc:docMk/>
            <pc:sldMk cId="2110665415" sldId="284"/>
            <ac:inkMk id="16" creationId="{13C464BD-EE81-2C5D-68EF-CE0D46DEEDC0}"/>
          </ac:inkMkLst>
        </pc:inkChg>
        <pc:inkChg chg="add del mod topLvl">
          <ac:chgData name="Pi, Yalong" userId="c9a3dc08-26f0-490d-b190-2780270c58e1" providerId="ADAL" clId="{F398E26A-6AC4-4DD8-A7B3-CD9F6274E7E3}" dt="2025-04-13T22:55:54.131" v="5290"/>
          <ac:inkMkLst>
            <pc:docMk/>
            <pc:sldMk cId="2110665415" sldId="284"/>
            <ac:inkMk id="17" creationId="{0FA7837E-14AF-C400-5683-6CB14E7AB658}"/>
          </ac:inkMkLst>
        </pc:inkChg>
        <pc:inkChg chg="add del mod topLvl">
          <ac:chgData name="Pi, Yalong" userId="c9a3dc08-26f0-490d-b190-2780270c58e1" providerId="ADAL" clId="{F398E26A-6AC4-4DD8-A7B3-CD9F6274E7E3}" dt="2025-04-13T22:55:54.130" v="5285"/>
          <ac:inkMkLst>
            <pc:docMk/>
            <pc:sldMk cId="2110665415" sldId="284"/>
            <ac:inkMk id="18" creationId="{71A1F789-6767-406A-639E-7C145565E25D}"/>
          </ac:inkMkLst>
        </pc:inkChg>
        <pc:inkChg chg="add del topLvl">
          <ac:chgData name="Pi, Yalong" userId="c9a3dc08-26f0-490d-b190-2780270c58e1" providerId="ADAL" clId="{F398E26A-6AC4-4DD8-A7B3-CD9F6274E7E3}" dt="2025-04-13T22:55:54.130" v="5288"/>
          <ac:inkMkLst>
            <pc:docMk/>
            <pc:sldMk cId="2110665415" sldId="284"/>
            <ac:inkMk id="20" creationId="{E5409BBF-8888-E8B1-1EF5-B52BEE773F92}"/>
          </ac:inkMkLst>
        </pc:inkChg>
        <pc:inkChg chg="del mod topLvl">
          <ac:chgData name="Pi, Yalong" userId="c9a3dc08-26f0-490d-b190-2780270c58e1" providerId="ADAL" clId="{F398E26A-6AC4-4DD8-A7B3-CD9F6274E7E3}" dt="2025-04-13T22:55:54.130" v="5289"/>
          <ac:inkMkLst>
            <pc:docMk/>
            <pc:sldMk cId="2110665415" sldId="284"/>
            <ac:inkMk id="21" creationId="{89E3F7CB-1048-A37C-D68C-9DDE479CA800}"/>
          </ac:inkMkLst>
        </pc:inkChg>
        <pc:inkChg chg="add del mod">
          <ac:chgData name="Pi, Yalong" userId="c9a3dc08-26f0-490d-b190-2780270c58e1" providerId="ADAL" clId="{F398E26A-6AC4-4DD8-A7B3-CD9F6274E7E3}" dt="2025-04-13T22:56:14.472" v="5303"/>
          <ac:inkMkLst>
            <pc:docMk/>
            <pc:sldMk cId="2110665415" sldId="284"/>
            <ac:inkMk id="23" creationId="{EA5AEC80-B772-B103-8C63-5D9FEFBFC7F4}"/>
          </ac:inkMkLst>
        </pc:inkChg>
        <pc:inkChg chg="add del mod">
          <ac:chgData name="Pi, Yalong" userId="c9a3dc08-26f0-490d-b190-2780270c58e1" providerId="ADAL" clId="{F398E26A-6AC4-4DD8-A7B3-CD9F6274E7E3}" dt="2025-04-13T22:56:15.149" v="5308"/>
          <ac:inkMkLst>
            <pc:docMk/>
            <pc:sldMk cId="2110665415" sldId="284"/>
            <ac:inkMk id="24" creationId="{C9CBCA3D-E18F-96A7-206A-1D192A39F0F8}"/>
          </ac:inkMkLst>
        </pc:inkChg>
        <pc:inkChg chg="add del mod">
          <ac:chgData name="Pi, Yalong" userId="c9a3dc08-26f0-490d-b190-2780270c58e1" providerId="ADAL" clId="{F398E26A-6AC4-4DD8-A7B3-CD9F6274E7E3}" dt="2025-04-13T22:56:15.149" v="5307"/>
          <ac:inkMkLst>
            <pc:docMk/>
            <pc:sldMk cId="2110665415" sldId="284"/>
            <ac:inkMk id="25" creationId="{4BAD7168-D551-B7D5-2AA4-87E9A2ED74B5}"/>
          </ac:inkMkLst>
        </pc:inkChg>
        <pc:inkChg chg="add del mod">
          <ac:chgData name="Pi, Yalong" userId="c9a3dc08-26f0-490d-b190-2780270c58e1" providerId="ADAL" clId="{F398E26A-6AC4-4DD8-A7B3-CD9F6274E7E3}" dt="2025-04-13T22:56:17.222" v="5316"/>
          <ac:inkMkLst>
            <pc:docMk/>
            <pc:sldMk cId="2110665415" sldId="284"/>
            <ac:inkMk id="26" creationId="{2C034FD3-85A5-B81F-7FC0-D14EB83FC9F7}"/>
          </ac:inkMkLst>
        </pc:inkChg>
        <pc:inkChg chg="add del mod">
          <ac:chgData name="Pi, Yalong" userId="c9a3dc08-26f0-490d-b190-2780270c58e1" providerId="ADAL" clId="{F398E26A-6AC4-4DD8-A7B3-CD9F6274E7E3}" dt="2025-04-13T22:56:17.222" v="5311"/>
          <ac:inkMkLst>
            <pc:docMk/>
            <pc:sldMk cId="2110665415" sldId="284"/>
            <ac:inkMk id="27" creationId="{65CDD74E-FD2C-982A-45C0-07F6C2D0FD6B}"/>
          </ac:inkMkLst>
        </pc:inkChg>
        <pc:inkChg chg="add del">
          <ac:chgData name="Pi, Yalong" userId="c9a3dc08-26f0-490d-b190-2780270c58e1" providerId="ADAL" clId="{F398E26A-6AC4-4DD8-A7B3-CD9F6274E7E3}" dt="2025-04-13T22:56:17.222" v="5314"/>
          <ac:inkMkLst>
            <pc:docMk/>
            <pc:sldMk cId="2110665415" sldId="284"/>
            <ac:inkMk id="29" creationId="{09268442-3F53-FEF8-C7F0-B9D3B514DAD9}"/>
          </ac:inkMkLst>
        </pc:inkChg>
        <pc:inkChg chg="add del">
          <ac:chgData name="Pi, Yalong" userId="c9a3dc08-26f0-490d-b190-2780270c58e1" providerId="ADAL" clId="{F398E26A-6AC4-4DD8-A7B3-CD9F6274E7E3}" dt="2025-04-13T22:56:17.222" v="5313"/>
          <ac:inkMkLst>
            <pc:docMk/>
            <pc:sldMk cId="2110665415" sldId="284"/>
            <ac:inkMk id="30" creationId="{B9DD2383-A76D-0A3E-B553-3EAE48EE3FEF}"/>
          </ac:inkMkLst>
        </pc:inkChg>
      </pc:sldChg>
      <pc:sldChg chg="addSp delSp add del mod ord">
        <pc:chgData name="Pi, Yalong" userId="c9a3dc08-26f0-490d-b190-2780270c58e1" providerId="ADAL" clId="{F398E26A-6AC4-4DD8-A7B3-CD9F6274E7E3}" dt="2025-04-13T22:22:12.980" v="4684" actId="47"/>
        <pc:sldMkLst>
          <pc:docMk/>
          <pc:sldMk cId="3133668593" sldId="285"/>
        </pc:sldMkLst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3133668593" sldId="285"/>
            <ac:grpSpMk id="2086" creationId="{5B046A96-8B36-F63A-9C1C-8CD2026CA4F0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3133668593" sldId="285"/>
            <ac:grpSpMk id="2120" creationId="{E6E71DFA-F100-AC3B-9EF7-85D773C470E4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3133668593" sldId="285"/>
            <ac:grpSpMk id="2132" creationId="{84275D76-B101-1FCF-C7D2-1961262F216A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3133668593" sldId="285"/>
            <ac:grpSpMk id="2133" creationId="{E64FF9CF-C94F-7640-03A6-B63E02B08AAF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3133668593" sldId="285"/>
            <ac:grpSpMk id="2142" creationId="{6D5ABC9F-7110-FDC5-D905-BF72DC0D5893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3133668593" sldId="285"/>
            <ac:grpSpMk id="2165" creationId="{00F0208C-571E-DB29-3F4D-EA50ED6F8BB6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3133668593" sldId="285"/>
            <ac:grpSpMk id="2204" creationId="{E1EF16AF-15A9-3CDB-1965-FDF1CAE025C4}"/>
          </ac:grpSpMkLst>
        </pc:grpChg>
        <pc:inkChg chg="add del">
          <ac:chgData name="Pi, Yalong" userId="c9a3dc08-26f0-490d-b190-2780270c58e1" providerId="ADAL" clId="{F398E26A-6AC4-4DD8-A7B3-CD9F6274E7E3}" dt="2025-04-13T20:38:28.380" v="2964" actId="33639"/>
          <ac:inkMkLst>
            <pc:docMk/>
            <pc:sldMk cId="3133668593" sldId="285"/>
            <ac:inkMk id="30" creationId="{9D7A04B7-41B2-06D9-E26D-9B160E133F93}"/>
          </ac:inkMkLst>
        </pc:inkChg>
        <pc:inkChg chg="add del">
          <ac:chgData name="Pi, Yalong" userId="c9a3dc08-26f0-490d-b190-2780270c58e1" providerId="ADAL" clId="{F398E26A-6AC4-4DD8-A7B3-CD9F6274E7E3}" dt="2025-04-13T20:38:28.380" v="2964" actId="33639"/>
          <ac:inkMkLst>
            <pc:docMk/>
            <pc:sldMk cId="3133668593" sldId="285"/>
            <ac:inkMk id="2129" creationId="{92477A22-2E33-4954-943F-C79ACC72C912}"/>
          </ac:inkMkLst>
        </pc:inkChg>
        <pc:inkChg chg="add del">
          <ac:chgData name="Pi, Yalong" userId="c9a3dc08-26f0-490d-b190-2780270c58e1" providerId="ADAL" clId="{F398E26A-6AC4-4DD8-A7B3-CD9F6274E7E3}" dt="2025-04-13T20:38:28.380" v="2964" actId="33639"/>
          <ac:inkMkLst>
            <pc:docMk/>
            <pc:sldMk cId="3133668593" sldId="285"/>
            <ac:inkMk id="2184" creationId="{45DC0173-E11F-9330-F6CA-B04C6651787D}"/>
          </ac:inkMkLst>
        </pc:inkChg>
      </pc:sldChg>
      <pc:sldChg chg="add del">
        <pc:chgData name="Pi, Yalong" userId="c9a3dc08-26f0-490d-b190-2780270c58e1" providerId="ADAL" clId="{F398E26A-6AC4-4DD8-A7B3-CD9F6274E7E3}" dt="2025-04-13T17:32:53.606" v="2585" actId="47"/>
        <pc:sldMkLst>
          <pc:docMk/>
          <pc:sldMk cId="3130455391" sldId="286"/>
        </pc:sldMkLst>
      </pc:sldChg>
      <pc:sldChg chg="addSp delSp add del mod ord">
        <pc:chgData name="Pi, Yalong" userId="c9a3dc08-26f0-490d-b190-2780270c58e1" providerId="ADAL" clId="{F398E26A-6AC4-4DD8-A7B3-CD9F6274E7E3}" dt="2025-04-13T21:21:22.475" v="3714" actId="47"/>
        <pc:sldMkLst>
          <pc:docMk/>
          <pc:sldMk cId="2578937311" sldId="287"/>
        </pc:sldMkLst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2578937311" sldId="287"/>
            <ac:grpSpMk id="17" creationId="{55399E03-5DA7-6C00-A530-BD6DD7736AEF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2578937311" sldId="287"/>
            <ac:grpSpMk id="32" creationId="{6754DB9A-86D6-08C1-9CBA-66A695D9EA92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2578937311" sldId="287"/>
            <ac:grpSpMk id="33" creationId="{D16815DB-401B-82BC-2C0B-35EF5C54386A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2578937311" sldId="287"/>
            <ac:grpSpMk id="132" creationId="{98DA37C1-6B0B-9B6A-C45A-3828A7315288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2578937311" sldId="287"/>
            <ac:grpSpMk id="142" creationId="{2BD4270F-9011-F5AD-CBFF-D02882B49D29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2578937311" sldId="287"/>
            <ac:grpSpMk id="265" creationId="{CD0D4ACE-9A64-2995-2C3D-54FB6BA5C837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2578937311" sldId="287"/>
            <ac:grpSpMk id="345" creationId="{6679164B-CD9B-5D22-D2FF-019EC86FF2AB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2578937311" sldId="287"/>
            <ac:grpSpMk id="391" creationId="{CE760979-4AC9-EA80-138A-E239EA200EE7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2578937311" sldId="287"/>
            <ac:grpSpMk id="412" creationId="{8AE874A3-513D-4971-28F1-C9FD1596FB94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2578937311" sldId="287"/>
            <ac:grpSpMk id="414" creationId="{A91A889F-9B26-9242-2F1B-857A804237F9}"/>
          </ac:grpSpMkLst>
        </pc:grpChg>
      </pc:sldChg>
      <pc:sldChg chg="addSp delSp add del mod ord">
        <pc:chgData name="Pi, Yalong" userId="c9a3dc08-26f0-490d-b190-2780270c58e1" providerId="ADAL" clId="{F398E26A-6AC4-4DD8-A7B3-CD9F6274E7E3}" dt="2025-04-13T22:16:37.973" v="4421" actId="47"/>
        <pc:sldMkLst>
          <pc:docMk/>
          <pc:sldMk cId="2770370931" sldId="288"/>
        </pc:sldMkLst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2770370931" sldId="288"/>
            <ac:grpSpMk id="62" creationId="{10A3970E-6E9F-7271-4DA8-0E385956F6B8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2770370931" sldId="288"/>
            <ac:grpSpMk id="324" creationId="{4F843A8E-7D9B-F45A-D96D-74FE3A025A23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2770370931" sldId="288"/>
            <ac:grpSpMk id="392" creationId="{A35D7291-E955-55D3-EC9C-611D8DF62C42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2770370931" sldId="288"/>
            <ac:grpSpMk id="405" creationId="{592A0226-78A3-5D3A-3B9A-37C06552B925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2770370931" sldId="288"/>
            <ac:grpSpMk id="414" creationId="{6C025229-7AAA-5D06-DCAA-94565C50C359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2770370931" sldId="288"/>
            <ac:grpSpMk id="418" creationId="{DD6FD01E-4073-0998-B7D8-736FD0E89B8B}"/>
          </ac:grpSpMkLst>
        </pc:grpChg>
        <pc:inkChg chg="del">
          <ac:chgData name="Pi, Yalong" userId="c9a3dc08-26f0-490d-b190-2780270c58e1" providerId="ADAL" clId="{F398E26A-6AC4-4DD8-A7B3-CD9F6274E7E3}" dt="2025-04-13T20:38:21.151" v="2963" actId="33639"/>
          <ac:inkMkLst>
            <pc:docMk/>
            <pc:sldMk cId="2770370931" sldId="288"/>
            <ac:inkMk id="148" creationId="{EC626C04-2DBC-54B8-B640-1FF9BD90A689}"/>
          </ac:inkMkLst>
        </pc:inkChg>
        <pc:inkChg chg="add del">
          <ac:chgData name="Pi, Yalong" userId="c9a3dc08-26f0-490d-b190-2780270c58e1" providerId="ADAL" clId="{F398E26A-6AC4-4DD8-A7B3-CD9F6274E7E3}" dt="2025-04-13T20:38:28.380" v="2964" actId="33639"/>
          <ac:inkMkLst>
            <pc:docMk/>
            <pc:sldMk cId="2770370931" sldId="288"/>
            <ac:inkMk id="177" creationId="{268853F3-6CF1-617F-8789-2E0653125CF5}"/>
          </ac:inkMkLst>
        </pc:inkChg>
        <pc:inkChg chg="add del">
          <ac:chgData name="Pi, Yalong" userId="c9a3dc08-26f0-490d-b190-2780270c58e1" providerId="ADAL" clId="{F398E26A-6AC4-4DD8-A7B3-CD9F6274E7E3}" dt="2025-04-13T20:38:28.380" v="2964" actId="33639"/>
          <ac:inkMkLst>
            <pc:docMk/>
            <pc:sldMk cId="2770370931" sldId="288"/>
            <ac:inkMk id="215" creationId="{FCB3E6AF-AF58-DEED-48FC-19E6604533A9}"/>
          </ac:inkMkLst>
        </pc:inkChg>
        <pc:inkChg chg="add del">
          <ac:chgData name="Pi, Yalong" userId="c9a3dc08-26f0-490d-b190-2780270c58e1" providerId="ADAL" clId="{F398E26A-6AC4-4DD8-A7B3-CD9F6274E7E3}" dt="2025-04-13T20:38:28.380" v="2964" actId="33639"/>
          <ac:inkMkLst>
            <pc:docMk/>
            <pc:sldMk cId="2770370931" sldId="288"/>
            <ac:inkMk id="313" creationId="{0C02BC4E-A8D7-96D9-EB2C-BF581CA62DE0}"/>
          </ac:inkMkLst>
        </pc:inkChg>
        <pc:inkChg chg="add">
          <ac:chgData name="Pi, Yalong" userId="c9a3dc08-26f0-490d-b190-2780270c58e1" providerId="ADAL" clId="{F398E26A-6AC4-4DD8-A7B3-CD9F6274E7E3}" dt="2025-04-13T20:38:28.380" v="2964" actId="33639"/>
          <ac:inkMkLst>
            <pc:docMk/>
            <pc:sldMk cId="2770370931" sldId="288"/>
            <ac:inkMk id="352" creationId="{B22A35D9-F337-6CA6-C044-0B9B0F851F71}"/>
          </ac:inkMkLst>
        </pc:inkChg>
      </pc:sldChg>
      <pc:sldChg chg="addSp delSp modSp add mod ord">
        <pc:chgData name="Pi, Yalong" userId="c9a3dc08-26f0-490d-b190-2780270c58e1" providerId="ADAL" clId="{F398E26A-6AC4-4DD8-A7B3-CD9F6274E7E3}" dt="2025-04-13T22:22:27.639" v="4691"/>
        <pc:sldMkLst>
          <pc:docMk/>
          <pc:sldMk cId="3717845683" sldId="289"/>
        </pc:sldMkLst>
        <pc:grpChg chg="mod">
          <ac:chgData name="Pi, Yalong" userId="c9a3dc08-26f0-490d-b190-2780270c58e1" providerId="ADAL" clId="{F398E26A-6AC4-4DD8-A7B3-CD9F6274E7E3}" dt="2025-04-13T22:22:27.639" v="4691"/>
          <ac:grpSpMkLst>
            <pc:docMk/>
            <pc:sldMk cId="3717845683" sldId="289"/>
            <ac:grpSpMk id="6" creationId="{4B33A6A9-03FE-FF04-0B8B-28B68AEAEDC6}"/>
          </ac:grpSpMkLst>
        </pc:grpChg>
        <pc:grpChg chg="del">
          <ac:chgData name="Pi, Yalong" userId="c9a3dc08-26f0-490d-b190-2780270c58e1" providerId="ADAL" clId="{F398E26A-6AC4-4DD8-A7B3-CD9F6274E7E3}" dt="2025-04-13T18:15:03.478" v="2822" actId="478"/>
          <ac:grpSpMkLst>
            <pc:docMk/>
            <pc:sldMk cId="3717845683" sldId="289"/>
            <ac:grpSpMk id="119" creationId="{CB7F0467-8B7F-7D9D-F48E-BF744785F2BD}"/>
          </ac:grpSpMkLst>
        </pc:grpChg>
        <pc:picChg chg="add">
          <ac:chgData name="Pi, Yalong" userId="c9a3dc08-26f0-490d-b190-2780270c58e1" providerId="ADAL" clId="{F398E26A-6AC4-4DD8-A7B3-CD9F6274E7E3}" dt="2025-04-13T18:15:04.734" v="2823"/>
          <ac:picMkLst>
            <pc:docMk/>
            <pc:sldMk cId="3717845683" sldId="289"/>
            <ac:picMk id="9218" creationId="{9AC449D0-372D-9FA7-89BA-AFC960C0286C}"/>
          </ac:picMkLst>
        </pc:picChg>
        <pc:inkChg chg="add">
          <ac:chgData name="Pi, Yalong" userId="c9a3dc08-26f0-490d-b190-2780270c58e1" providerId="ADAL" clId="{F398E26A-6AC4-4DD8-A7B3-CD9F6274E7E3}" dt="2025-04-13T22:22:24.739" v="4687" actId="9405"/>
          <ac:inkMkLst>
            <pc:docMk/>
            <pc:sldMk cId="3717845683" sldId="289"/>
            <ac:inkMk id="2" creationId="{0D4C7EEB-C788-9A60-DAE3-46BD57568F3B}"/>
          </ac:inkMkLst>
        </pc:inkChg>
        <pc:inkChg chg="add mod">
          <ac:chgData name="Pi, Yalong" userId="c9a3dc08-26f0-490d-b190-2780270c58e1" providerId="ADAL" clId="{F398E26A-6AC4-4DD8-A7B3-CD9F6274E7E3}" dt="2025-04-13T22:22:27.639" v="4691"/>
          <ac:inkMkLst>
            <pc:docMk/>
            <pc:sldMk cId="3717845683" sldId="289"/>
            <ac:inkMk id="3" creationId="{BF396123-E067-187B-3A28-78BF23C41CCA}"/>
          </ac:inkMkLst>
        </pc:inkChg>
        <pc:inkChg chg="add mod">
          <ac:chgData name="Pi, Yalong" userId="c9a3dc08-26f0-490d-b190-2780270c58e1" providerId="ADAL" clId="{F398E26A-6AC4-4DD8-A7B3-CD9F6274E7E3}" dt="2025-04-13T22:22:27.639" v="4691"/>
          <ac:inkMkLst>
            <pc:docMk/>
            <pc:sldMk cId="3717845683" sldId="289"/>
            <ac:inkMk id="4" creationId="{A7D39AE5-F7AE-C9F0-8D69-187059598B6B}"/>
          </ac:inkMkLst>
        </pc:inkChg>
        <pc:inkChg chg="add mod">
          <ac:chgData name="Pi, Yalong" userId="c9a3dc08-26f0-490d-b190-2780270c58e1" providerId="ADAL" clId="{F398E26A-6AC4-4DD8-A7B3-CD9F6274E7E3}" dt="2025-04-13T22:22:27.639" v="4691"/>
          <ac:inkMkLst>
            <pc:docMk/>
            <pc:sldMk cId="3717845683" sldId="289"/>
            <ac:inkMk id="5" creationId="{D370CC7C-6F53-2330-D8B5-EA36C7874C74}"/>
          </ac:inkMkLst>
        </pc:inkChg>
      </pc:sldChg>
      <pc:sldChg chg="add del ord">
        <pc:chgData name="Pi, Yalong" userId="c9a3dc08-26f0-490d-b190-2780270c58e1" providerId="ADAL" clId="{F398E26A-6AC4-4DD8-A7B3-CD9F6274E7E3}" dt="2025-04-13T17:58:20.614" v="2735" actId="47"/>
        <pc:sldMkLst>
          <pc:docMk/>
          <pc:sldMk cId="3069743336" sldId="290"/>
        </pc:sldMkLst>
      </pc:sldChg>
      <pc:sldChg chg="addSp delSp modSp add mod ord">
        <pc:chgData name="Pi, Yalong" userId="c9a3dc08-26f0-490d-b190-2780270c58e1" providerId="ADAL" clId="{F398E26A-6AC4-4DD8-A7B3-CD9F6274E7E3}" dt="2025-04-13T22:52:03.705" v="5233"/>
        <pc:sldMkLst>
          <pc:docMk/>
          <pc:sldMk cId="2583448447" sldId="291"/>
        </pc:sldMkLst>
        <pc:grpChg chg="del mod">
          <ac:chgData name="Pi, Yalong" userId="c9a3dc08-26f0-490d-b190-2780270c58e1" providerId="ADAL" clId="{F398E26A-6AC4-4DD8-A7B3-CD9F6274E7E3}" dt="2025-04-13T22:28:35.332" v="4992"/>
          <ac:grpSpMkLst>
            <pc:docMk/>
            <pc:sldMk cId="2583448447" sldId="291"/>
            <ac:grpSpMk id="5" creationId="{914E0377-1E8B-F02C-5919-BD8DBE6E9410}"/>
          </ac:grpSpMkLst>
        </pc:grpChg>
        <pc:grpChg chg="mod">
          <ac:chgData name="Pi, Yalong" userId="c9a3dc08-26f0-490d-b190-2780270c58e1" providerId="ADAL" clId="{F398E26A-6AC4-4DD8-A7B3-CD9F6274E7E3}" dt="2025-04-13T22:28:29.369" v="4985"/>
          <ac:grpSpMkLst>
            <pc:docMk/>
            <pc:sldMk cId="2583448447" sldId="291"/>
            <ac:grpSpMk id="9" creationId="{0DA75BB8-86B1-4D01-9C44-F641DC321C6B}"/>
          </ac:grpSpMkLst>
        </pc:grpChg>
        <pc:grpChg chg="mod">
          <ac:chgData name="Pi, Yalong" userId="c9a3dc08-26f0-490d-b190-2780270c58e1" providerId="ADAL" clId="{F398E26A-6AC4-4DD8-A7B3-CD9F6274E7E3}" dt="2025-04-13T22:28:31.263" v="4988"/>
          <ac:grpSpMkLst>
            <pc:docMk/>
            <pc:sldMk cId="2583448447" sldId="291"/>
            <ac:grpSpMk id="12" creationId="{9585FED1-6C99-C560-BF97-E231CB55B963}"/>
          </ac:grpSpMkLst>
        </pc:grpChg>
        <pc:grpChg chg="del mod">
          <ac:chgData name="Pi, Yalong" userId="c9a3dc08-26f0-490d-b190-2780270c58e1" providerId="ADAL" clId="{F398E26A-6AC4-4DD8-A7B3-CD9F6274E7E3}" dt="2025-04-13T22:43:17.602" v="5072"/>
          <ac:grpSpMkLst>
            <pc:docMk/>
            <pc:sldMk cId="2583448447" sldId="291"/>
            <ac:grpSpMk id="16" creationId="{D53BCF13-677C-922A-30D2-000BCB849174}"/>
          </ac:grpSpMkLst>
        </pc:grpChg>
        <pc:grpChg chg="del mod">
          <ac:chgData name="Pi, Yalong" userId="c9a3dc08-26f0-490d-b190-2780270c58e1" providerId="ADAL" clId="{F398E26A-6AC4-4DD8-A7B3-CD9F6274E7E3}" dt="2025-04-13T22:33:26.934" v="5003"/>
          <ac:grpSpMkLst>
            <pc:docMk/>
            <pc:sldMk cId="2583448447" sldId="291"/>
            <ac:grpSpMk id="22" creationId="{69086EC0-8E03-E803-23F9-16F1F1983A40}"/>
          </ac:grpSpMkLst>
        </pc:grpChg>
        <pc:grpChg chg="del mod">
          <ac:chgData name="Pi, Yalong" userId="c9a3dc08-26f0-490d-b190-2780270c58e1" providerId="ADAL" clId="{F398E26A-6AC4-4DD8-A7B3-CD9F6274E7E3}" dt="2025-04-13T22:33:26.934" v="5003"/>
          <ac:grpSpMkLst>
            <pc:docMk/>
            <pc:sldMk cId="2583448447" sldId="291"/>
            <ac:grpSpMk id="26" creationId="{0E7EE07D-F8EC-F994-ED16-155033194C17}"/>
          </ac:grpSpMkLst>
        </pc:grpChg>
        <pc:grpChg chg="del mod">
          <ac:chgData name="Pi, Yalong" userId="c9a3dc08-26f0-490d-b190-2780270c58e1" providerId="ADAL" clId="{F398E26A-6AC4-4DD8-A7B3-CD9F6274E7E3}" dt="2025-04-13T22:33:29.370" v="5005"/>
          <ac:grpSpMkLst>
            <pc:docMk/>
            <pc:sldMk cId="2583448447" sldId="291"/>
            <ac:grpSpMk id="28" creationId="{AD8B87CB-4E31-1585-46A7-0B52D02D3120}"/>
          </ac:grpSpMkLst>
        </pc:grpChg>
        <pc:grpChg chg="del mod">
          <ac:chgData name="Pi, Yalong" userId="c9a3dc08-26f0-490d-b190-2780270c58e1" providerId="ADAL" clId="{F398E26A-6AC4-4DD8-A7B3-CD9F6274E7E3}" dt="2025-04-13T22:33:33.680" v="5010"/>
          <ac:grpSpMkLst>
            <pc:docMk/>
            <pc:sldMk cId="2583448447" sldId="291"/>
            <ac:grpSpMk id="30" creationId="{FCD4509A-2167-0A8E-95F4-D0C0234FC0C1}"/>
          </ac:grpSpMkLst>
        </pc:grpChg>
        <pc:grpChg chg="del mod">
          <ac:chgData name="Pi, Yalong" userId="c9a3dc08-26f0-490d-b190-2780270c58e1" providerId="ADAL" clId="{F398E26A-6AC4-4DD8-A7B3-CD9F6274E7E3}" dt="2025-04-13T22:33:39.870" v="5017"/>
          <ac:grpSpMkLst>
            <pc:docMk/>
            <pc:sldMk cId="2583448447" sldId="291"/>
            <ac:grpSpMk id="36" creationId="{68A2092F-0889-70BA-37F7-686EBB4C2A93}"/>
          </ac:grpSpMkLst>
        </pc:grpChg>
        <pc:grpChg chg="mod">
          <ac:chgData name="Pi, Yalong" userId="c9a3dc08-26f0-490d-b190-2780270c58e1" providerId="ADAL" clId="{F398E26A-6AC4-4DD8-A7B3-CD9F6274E7E3}" dt="2025-04-13T22:33:39.870" v="5017"/>
          <ac:grpSpMkLst>
            <pc:docMk/>
            <pc:sldMk cId="2583448447" sldId="291"/>
            <ac:grpSpMk id="48" creationId="{32943D02-151B-84C7-C55C-24B3D73554D2}"/>
          </ac:grpSpMkLst>
        </pc:grpChg>
        <pc:grpChg chg="del mod">
          <ac:chgData name="Pi, Yalong" userId="c9a3dc08-26f0-490d-b190-2780270c58e1" providerId="ADAL" clId="{F398E26A-6AC4-4DD8-A7B3-CD9F6274E7E3}" dt="2025-04-13T22:33:48.881" v="5027"/>
          <ac:grpSpMkLst>
            <pc:docMk/>
            <pc:sldMk cId="2583448447" sldId="291"/>
            <ac:grpSpMk id="50" creationId="{BB2B0925-7867-F41F-AD04-B973D47C78B2}"/>
          </ac:grpSpMkLst>
        </pc:grpChg>
        <pc:grpChg chg="del mod">
          <ac:chgData name="Pi, Yalong" userId="c9a3dc08-26f0-490d-b190-2780270c58e1" providerId="ADAL" clId="{F398E26A-6AC4-4DD8-A7B3-CD9F6274E7E3}" dt="2025-04-13T22:34:00.963" v="5050"/>
          <ac:grpSpMkLst>
            <pc:docMk/>
            <pc:sldMk cId="2583448447" sldId="291"/>
            <ac:grpSpMk id="57" creationId="{E98D53D9-2EA9-CCE8-DE69-1E511AED9645}"/>
          </ac:grpSpMkLst>
        </pc:grpChg>
        <pc:grpChg chg="del mod">
          <ac:chgData name="Pi, Yalong" userId="c9a3dc08-26f0-490d-b190-2780270c58e1" providerId="ADAL" clId="{F398E26A-6AC4-4DD8-A7B3-CD9F6274E7E3}" dt="2025-04-13T22:44:35.560" v="5171"/>
          <ac:grpSpMkLst>
            <pc:docMk/>
            <pc:sldMk cId="2583448447" sldId="291"/>
            <ac:grpSpMk id="2049" creationId="{DF95EA19-E703-CF79-10E9-A6C489CD6D3F}"/>
          </ac:grpSpMkLst>
        </pc:grpChg>
        <pc:grpChg chg="mod">
          <ac:chgData name="Pi, Yalong" userId="c9a3dc08-26f0-490d-b190-2780270c58e1" providerId="ADAL" clId="{F398E26A-6AC4-4DD8-A7B3-CD9F6274E7E3}" dt="2025-04-13T22:44:35.560" v="5171"/>
          <ac:grpSpMkLst>
            <pc:docMk/>
            <pc:sldMk cId="2583448447" sldId="291"/>
            <ac:grpSpMk id="2051" creationId="{CCCE08B6-80A9-569F-6B3D-A2B8B5E3E183}"/>
          </ac:grpSpMkLst>
        </pc:grpChg>
        <pc:grpChg chg="del mod">
          <ac:chgData name="Pi, Yalong" userId="c9a3dc08-26f0-490d-b190-2780270c58e1" providerId="ADAL" clId="{F398E26A-6AC4-4DD8-A7B3-CD9F6274E7E3}" dt="2025-04-13T22:45:08.580" v="5209"/>
          <ac:grpSpMkLst>
            <pc:docMk/>
            <pc:sldMk cId="2583448447" sldId="291"/>
            <ac:grpSpMk id="2068" creationId="{4977383B-850D-B848-AD15-79843B92A7A2}"/>
          </ac:grpSpMkLst>
        </pc:grpChg>
        <pc:grpChg chg="del mod">
          <ac:chgData name="Pi, Yalong" userId="c9a3dc08-26f0-490d-b190-2780270c58e1" providerId="ADAL" clId="{F398E26A-6AC4-4DD8-A7B3-CD9F6274E7E3}" dt="2025-04-13T22:45:18.262" v="5211"/>
          <ac:grpSpMkLst>
            <pc:docMk/>
            <pc:sldMk cId="2583448447" sldId="291"/>
            <ac:grpSpMk id="2073" creationId="{C7A52253-7A93-2879-6EAD-BD5B45352104}"/>
          </ac:grpSpMkLst>
        </pc:grpChg>
        <pc:grpChg chg="mod">
          <ac:chgData name="Pi, Yalong" userId="c9a3dc08-26f0-490d-b190-2780270c58e1" providerId="ADAL" clId="{F398E26A-6AC4-4DD8-A7B3-CD9F6274E7E3}" dt="2025-04-13T22:45:18.262" v="5211"/>
          <ac:grpSpMkLst>
            <pc:docMk/>
            <pc:sldMk cId="2583448447" sldId="291"/>
            <ac:grpSpMk id="2075" creationId="{DDB716FE-6700-2E2C-E2D4-B8922FB4403A}"/>
          </ac:grpSpMkLst>
        </pc:grpChg>
        <pc:grpChg chg="del mod">
          <ac:chgData name="Pi, Yalong" userId="c9a3dc08-26f0-490d-b190-2780270c58e1" providerId="ADAL" clId="{F398E26A-6AC4-4DD8-A7B3-CD9F6274E7E3}" dt="2025-04-13T22:51:26.115" v="5219"/>
          <ac:grpSpMkLst>
            <pc:docMk/>
            <pc:sldMk cId="2583448447" sldId="291"/>
            <ac:grpSpMk id="2083" creationId="{59F60E6F-C218-07B0-F0C6-65476C4CC48C}"/>
          </ac:grpSpMkLst>
        </pc:grpChg>
        <pc:grpChg chg="mod">
          <ac:chgData name="Pi, Yalong" userId="c9a3dc08-26f0-490d-b190-2780270c58e1" providerId="ADAL" clId="{F398E26A-6AC4-4DD8-A7B3-CD9F6274E7E3}" dt="2025-04-13T22:51:31.572" v="5224"/>
          <ac:grpSpMkLst>
            <pc:docMk/>
            <pc:sldMk cId="2583448447" sldId="291"/>
            <ac:grpSpMk id="2088" creationId="{21BC6F77-38B1-6A11-A15C-DDADE60184E5}"/>
          </ac:grpSpMkLst>
        </pc:grpChg>
        <pc:grpChg chg="mod">
          <ac:chgData name="Pi, Yalong" userId="c9a3dc08-26f0-490d-b190-2780270c58e1" providerId="ADAL" clId="{F398E26A-6AC4-4DD8-A7B3-CD9F6274E7E3}" dt="2025-04-13T22:52:03.705" v="5233"/>
          <ac:grpSpMkLst>
            <pc:docMk/>
            <pc:sldMk cId="2583448447" sldId="291"/>
            <ac:grpSpMk id="2098" creationId="{7EB67EEF-089D-88FB-74C3-9801F8B0BF68}"/>
          </ac:grpSpMkLst>
        </pc:grpChg>
        <pc:grpChg chg="mod">
          <ac:chgData name="Pi, Yalong" userId="c9a3dc08-26f0-490d-b190-2780270c58e1" providerId="ADAL" clId="{F398E26A-6AC4-4DD8-A7B3-CD9F6274E7E3}" dt="2025-04-13T22:52:03.705" v="5233"/>
          <ac:grpSpMkLst>
            <pc:docMk/>
            <pc:sldMk cId="2583448447" sldId="291"/>
            <ac:grpSpMk id="2099" creationId="{60ABB2B3-E6C5-20FC-117A-2E25DC6D5CAA}"/>
          </ac:grpSpMkLst>
        </pc:grpChg>
        <pc:grpChg chg="add del mod">
          <ac:chgData name="Pi, Yalong" userId="c9a3dc08-26f0-490d-b190-2780270c58e1" providerId="ADAL" clId="{F398E26A-6AC4-4DD8-A7B3-CD9F6274E7E3}" dt="2025-04-13T22:26:02.746" v="4817"/>
          <ac:grpSpMkLst>
            <pc:docMk/>
            <pc:sldMk cId="2583448447" sldId="291"/>
            <ac:grpSpMk id="2207" creationId="{990C4C4E-ED0A-B4A9-BC5B-F0F3DB8CAEAC}"/>
          </ac:grpSpMkLst>
        </pc:grpChg>
        <pc:grpChg chg="add del mod">
          <ac:chgData name="Pi, Yalong" userId="c9a3dc08-26f0-490d-b190-2780270c58e1" providerId="ADAL" clId="{F398E26A-6AC4-4DD8-A7B3-CD9F6274E7E3}" dt="2025-04-13T22:26:07.454" v="4819"/>
          <ac:grpSpMkLst>
            <pc:docMk/>
            <pc:sldMk cId="2583448447" sldId="291"/>
            <ac:grpSpMk id="2252" creationId="{2F78DCC8-741D-6CCE-3FDD-CFDB26E593C2}"/>
          </ac:grpSpMkLst>
        </pc:grpChg>
        <pc:grpChg chg="del mod">
          <ac:chgData name="Pi, Yalong" userId="c9a3dc08-26f0-490d-b190-2780270c58e1" providerId="ADAL" clId="{F398E26A-6AC4-4DD8-A7B3-CD9F6274E7E3}" dt="2025-04-13T22:34:05.424" v="5055"/>
          <ac:grpSpMkLst>
            <pc:docMk/>
            <pc:sldMk cId="2583448447" sldId="291"/>
            <ac:grpSpMk id="2253" creationId="{EFE1864A-197F-D5DD-3364-7F066A924EDB}"/>
          </ac:grpSpMkLst>
        </pc:grpChg>
        <pc:grpChg chg="add del mod">
          <ac:chgData name="Pi, Yalong" userId="c9a3dc08-26f0-490d-b190-2780270c58e1" providerId="ADAL" clId="{F398E26A-6AC4-4DD8-A7B3-CD9F6274E7E3}" dt="2025-04-13T22:26:07.466" v="4865"/>
          <ac:grpSpMkLst>
            <pc:docMk/>
            <pc:sldMk cId="2583448447" sldId="291"/>
            <ac:grpSpMk id="2262" creationId="{63673B63-1DB9-63E9-8C6B-3CEF7037F36B}"/>
          </ac:grpSpMkLst>
        </pc:grpChg>
        <pc:grpChg chg="del mod">
          <ac:chgData name="Pi, Yalong" userId="c9a3dc08-26f0-490d-b190-2780270c58e1" providerId="ADAL" clId="{F398E26A-6AC4-4DD8-A7B3-CD9F6274E7E3}" dt="2025-04-13T22:34:05.424" v="5055"/>
          <ac:grpSpMkLst>
            <pc:docMk/>
            <pc:sldMk cId="2583448447" sldId="291"/>
            <ac:grpSpMk id="2278" creationId="{5D130D0E-E4EF-2D2A-8DB3-D4CB83504C22}"/>
          </ac:grpSpMkLst>
        </pc:grpChg>
        <pc:grpChg chg="mod">
          <ac:chgData name="Pi, Yalong" userId="c9a3dc08-26f0-490d-b190-2780270c58e1" providerId="ADAL" clId="{F398E26A-6AC4-4DD8-A7B3-CD9F6274E7E3}" dt="2025-04-13T22:34:00.963" v="5050"/>
          <ac:grpSpMkLst>
            <pc:docMk/>
            <pc:sldMk cId="2583448447" sldId="291"/>
            <ac:grpSpMk id="2280" creationId="{48D0B989-B214-8CC6-EF3A-B2B7DD9A0DFE}"/>
          </ac:grpSpMkLst>
        </pc:grpChg>
        <pc:grpChg chg="mod">
          <ac:chgData name="Pi, Yalong" userId="c9a3dc08-26f0-490d-b190-2780270c58e1" providerId="ADAL" clId="{F398E26A-6AC4-4DD8-A7B3-CD9F6274E7E3}" dt="2025-04-13T22:34:00.963" v="5050"/>
          <ac:grpSpMkLst>
            <pc:docMk/>
            <pc:sldMk cId="2583448447" sldId="291"/>
            <ac:grpSpMk id="2281" creationId="{C40EA3DB-D5AF-30FA-B43D-06F8727AE418}"/>
          </ac:grpSpMkLst>
        </pc:grpChg>
        <pc:grpChg chg="del mod">
          <ac:chgData name="Pi, Yalong" userId="c9a3dc08-26f0-490d-b190-2780270c58e1" providerId="ADAL" clId="{F398E26A-6AC4-4DD8-A7B3-CD9F6274E7E3}" dt="2025-04-13T22:34:05.424" v="5055"/>
          <ac:grpSpMkLst>
            <pc:docMk/>
            <pc:sldMk cId="2583448447" sldId="291"/>
            <ac:grpSpMk id="2286" creationId="{4DD55983-D87F-A0CC-205F-D74AF44DB847}"/>
          </ac:grpSpMkLst>
        </pc:grpChg>
        <pc:grpChg chg="mod">
          <ac:chgData name="Pi, Yalong" userId="c9a3dc08-26f0-490d-b190-2780270c58e1" providerId="ADAL" clId="{F398E26A-6AC4-4DD8-A7B3-CD9F6274E7E3}" dt="2025-04-13T22:34:05.424" v="5055"/>
          <ac:grpSpMkLst>
            <pc:docMk/>
            <pc:sldMk cId="2583448447" sldId="291"/>
            <ac:grpSpMk id="2287" creationId="{45F5DE2B-A946-B4ED-B167-779EBB8BA8B2}"/>
          </ac:grpSpMkLst>
        </pc:grpChg>
        <pc:grpChg chg="mod">
          <ac:chgData name="Pi, Yalong" userId="c9a3dc08-26f0-490d-b190-2780270c58e1" providerId="ADAL" clId="{F398E26A-6AC4-4DD8-A7B3-CD9F6274E7E3}" dt="2025-04-13T22:34:11.845" v="5063"/>
          <ac:grpSpMkLst>
            <pc:docMk/>
            <pc:sldMk cId="2583448447" sldId="291"/>
            <ac:grpSpMk id="2295" creationId="{70290D07-3283-8C72-2FE7-00D5209DE073}"/>
          </ac:grpSpMkLst>
        </pc:grpChg>
        <pc:grpChg chg="mod">
          <ac:chgData name="Pi, Yalong" userId="c9a3dc08-26f0-490d-b190-2780270c58e1" providerId="ADAL" clId="{F398E26A-6AC4-4DD8-A7B3-CD9F6274E7E3}" dt="2025-04-13T22:43:17.602" v="5072"/>
          <ac:grpSpMkLst>
            <pc:docMk/>
            <pc:sldMk cId="2583448447" sldId="291"/>
            <ac:grpSpMk id="2304" creationId="{9F8E2A37-FC43-C536-E959-4AE5A130836A}"/>
          </ac:grpSpMkLst>
        </pc:grpChg>
        <pc:grpChg chg="del mod">
          <ac:chgData name="Pi, Yalong" userId="c9a3dc08-26f0-490d-b190-2780270c58e1" providerId="ADAL" clId="{F398E26A-6AC4-4DD8-A7B3-CD9F6274E7E3}" dt="2025-04-13T22:43:18.973" v="5074"/>
          <ac:grpSpMkLst>
            <pc:docMk/>
            <pc:sldMk cId="2583448447" sldId="291"/>
            <ac:grpSpMk id="2305" creationId="{73B98FF9-E3DD-DA4D-FAD4-A741C1AFA347}"/>
          </ac:grpSpMkLst>
        </pc:grpChg>
        <pc:grpChg chg="del mod">
          <ac:chgData name="Pi, Yalong" userId="c9a3dc08-26f0-490d-b190-2780270c58e1" providerId="ADAL" clId="{F398E26A-6AC4-4DD8-A7B3-CD9F6274E7E3}" dt="2025-04-13T22:43:23.059" v="5076"/>
          <ac:grpSpMkLst>
            <pc:docMk/>
            <pc:sldMk cId="2583448447" sldId="291"/>
            <ac:grpSpMk id="2307" creationId="{41B8057B-AA3D-3672-4138-806E26D647DB}"/>
          </ac:grpSpMkLst>
        </pc:grpChg>
        <pc:grpChg chg="del mod">
          <ac:chgData name="Pi, Yalong" userId="c9a3dc08-26f0-490d-b190-2780270c58e1" providerId="ADAL" clId="{F398E26A-6AC4-4DD8-A7B3-CD9F6274E7E3}" dt="2025-04-13T22:43:26.151" v="5079"/>
          <ac:grpSpMkLst>
            <pc:docMk/>
            <pc:sldMk cId="2583448447" sldId="291"/>
            <ac:grpSpMk id="2309" creationId="{5684D5B3-261F-F07E-34F9-E454AE13EDD1}"/>
          </ac:grpSpMkLst>
        </pc:grpChg>
        <pc:grpChg chg="del mod">
          <ac:chgData name="Pi, Yalong" userId="c9a3dc08-26f0-490d-b190-2780270c58e1" providerId="ADAL" clId="{F398E26A-6AC4-4DD8-A7B3-CD9F6274E7E3}" dt="2025-04-13T22:43:27.180" v="5081"/>
          <ac:grpSpMkLst>
            <pc:docMk/>
            <pc:sldMk cId="2583448447" sldId="291"/>
            <ac:grpSpMk id="2312" creationId="{06CBFB79-1EDE-6109-2FF0-1691D33733BF}"/>
          </ac:grpSpMkLst>
        </pc:grpChg>
        <pc:grpChg chg="del mod">
          <ac:chgData name="Pi, Yalong" userId="c9a3dc08-26f0-490d-b190-2780270c58e1" providerId="ADAL" clId="{F398E26A-6AC4-4DD8-A7B3-CD9F6274E7E3}" dt="2025-04-13T22:43:29.869" v="5088"/>
          <ac:grpSpMkLst>
            <pc:docMk/>
            <pc:sldMk cId="2583448447" sldId="291"/>
            <ac:grpSpMk id="2314" creationId="{418EC2F4-FFE2-7EA2-4AF6-FDA2B20AFE2B}"/>
          </ac:grpSpMkLst>
        </pc:grpChg>
        <pc:grpChg chg="add del mod">
          <ac:chgData name="Pi, Yalong" userId="c9a3dc08-26f0-490d-b190-2780270c58e1" providerId="ADAL" clId="{F398E26A-6AC4-4DD8-A7B3-CD9F6274E7E3}" dt="2025-04-13T22:26:27.309" v="4921"/>
          <ac:grpSpMkLst>
            <pc:docMk/>
            <pc:sldMk cId="2583448447" sldId="291"/>
            <ac:grpSpMk id="2318" creationId="{6CCCAA2C-FED9-62CC-DBD9-538A8846EE31}"/>
          </ac:grpSpMkLst>
        </pc:grpChg>
        <pc:grpChg chg="add del mod">
          <ac:chgData name="Pi, Yalong" userId="c9a3dc08-26f0-490d-b190-2780270c58e1" providerId="ADAL" clId="{F398E26A-6AC4-4DD8-A7B3-CD9F6274E7E3}" dt="2025-04-13T22:26:27.316" v="4954"/>
          <ac:grpSpMkLst>
            <pc:docMk/>
            <pc:sldMk cId="2583448447" sldId="291"/>
            <ac:grpSpMk id="2322" creationId="{DA7B7274-E38C-2603-A60F-92CBCD33A45F}"/>
          </ac:grpSpMkLst>
        </pc:grpChg>
        <pc:grpChg chg="del mod">
          <ac:chgData name="Pi, Yalong" userId="c9a3dc08-26f0-490d-b190-2780270c58e1" providerId="ADAL" clId="{F398E26A-6AC4-4DD8-A7B3-CD9F6274E7E3}" dt="2025-04-13T22:43:33.777" v="5092"/>
          <ac:grpSpMkLst>
            <pc:docMk/>
            <pc:sldMk cId="2583448447" sldId="291"/>
            <ac:grpSpMk id="2333" creationId="{BF8056CA-5E7E-D51D-27F0-90A6221AE2D6}"/>
          </ac:grpSpMkLst>
        </pc:grpChg>
        <pc:grpChg chg="del mod">
          <ac:chgData name="Pi, Yalong" userId="c9a3dc08-26f0-490d-b190-2780270c58e1" providerId="ADAL" clId="{F398E26A-6AC4-4DD8-A7B3-CD9F6274E7E3}" dt="2025-04-13T22:43:36.632" v="5098"/>
          <ac:grpSpMkLst>
            <pc:docMk/>
            <pc:sldMk cId="2583448447" sldId="291"/>
            <ac:grpSpMk id="2337" creationId="{2F86FD7F-F0C3-3A07-1F5A-7D6C23D11900}"/>
          </ac:grpSpMkLst>
        </pc:grpChg>
        <pc:grpChg chg="del mod">
          <ac:chgData name="Pi, Yalong" userId="c9a3dc08-26f0-490d-b190-2780270c58e1" providerId="ADAL" clId="{F398E26A-6AC4-4DD8-A7B3-CD9F6274E7E3}" dt="2025-04-13T22:43:41.822" v="5109"/>
          <ac:grpSpMkLst>
            <pc:docMk/>
            <pc:sldMk cId="2583448447" sldId="291"/>
            <ac:grpSpMk id="2362" creationId="{2C9D465B-5F46-286B-02F9-1FE781B22778}"/>
          </ac:grpSpMkLst>
        </pc:grpChg>
        <pc:grpChg chg="mod">
          <ac:chgData name="Pi, Yalong" userId="c9a3dc08-26f0-490d-b190-2780270c58e1" providerId="ADAL" clId="{F398E26A-6AC4-4DD8-A7B3-CD9F6274E7E3}" dt="2025-04-13T22:43:41.822" v="5109"/>
          <ac:grpSpMkLst>
            <pc:docMk/>
            <pc:sldMk cId="2583448447" sldId="291"/>
            <ac:grpSpMk id="2375" creationId="{1C2CC9F7-03EA-2CD0-A74B-BC4F07C760EE}"/>
          </ac:grpSpMkLst>
        </pc:grpChg>
        <pc:grpChg chg="del mod">
          <ac:chgData name="Pi, Yalong" userId="c9a3dc08-26f0-490d-b190-2780270c58e1" providerId="ADAL" clId="{F398E26A-6AC4-4DD8-A7B3-CD9F6274E7E3}" dt="2025-04-13T22:43:54.095" v="5117"/>
          <ac:grpSpMkLst>
            <pc:docMk/>
            <pc:sldMk cId="2583448447" sldId="291"/>
            <ac:grpSpMk id="2383" creationId="{D4EBE05B-8ED0-6841-6125-A7272458F990}"/>
          </ac:grpSpMkLst>
        </pc:grpChg>
        <pc:grpChg chg="del mod">
          <ac:chgData name="Pi, Yalong" userId="c9a3dc08-26f0-490d-b190-2780270c58e1" providerId="ADAL" clId="{F398E26A-6AC4-4DD8-A7B3-CD9F6274E7E3}" dt="2025-04-13T22:43:59.969" v="5122"/>
          <ac:grpSpMkLst>
            <pc:docMk/>
            <pc:sldMk cId="2583448447" sldId="291"/>
            <ac:grpSpMk id="2387" creationId="{2BADBDA4-8A76-4BA5-4F41-A503A53DCEE4}"/>
          </ac:grpSpMkLst>
        </pc:grpChg>
        <pc:grpChg chg="del mod">
          <ac:chgData name="Pi, Yalong" userId="c9a3dc08-26f0-490d-b190-2780270c58e1" providerId="ADAL" clId="{F398E26A-6AC4-4DD8-A7B3-CD9F6274E7E3}" dt="2025-04-13T22:44:02.528" v="5126"/>
          <ac:grpSpMkLst>
            <pc:docMk/>
            <pc:sldMk cId="2583448447" sldId="291"/>
            <ac:grpSpMk id="2392" creationId="{FA6B2CEF-1CC6-AC5D-C98A-3BB9D00724FA}"/>
          </ac:grpSpMkLst>
        </pc:grpChg>
        <pc:grpChg chg="del mod">
          <ac:chgData name="Pi, Yalong" userId="c9a3dc08-26f0-490d-b190-2780270c58e1" providerId="ADAL" clId="{F398E26A-6AC4-4DD8-A7B3-CD9F6274E7E3}" dt="2025-04-13T22:44:05.956" v="5131"/>
          <ac:grpSpMkLst>
            <pc:docMk/>
            <pc:sldMk cId="2583448447" sldId="291"/>
            <ac:grpSpMk id="2401" creationId="{6D431F7D-F7EC-FFB2-3F01-0758EC84E636}"/>
          </ac:grpSpMkLst>
        </pc:grpChg>
        <pc:grpChg chg="add del mod">
          <ac:chgData name="Pi, Yalong" userId="c9a3dc08-26f0-490d-b190-2780270c58e1" providerId="ADAL" clId="{F398E26A-6AC4-4DD8-A7B3-CD9F6274E7E3}" dt="2025-04-13T22:26:30.446" v="4974"/>
          <ac:grpSpMkLst>
            <pc:docMk/>
            <pc:sldMk cId="2583448447" sldId="291"/>
            <ac:grpSpMk id="2410" creationId="{704FFA72-DB91-3F66-3AAD-669960F36532}"/>
          </ac:grpSpMkLst>
        </pc:grpChg>
        <pc:grpChg chg="del mod">
          <ac:chgData name="Pi, Yalong" userId="c9a3dc08-26f0-490d-b190-2780270c58e1" providerId="ADAL" clId="{F398E26A-6AC4-4DD8-A7B3-CD9F6274E7E3}" dt="2025-04-13T22:44:12.466" v="5143"/>
          <ac:grpSpMkLst>
            <pc:docMk/>
            <pc:sldMk cId="2583448447" sldId="291"/>
            <ac:grpSpMk id="2443" creationId="{35C29A3C-37E1-F6EC-0636-EEDBD1E90F42}"/>
          </ac:grpSpMkLst>
        </pc:grpChg>
        <pc:grpChg chg="mod">
          <ac:chgData name="Pi, Yalong" userId="c9a3dc08-26f0-490d-b190-2780270c58e1" providerId="ADAL" clId="{F398E26A-6AC4-4DD8-A7B3-CD9F6274E7E3}" dt="2025-04-13T22:44:39.942" v="5192"/>
          <ac:grpSpMkLst>
            <pc:docMk/>
            <pc:sldMk cId="2583448447" sldId="291"/>
            <ac:grpSpMk id="2455" creationId="{A89C9BC6-B4F4-6660-6AE0-540B058EE801}"/>
          </ac:grpSpMkLst>
        </pc:grpChg>
        <pc:grpChg chg="mod">
          <ac:chgData name="Pi, Yalong" userId="c9a3dc08-26f0-490d-b190-2780270c58e1" providerId="ADAL" clId="{F398E26A-6AC4-4DD8-A7B3-CD9F6274E7E3}" dt="2025-04-13T22:44:17.786" v="5147"/>
          <ac:grpSpMkLst>
            <pc:docMk/>
            <pc:sldMk cId="2583448447" sldId="291"/>
            <ac:grpSpMk id="2465" creationId="{9169180D-D91F-A140-903C-06ECF3BD1A58}"/>
          </ac:grpSpMkLst>
        </pc:grpChg>
        <pc:grpChg chg="del mod">
          <ac:chgData name="Pi, Yalong" userId="c9a3dc08-26f0-490d-b190-2780270c58e1" providerId="ADAL" clId="{F398E26A-6AC4-4DD8-A7B3-CD9F6274E7E3}" dt="2025-04-13T22:44:22.855" v="5152"/>
          <ac:grpSpMkLst>
            <pc:docMk/>
            <pc:sldMk cId="2583448447" sldId="291"/>
            <ac:grpSpMk id="2468" creationId="{193ABEBE-5387-EAA8-B8CE-6D21B89F7385}"/>
          </ac:grpSpMkLst>
        </pc:grpChg>
        <pc:grpChg chg="del mod">
          <ac:chgData name="Pi, Yalong" userId="c9a3dc08-26f0-490d-b190-2780270c58e1" providerId="ADAL" clId="{F398E26A-6AC4-4DD8-A7B3-CD9F6274E7E3}" dt="2025-04-13T22:44:28.679" v="5157"/>
          <ac:grpSpMkLst>
            <pc:docMk/>
            <pc:sldMk cId="2583448447" sldId="291"/>
            <ac:grpSpMk id="2470" creationId="{784054F5-1611-D984-9281-0C17C72CA58C}"/>
          </ac:grpSpMkLst>
        </pc:grpChg>
        <pc:grpChg chg="del mod">
          <ac:chgData name="Pi, Yalong" userId="c9a3dc08-26f0-490d-b190-2780270c58e1" providerId="ADAL" clId="{F398E26A-6AC4-4DD8-A7B3-CD9F6274E7E3}" dt="2025-04-13T22:44:31.265" v="5161"/>
          <ac:grpSpMkLst>
            <pc:docMk/>
            <pc:sldMk cId="2583448447" sldId="291"/>
            <ac:grpSpMk id="2476" creationId="{69275802-17C7-5BEA-93C4-F50AFD2A1FCB}"/>
          </ac:grpSpMkLst>
        </pc:grpChg>
        <pc:grpChg chg="del mod">
          <ac:chgData name="Pi, Yalong" userId="c9a3dc08-26f0-490d-b190-2780270c58e1" providerId="ADAL" clId="{F398E26A-6AC4-4DD8-A7B3-CD9F6274E7E3}" dt="2025-04-13T22:44:33.924" v="5169"/>
          <ac:grpSpMkLst>
            <pc:docMk/>
            <pc:sldMk cId="2583448447" sldId="291"/>
            <ac:grpSpMk id="2480" creationId="{33BE151D-71FA-FB41-3BAC-6A69EF06C52B}"/>
          </ac:grpSpMkLst>
        </pc:grpChg>
        <pc:grpChg chg="add del mod">
          <ac:chgData name="Pi, Yalong" userId="c9a3dc08-26f0-490d-b190-2780270c58e1" providerId="ADAL" clId="{F398E26A-6AC4-4DD8-A7B3-CD9F6274E7E3}" dt="2025-04-13T22:26:02.147" v="4792"/>
          <ac:grpSpMkLst>
            <pc:docMk/>
            <pc:sldMk cId="2583448447" sldId="291"/>
            <ac:grpSpMk id="2504" creationId="{1F1F558B-D887-3DA8-7FC3-09CAFE3FF8F3}"/>
          </ac:grpSpMkLst>
        </pc:grpChg>
        <pc:grpChg chg="add del mod">
          <ac:chgData name="Pi, Yalong" userId="c9a3dc08-26f0-490d-b190-2780270c58e1" providerId="ADAL" clId="{F398E26A-6AC4-4DD8-A7B3-CD9F6274E7E3}" dt="2025-04-13T22:26:27.316" v="4960"/>
          <ac:grpSpMkLst>
            <pc:docMk/>
            <pc:sldMk cId="2583448447" sldId="291"/>
            <ac:grpSpMk id="2514" creationId="{AFA8C06F-0C1A-2907-C2EC-EEDBFFC7AAF5}"/>
          </ac:grpSpMkLst>
        </pc:grpChg>
        <pc:grpChg chg="add del mod">
          <ac:chgData name="Pi, Yalong" userId="c9a3dc08-26f0-490d-b190-2780270c58e1" providerId="ADAL" clId="{F398E26A-6AC4-4DD8-A7B3-CD9F6274E7E3}" dt="2025-04-13T22:26:02.146" v="4782"/>
          <ac:grpSpMkLst>
            <pc:docMk/>
            <pc:sldMk cId="2583448447" sldId="291"/>
            <ac:grpSpMk id="2516" creationId="{22D5CF29-15E1-3282-70DA-CE13C8B16847}"/>
          </ac:grpSpMkLst>
        </pc:grpChg>
        <pc:grpChg chg="add del mod">
          <ac:chgData name="Pi, Yalong" userId="c9a3dc08-26f0-490d-b190-2780270c58e1" providerId="ADAL" clId="{F398E26A-6AC4-4DD8-A7B3-CD9F6274E7E3}" dt="2025-04-13T22:26:30.446" v="4973"/>
          <ac:grpSpMkLst>
            <pc:docMk/>
            <pc:sldMk cId="2583448447" sldId="291"/>
            <ac:grpSpMk id="2530" creationId="{574B4624-BEB9-4F64-E7AF-DDA5ACA94D59}"/>
          </ac:grpSpMkLst>
        </pc:grpChg>
        <pc:inkChg chg="add mod">
          <ac:chgData name="Pi, Yalong" userId="c9a3dc08-26f0-490d-b190-2780270c58e1" providerId="ADAL" clId="{F398E26A-6AC4-4DD8-A7B3-CD9F6274E7E3}" dt="2025-04-13T22:43:17.602" v="5072"/>
          <ac:inkMkLst>
            <pc:docMk/>
            <pc:sldMk cId="2583448447" sldId="291"/>
            <ac:inkMk id="2" creationId="{FC57CA59-E092-1A44-1AEA-38E56F955CFB}"/>
          </ac:inkMkLst>
        </pc:inkChg>
        <pc:inkChg chg="add mod">
          <ac:chgData name="Pi, Yalong" userId="c9a3dc08-26f0-490d-b190-2780270c58e1" providerId="ADAL" clId="{F398E26A-6AC4-4DD8-A7B3-CD9F6274E7E3}" dt="2025-04-13T22:43:17.602" v="5072"/>
          <ac:inkMkLst>
            <pc:docMk/>
            <pc:sldMk cId="2583448447" sldId="291"/>
            <ac:inkMk id="3" creationId="{E12ADD04-D9B4-FC09-E1E6-F32C86D2CFED}"/>
          </ac:inkMkLst>
        </pc:inkChg>
        <pc:inkChg chg="del">
          <ac:chgData name="Pi, Yalong" userId="c9a3dc08-26f0-490d-b190-2780270c58e1" providerId="ADAL" clId="{F398E26A-6AC4-4DD8-A7B3-CD9F6274E7E3}" dt="2025-04-13T22:28:05.026" v="4978"/>
          <ac:inkMkLst>
            <pc:docMk/>
            <pc:sldMk cId="2583448447" sldId="291"/>
            <ac:inkMk id="4" creationId="{3E4CC842-1397-D2C1-3FAB-E287473B4945}"/>
          </ac:inkMkLst>
        </pc:inkChg>
        <pc:inkChg chg="add mod">
          <ac:chgData name="Pi, Yalong" userId="c9a3dc08-26f0-490d-b190-2780270c58e1" providerId="ADAL" clId="{F398E26A-6AC4-4DD8-A7B3-CD9F6274E7E3}" dt="2025-04-13T22:28:29.369" v="4985"/>
          <ac:inkMkLst>
            <pc:docMk/>
            <pc:sldMk cId="2583448447" sldId="291"/>
            <ac:inkMk id="6" creationId="{FE65E565-223A-6A7D-DC35-62983A4CBE4E}"/>
          </ac:inkMkLst>
        </pc:inkChg>
        <pc:inkChg chg="add mod">
          <ac:chgData name="Pi, Yalong" userId="c9a3dc08-26f0-490d-b190-2780270c58e1" providerId="ADAL" clId="{F398E26A-6AC4-4DD8-A7B3-CD9F6274E7E3}" dt="2025-04-13T22:28:29.369" v="4985"/>
          <ac:inkMkLst>
            <pc:docMk/>
            <pc:sldMk cId="2583448447" sldId="291"/>
            <ac:inkMk id="7" creationId="{B1DBE933-149E-D66E-A4C9-AEF0EC56148D}"/>
          </ac:inkMkLst>
        </pc:inkChg>
        <pc:inkChg chg="del">
          <ac:chgData name="Pi, Yalong" userId="c9a3dc08-26f0-490d-b190-2780270c58e1" providerId="ADAL" clId="{F398E26A-6AC4-4DD8-A7B3-CD9F6274E7E3}" dt="2025-04-13T22:28:05.026" v="4979"/>
          <ac:inkMkLst>
            <pc:docMk/>
            <pc:sldMk cId="2583448447" sldId="291"/>
            <ac:inkMk id="8" creationId="{73DE3DE1-5D1E-C1B0-86ED-044A2CFB6C92}"/>
          </ac:inkMkLst>
        </pc:inkChg>
        <pc:inkChg chg="add mod">
          <ac:chgData name="Pi, Yalong" userId="c9a3dc08-26f0-490d-b190-2780270c58e1" providerId="ADAL" clId="{F398E26A-6AC4-4DD8-A7B3-CD9F6274E7E3}" dt="2025-04-13T22:28:31.263" v="4988"/>
          <ac:inkMkLst>
            <pc:docMk/>
            <pc:sldMk cId="2583448447" sldId="291"/>
            <ac:inkMk id="10" creationId="{C1F828A0-94FB-9EFC-2958-0D2F446F4166}"/>
          </ac:inkMkLst>
        </pc:inkChg>
        <pc:inkChg chg="add mod">
          <ac:chgData name="Pi, Yalong" userId="c9a3dc08-26f0-490d-b190-2780270c58e1" providerId="ADAL" clId="{F398E26A-6AC4-4DD8-A7B3-CD9F6274E7E3}" dt="2025-04-13T22:28:31.263" v="4988"/>
          <ac:inkMkLst>
            <pc:docMk/>
            <pc:sldMk cId="2583448447" sldId="291"/>
            <ac:inkMk id="11" creationId="{25174503-3C7E-7F4E-9826-B3B8D0672F1E}"/>
          </ac:inkMkLst>
        </pc:inkChg>
        <pc:inkChg chg="add mod">
          <ac:chgData name="Pi, Yalong" userId="c9a3dc08-26f0-490d-b190-2780270c58e1" providerId="ADAL" clId="{F398E26A-6AC4-4DD8-A7B3-CD9F6274E7E3}" dt="2025-04-13T22:43:17.602" v="5072"/>
          <ac:inkMkLst>
            <pc:docMk/>
            <pc:sldMk cId="2583448447" sldId="291"/>
            <ac:inkMk id="13" creationId="{41EE5B8A-B530-F9AD-DF7F-50279C75387D}"/>
          </ac:inkMkLst>
        </pc:inkChg>
        <pc:inkChg chg="add">
          <ac:chgData name="Pi, Yalong" userId="c9a3dc08-26f0-490d-b190-2780270c58e1" providerId="ADAL" clId="{F398E26A-6AC4-4DD8-A7B3-CD9F6274E7E3}" dt="2025-04-13T22:28:33.940" v="4990" actId="9405"/>
          <ac:inkMkLst>
            <pc:docMk/>
            <pc:sldMk cId="2583448447" sldId="291"/>
            <ac:inkMk id="14" creationId="{08F4AE7C-DAE9-7AA4-890B-25F86B8A7A80}"/>
          </ac:inkMkLst>
        </pc:inkChg>
        <pc:inkChg chg="add">
          <ac:chgData name="Pi, Yalong" userId="c9a3dc08-26f0-490d-b190-2780270c58e1" providerId="ADAL" clId="{F398E26A-6AC4-4DD8-A7B3-CD9F6274E7E3}" dt="2025-04-13T22:28:34.790" v="4991" actId="9405"/>
          <ac:inkMkLst>
            <pc:docMk/>
            <pc:sldMk cId="2583448447" sldId="291"/>
            <ac:inkMk id="15" creationId="{7FA962F1-37BF-4381-96B7-34C52A3985AE}"/>
          </ac:inkMkLst>
        </pc:inkChg>
        <pc:inkChg chg="add mod">
          <ac:chgData name="Pi, Yalong" userId="c9a3dc08-26f0-490d-b190-2780270c58e1" providerId="ADAL" clId="{F398E26A-6AC4-4DD8-A7B3-CD9F6274E7E3}" dt="2025-04-13T22:33:48.881" v="5027"/>
          <ac:inkMkLst>
            <pc:docMk/>
            <pc:sldMk cId="2583448447" sldId="291"/>
            <ac:inkMk id="17" creationId="{0CD89D8B-7D80-676B-24DB-C16842340D02}"/>
          </ac:inkMkLst>
        </pc:inkChg>
        <pc:inkChg chg="add mod">
          <ac:chgData name="Pi, Yalong" userId="c9a3dc08-26f0-490d-b190-2780270c58e1" providerId="ADAL" clId="{F398E26A-6AC4-4DD8-A7B3-CD9F6274E7E3}" dt="2025-04-13T22:34:00.963" v="5050"/>
          <ac:inkMkLst>
            <pc:docMk/>
            <pc:sldMk cId="2583448447" sldId="291"/>
            <ac:inkMk id="18" creationId="{23FAEA21-C87E-E15D-0332-8AA75BAF5C02}"/>
          </ac:inkMkLst>
        </pc:inkChg>
        <pc:inkChg chg="add mod">
          <ac:chgData name="Pi, Yalong" userId="c9a3dc08-26f0-490d-b190-2780270c58e1" providerId="ADAL" clId="{F398E26A-6AC4-4DD8-A7B3-CD9F6274E7E3}" dt="2025-04-13T22:33:48.881" v="5027"/>
          <ac:inkMkLst>
            <pc:docMk/>
            <pc:sldMk cId="2583448447" sldId="291"/>
            <ac:inkMk id="19" creationId="{01106C8B-447D-810A-0561-F8FDD8FB12ED}"/>
          </ac:inkMkLst>
        </pc:inkChg>
        <pc:inkChg chg="add mod">
          <ac:chgData name="Pi, Yalong" userId="c9a3dc08-26f0-490d-b190-2780270c58e1" providerId="ADAL" clId="{F398E26A-6AC4-4DD8-A7B3-CD9F6274E7E3}" dt="2025-04-13T22:33:48.881" v="5027"/>
          <ac:inkMkLst>
            <pc:docMk/>
            <pc:sldMk cId="2583448447" sldId="291"/>
            <ac:inkMk id="20" creationId="{FC456575-5CD1-3179-3799-442E6919B66D}"/>
          </ac:inkMkLst>
        </pc:inkChg>
        <pc:inkChg chg="add mod">
          <ac:chgData name="Pi, Yalong" userId="c9a3dc08-26f0-490d-b190-2780270c58e1" providerId="ADAL" clId="{F398E26A-6AC4-4DD8-A7B3-CD9F6274E7E3}" dt="2025-04-13T22:33:45.147" v="5020"/>
          <ac:inkMkLst>
            <pc:docMk/>
            <pc:sldMk cId="2583448447" sldId="291"/>
            <ac:inkMk id="21" creationId="{451A4C15-5E4A-9E56-007F-440EC49A9C9A}"/>
          </ac:inkMkLst>
        </pc:inkChg>
        <pc:inkChg chg="add del mod">
          <ac:chgData name="Pi, Yalong" userId="c9a3dc08-26f0-490d-b190-2780270c58e1" providerId="ADAL" clId="{F398E26A-6AC4-4DD8-A7B3-CD9F6274E7E3}" dt="2025-04-13T22:33:45.147" v="5020"/>
          <ac:inkMkLst>
            <pc:docMk/>
            <pc:sldMk cId="2583448447" sldId="291"/>
            <ac:inkMk id="23" creationId="{B8B6702F-9826-1246-BD60-2C1620CAB9B8}"/>
          </ac:inkMkLst>
        </pc:inkChg>
        <pc:inkChg chg="add del mod">
          <ac:chgData name="Pi, Yalong" userId="c9a3dc08-26f0-490d-b190-2780270c58e1" providerId="ADAL" clId="{F398E26A-6AC4-4DD8-A7B3-CD9F6274E7E3}" dt="2025-04-13T22:33:45.147" v="5019"/>
          <ac:inkMkLst>
            <pc:docMk/>
            <pc:sldMk cId="2583448447" sldId="291"/>
            <ac:inkMk id="24" creationId="{B14AD53B-686F-0583-8CD6-64BF90DD98E8}"/>
          </ac:inkMkLst>
        </pc:inkChg>
        <pc:inkChg chg="del mod">
          <ac:chgData name="Pi, Yalong" userId="c9a3dc08-26f0-490d-b190-2780270c58e1" providerId="ADAL" clId="{F398E26A-6AC4-4DD8-A7B3-CD9F6274E7E3}" dt="2025-04-13T22:26:02.150" v="4812"/>
          <ac:inkMkLst>
            <pc:docMk/>
            <pc:sldMk cId="2583448447" sldId="291"/>
            <ac:inkMk id="25" creationId="{D8761A79-80EB-5608-F04F-BD24F72A8B34}"/>
          </ac:inkMkLst>
        </pc:inkChg>
        <pc:inkChg chg="add mod">
          <ac:chgData name="Pi, Yalong" userId="c9a3dc08-26f0-490d-b190-2780270c58e1" providerId="ADAL" clId="{F398E26A-6AC4-4DD8-A7B3-CD9F6274E7E3}" dt="2025-04-13T22:33:29.370" v="5005"/>
          <ac:inkMkLst>
            <pc:docMk/>
            <pc:sldMk cId="2583448447" sldId="291"/>
            <ac:inkMk id="27" creationId="{A459EEBB-D8B6-EE7B-31A7-754225BDBF40}"/>
          </ac:inkMkLst>
        </pc:inkChg>
        <pc:inkChg chg="add mod">
          <ac:chgData name="Pi, Yalong" userId="c9a3dc08-26f0-490d-b190-2780270c58e1" providerId="ADAL" clId="{F398E26A-6AC4-4DD8-A7B3-CD9F6274E7E3}" dt="2025-04-13T22:34:00.963" v="5050"/>
          <ac:inkMkLst>
            <pc:docMk/>
            <pc:sldMk cId="2583448447" sldId="291"/>
            <ac:inkMk id="29" creationId="{1DF74D0B-790A-872B-004D-CC7275E95E6F}"/>
          </ac:inkMkLst>
        </pc:inkChg>
        <pc:inkChg chg="mod">
          <ac:chgData name="Pi, Yalong" userId="c9a3dc08-26f0-490d-b190-2780270c58e1" providerId="ADAL" clId="{F398E26A-6AC4-4DD8-A7B3-CD9F6274E7E3}" dt="2025-04-13T22:25:49.520" v="4757"/>
          <ac:inkMkLst>
            <pc:docMk/>
            <pc:sldMk cId="2583448447" sldId="291"/>
            <ac:inkMk id="31" creationId="{2F179FF7-0BE6-0CED-0CA6-11DB51D9393D}"/>
          </ac:inkMkLst>
        </pc:inkChg>
        <pc:inkChg chg="add">
          <ac:chgData name="Pi, Yalong" userId="c9a3dc08-26f0-490d-b190-2780270c58e1" providerId="ADAL" clId="{F398E26A-6AC4-4DD8-A7B3-CD9F6274E7E3}" dt="2025-04-13T22:33:31.229" v="5006" actId="9405"/>
          <ac:inkMkLst>
            <pc:docMk/>
            <pc:sldMk cId="2583448447" sldId="291"/>
            <ac:inkMk id="32" creationId="{ED1EF948-3F49-506C-BE01-CA18FB4C56BC}"/>
          </ac:inkMkLst>
        </pc:inkChg>
        <pc:inkChg chg="add mod">
          <ac:chgData name="Pi, Yalong" userId="c9a3dc08-26f0-490d-b190-2780270c58e1" providerId="ADAL" clId="{F398E26A-6AC4-4DD8-A7B3-CD9F6274E7E3}" dt="2025-04-13T22:33:48.881" v="5027"/>
          <ac:inkMkLst>
            <pc:docMk/>
            <pc:sldMk cId="2583448447" sldId="291"/>
            <ac:inkMk id="33" creationId="{03EC7EC8-6D93-A97C-8763-C0C401260246}"/>
          </ac:inkMkLst>
        </pc:inkChg>
        <pc:inkChg chg="add mod">
          <ac:chgData name="Pi, Yalong" userId="c9a3dc08-26f0-490d-b190-2780270c58e1" providerId="ADAL" clId="{F398E26A-6AC4-4DD8-A7B3-CD9F6274E7E3}" dt="2025-04-13T22:33:48.881" v="5027"/>
          <ac:inkMkLst>
            <pc:docMk/>
            <pc:sldMk cId="2583448447" sldId="291"/>
            <ac:inkMk id="34" creationId="{0169197D-927C-FCDE-FC66-E730368A9823}"/>
          </ac:inkMkLst>
        </pc:inkChg>
        <pc:inkChg chg="add mod">
          <ac:chgData name="Pi, Yalong" userId="c9a3dc08-26f0-490d-b190-2780270c58e1" providerId="ADAL" clId="{F398E26A-6AC4-4DD8-A7B3-CD9F6274E7E3}" dt="2025-04-13T22:34:00.963" v="5050"/>
          <ac:inkMkLst>
            <pc:docMk/>
            <pc:sldMk cId="2583448447" sldId="291"/>
            <ac:inkMk id="35" creationId="{843E3BE6-CF25-DBF1-AB74-B9594D55A876}"/>
          </ac:inkMkLst>
        </pc:inkChg>
        <pc:inkChg chg="del mod">
          <ac:chgData name="Pi, Yalong" userId="c9a3dc08-26f0-490d-b190-2780270c58e1" providerId="ADAL" clId="{F398E26A-6AC4-4DD8-A7B3-CD9F6274E7E3}" dt="2025-04-13T22:26:02.147" v="4788"/>
          <ac:inkMkLst>
            <pc:docMk/>
            <pc:sldMk cId="2583448447" sldId="291"/>
            <ac:inkMk id="37" creationId="{4E0B9BA6-063C-D7B9-F477-7421F13A55F1}"/>
          </ac:inkMkLst>
        </pc:inkChg>
        <pc:inkChg chg="del mod">
          <ac:chgData name="Pi, Yalong" userId="c9a3dc08-26f0-490d-b190-2780270c58e1" providerId="ADAL" clId="{F398E26A-6AC4-4DD8-A7B3-CD9F6274E7E3}" dt="2025-04-13T22:26:02.149" v="4800"/>
          <ac:inkMkLst>
            <pc:docMk/>
            <pc:sldMk cId="2583448447" sldId="291"/>
            <ac:inkMk id="38" creationId="{5DA3C23F-C787-78CB-564C-1C3C6611FA83}"/>
          </ac:inkMkLst>
        </pc:inkChg>
        <pc:inkChg chg="add">
          <ac:chgData name="Pi, Yalong" userId="c9a3dc08-26f0-490d-b190-2780270c58e1" providerId="ADAL" clId="{F398E26A-6AC4-4DD8-A7B3-CD9F6274E7E3}" dt="2025-04-13T22:33:36.410" v="5011" actId="9405"/>
          <ac:inkMkLst>
            <pc:docMk/>
            <pc:sldMk cId="2583448447" sldId="291"/>
            <ac:inkMk id="40" creationId="{86297D4D-D822-FCAC-713A-3A0F7CEFA690}"/>
          </ac:inkMkLst>
        </pc:inkChg>
        <pc:inkChg chg="del">
          <ac:chgData name="Pi, Yalong" userId="c9a3dc08-26f0-490d-b190-2780270c58e1" providerId="ADAL" clId="{F398E26A-6AC4-4DD8-A7B3-CD9F6274E7E3}" dt="2025-04-13T22:26:02.145" v="4775"/>
          <ac:inkMkLst>
            <pc:docMk/>
            <pc:sldMk cId="2583448447" sldId="291"/>
            <ac:inkMk id="41" creationId="{55B1E15E-08CB-9FE2-D41F-A44583222678}"/>
          </ac:inkMkLst>
        </pc:inkChg>
        <pc:inkChg chg="add">
          <ac:chgData name="Pi, Yalong" userId="c9a3dc08-26f0-490d-b190-2780270c58e1" providerId="ADAL" clId="{F398E26A-6AC4-4DD8-A7B3-CD9F6274E7E3}" dt="2025-04-13T22:33:37.296" v="5012" actId="9405"/>
          <ac:inkMkLst>
            <pc:docMk/>
            <pc:sldMk cId="2583448447" sldId="291"/>
            <ac:inkMk id="42" creationId="{94C6EB42-35F6-0808-6496-E37847E3D77B}"/>
          </ac:inkMkLst>
        </pc:inkChg>
        <pc:inkChg chg="add">
          <ac:chgData name="Pi, Yalong" userId="c9a3dc08-26f0-490d-b190-2780270c58e1" providerId="ADAL" clId="{F398E26A-6AC4-4DD8-A7B3-CD9F6274E7E3}" dt="2025-04-13T22:33:37.763" v="5013" actId="9405"/>
          <ac:inkMkLst>
            <pc:docMk/>
            <pc:sldMk cId="2583448447" sldId="291"/>
            <ac:inkMk id="43" creationId="{C5C44BB6-EAE4-83C8-EB82-83684CE0AE8E}"/>
          </ac:inkMkLst>
        </pc:inkChg>
        <pc:inkChg chg="add">
          <ac:chgData name="Pi, Yalong" userId="c9a3dc08-26f0-490d-b190-2780270c58e1" providerId="ADAL" clId="{F398E26A-6AC4-4DD8-A7B3-CD9F6274E7E3}" dt="2025-04-13T22:33:38.217" v="5014" actId="9405"/>
          <ac:inkMkLst>
            <pc:docMk/>
            <pc:sldMk cId="2583448447" sldId="291"/>
            <ac:inkMk id="44" creationId="{56E02B6B-D235-5B21-1943-3D58A45EB29D}"/>
          </ac:inkMkLst>
        </pc:inkChg>
        <pc:inkChg chg="add mod">
          <ac:chgData name="Pi, Yalong" userId="c9a3dc08-26f0-490d-b190-2780270c58e1" providerId="ADAL" clId="{F398E26A-6AC4-4DD8-A7B3-CD9F6274E7E3}" dt="2025-04-13T22:33:39.870" v="5017"/>
          <ac:inkMkLst>
            <pc:docMk/>
            <pc:sldMk cId="2583448447" sldId="291"/>
            <ac:inkMk id="45" creationId="{D8BAAC0B-E6C0-47A4-C9B5-F53D7841DA74}"/>
          </ac:inkMkLst>
        </pc:inkChg>
        <pc:inkChg chg="add">
          <ac:chgData name="Pi, Yalong" userId="c9a3dc08-26f0-490d-b190-2780270c58e1" providerId="ADAL" clId="{F398E26A-6AC4-4DD8-A7B3-CD9F6274E7E3}" dt="2025-04-13T22:33:39.102" v="5016" actId="9405"/>
          <ac:inkMkLst>
            <pc:docMk/>
            <pc:sldMk cId="2583448447" sldId="291"/>
            <ac:inkMk id="46" creationId="{2B0E9C3F-1500-69D7-D6E4-5B91B62035C0}"/>
          </ac:inkMkLst>
        </pc:inkChg>
        <pc:inkChg chg="del mod">
          <ac:chgData name="Pi, Yalong" userId="c9a3dc08-26f0-490d-b190-2780270c58e1" providerId="ADAL" clId="{F398E26A-6AC4-4DD8-A7B3-CD9F6274E7E3}" dt="2025-04-13T22:26:02.149" v="4798"/>
          <ac:inkMkLst>
            <pc:docMk/>
            <pc:sldMk cId="2583448447" sldId="291"/>
            <ac:inkMk id="47" creationId="{C3B0518D-E077-19E6-769C-C7812F07E7AD}"/>
          </ac:inkMkLst>
        </pc:inkChg>
        <pc:inkChg chg="mod">
          <ac:chgData name="Pi, Yalong" userId="c9a3dc08-26f0-490d-b190-2780270c58e1" providerId="ADAL" clId="{F398E26A-6AC4-4DD8-A7B3-CD9F6274E7E3}" dt="2025-04-13T22:25:49.520" v="4757"/>
          <ac:inkMkLst>
            <pc:docMk/>
            <pc:sldMk cId="2583448447" sldId="291"/>
            <ac:inkMk id="49" creationId="{E21AAE08-DDDA-5092-B77E-E2EF466F5D9F}"/>
          </ac:inkMkLst>
        </pc:inkChg>
        <pc:inkChg chg="add mod">
          <ac:chgData name="Pi, Yalong" userId="c9a3dc08-26f0-490d-b190-2780270c58e1" providerId="ADAL" clId="{F398E26A-6AC4-4DD8-A7B3-CD9F6274E7E3}" dt="2025-04-13T22:33:48.881" v="5027"/>
          <ac:inkMkLst>
            <pc:docMk/>
            <pc:sldMk cId="2583448447" sldId="291"/>
            <ac:inkMk id="51" creationId="{CD53BB6F-EBF0-9D26-6B8D-264640BFBEEA}"/>
          </ac:inkMkLst>
        </pc:inkChg>
        <pc:inkChg chg="add">
          <ac:chgData name="Pi, Yalong" userId="c9a3dc08-26f0-490d-b190-2780270c58e1" providerId="ADAL" clId="{F398E26A-6AC4-4DD8-A7B3-CD9F6274E7E3}" dt="2025-04-13T22:33:46.688" v="5022" actId="9405"/>
          <ac:inkMkLst>
            <pc:docMk/>
            <pc:sldMk cId="2583448447" sldId="291"/>
            <ac:inkMk id="52" creationId="{582AD758-EFC8-3B8F-382F-7CC382F204D1}"/>
          </ac:inkMkLst>
        </pc:inkChg>
        <pc:inkChg chg="add">
          <ac:chgData name="Pi, Yalong" userId="c9a3dc08-26f0-490d-b190-2780270c58e1" providerId="ADAL" clId="{F398E26A-6AC4-4DD8-A7B3-CD9F6274E7E3}" dt="2025-04-13T22:33:46.995" v="5023" actId="9405"/>
          <ac:inkMkLst>
            <pc:docMk/>
            <pc:sldMk cId="2583448447" sldId="291"/>
            <ac:inkMk id="53" creationId="{D845DE25-15CF-C1D9-8433-7B53E32568B6}"/>
          </ac:inkMkLst>
        </pc:inkChg>
        <pc:inkChg chg="add mod">
          <ac:chgData name="Pi, Yalong" userId="c9a3dc08-26f0-490d-b190-2780270c58e1" providerId="ADAL" clId="{F398E26A-6AC4-4DD8-A7B3-CD9F6274E7E3}" dt="2025-04-13T22:33:48.881" v="5027"/>
          <ac:inkMkLst>
            <pc:docMk/>
            <pc:sldMk cId="2583448447" sldId="291"/>
            <ac:inkMk id="54" creationId="{46B3A452-30E4-2530-CC2D-AEC45B8939E6}"/>
          </ac:inkMkLst>
        </pc:inkChg>
        <pc:inkChg chg="add">
          <ac:chgData name="Pi, Yalong" userId="c9a3dc08-26f0-490d-b190-2780270c58e1" providerId="ADAL" clId="{F398E26A-6AC4-4DD8-A7B3-CD9F6274E7E3}" dt="2025-04-13T22:33:47.883" v="5025" actId="9405"/>
          <ac:inkMkLst>
            <pc:docMk/>
            <pc:sldMk cId="2583448447" sldId="291"/>
            <ac:inkMk id="55" creationId="{F65C328D-BFB0-9821-9C41-73984664D264}"/>
          </ac:inkMkLst>
        </pc:inkChg>
        <pc:inkChg chg="add mod">
          <ac:chgData name="Pi, Yalong" userId="c9a3dc08-26f0-490d-b190-2780270c58e1" providerId="ADAL" clId="{F398E26A-6AC4-4DD8-A7B3-CD9F6274E7E3}" dt="2025-04-13T22:33:48.881" v="5027"/>
          <ac:inkMkLst>
            <pc:docMk/>
            <pc:sldMk cId="2583448447" sldId="291"/>
            <ac:inkMk id="56" creationId="{41E1110A-E444-B128-A3A2-61ACC4D95B8E}"/>
          </ac:inkMkLst>
        </pc:inkChg>
        <pc:inkChg chg="add mod">
          <ac:chgData name="Pi, Yalong" userId="c9a3dc08-26f0-490d-b190-2780270c58e1" providerId="ADAL" clId="{F398E26A-6AC4-4DD8-A7B3-CD9F6274E7E3}" dt="2025-04-13T22:33:53.132" v="5036"/>
          <ac:inkMkLst>
            <pc:docMk/>
            <pc:sldMk cId="2583448447" sldId="291"/>
            <ac:inkMk id="58" creationId="{E78F4806-9286-18C2-A5BC-D05B0C415E62}"/>
          </ac:inkMkLst>
        </pc:inkChg>
        <pc:inkChg chg="add mod">
          <ac:chgData name="Pi, Yalong" userId="c9a3dc08-26f0-490d-b190-2780270c58e1" providerId="ADAL" clId="{F398E26A-6AC4-4DD8-A7B3-CD9F6274E7E3}" dt="2025-04-13T22:33:53.132" v="5036"/>
          <ac:inkMkLst>
            <pc:docMk/>
            <pc:sldMk cId="2583448447" sldId="291"/>
            <ac:inkMk id="59" creationId="{4FE26DB7-EE14-79FE-404A-B6174A4B7BFF}"/>
          </ac:inkMkLst>
        </pc:inkChg>
        <pc:inkChg chg="add mod">
          <ac:chgData name="Pi, Yalong" userId="c9a3dc08-26f0-490d-b190-2780270c58e1" providerId="ADAL" clId="{F398E26A-6AC4-4DD8-A7B3-CD9F6274E7E3}" dt="2025-04-13T22:34:05.424" v="5055"/>
          <ac:inkMkLst>
            <pc:docMk/>
            <pc:sldMk cId="2583448447" sldId="291"/>
            <ac:inkMk id="60" creationId="{ED992EBB-20F1-70C8-DDE2-CED7DE87F460}"/>
          </ac:inkMkLst>
        </pc:inkChg>
        <pc:inkChg chg="del mod">
          <ac:chgData name="Pi, Yalong" userId="c9a3dc08-26f0-490d-b190-2780270c58e1" providerId="ADAL" clId="{F398E26A-6AC4-4DD8-A7B3-CD9F6274E7E3}" dt="2025-04-13T22:26:02.149" v="4803"/>
          <ac:inkMkLst>
            <pc:docMk/>
            <pc:sldMk cId="2583448447" sldId="291"/>
            <ac:inkMk id="61" creationId="{B59C7373-1FF5-9AF6-D120-D099C418F711}"/>
          </ac:inkMkLst>
        </pc:inkChg>
        <pc:inkChg chg="add mod">
          <ac:chgData name="Pi, Yalong" userId="c9a3dc08-26f0-490d-b190-2780270c58e1" providerId="ADAL" clId="{F398E26A-6AC4-4DD8-A7B3-CD9F6274E7E3}" dt="2025-04-13T22:33:53.132" v="5036"/>
          <ac:inkMkLst>
            <pc:docMk/>
            <pc:sldMk cId="2583448447" sldId="291"/>
            <ac:inkMk id="62" creationId="{EA28273D-B325-C362-75CD-4F50630BC713}"/>
          </ac:inkMkLst>
        </pc:inkChg>
        <pc:inkChg chg="add mod">
          <ac:chgData name="Pi, Yalong" userId="c9a3dc08-26f0-490d-b190-2780270c58e1" providerId="ADAL" clId="{F398E26A-6AC4-4DD8-A7B3-CD9F6274E7E3}" dt="2025-04-13T22:34:05.424" v="5055"/>
          <ac:inkMkLst>
            <pc:docMk/>
            <pc:sldMk cId="2583448447" sldId="291"/>
            <ac:inkMk id="63" creationId="{D9735DFC-91D4-C8CB-5AA8-9B4A77E7DFD9}"/>
          </ac:inkMkLst>
        </pc:inkChg>
        <pc:inkChg chg="del mod">
          <ac:chgData name="Pi, Yalong" userId="c9a3dc08-26f0-490d-b190-2780270c58e1" providerId="ADAL" clId="{F398E26A-6AC4-4DD8-A7B3-CD9F6274E7E3}" dt="2025-04-13T22:26:02.147" v="4789"/>
          <ac:inkMkLst>
            <pc:docMk/>
            <pc:sldMk cId="2583448447" sldId="291"/>
            <ac:inkMk id="2048" creationId="{9BBCC97A-EFF5-4CA1-468D-3F36A4E1737C}"/>
          </ac:inkMkLst>
        </pc:inkChg>
        <pc:inkChg chg="add mod">
          <ac:chgData name="Pi, Yalong" userId="c9a3dc08-26f0-490d-b190-2780270c58e1" providerId="ADAL" clId="{F398E26A-6AC4-4DD8-A7B3-CD9F6274E7E3}" dt="2025-04-13T22:44:35.560" v="5171"/>
          <ac:inkMkLst>
            <pc:docMk/>
            <pc:sldMk cId="2583448447" sldId="291"/>
            <ac:inkMk id="2050" creationId="{CCB03657-7506-0384-BFD1-9A85AB78B827}"/>
          </ac:inkMkLst>
        </pc:inkChg>
        <pc:inkChg chg="add">
          <ac:chgData name="Pi, Yalong" userId="c9a3dc08-26f0-490d-b190-2780270c58e1" providerId="ADAL" clId="{F398E26A-6AC4-4DD8-A7B3-CD9F6274E7E3}" dt="2025-04-13T22:44:44.889" v="5193" actId="9405"/>
          <ac:inkMkLst>
            <pc:docMk/>
            <pc:sldMk cId="2583448447" sldId="291"/>
            <ac:inkMk id="2053" creationId="{ADAFE623-C857-5FC0-FD4E-8914AA10C7F1}"/>
          </ac:inkMkLst>
        </pc:inkChg>
        <pc:inkChg chg="add">
          <ac:chgData name="Pi, Yalong" userId="c9a3dc08-26f0-490d-b190-2780270c58e1" providerId="ADAL" clId="{F398E26A-6AC4-4DD8-A7B3-CD9F6274E7E3}" dt="2025-04-13T22:44:46.286" v="5194" actId="9405"/>
          <ac:inkMkLst>
            <pc:docMk/>
            <pc:sldMk cId="2583448447" sldId="291"/>
            <ac:inkMk id="2054" creationId="{E063C31B-C2DF-1BB3-9095-DA0B42897695}"/>
          </ac:inkMkLst>
        </pc:inkChg>
        <pc:inkChg chg="del mod">
          <ac:chgData name="Pi, Yalong" userId="c9a3dc08-26f0-490d-b190-2780270c58e1" providerId="ADAL" clId="{F398E26A-6AC4-4DD8-A7B3-CD9F6274E7E3}" dt="2025-04-13T22:26:07.466" v="4865"/>
          <ac:inkMkLst>
            <pc:docMk/>
            <pc:sldMk cId="2583448447" sldId="291"/>
            <ac:inkMk id="2055" creationId="{244C3240-01C5-B14F-2EEF-AABFE7A42BFF}"/>
          </ac:inkMkLst>
        </pc:inkChg>
        <pc:inkChg chg="add">
          <ac:chgData name="Pi, Yalong" userId="c9a3dc08-26f0-490d-b190-2780270c58e1" providerId="ADAL" clId="{F398E26A-6AC4-4DD8-A7B3-CD9F6274E7E3}" dt="2025-04-13T22:44:49.528" v="5195" actId="9405"/>
          <ac:inkMkLst>
            <pc:docMk/>
            <pc:sldMk cId="2583448447" sldId="291"/>
            <ac:inkMk id="2056" creationId="{6654338E-0FF2-15B7-59B4-2B73AC257895}"/>
          </ac:inkMkLst>
        </pc:inkChg>
        <pc:inkChg chg="add">
          <ac:chgData name="Pi, Yalong" userId="c9a3dc08-26f0-490d-b190-2780270c58e1" providerId="ADAL" clId="{F398E26A-6AC4-4DD8-A7B3-CD9F6274E7E3}" dt="2025-04-13T22:44:53.822" v="5196" actId="9405"/>
          <ac:inkMkLst>
            <pc:docMk/>
            <pc:sldMk cId="2583448447" sldId="291"/>
            <ac:inkMk id="2057" creationId="{5D354656-18ED-1409-4BC8-30A5D76805F2}"/>
          </ac:inkMkLst>
        </pc:inkChg>
        <pc:inkChg chg="add mod">
          <ac:chgData name="Pi, Yalong" userId="c9a3dc08-26f0-490d-b190-2780270c58e1" providerId="ADAL" clId="{F398E26A-6AC4-4DD8-A7B3-CD9F6274E7E3}" dt="2025-04-13T22:45:08.580" v="5209"/>
          <ac:inkMkLst>
            <pc:docMk/>
            <pc:sldMk cId="2583448447" sldId="291"/>
            <ac:inkMk id="2058" creationId="{C193FE92-E533-439C-1EF2-28726A570996}"/>
          </ac:inkMkLst>
        </pc:inkChg>
        <pc:inkChg chg="add mod">
          <ac:chgData name="Pi, Yalong" userId="c9a3dc08-26f0-490d-b190-2780270c58e1" providerId="ADAL" clId="{F398E26A-6AC4-4DD8-A7B3-CD9F6274E7E3}" dt="2025-04-13T22:45:18.262" v="5211"/>
          <ac:inkMkLst>
            <pc:docMk/>
            <pc:sldMk cId="2583448447" sldId="291"/>
            <ac:inkMk id="2059" creationId="{80A54B10-716D-9707-4F20-7CA88DE79C36}"/>
          </ac:inkMkLst>
        </pc:inkChg>
        <pc:inkChg chg="add mod">
          <ac:chgData name="Pi, Yalong" userId="c9a3dc08-26f0-490d-b190-2780270c58e1" providerId="ADAL" clId="{F398E26A-6AC4-4DD8-A7B3-CD9F6274E7E3}" dt="2025-04-13T22:45:18.262" v="5211"/>
          <ac:inkMkLst>
            <pc:docMk/>
            <pc:sldMk cId="2583448447" sldId="291"/>
            <ac:inkMk id="2060" creationId="{7A238DD0-4D10-42FC-D609-5AD5E58F5734}"/>
          </ac:inkMkLst>
        </pc:inkChg>
        <pc:inkChg chg="add mod">
          <ac:chgData name="Pi, Yalong" userId="c9a3dc08-26f0-490d-b190-2780270c58e1" providerId="ADAL" clId="{F398E26A-6AC4-4DD8-A7B3-CD9F6274E7E3}" dt="2025-04-13T22:45:18.262" v="5211"/>
          <ac:inkMkLst>
            <pc:docMk/>
            <pc:sldMk cId="2583448447" sldId="291"/>
            <ac:inkMk id="2061" creationId="{84E0F9CF-8C88-D0E2-814D-4CCF1BBB33D2}"/>
          </ac:inkMkLst>
        </pc:inkChg>
        <pc:inkChg chg="add mod">
          <ac:chgData name="Pi, Yalong" userId="c9a3dc08-26f0-490d-b190-2780270c58e1" providerId="ADAL" clId="{F398E26A-6AC4-4DD8-A7B3-CD9F6274E7E3}" dt="2025-04-13T22:45:18.262" v="5211"/>
          <ac:inkMkLst>
            <pc:docMk/>
            <pc:sldMk cId="2583448447" sldId="291"/>
            <ac:inkMk id="2062" creationId="{93E50118-9DC7-B719-0D7A-856B65770DC8}"/>
          </ac:inkMkLst>
        </pc:inkChg>
        <pc:inkChg chg="add mod">
          <ac:chgData name="Pi, Yalong" userId="c9a3dc08-26f0-490d-b190-2780270c58e1" providerId="ADAL" clId="{F398E26A-6AC4-4DD8-A7B3-CD9F6274E7E3}" dt="2025-04-13T22:45:18.262" v="5211"/>
          <ac:inkMkLst>
            <pc:docMk/>
            <pc:sldMk cId="2583448447" sldId="291"/>
            <ac:inkMk id="2063" creationId="{8FD18E9B-9509-BD0A-4E04-655EAA0403E6}"/>
          </ac:inkMkLst>
        </pc:inkChg>
        <pc:inkChg chg="del mod">
          <ac:chgData name="Pi, Yalong" userId="c9a3dc08-26f0-490d-b190-2780270c58e1" providerId="ADAL" clId="{F398E26A-6AC4-4DD8-A7B3-CD9F6274E7E3}" dt="2025-04-13T22:26:02.150" v="4809"/>
          <ac:inkMkLst>
            <pc:docMk/>
            <pc:sldMk cId="2583448447" sldId="291"/>
            <ac:inkMk id="2064" creationId="{D66B26DD-40CF-CCAA-5A14-715A02A02701}"/>
          </ac:inkMkLst>
        </pc:inkChg>
        <pc:inkChg chg="add mod">
          <ac:chgData name="Pi, Yalong" userId="c9a3dc08-26f0-490d-b190-2780270c58e1" providerId="ADAL" clId="{F398E26A-6AC4-4DD8-A7B3-CD9F6274E7E3}" dt="2025-04-13T22:45:18.262" v="5211"/>
          <ac:inkMkLst>
            <pc:docMk/>
            <pc:sldMk cId="2583448447" sldId="291"/>
            <ac:inkMk id="2065" creationId="{B6039083-44F0-87D0-F4E7-96C34E5BAD6F}"/>
          </ac:inkMkLst>
        </pc:inkChg>
        <pc:inkChg chg="add mod">
          <ac:chgData name="Pi, Yalong" userId="c9a3dc08-26f0-490d-b190-2780270c58e1" providerId="ADAL" clId="{F398E26A-6AC4-4DD8-A7B3-CD9F6274E7E3}" dt="2025-04-13T22:45:01.225" v="5206"/>
          <ac:inkMkLst>
            <pc:docMk/>
            <pc:sldMk cId="2583448447" sldId="291"/>
            <ac:inkMk id="2066" creationId="{B7EB4282-DE77-D6A0-540B-98720AAC3CD9}"/>
          </ac:inkMkLst>
        </pc:inkChg>
        <pc:inkChg chg="add mod">
          <ac:chgData name="Pi, Yalong" userId="c9a3dc08-26f0-490d-b190-2780270c58e1" providerId="ADAL" clId="{F398E26A-6AC4-4DD8-A7B3-CD9F6274E7E3}" dt="2025-04-13T22:45:01.225" v="5206"/>
          <ac:inkMkLst>
            <pc:docMk/>
            <pc:sldMk cId="2583448447" sldId="291"/>
            <ac:inkMk id="2067" creationId="{BFA4B0F0-B13E-5F83-1F07-AED4CBE15A93}"/>
          </ac:inkMkLst>
        </pc:inkChg>
        <pc:inkChg chg="del mod">
          <ac:chgData name="Pi, Yalong" userId="c9a3dc08-26f0-490d-b190-2780270c58e1" providerId="ADAL" clId="{F398E26A-6AC4-4DD8-A7B3-CD9F6274E7E3}" dt="2025-04-13T22:26:02.150" v="4806"/>
          <ac:inkMkLst>
            <pc:docMk/>
            <pc:sldMk cId="2583448447" sldId="291"/>
            <ac:inkMk id="2069" creationId="{135523B5-B1DA-C3AB-C055-053AE47C56EE}"/>
          </ac:inkMkLst>
        </pc:inkChg>
        <pc:inkChg chg="del">
          <ac:chgData name="Pi, Yalong" userId="c9a3dc08-26f0-490d-b190-2780270c58e1" providerId="ADAL" clId="{F398E26A-6AC4-4DD8-A7B3-CD9F6274E7E3}" dt="2025-04-13T22:26:02.150" v="4813"/>
          <ac:inkMkLst>
            <pc:docMk/>
            <pc:sldMk cId="2583448447" sldId="291"/>
            <ac:inkMk id="2070" creationId="{25A4250C-3438-9FAC-AFA0-68E5F3E64EDE}"/>
          </ac:inkMkLst>
        </pc:inkChg>
        <pc:inkChg chg="add">
          <ac:chgData name="Pi, Yalong" userId="c9a3dc08-26f0-490d-b190-2780270c58e1" providerId="ADAL" clId="{F398E26A-6AC4-4DD8-A7B3-CD9F6274E7E3}" dt="2025-04-13T22:45:01.878" v="5207" actId="9405"/>
          <ac:inkMkLst>
            <pc:docMk/>
            <pc:sldMk cId="2583448447" sldId="291"/>
            <ac:inkMk id="2071" creationId="{8CDAE07E-25DC-DBD1-09D4-E9E181658462}"/>
          </ac:inkMkLst>
        </pc:inkChg>
        <pc:inkChg chg="add mod">
          <ac:chgData name="Pi, Yalong" userId="c9a3dc08-26f0-490d-b190-2780270c58e1" providerId="ADAL" clId="{F398E26A-6AC4-4DD8-A7B3-CD9F6274E7E3}" dt="2025-04-13T22:45:18.262" v="5211"/>
          <ac:inkMkLst>
            <pc:docMk/>
            <pc:sldMk cId="2583448447" sldId="291"/>
            <ac:inkMk id="2072" creationId="{CD9D930E-D18D-C9FC-DAFE-218CEDA57879}"/>
          </ac:inkMkLst>
        </pc:inkChg>
        <pc:inkChg chg="add mod">
          <ac:chgData name="Pi, Yalong" userId="c9a3dc08-26f0-490d-b190-2780270c58e1" providerId="ADAL" clId="{F398E26A-6AC4-4DD8-A7B3-CD9F6274E7E3}" dt="2025-04-13T22:45:18.262" v="5211"/>
          <ac:inkMkLst>
            <pc:docMk/>
            <pc:sldMk cId="2583448447" sldId="291"/>
            <ac:inkMk id="2074" creationId="{0F10EACF-1632-22E2-8BB7-091B4364F8FD}"/>
          </ac:inkMkLst>
        </pc:inkChg>
        <pc:inkChg chg="del mod">
          <ac:chgData name="Pi, Yalong" userId="c9a3dc08-26f0-490d-b190-2780270c58e1" providerId="ADAL" clId="{F398E26A-6AC4-4DD8-A7B3-CD9F6274E7E3}" dt="2025-04-13T22:26:02.146" v="4779"/>
          <ac:inkMkLst>
            <pc:docMk/>
            <pc:sldMk cId="2583448447" sldId="291"/>
            <ac:inkMk id="2076" creationId="{F81C5818-DA70-1E63-0EBF-FA862EB73C2D}"/>
          </ac:inkMkLst>
        </pc:inkChg>
        <pc:inkChg chg="add">
          <ac:chgData name="Pi, Yalong" userId="c9a3dc08-26f0-490d-b190-2780270c58e1" providerId="ADAL" clId="{F398E26A-6AC4-4DD8-A7B3-CD9F6274E7E3}" dt="2025-04-13T22:45:54.086" v="5212" actId="9405"/>
          <ac:inkMkLst>
            <pc:docMk/>
            <pc:sldMk cId="2583448447" sldId="291"/>
            <ac:inkMk id="2077" creationId="{FD9C5D56-3EB7-7F21-3B59-F169DDC467CB}"/>
          </ac:inkMkLst>
        </pc:inkChg>
        <pc:inkChg chg="add">
          <ac:chgData name="Pi, Yalong" userId="c9a3dc08-26f0-490d-b190-2780270c58e1" providerId="ADAL" clId="{F398E26A-6AC4-4DD8-A7B3-CD9F6274E7E3}" dt="2025-04-13T22:49:35.822" v="5213" actId="9405"/>
          <ac:inkMkLst>
            <pc:docMk/>
            <pc:sldMk cId="2583448447" sldId="291"/>
            <ac:inkMk id="2078" creationId="{91BC0090-D50C-D909-C415-1DF4FD880FBE}"/>
          </ac:inkMkLst>
        </pc:inkChg>
        <pc:inkChg chg="del mod">
          <ac:chgData name="Pi, Yalong" userId="c9a3dc08-26f0-490d-b190-2780270c58e1" providerId="ADAL" clId="{F398E26A-6AC4-4DD8-A7B3-CD9F6274E7E3}" dt="2025-04-13T22:26:02.147" v="4791"/>
          <ac:inkMkLst>
            <pc:docMk/>
            <pc:sldMk cId="2583448447" sldId="291"/>
            <ac:inkMk id="2079" creationId="{FE30FAC4-B463-41AD-BFA1-A72C0532B0A4}"/>
          </ac:inkMkLst>
        </pc:inkChg>
        <pc:inkChg chg="add del mod">
          <ac:chgData name="Pi, Yalong" userId="c9a3dc08-26f0-490d-b190-2780270c58e1" providerId="ADAL" clId="{F398E26A-6AC4-4DD8-A7B3-CD9F6274E7E3}" dt="2025-04-13T22:51:26.115" v="5219"/>
          <ac:inkMkLst>
            <pc:docMk/>
            <pc:sldMk cId="2583448447" sldId="291"/>
            <ac:inkMk id="2080" creationId="{53405275-2665-37F3-1EE5-E7329621C50C}"/>
          </ac:inkMkLst>
        </pc:inkChg>
        <pc:inkChg chg="add del mod">
          <ac:chgData name="Pi, Yalong" userId="c9a3dc08-26f0-490d-b190-2780270c58e1" providerId="ADAL" clId="{F398E26A-6AC4-4DD8-A7B3-CD9F6274E7E3}" dt="2025-04-13T22:51:26.114" v="5218"/>
          <ac:inkMkLst>
            <pc:docMk/>
            <pc:sldMk cId="2583448447" sldId="291"/>
            <ac:inkMk id="2081" creationId="{6DC03E69-F28D-8AD5-0FE0-397FEF93CF87}"/>
          </ac:inkMkLst>
        </pc:inkChg>
        <pc:inkChg chg="add del mod">
          <ac:chgData name="Pi, Yalong" userId="c9a3dc08-26f0-490d-b190-2780270c58e1" providerId="ADAL" clId="{F398E26A-6AC4-4DD8-A7B3-CD9F6274E7E3}" dt="2025-04-13T22:51:26.115" v="5220"/>
          <ac:inkMkLst>
            <pc:docMk/>
            <pc:sldMk cId="2583448447" sldId="291"/>
            <ac:inkMk id="2082" creationId="{BD5E141D-7DEC-4A47-F3AB-A6782EF309C6}"/>
          </ac:inkMkLst>
        </pc:inkChg>
        <pc:inkChg chg="del mod">
          <ac:chgData name="Pi, Yalong" userId="c9a3dc08-26f0-490d-b190-2780270c58e1" providerId="ADAL" clId="{F398E26A-6AC4-4DD8-A7B3-CD9F6274E7E3}" dt="2025-04-13T22:26:02.146" v="4783"/>
          <ac:inkMkLst>
            <pc:docMk/>
            <pc:sldMk cId="2583448447" sldId="291"/>
            <ac:inkMk id="2084" creationId="{71553DD9-6F40-0CDC-98F0-CCA6676A3D2F}"/>
          </ac:inkMkLst>
        </pc:inkChg>
        <pc:inkChg chg="add mod">
          <ac:chgData name="Pi, Yalong" userId="c9a3dc08-26f0-490d-b190-2780270c58e1" providerId="ADAL" clId="{F398E26A-6AC4-4DD8-A7B3-CD9F6274E7E3}" dt="2025-04-13T22:51:31.572" v="5224"/>
          <ac:inkMkLst>
            <pc:docMk/>
            <pc:sldMk cId="2583448447" sldId="291"/>
            <ac:inkMk id="2085" creationId="{F0781205-D805-79B6-A8BD-BC4B9A77E33F}"/>
          </ac:inkMkLst>
        </pc:inkChg>
        <pc:inkChg chg="add mod">
          <ac:chgData name="Pi, Yalong" userId="c9a3dc08-26f0-490d-b190-2780270c58e1" providerId="ADAL" clId="{F398E26A-6AC4-4DD8-A7B3-CD9F6274E7E3}" dt="2025-04-13T22:51:31.572" v="5224"/>
          <ac:inkMkLst>
            <pc:docMk/>
            <pc:sldMk cId="2583448447" sldId="291"/>
            <ac:inkMk id="2086" creationId="{A88C20CF-737A-F285-B8D1-74279AE6BF52}"/>
          </ac:inkMkLst>
        </pc:inkChg>
        <pc:inkChg chg="add mod">
          <ac:chgData name="Pi, Yalong" userId="c9a3dc08-26f0-490d-b190-2780270c58e1" providerId="ADAL" clId="{F398E26A-6AC4-4DD8-A7B3-CD9F6274E7E3}" dt="2025-04-13T22:51:31.572" v="5224"/>
          <ac:inkMkLst>
            <pc:docMk/>
            <pc:sldMk cId="2583448447" sldId="291"/>
            <ac:inkMk id="2087" creationId="{B7B1D0B8-D29A-2532-DB0C-9EAFC058DDBF}"/>
          </ac:inkMkLst>
        </pc:inkChg>
        <pc:inkChg chg="add mod">
          <ac:chgData name="Pi, Yalong" userId="c9a3dc08-26f0-490d-b190-2780270c58e1" providerId="ADAL" clId="{F398E26A-6AC4-4DD8-A7B3-CD9F6274E7E3}" dt="2025-04-13T22:52:03.705" v="5233"/>
          <ac:inkMkLst>
            <pc:docMk/>
            <pc:sldMk cId="2583448447" sldId="291"/>
            <ac:inkMk id="2089" creationId="{DAAE3CED-59C6-BF34-4637-00717D073758}"/>
          </ac:inkMkLst>
        </pc:inkChg>
        <pc:inkChg chg="add mod">
          <ac:chgData name="Pi, Yalong" userId="c9a3dc08-26f0-490d-b190-2780270c58e1" providerId="ADAL" clId="{F398E26A-6AC4-4DD8-A7B3-CD9F6274E7E3}" dt="2025-04-13T22:52:03.705" v="5233"/>
          <ac:inkMkLst>
            <pc:docMk/>
            <pc:sldMk cId="2583448447" sldId="291"/>
            <ac:inkMk id="2090" creationId="{34883741-F2BA-0E70-6559-18492AC20864}"/>
          </ac:inkMkLst>
        </pc:inkChg>
        <pc:inkChg chg="add mod">
          <ac:chgData name="Pi, Yalong" userId="c9a3dc08-26f0-490d-b190-2780270c58e1" providerId="ADAL" clId="{F398E26A-6AC4-4DD8-A7B3-CD9F6274E7E3}" dt="2025-04-13T22:52:03.705" v="5233"/>
          <ac:inkMkLst>
            <pc:docMk/>
            <pc:sldMk cId="2583448447" sldId="291"/>
            <ac:inkMk id="2091" creationId="{B806F0AB-B720-1BA1-C7E7-8EAF90703550}"/>
          </ac:inkMkLst>
        </pc:inkChg>
        <pc:inkChg chg="add mod">
          <ac:chgData name="Pi, Yalong" userId="c9a3dc08-26f0-490d-b190-2780270c58e1" providerId="ADAL" clId="{F398E26A-6AC4-4DD8-A7B3-CD9F6274E7E3}" dt="2025-04-13T22:52:03.705" v="5233"/>
          <ac:inkMkLst>
            <pc:docMk/>
            <pc:sldMk cId="2583448447" sldId="291"/>
            <ac:inkMk id="2092" creationId="{99238CCE-1DE7-F09E-2A10-C7A36783B69B}"/>
          </ac:inkMkLst>
        </pc:inkChg>
        <pc:inkChg chg="add mod">
          <ac:chgData name="Pi, Yalong" userId="c9a3dc08-26f0-490d-b190-2780270c58e1" providerId="ADAL" clId="{F398E26A-6AC4-4DD8-A7B3-CD9F6274E7E3}" dt="2025-04-13T22:52:03.705" v="5233"/>
          <ac:inkMkLst>
            <pc:docMk/>
            <pc:sldMk cId="2583448447" sldId="291"/>
            <ac:inkMk id="2093" creationId="{A20ECFE3-620D-86C3-B83A-F38A637972F7}"/>
          </ac:inkMkLst>
        </pc:inkChg>
        <pc:inkChg chg="add mod">
          <ac:chgData name="Pi, Yalong" userId="c9a3dc08-26f0-490d-b190-2780270c58e1" providerId="ADAL" clId="{F398E26A-6AC4-4DD8-A7B3-CD9F6274E7E3}" dt="2025-04-13T22:52:03.705" v="5233"/>
          <ac:inkMkLst>
            <pc:docMk/>
            <pc:sldMk cId="2583448447" sldId="291"/>
            <ac:inkMk id="2094" creationId="{100590AF-A529-7E8E-649C-1F85AF051087}"/>
          </ac:inkMkLst>
        </pc:inkChg>
        <pc:inkChg chg="add mod">
          <ac:chgData name="Pi, Yalong" userId="c9a3dc08-26f0-490d-b190-2780270c58e1" providerId="ADAL" clId="{F398E26A-6AC4-4DD8-A7B3-CD9F6274E7E3}" dt="2025-04-13T22:52:03.705" v="5233"/>
          <ac:inkMkLst>
            <pc:docMk/>
            <pc:sldMk cId="2583448447" sldId="291"/>
            <ac:inkMk id="2095" creationId="{78BC3D5A-B768-8002-EEDA-2C223A6172DD}"/>
          </ac:inkMkLst>
        </pc:inkChg>
        <pc:inkChg chg="add mod">
          <ac:chgData name="Pi, Yalong" userId="c9a3dc08-26f0-490d-b190-2780270c58e1" providerId="ADAL" clId="{F398E26A-6AC4-4DD8-A7B3-CD9F6274E7E3}" dt="2025-04-13T22:52:03.705" v="5233"/>
          <ac:inkMkLst>
            <pc:docMk/>
            <pc:sldMk cId="2583448447" sldId="291"/>
            <ac:inkMk id="2096" creationId="{7092501F-81C9-0D18-CDD6-9A58111EE5C9}"/>
          </ac:inkMkLst>
        </pc:inkChg>
        <pc:inkChg chg="del mod">
          <ac:chgData name="Pi, Yalong" userId="c9a3dc08-26f0-490d-b190-2780270c58e1" providerId="ADAL" clId="{F398E26A-6AC4-4DD8-A7B3-CD9F6274E7E3}" dt="2025-04-13T22:26:02.149" v="4799"/>
          <ac:inkMkLst>
            <pc:docMk/>
            <pc:sldMk cId="2583448447" sldId="291"/>
            <ac:inkMk id="2097" creationId="{980DB3CC-2EE8-29EA-ABF7-CD896E1BFF1E}"/>
          </ac:inkMkLst>
        </pc:inkChg>
        <pc:inkChg chg="del mod">
          <ac:chgData name="Pi, Yalong" userId="c9a3dc08-26f0-490d-b190-2780270c58e1" providerId="ADAL" clId="{F398E26A-6AC4-4DD8-A7B3-CD9F6274E7E3}" dt="2025-04-13T22:26:02.150" v="4811"/>
          <ac:inkMkLst>
            <pc:docMk/>
            <pc:sldMk cId="2583448447" sldId="291"/>
            <ac:inkMk id="2101" creationId="{F784CC65-B14A-7140-2E91-401C101E027F}"/>
          </ac:inkMkLst>
        </pc:inkChg>
        <pc:inkChg chg="del mod">
          <ac:chgData name="Pi, Yalong" userId="c9a3dc08-26f0-490d-b190-2780270c58e1" providerId="ADAL" clId="{F398E26A-6AC4-4DD8-A7B3-CD9F6274E7E3}" dt="2025-04-13T22:26:02.747" v="4818"/>
          <ac:inkMkLst>
            <pc:docMk/>
            <pc:sldMk cId="2583448447" sldId="291"/>
            <ac:inkMk id="2196" creationId="{14B0FC2F-8F76-0ED0-AC57-409985E0DAD3}"/>
          </ac:inkMkLst>
        </pc:inkChg>
        <pc:inkChg chg="del mod">
          <ac:chgData name="Pi, Yalong" userId="c9a3dc08-26f0-490d-b190-2780270c58e1" providerId="ADAL" clId="{F398E26A-6AC4-4DD8-A7B3-CD9F6274E7E3}" dt="2025-04-13T22:26:02.746" v="4817"/>
          <ac:inkMkLst>
            <pc:docMk/>
            <pc:sldMk cId="2583448447" sldId="291"/>
            <ac:inkMk id="2198" creationId="{F694440D-25F2-96EA-B42F-D26A45BE9D46}"/>
          </ac:inkMkLst>
        </pc:inkChg>
        <pc:inkChg chg="del mod">
          <ac:chgData name="Pi, Yalong" userId="c9a3dc08-26f0-490d-b190-2780270c58e1" providerId="ADAL" clId="{F398E26A-6AC4-4DD8-A7B3-CD9F6274E7E3}" dt="2025-04-13T22:26:02.149" v="4804"/>
          <ac:inkMkLst>
            <pc:docMk/>
            <pc:sldMk cId="2583448447" sldId="291"/>
            <ac:inkMk id="2200" creationId="{857D06A1-3351-FC00-CDF3-39F972844791}"/>
          </ac:inkMkLst>
        </pc:inkChg>
        <pc:inkChg chg="del mod">
          <ac:chgData name="Pi, Yalong" userId="c9a3dc08-26f0-490d-b190-2780270c58e1" providerId="ADAL" clId="{F398E26A-6AC4-4DD8-A7B3-CD9F6274E7E3}" dt="2025-04-13T22:26:07.466" v="4865"/>
          <ac:inkMkLst>
            <pc:docMk/>
            <pc:sldMk cId="2583448447" sldId="291"/>
            <ac:inkMk id="2202" creationId="{511E7F79-46EB-DCC6-E6C0-9991DEAB9416}"/>
          </ac:inkMkLst>
        </pc:inkChg>
        <pc:inkChg chg="del mod">
          <ac:chgData name="Pi, Yalong" userId="c9a3dc08-26f0-490d-b190-2780270c58e1" providerId="ADAL" clId="{F398E26A-6AC4-4DD8-A7B3-CD9F6274E7E3}" dt="2025-04-13T22:26:02.149" v="4797"/>
          <ac:inkMkLst>
            <pc:docMk/>
            <pc:sldMk cId="2583448447" sldId="291"/>
            <ac:inkMk id="2205" creationId="{0D50D045-EA8C-71F6-94D9-A6C803D47399}"/>
          </ac:inkMkLst>
        </pc:inkChg>
        <pc:inkChg chg="add del mod">
          <ac:chgData name="Pi, Yalong" userId="c9a3dc08-26f0-490d-b190-2780270c58e1" providerId="ADAL" clId="{F398E26A-6AC4-4DD8-A7B3-CD9F6274E7E3}" dt="2025-04-13T22:26:07.464" v="4854"/>
          <ac:inkMkLst>
            <pc:docMk/>
            <pc:sldMk cId="2583448447" sldId="291"/>
            <ac:inkMk id="2208" creationId="{F5B06099-942B-664D-78EF-D7A7AC808C9F}"/>
          </ac:inkMkLst>
        </pc:inkChg>
        <pc:inkChg chg="del mod">
          <ac:chgData name="Pi, Yalong" userId="c9a3dc08-26f0-490d-b190-2780270c58e1" providerId="ADAL" clId="{F398E26A-6AC4-4DD8-A7B3-CD9F6274E7E3}" dt="2025-04-13T22:26:07.467" v="4869"/>
          <ac:inkMkLst>
            <pc:docMk/>
            <pc:sldMk cId="2583448447" sldId="291"/>
            <ac:inkMk id="2209" creationId="{36775F23-9C8E-DEB1-5EDB-8B65F67BA5BA}"/>
          </ac:inkMkLst>
        </pc:inkChg>
        <pc:inkChg chg="del mod">
          <ac:chgData name="Pi, Yalong" userId="c9a3dc08-26f0-490d-b190-2780270c58e1" providerId="ADAL" clId="{F398E26A-6AC4-4DD8-A7B3-CD9F6274E7E3}" dt="2025-04-13T22:26:07.460" v="4835"/>
          <ac:inkMkLst>
            <pc:docMk/>
            <pc:sldMk cId="2583448447" sldId="291"/>
            <ac:inkMk id="2215" creationId="{71C6771E-ABCF-9FD9-A1AE-BAE159BD1A63}"/>
          </ac:inkMkLst>
        </pc:inkChg>
        <pc:inkChg chg="del mod">
          <ac:chgData name="Pi, Yalong" userId="c9a3dc08-26f0-490d-b190-2780270c58e1" providerId="ADAL" clId="{F398E26A-6AC4-4DD8-A7B3-CD9F6274E7E3}" dt="2025-04-13T22:26:07.464" v="4853"/>
          <ac:inkMkLst>
            <pc:docMk/>
            <pc:sldMk cId="2583448447" sldId="291"/>
            <ac:inkMk id="2217" creationId="{243080DC-1CB0-3729-8261-922750A8E2D8}"/>
          </ac:inkMkLst>
        </pc:inkChg>
        <pc:inkChg chg="del mod">
          <ac:chgData name="Pi, Yalong" userId="c9a3dc08-26f0-490d-b190-2780270c58e1" providerId="ADAL" clId="{F398E26A-6AC4-4DD8-A7B3-CD9F6274E7E3}" dt="2025-04-13T22:26:07.457" v="4824"/>
          <ac:inkMkLst>
            <pc:docMk/>
            <pc:sldMk cId="2583448447" sldId="291"/>
            <ac:inkMk id="2218" creationId="{3C8159C1-6808-684E-B9E2-0F54A6475A06}"/>
          </ac:inkMkLst>
        </pc:inkChg>
        <pc:inkChg chg="del mod">
          <ac:chgData name="Pi, Yalong" userId="c9a3dc08-26f0-490d-b190-2780270c58e1" providerId="ADAL" clId="{F398E26A-6AC4-4DD8-A7B3-CD9F6274E7E3}" dt="2025-04-13T22:26:07.467" v="4867"/>
          <ac:inkMkLst>
            <pc:docMk/>
            <pc:sldMk cId="2583448447" sldId="291"/>
            <ac:inkMk id="2221" creationId="{9AD6394E-9BF3-5925-D9F9-6324AF7CC639}"/>
          </ac:inkMkLst>
        </pc:inkChg>
        <pc:inkChg chg="del mod">
          <ac:chgData name="Pi, Yalong" userId="c9a3dc08-26f0-490d-b190-2780270c58e1" providerId="ADAL" clId="{F398E26A-6AC4-4DD8-A7B3-CD9F6274E7E3}" dt="2025-04-13T22:26:07.465" v="4857"/>
          <ac:inkMkLst>
            <pc:docMk/>
            <pc:sldMk cId="2583448447" sldId="291"/>
            <ac:inkMk id="2227" creationId="{3E99B40A-9792-EFEA-A0F7-E077FD80DD5F}"/>
          </ac:inkMkLst>
        </pc:inkChg>
        <pc:inkChg chg="del mod">
          <ac:chgData name="Pi, Yalong" userId="c9a3dc08-26f0-490d-b190-2780270c58e1" providerId="ADAL" clId="{F398E26A-6AC4-4DD8-A7B3-CD9F6274E7E3}" dt="2025-04-13T22:26:07.463" v="4848"/>
          <ac:inkMkLst>
            <pc:docMk/>
            <pc:sldMk cId="2583448447" sldId="291"/>
            <ac:inkMk id="2228" creationId="{538D2999-05D3-C40E-8176-36C84575216F}"/>
          </ac:inkMkLst>
        </pc:inkChg>
        <pc:inkChg chg="del mod">
          <ac:chgData name="Pi, Yalong" userId="c9a3dc08-26f0-490d-b190-2780270c58e1" providerId="ADAL" clId="{F398E26A-6AC4-4DD8-A7B3-CD9F6274E7E3}" dt="2025-04-13T22:26:27.316" v="4954"/>
          <ac:inkMkLst>
            <pc:docMk/>
            <pc:sldMk cId="2583448447" sldId="291"/>
            <ac:inkMk id="2230" creationId="{1E1A0454-CEB5-1995-3839-A566E6284DEF}"/>
          </ac:inkMkLst>
        </pc:inkChg>
        <pc:inkChg chg="del mod">
          <ac:chgData name="Pi, Yalong" userId="c9a3dc08-26f0-490d-b190-2780270c58e1" providerId="ADAL" clId="{F398E26A-6AC4-4DD8-A7B3-CD9F6274E7E3}" dt="2025-04-13T22:26:07.457" v="4826"/>
          <ac:inkMkLst>
            <pc:docMk/>
            <pc:sldMk cId="2583448447" sldId="291"/>
            <ac:inkMk id="2231" creationId="{D5737673-DA76-B2F3-3252-04F79A2B54A5}"/>
          </ac:inkMkLst>
        </pc:inkChg>
        <pc:inkChg chg="del mod">
          <ac:chgData name="Pi, Yalong" userId="c9a3dc08-26f0-490d-b190-2780270c58e1" providerId="ADAL" clId="{F398E26A-6AC4-4DD8-A7B3-CD9F6274E7E3}" dt="2025-04-13T22:26:07.462" v="4845"/>
          <ac:inkMkLst>
            <pc:docMk/>
            <pc:sldMk cId="2583448447" sldId="291"/>
            <ac:inkMk id="2232" creationId="{75FBC5DE-8A84-8A11-6C8E-49E238888437}"/>
          </ac:inkMkLst>
        </pc:inkChg>
        <pc:inkChg chg="del mod">
          <ac:chgData name="Pi, Yalong" userId="c9a3dc08-26f0-490d-b190-2780270c58e1" providerId="ADAL" clId="{F398E26A-6AC4-4DD8-A7B3-CD9F6274E7E3}" dt="2025-04-13T22:26:07.460" v="4838"/>
          <ac:inkMkLst>
            <pc:docMk/>
            <pc:sldMk cId="2583448447" sldId="291"/>
            <ac:inkMk id="2234" creationId="{D90A2E67-1DEB-0926-FBA9-1A726E527C7D}"/>
          </ac:inkMkLst>
        </pc:inkChg>
        <pc:inkChg chg="del mod">
          <ac:chgData name="Pi, Yalong" userId="c9a3dc08-26f0-490d-b190-2780270c58e1" providerId="ADAL" clId="{F398E26A-6AC4-4DD8-A7B3-CD9F6274E7E3}" dt="2025-04-13T22:26:07.462" v="4844"/>
          <ac:inkMkLst>
            <pc:docMk/>
            <pc:sldMk cId="2583448447" sldId="291"/>
            <ac:inkMk id="2235" creationId="{077F2F3D-B0EC-F427-E2E2-084E63D854FC}"/>
          </ac:inkMkLst>
        </pc:inkChg>
        <pc:inkChg chg="del mod">
          <ac:chgData name="Pi, Yalong" userId="c9a3dc08-26f0-490d-b190-2780270c58e1" providerId="ADAL" clId="{F398E26A-6AC4-4DD8-A7B3-CD9F6274E7E3}" dt="2025-04-13T22:26:07.466" v="4861"/>
          <ac:inkMkLst>
            <pc:docMk/>
            <pc:sldMk cId="2583448447" sldId="291"/>
            <ac:inkMk id="2236" creationId="{0F229A4B-B4DE-917E-470C-FADAB9A5E828}"/>
          </ac:inkMkLst>
        </pc:inkChg>
        <pc:inkChg chg="del mod">
          <ac:chgData name="Pi, Yalong" userId="c9a3dc08-26f0-490d-b190-2780270c58e1" providerId="ADAL" clId="{F398E26A-6AC4-4DD8-A7B3-CD9F6274E7E3}" dt="2025-04-13T22:26:07.464" v="4851"/>
          <ac:inkMkLst>
            <pc:docMk/>
            <pc:sldMk cId="2583448447" sldId="291"/>
            <ac:inkMk id="2238" creationId="{25D9138D-B0BE-AEB2-6C98-135054CD7625}"/>
          </ac:inkMkLst>
        </pc:inkChg>
        <pc:inkChg chg="del mod">
          <ac:chgData name="Pi, Yalong" userId="c9a3dc08-26f0-490d-b190-2780270c58e1" providerId="ADAL" clId="{F398E26A-6AC4-4DD8-A7B3-CD9F6274E7E3}" dt="2025-04-13T22:26:07.460" v="4836"/>
          <ac:inkMkLst>
            <pc:docMk/>
            <pc:sldMk cId="2583448447" sldId="291"/>
            <ac:inkMk id="2239" creationId="{40B0E8AC-0E0B-796D-3F6C-85A705E1B4DF}"/>
          </ac:inkMkLst>
        </pc:inkChg>
        <pc:inkChg chg="add mod">
          <ac:chgData name="Pi, Yalong" userId="c9a3dc08-26f0-490d-b190-2780270c58e1" providerId="ADAL" clId="{F398E26A-6AC4-4DD8-A7B3-CD9F6274E7E3}" dt="2025-04-13T22:33:53.132" v="5036"/>
          <ac:inkMkLst>
            <pc:docMk/>
            <pc:sldMk cId="2583448447" sldId="291"/>
            <ac:inkMk id="2240" creationId="{5DCE9A89-CEEB-78A3-9E80-9BEF40E736E5}"/>
          </ac:inkMkLst>
        </pc:inkChg>
        <pc:inkChg chg="del mod">
          <ac:chgData name="Pi, Yalong" userId="c9a3dc08-26f0-490d-b190-2780270c58e1" providerId="ADAL" clId="{F398E26A-6AC4-4DD8-A7B3-CD9F6274E7E3}" dt="2025-04-13T22:26:07.464" v="4855"/>
          <ac:inkMkLst>
            <pc:docMk/>
            <pc:sldMk cId="2583448447" sldId="291"/>
            <ac:inkMk id="2241" creationId="{E1CC84E5-BCCA-28C2-2880-8BBB82159CD9}"/>
          </ac:inkMkLst>
        </pc:inkChg>
        <pc:inkChg chg="mod">
          <ac:chgData name="Pi, Yalong" userId="c9a3dc08-26f0-490d-b190-2780270c58e1" providerId="ADAL" clId="{F398E26A-6AC4-4DD8-A7B3-CD9F6274E7E3}" dt="2025-04-13T22:25:50.990" v="4761"/>
          <ac:inkMkLst>
            <pc:docMk/>
            <pc:sldMk cId="2583448447" sldId="291"/>
            <ac:inkMk id="2242" creationId="{7D695DC7-1D6E-B7DB-A4B7-BD47C9DA809A}"/>
          </ac:inkMkLst>
        </pc:inkChg>
        <pc:inkChg chg="del mod">
          <ac:chgData name="Pi, Yalong" userId="c9a3dc08-26f0-490d-b190-2780270c58e1" providerId="ADAL" clId="{F398E26A-6AC4-4DD8-A7B3-CD9F6274E7E3}" dt="2025-04-13T22:26:07.466" v="4860"/>
          <ac:inkMkLst>
            <pc:docMk/>
            <pc:sldMk cId="2583448447" sldId="291"/>
            <ac:inkMk id="2243" creationId="{DB93383E-EE27-D7A2-AE71-A284DC63E28E}"/>
          </ac:inkMkLst>
        </pc:inkChg>
        <pc:inkChg chg="add mod">
          <ac:chgData name="Pi, Yalong" userId="c9a3dc08-26f0-490d-b190-2780270c58e1" providerId="ADAL" clId="{F398E26A-6AC4-4DD8-A7B3-CD9F6274E7E3}" dt="2025-04-13T22:33:53.132" v="5036"/>
          <ac:inkMkLst>
            <pc:docMk/>
            <pc:sldMk cId="2583448447" sldId="291"/>
            <ac:inkMk id="2244" creationId="{D446657E-8C0A-BE80-890C-C4D126DF4C7F}"/>
          </ac:inkMkLst>
        </pc:inkChg>
        <pc:inkChg chg="del">
          <ac:chgData name="Pi, Yalong" userId="c9a3dc08-26f0-490d-b190-2780270c58e1" providerId="ADAL" clId="{F398E26A-6AC4-4DD8-A7B3-CD9F6274E7E3}" dt="2025-04-13T22:26:02.150" v="4808"/>
          <ac:inkMkLst>
            <pc:docMk/>
            <pc:sldMk cId="2583448447" sldId="291"/>
            <ac:inkMk id="2245" creationId="{3F8404A6-1D6D-FCBD-EE09-21723D855170}"/>
          </ac:inkMkLst>
        </pc:inkChg>
        <pc:inkChg chg="del mod">
          <ac:chgData name="Pi, Yalong" userId="c9a3dc08-26f0-490d-b190-2780270c58e1" providerId="ADAL" clId="{F398E26A-6AC4-4DD8-A7B3-CD9F6274E7E3}" dt="2025-04-13T22:26:07.454" v="4819"/>
          <ac:inkMkLst>
            <pc:docMk/>
            <pc:sldMk cId="2583448447" sldId="291"/>
            <ac:inkMk id="2246" creationId="{B1E97826-DE95-84F6-1D33-417B2E3CE4D2}"/>
          </ac:inkMkLst>
        </pc:inkChg>
        <pc:inkChg chg="del mod">
          <ac:chgData name="Pi, Yalong" userId="c9a3dc08-26f0-490d-b190-2780270c58e1" providerId="ADAL" clId="{F398E26A-6AC4-4DD8-A7B3-CD9F6274E7E3}" dt="2025-04-13T22:26:02.146" v="4784"/>
          <ac:inkMkLst>
            <pc:docMk/>
            <pc:sldMk cId="2583448447" sldId="291"/>
            <ac:inkMk id="2247" creationId="{F637D29F-10E5-13FB-6353-C42B9FEF3BD6}"/>
          </ac:inkMkLst>
        </pc:inkChg>
        <pc:inkChg chg="del mod">
          <ac:chgData name="Pi, Yalong" userId="c9a3dc08-26f0-490d-b190-2780270c58e1" providerId="ADAL" clId="{F398E26A-6AC4-4DD8-A7B3-CD9F6274E7E3}" dt="2025-04-13T22:26:02.149" v="4805"/>
          <ac:inkMkLst>
            <pc:docMk/>
            <pc:sldMk cId="2583448447" sldId="291"/>
            <ac:inkMk id="2248" creationId="{530FA8FC-C452-8F4E-6C2C-12A6B12DAB22}"/>
          </ac:inkMkLst>
        </pc:inkChg>
        <pc:inkChg chg="del mod">
          <ac:chgData name="Pi, Yalong" userId="c9a3dc08-26f0-490d-b190-2780270c58e1" providerId="ADAL" clId="{F398E26A-6AC4-4DD8-A7B3-CD9F6274E7E3}" dt="2025-04-13T22:26:02.149" v="4802"/>
          <ac:inkMkLst>
            <pc:docMk/>
            <pc:sldMk cId="2583448447" sldId="291"/>
            <ac:inkMk id="2249" creationId="{6D0D6989-37E8-5CEC-F908-5300108F0C96}"/>
          </ac:inkMkLst>
        </pc:inkChg>
        <pc:inkChg chg="add mod">
          <ac:chgData name="Pi, Yalong" userId="c9a3dc08-26f0-490d-b190-2780270c58e1" providerId="ADAL" clId="{F398E26A-6AC4-4DD8-A7B3-CD9F6274E7E3}" dt="2025-04-13T22:33:53.132" v="5036"/>
          <ac:inkMkLst>
            <pc:docMk/>
            <pc:sldMk cId="2583448447" sldId="291"/>
            <ac:inkMk id="2250" creationId="{38D55EE7-CCFE-2A3C-EF56-1BAE7B95C754}"/>
          </ac:inkMkLst>
        </pc:inkChg>
        <pc:inkChg chg="del mod">
          <ac:chgData name="Pi, Yalong" userId="c9a3dc08-26f0-490d-b190-2780270c58e1" providerId="ADAL" clId="{F398E26A-6AC4-4DD8-A7B3-CD9F6274E7E3}" dt="2025-04-13T22:26:07.467" v="4868"/>
          <ac:inkMkLst>
            <pc:docMk/>
            <pc:sldMk cId="2583448447" sldId="291"/>
            <ac:inkMk id="2251" creationId="{103DCBEF-54AE-22CD-6DA4-93D2DD90389C}"/>
          </ac:inkMkLst>
        </pc:inkChg>
        <pc:inkChg chg="add mod">
          <ac:chgData name="Pi, Yalong" userId="c9a3dc08-26f0-490d-b190-2780270c58e1" providerId="ADAL" clId="{F398E26A-6AC4-4DD8-A7B3-CD9F6274E7E3}" dt="2025-04-13T22:34:00.963" v="5050"/>
          <ac:inkMkLst>
            <pc:docMk/>
            <pc:sldMk cId="2583448447" sldId="291"/>
            <ac:inkMk id="2254" creationId="{88738F71-8432-65A6-EC07-7F7207876A1C}"/>
          </ac:inkMkLst>
        </pc:inkChg>
        <pc:inkChg chg="add">
          <ac:chgData name="Pi, Yalong" userId="c9a3dc08-26f0-490d-b190-2780270c58e1" providerId="ADAL" clId="{F398E26A-6AC4-4DD8-A7B3-CD9F6274E7E3}" dt="2025-04-13T22:33:55.398" v="5038" actId="9405"/>
          <ac:inkMkLst>
            <pc:docMk/>
            <pc:sldMk cId="2583448447" sldId="291"/>
            <ac:inkMk id="2255" creationId="{21EE0F9C-E5D0-D00F-221E-6124C93D68FE}"/>
          </ac:inkMkLst>
        </pc:inkChg>
        <pc:inkChg chg="add">
          <ac:chgData name="Pi, Yalong" userId="c9a3dc08-26f0-490d-b190-2780270c58e1" providerId="ADAL" clId="{F398E26A-6AC4-4DD8-A7B3-CD9F6274E7E3}" dt="2025-04-13T22:33:55.848" v="5039" actId="9405"/>
          <ac:inkMkLst>
            <pc:docMk/>
            <pc:sldMk cId="2583448447" sldId="291"/>
            <ac:inkMk id="2256" creationId="{0499CF64-E310-DF4E-A925-4E4201A0A577}"/>
          </ac:inkMkLst>
        </pc:inkChg>
        <pc:inkChg chg="add">
          <ac:chgData name="Pi, Yalong" userId="c9a3dc08-26f0-490d-b190-2780270c58e1" providerId="ADAL" clId="{F398E26A-6AC4-4DD8-A7B3-CD9F6274E7E3}" dt="2025-04-13T22:33:56.361" v="5040" actId="9405"/>
          <ac:inkMkLst>
            <pc:docMk/>
            <pc:sldMk cId="2583448447" sldId="291"/>
            <ac:inkMk id="2257" creationId="{8BE5E72B-8BF3-2318-C0D8-3A3D1377EA05}"/>
          </ac:inkMkLst>
        </pc:inkChg>
        <pc:inkChg chg="add mod">
          <ac:chgData name="Pi, Yalong" userId="c9a3dc08-26f0-490d-b190-2780270c58e1" providerId="ADAL" clId="{F398E26A-6AC4-4DD8-A7B3-CD9F6274E7E3}" dt="2025-04-13T22:34:00.963" v="5050"/>
          <ac:inkMkLst>
            <pc:docMk/>
            <pc:sldMk cId="2583448447" sldId="291"/>
            <ac:inkMk id="2258" creationId="{0DA4DBBB-D6CD-464D-2117-A7369E48E063}"/>
          </ac:inkMkLst>
        </pc:inkChg>
        <pc:inkChg chg="add">
          <ac:chgData name="Pi, Yalong" userId="c9a3dc08-26f0-490d-b190-2780270c58e1" providerId="ADAL" clId="{F398E26A-6AC4-4DD8-A7B3-CD9F6274E7E3}" dt="2025-04-13T22:33:57.636" v="5042" actId="9405"/>
          <ac:inkMkLst>
            <pc:docMk/>
            <pc:sldMk cId="2583448447" sldId="291"/>
            <ac:inkMk id="2259" creationId="{51C6DE21-C0D6-3FA4-7232-984A85FB405E}"/>
          </ac:inkMkLst>
        </pc:inkChg>
        <pc:inkChg chg="add">
          <ac:chgData name="Pi, Yalong" userId="c9a3dc08-26f0-490d-b190-2780270c58e1" providerId="ADAL" clId="{F398E26A-6AC4-4DD8-A7B3-CD9F6274E7E3}" dt="2025-04-13T22:33:58.242" v="5043" actId="9405"/>
          <ac:inkMkLst>
            <pc:docMk/>
            <pc:sldMk cId="2583448447" sldId="291"/>
            <ac:inkMk id="2260" creationId="{E4773BA7-3B18-25D6-8143-B59503F8FCE9}"/>
          </ac:inkMkLst>
        </pc:inkChg>
        <pc:inkChg chg="del mod">
          <ac:chgData name="Pi, Yalong" userId="c9a3dc08-26f0-490d-b190-2780270c58e1" providerId="ADAL" clId="{F398E26A-6AC4-4DD8-A7B3-CD9F6274E7E3}" dt="2025-04-13T22:26:02.148" v="4794"/>
          <ac:inkMkLst>
            <pc:docMk/>
            <pc:sldMk cId="2583448447" sldId="291"/>
            <ac:inkMk id="2261" creationId="{E23A3B67-682D-1022-CE63-04079367DED8}"/>
          </ac:inkMkLst>
        </pc:inkChg>
        <pc:inkChg chg="add mod">
          <ac:chgData name="Pi, Yalong" userId="c9a3dc08-26f0-490d-b190-2780270c58e1" providerId="ADAL" clId="{F398E26A-6AC4-4DD8-A7B3-CD9F6274E7E3}" dt="2025-04-13T22:34:05.424" v="5055"/>
          <ac:inkMkLst>
            <pc:docMk/>
            <pc:sldMk cId="2583448447" sldId="291"/>
            <ac:inkMk id="2263" creationId="{4EB9087C-54B4-2860-9EDA-C15C072D5DF2}"/>
          </ac:inkMkLst>
        </pc:inkChg>
        <pc:inkChg chg="del mod">
          <ac:chgData name="Pi, Yalong" userId="c9a3dc08-26f0-490d-b190-2780270c58e1" providerId="ADAL" clId="{F398E26A-6AC4-4DD8-A7B3-CD9F6274E7E3}" dt="2025-04-13T22:26:27.312" v="4934"/>
          <ac:inkMkLst>
            <pc:docMk/>
            <pc:sldMk cId="2583448447" sldId="291"/>
            <ac:inkMk id="2264" creationId="{EFBAB4AA-E785-E62D-508F-19DBB8B01205}"/>
          </ac:inkMkLst>
        </pc:inkChg>
        <pc:inkChg chg="del mod">
          <ac:chgData name="Pi, Yalong" userId="c9a3dc08-26f0-490d-b190-2780270c58e1" providerId="ADAL" clId="{F398E26A-6AC4-4DD8-A7B3-CD9F6274E7E3}" dt="2025-04-13T22:26:27.311" v="4926"/>
          <ac:inkMkLst>
            <pc:docMk/>
            <pc:sldMk cId="2583448447" sldId="291"/>
            <ac:inkMk id="2265" creationId="{EE7D2683-1F89-158D-40E3-4B13848217B7}"/>
          </ac:inkMkLst>
        </pc:inkChg>
        <pc:inkChg chg="del mod">
          <ac:chgData name="Pi, Yalong" userId="c9a3dc08-26f0-490d-b190-2780270c58e1" providerId="ADAL" clId="{F398E26A-6AC4-4DD8-A7B3-CD9F6274E7E3}" dt="2025-04-13T22:26:07.462" v="4843"/>
          <ac:inkMkLst>
            <pc:docMk/>
            <pc:sldMk cId="2583448447" sldId="291"/>
            <ac:inkMk id="2266" creationId="{75A586FF-E7CD-9348-F965-AC893B211173}"/>
          </ac:inkMkLst>
        </pc:inkChg>
        <pc:inkChg chg="add">
          <ac:chgData name="Pi, Yalong" userId="c9a3dc08-26f0-490d-b190-2780270c58e1" providerId="ADAL" clId="{F398E26A-6AC4-4DD8-A7B3-CD9F6274E7E3}" dt="2025-04-13T22:33:58.817" v="5045" actId="9405"/>
          <ac:inkMkLst>
            <pc:docMk/>
            <pc:sldMk cId="2583448447" sldId="291"/>
            <ac:inkMk id="2268" creationId="{B0F2F3BB-61FF-945D-5C49-2462D58EAD6D}"/>
          </ac:inkMkLst>
        </pc:inkChg>
        <pc:inkChg chg="del mod">
          <ac:chgData name="Pi, Yalong" userId="c9a3dc08-26f0-490d-b190-2780270c58e1" providerId="ADAL" clId="{F398E26A-6AC4-4DD8-A7B3-CD9F6274E7E3}" dt="2025-04-13T22:26:27.317" v="4961"/>
          <ac:inkMkLst>
            <pc:docMk/>
            <pc:sldMk cId="2583448447" sldId="291"/>
            <ac:inkMk id="2269" creationId="{DABD754D-D100-7FFF-8EE3-88BB1FFD56FC}"/>
          </ac:inkMkLst>
        </pc:inkChg>
        <pc:inkChg chg="add mod">
          <ac:chgData name="Pi, Yalong" userId="c9a3dc08-26f0-490d-b190-2780270c58e1" providerId="ADAL" clId="{F398E26A-6AC4-4DD8-A7B3-CD9F6274E7E3}" dt="2025-04-13T22:34:05.424" v="5055"/>
          <ac:inkMkLst>
            <pc:docMk/>
            <pc:sldMk cId="2583448447" sldId="291"/>
            <ac:inkMk id="2270" creationId="{C6F487B6-D4F3-9552-0D83-17817F88D520}"/>
          </ac:inkMkLst>
        </pc:inkChg>
        <pc:inkChg chg="add">
          <ac:chgData name="Pi, Yalong" userId="c9a3dc08-26f0-490d-b190-2780270c58e1" providerId="ADAL" clId="{F398E26A-6AC4-4DD8-A7B3-CD9F6274E7E3}" dt="2025-04-13T22:33:59.250" v="5047" actId="9405"/>
          <ac:inkMkLst>
            <pc:docMk/>
            <pc:sldMk cId="2583448447" sldId="291"/>
            <ac:inkMk id="2271" creationId="{3412DDB0-584F-9AEF-54AE-D824CD31E496}"/>
          </ac:inkMkLst>
        </pc:inkChg>
        <pc:inkChg chg="add mod">
          <ac:chgData name="Pi, Yalong" userId="c9a3dc08-26f0-490d-b190-2780270c58e1" providerId="ADAL" clId="{F398E26A-6AC4-4DD8-A7B3-CD9F6274E7E3}" dt="2025-04-13T22:34:05.424" v="5055"/>
          <ac:inkMkLst>
            <pc:docMk/>
            <pc:sldMk cId="2583448447" sldId="291"/>
            <ac:inkMk id="2272" creationId="{957DB5EB-DA38-7669-4CFD-98F112A4BE9F}"/>
          </ac:inkMkLst>
        </pc:inkChg>
        <pc:inkChg chg="del">
          <ac:chgData name="Pi, Yalong" userId="c9a3dc08-26f0-490d-b190-2780270c58e1" providerId="ADAL" clId="{F398E26A-6AC4-4DD8-A7B3-CD9F6274E7E3}" dt="2025-04-13T22:26:27.307" v="4909"/>
          <ac:inkMkLst>
            <pc:docMk/>
            <pc:sldMk cId="2583448447" sldId="291"/>
            <ac:inkMk id="2273" creationId="{BF93ABCE-DB3A-C746-987D-96E6445F5900}"/>
          </ac:inkMkLst>
        </pc:inkChg>
        <pc:inkChg chg="del mod">
          <ac:chgData name="Pi, Yalong" userId="c9a3dc08-26f0-490d-b190-2780270c58e1" providerId="ADAL" clId="{F398E26A-6AC4-4DD8-A7B3-CD9F6274E7E3}" dt="2025-04-13T22:26:27.309" v="4917"/>
          <ac:inkMkLst>
            <pc:docMk/>
            <pc:sldMk cId="2583448447" sldId="291"/>
            <ac:inkMk id="2274" creationId="{C6071374-A6BF-9CDE-E0F6-786DD204D901}"/>
          </ac:inkMkLst>
        </pc:inkChg>
        <pc:inkChg chg="del mod">
          <ac:chgData name="Pi, Yalong" userId="c9a3dc08-26f0-490d-b190-2780270c58e1" providerId="ADAL" clId="{F398E26A-6AC4-4DD8-A7B3-CD9F6274E7E3}" dt="2025-04-13T22:26:27.315" v="4953"/>
          <ac:inkMkLst>
            <pc:docMk/>
            <pc:sldMk cId="2583448447" sldId="291"/>
            <ac:inkMk id="2275" creationId="{85EEFD7D-AE48-CD1E-41B8-94FE241D7A54}"/>
          </ac:inkMkLst>
        </pc:inkChg>
        <pc:inkChg chg="del mod">
          <ac:chgData name="Pi, Yalong" userId="c9a3dc08-26f0-490d-b190-2780270c58e1" providerId="ADAL" clId="{F398E26A-6AC4-4DD8-A7B3-CD9F6274E7E3}" dt="2025-04-13T22:26:27.309" v="4921"/>
          <ac:inkMkLst>
            <pc:docMk/>
            <pc:sldMk cId="2583448447" sldId="291"/>
            <ac:inkMk id="2276" creationId="{4D5F36D3-222D-FA1C-9B32-5A58DA335B47}"/>
          </ac:inkMkLst>
        </pc:inkChg>
        <pc:inkChg chg="add">
          <ac:chgData name="Pi, Yalong" userId="c9a3dc08-26f0-490d-b190-2780270c58e1" providerId="ADAL" clId="{F398E26A-6AC4-4DD8-A7B3-CD9F6274E7E3}" dt="2025-04-13T22:34:00.185" v="5049" actId="9405"/>
          <ac:inkMkLst>
            <pc:docMk/>
            <pc:sldMk cId="2583448447" sldId="291"/>
            <ac:inkMk id="2277" creationId="{63E31CD4-34AA-80B2-A50F-0CB8DB3B3CA4}"/>
          </ac:inkMkLst>
        </pc:inkChg>
        <pc:inkChg chg="del">
          <ac:chgData name="Pi, Yalong" userId="c9a3dc08-26f0-490d-b190-2780270c58e1" providerId="ADAL" clId="{F398E26A-6AC4-4DD8-A7B3-CD9F6274E7E3}" dt="2025-04-13T22:26:27.316" v="4957"/>
          <ac:inkMkLst>
            <pc:docMk/>
            <pc:sldMk cId="2583448447" sldId="291"/>
            <ac:inkMk id="2279" creationId="{B0088D5C-5CAD-C6B3-898E-D43016CDA02D}"/>
          </ac:inkMkLst>
        </pc:inkChg>
        <pc:inkChg chg="add mod">
          <ac:chgData name="Pi, Yalong" userId="c9a3dc08-26f0-490d-b190-2780270c58e1" providerId="ADAL" clId="{F398E26A-6AC4-4DD8-A7B3-CD9F6274E7E3}" dt="2025-04-13T22:34:05.424" v="5055"/>
          <ac:inkMkLst>
            <pc:docMk/>
            <pc:sldMk cId="2583448447" sldId="291"/>
            <ac:inkMk id="2282" creationId="{40330E5B-5F2C-716B-3177-7E743CE971AE}"/>
          </ac:inkMkLst>
        </pc:inkChg>
        <pc:inkChg chg="add">
          <ac:chgData name="Pi, Yalong" userId="c9a3dc08-26f0-490d-b190-2780270c58e1" providerId="ADAL" clId="{F398E26A-6AC4-4DD8-A7B3-CD9F6274E7E3}" dt="2025-04-13T22:34:03.428" v="5052" actId="9405"/>
          <ac:inkMkLst>
            <pc:docMk/>
            <pc:sldMk cId="2583448447" sldId="291"/>
            <ac:inkMk id="2283" creationId="{2AC9D9C9-A6E8-61E4-E791-1D99E81955A7}"/>
          </ac:inkMkLst>
        </pc:inkChg>
        <pc:inkChg chg="add">
          <ac:chgData name="Pi, Yalong" userId="c9a3dc08-26f0-490d-b190-2780270c58e1" providerId="ADAL" clId="{F398E26A-6AC4-4DD8-A7B3-CD9F6274E7E3}" dt="2025-04-13T22:34:03.804" v="5053" actId="9405"/>
          <ac:inkMkLst>
            <pc:docMk/>
            <pc:sldMk cId="2583448447" sldId="291"/>
            <ac:inkMk id="2284" creationId="{C25B4C81-55A7-E717-D2BB-759E3D7CD94F}"/>
          </ac:inkMkLst>
        </pc:inkChg>
        <pc:inkChg chg="add">
          <ac:chgData name="Pi, Yalong" userId="c9a3dc08-26f0-490d-b190-2780270c58e1" providerId="ADAL" clId="{F398E26A-6AC4-4DD8-A7B3-CD9F6274E7E3}" dt="2025-04-13T22:34:04.459" v="5054" actId="9405"/>
          <ac:inkMkLst>
            <pc:docMk/>
            <pc:sldMk cId="2583448447" sldId="291"/>
            <ac:inkMk id="2285" creationId="{C7561B62-CA4D-27A7-3B4E-341BCC573211}"/>
          </ac:inkMkLst>
        </pc:inkChg>
        <pc:inkChg chg="add mod">
          <ac:chgData name="Pi, Yalong" userId="c9a3dc08-26f0-490d-b190-2780270c58e1" providerId="ADAL" clId="{F398E26A-6AC4-4DD8-A7B3-CD9F6274E7E3}" dt="2025-04-13T22:34:11.845" v="5063"/>
          <ac:inkMkLst>
            <pc:docMk/>
            <pc:sldMk cId="2583448447" sldId="291"/>
            <ac:inkMk id="2288" creationId="{B7952F01-E2DD-C3B0-5AE5-E18B68111531}"/>
          </ac:inkMkLst>
        </pc:inkChg>
        <pc:inkChg chg="add mod">
          <ac:chgData name="Pi, Yalong" userId="c9a3dc08-26f0-490d-b190-2780270c58e1" providerId="ADAL" clId="{F398E26A-6AC4-4DD8-A7B3-CD9F6274E7E3}" dt="2025-04-13T22:34:11.845" v="5063"/>
          <ac:inkMkLst>
            <pc:docMk/>
            <pc:sldMk cId="2583448447" sldId="291"/>
            <ac:inkMk id="2289" creationId="{3930E6F7-576B-4722-A379-52786404FC8B}"/>
          </ac:inkMkLst>
        </pc:inkChg>
        <pc:inkChg chg="add mod">
          <ac:chgData name="Pi, Yalong" userId="c9a3dc08-26f0-490d-b190-2780270c58e1" providerId="ADAL" clId="{F398E26A-6AC4-4DD8-A7B3-CD9F6274E7E3}" dt="2025-04-13T22:34:11.845" v="5063"/>
          <ac:inkMkLst>
            <pc:docMk/>
            <pc:sldMk cId="2583448447" sldId="291"/>
            <ac:inkMk id="2290" creationId="{AFB8580C-EC10-4264-135C-43F837A43E02}"/>
          </ac:inkMkLst>
        </pc:inkChg>
        <pc:inkChg chg="add mod">
          <ac:chgData name="Pi, Yalong" userId="c9a3dc08-26f0-490d-b190-2780270c58e1" providerId="ADAL" clId="{F398E26A-6AC4-4DD8-A7B3-CD9F6274E7E3}" dt="2025-04-13T22:34:11.845" v="5063"/>
          <ac:inkMkLst>
            <pc:docMk/>
            <pc:sldMk cId="2583448447" sldId="291"/>
            <ac:inkMk id="2291" creationId="{82CBB41F-3120-C0D1-C54A-7DE449679A3E}"/>
          </ac:inkMkLst>
        </pc:inkChg>
        <pc:inkChg chg="add mod">
          <ac:chgData name="Pi, Yalong" userId="c9a3dc08-26f0-490d-b190-2780270c58e1" providerId="ADAL" clId="{F398E26A-6AC4-4DD8-A7B3-CD9F6274E7E3}" dt="2025-04-13T22:34:11.845" v="5063"/>
          <ac:inkMkLst>
            <pc:docMk/>
            <pc:sldMk cId="2583448447" sldId="291"/>
            <ac:inkMk id="2292" creationId="{81D0E557-0419-5C66-19F9-38AD1A0BDBF6}"/>
          </ac:inkMkLst>
        </pc:inkChg>
        <pc:inkChg chg="add mod">
          <ac:chgData name="Pi, Yalong" userId="c9a3dc08-26f0-490d-b190-2780270c58e1" providerId="ADAL" clId="{F398E26A-6AC4-4DD8-A7B3-CD9F6274E7E3}" dt="2025-04-13T22:34:11.845" v="5063"/>
          <ac:inkMkLst>
            <pc:docMk/>
            <pc:sldMk cId="2583448447" sldId="291"/>
            <ac:inkMk id="2293" creationId="{BD6A7A87-8E6A-669F-F688-B92342BC2845}"/>
          </ac:inkMkLst>
        </pc:inkChg>
        <pc:inkChg chg="add mod">
          <ac:chgData name="Pi, Yalong" userId="c9a3dc08-26f0-490d-b190-2780270c58e1" providerId="ADAL" clId="{F398E26A-6AC4-4DD8-A7B3-CD9F6274E7E3}" dt="2025-04-13T22:34:11.845" v="5063"/>
          <ac:inkMkLst>
            <pc:docMk/>
            <pc:sldMk cId="2583448447" sldId="291"/>
            <ac:inkMk id="2294" creationId="{5014B425-1B28-35B6-0BCA-CB9AA58F6488}"/>
          </ac:inkMkLst>
        </pc:inkChg>
        <pc:inkChg chg="add mod">
          <ac:chgData name="Pi, Yalong" userId="c9a3dc08-26f0-490d-b190-2780270c58e1" providerId="ADAL" clId="{F398E26A-6AC4-4DD8-A7B3-CD9F6274E7E3}" dt="2025-04-13T22:43:41.822" v="5109"/>
          <ac:inkMkLst>
            <pc:docMk/>
            <pc:sldMk cId="2583448447" sldId="291"/>
            <ac:inkMk id="2296" creationId="{9DDA78F9-8D49-BB2B-3D7F-55BAE0F3DD0C}"/>
          </ac:inkMkLst>
        </pc:inkChg>
        <pc:inkChg chg="add mod">
          <ac:chgData name="Pi, Yalong" userId="c9a3dc08-26f0-490d-b190-2780270c58e1" providerId="ADAL" clId="{F398E26A-6AC4-4DD8-A7B3-CD9F6274E7E3}" dt="2025-04-13T22:43:41.822" v="5109"/>
          <ac:inkMkLst>
            <pc:docMk/>
            <pc:sldMk cId="2583448447" sldId="291"/>
            <ac:inkMk id="2297" creationId="{CEF0AC52-9F90-4E9D-E8BA-0A553FF51532}"/>
          </ac:inkMkLst>
        </pc:inkChg>
        <pc:inkChg chg="add mod">
          <ac:chgData name="Pi, Yalong" userId="c9a3dc08-26f0-490d-b190-2780270c58e1" providerId="ADAL" clId="{F398E26A-6AC4-4DD8-A7B3-CD9F6274E7E3}" dt="2025-04-13T22:43:26.151" v="5079"/>
          <ac:inkMkLst>
            <pc:docMk/>
            <pc:sldMk cId="2583448447" sldId="291"/>
            <ac:inkMk id="2298" creationId="{BB02EE81-FC05-B987-EFC8-620EBFD98DDC}"/>
          </ac:inkMkLst>
        </pc:inkChg>
        <pc:inkChg chg="add mod">
          <ac:chgData name="Pi, Yalong" userId="c9a3dc08-26f0-490d-b190-2780270c58e1" providerId="ADAL" clId="{F398E26A-6AC4-4DD8-A7B3-CD9F6274E7E3}" dt="2025-04-13T22:43:27.180" v="5081"/>
          <ac:inkMkLst>
            <pc:docMk/>
            <pc:sldMk cId="2583448447" sldId="291"/>
            <ac:inkMk id="2299" creationId="{6F55FA2B-2B75-17E4-51E2-9F9654C36388}"/>
          </ac:inkMkLst>
        </pc:inkChg>
        <pc:inkChg chg="add mod">
          <ac:chgData name="Pi, Yalong" userId="c9a3dc08-26f0-490d-b190-2780270c58e1" providerId="ADAL" clId="{F398E26A-6AC4-4DD8-A7B3-CD9F6274E7E3}" dt="2025-04-13T22:43:18.973" v="5074"/>
          <ac:inkMkLst>
            <pc:docMk/>
            <pc:sldMk cId="2583448447" sldId="291"/>
            <ac:inkMk id="2300" creationId="{CB56CABD-9E38-9CFB-6244-4C9DCA679B67}"/>
          </ac:inkMkLst>
        </pc:inkChg>
        <pc:inkChg chg="add mod">
          <ac:chgData name="Pi, Yalong" userId="c9a3dc08-26f0-490d-b190-2780270c58e1" providerId="ADAL" clId="{F398E26A-6AC4-4DD8-A7B3-CD9F6274E7E3}" dt="2025-04-13T22:43:23.059" v="5076"/>
          <ac:inkMkLst>
            <pc:docMk/>
            <pc:sldMk cId="2583448447" sldId="291"/>
            <ac:inkMk id="2301" creationId="{7C719C55-9A38-9A04-82E6-30CAFE93438A}"/>
          </ac:inkMkLst>
        </pc:inkChg>
        <pc:inkChg chg="add mod">
          <ac:chgData name="Pi, Yalong" userId="c9a3dc08-26f0-490d-b190-2780270c58e1" providerId="ADAL" clId="{F398E26A-6AC4-4DD8-A7B3-CD9F6274E7E3}" dt="2025-04-13T22:43:41.822" v="5109"/>
          <ac:inkMkLst>
            <pc:docMk/>
            <pc:sldMk cId="2583448447" sldId="291"/>
            <ac:inkMk id="2302" creationId="{B6B5B360-B3DC-EBAB-1BDD-37269B045262}"/>
          </ac:inkMkLst>
        </pc:inkChg>
        <pc:inkChg chg="add mod">
          <ac:chgData name="Pi, Yalong" userId="c9a3dc08-26f0-490d-b190-2780270c58e1" providerId="ADAL" clId="{F398E26A-6AC4-4DD8-A7B3-CD9F6274E7E3}" dt="2025-04-13T22:43:17.602" v="5072"/>
          <ac:inkMkLst>
            <pc:docMk/>
            <pc:sldMk cId="2583448447" sldId="291"/>
            <ac:inkMk id="2303" creationId="{F93BF425-49BA-2CAF-240E-CF4364C0B236}"/>
          </ac:inkMkLst>
        </pc:inkChg>
        <pc:inkChg chg="add mod">
          <ac:chgData name="Pi, Yalong" userId="c9a3dc08-26f0-490d-b190-2780270c58e1" providerId="ADAL" clId="{F398E26A-6AC4-4DD8-A7B3-CD9F6274E7E3}" dt="2025-04-13T22:43:41.822" v="5109"/>
          <ac:inkMkLst>
            <pc:docMk/>
            <pc:sldMk cId="2583448447" sldId="291"/>
            <ac:inkMk id="2306" creationId="{EE166F57-56F6-00FB-3EDD-3126E961C195}"/>
          </ac:inkMkLst>
        </pc:inkChg>
        <pc:inkChg chg="add mod">
          <ac:chgData name="Pi, Yalong" userId="c9a3dc08-26f0-490d-b190-2780270c58e1" providerId="ADAL" clId="{F398E26A-6AC4-4DD8-A7B3-CD9F6274E7E3}" dt="2025-04-13T22:43:27.180" v="5081"/>
          <ac:inkMkLst>
            <pc:docMk/>
            <pc:sldMk cId="2583448447" sldId="291"/>
            <ac:inkMk id="2308" creationId="{DCE2CDAA-567C-FD58-30F7-3D358282F6F7}"/>
          </ac:inkMkLst>
        </pc:inkChg>
        <pc:inkChg chg="add mod">
          <ac:chgData name="Pi, Yalong" userId="c9a3dc08-26f0-490d-b190-2780270c58e1" providerId="ADAL" clId="{F398E26A-6AC4-4DD8-A7B3-CD9F6274E7E3}" dt="2025-04-13T22:43:41.822" v="5109"/>
          <ac:inkMkLst>
            <pc:docMk/>
            <pc:sldMk cId="2583448447" sldId="291"/>
            <ac:inkMk id="2310" creationId="{4B927F01-E51C-B8C2-1B43-B090093C273E}"/>
          </ac:inkMkLst>
        </pc:inkChg>
        <pc:inkChg chg="add mod">
          <ac:chgData name="Pi, Yalong" userId="c9a3dc08-26f0-490d-b190-2780270c58e1" providerId="ADAL" clId="{F398E26A-6AC4-4DD8-A7B3-CD9F6274E7E3}" dt="2025-04-13T22:43:26.151" v="5079"/>
          <ac:inkMkLst>
            <pc:docMk/>
            <pc:sldMk cId="2583448447" sldId="291"/>
            <ac:inkMk id="2311" creationId="{24607447-5AB6-39F7-769A-921EEB924E81}"/>
          </ac:inkMkLst>
        </pc:inkChg>
        <pc:inkChg chg="add mod">
          <ac:chgData name="Pi, Yalong" userId="c9a3dc08-26f0-490d-b190-2780270c58e1" providerId="ADAL" clId="{F398E26A-6AC4-4DD8-A7B3-CD9F6274E7E3}" dt="2025-04-13T22:43:27.180" v="5081"/>
          <ac:inkMkLst>
            <pc:docMk/>
            <pc:sldMk cId="2583448447" sldId="291"/>
            <ac:inkMk id="2313" creationId="{BC7FB77D-76FF-08E7-CC39-78E838DDD825}"/>
          </ac:inkMkLst>
        </pc:inkChg>
        <pc:inkChg chg="add">
          <ac:chgData name="Pi, Yalong" userId="c9a3dc08-26f0-490d-b190-2780270c58e1" providerId="ADAL" clId="{F398E26A-6AC4-4DD8-A7B3-CD9F6274E7E3}" dt="2025-04-13T22:43:27.415" v="5082" actId="9405"/>
          <ac:inkMkLst>
            <pc:docMk/>
            <pc:sldMk cId="2583448447" sldId="291"/>
            <ac:inkMk id="2315" creationId="{91CF5D9B-CA10-AE1B-6C2A-7987ABB0CA82}"/>
          </ac:inkMkLst>
        </pc:inkChg>
        <pc:inkChg chg="add mod">
          <ac:chgData name="Pi, Yalong" userId="c9a3dc08-26f0-490d-b190-2780270c58e1" providerId="ADAL" clId="{F398E26A-6AC4-4DD8-A7B3-CD9F6274E7E3}" dt="2025-04-13T22:43:33.777" v="5092"/>
          <ac:inkMkLst>
            <pc:docMk/>
            <pc:sldMk cId="2583448447" sldId="291"/>
            <ac:inkMk id="2316" creationId="{0BBADCAB-84A7-3D1B-E766-6BCE93D2BE29}"/>
          </ac:inkMkLst>
        </pc:inkChg>
        <pc:inkChg chg="add mod">
          <ac:chgData name="Pi, Yalong" userId="c9a3dc08-26f0-490d-b190-2780270c58e1" providerId="ADAL" clId="{F398E26A-6AC4-4DD8-A7B3-CD9F6274E7E3}" dt="2025-04-13T22:43:41.822" v="5109"/>
          <ac:inkMkLst>
            <pc:docMk/>
            <pc:sldMk cId="2583448447" sldId="291"/>
            <ac:inkMk id="2317" creationId="{8F427086-2B29-3375-720A-C6C3957092A8}"/>
          </ac:inkMkLst>
        </pc:inkChg>
        <pc:inkChg chg="del mod">
          <ac:chgData name="Pi, Yalong" userId="c9a3dc08-26f0-490d-b190-2780270c58e1" providerId="ADAL" clId="{F398E26A-6AC4-4DD8-A7B3-CD9F6274E7E3}" dt="2025-04-13T22:26:07.461" v="4841"/>
          <ac:inkMkLst>
            <pc:docMk/>
            <pc:sldMk cId="2583448447" sldId="291"/>
            <ac:inkMk id="2319" creationId="{53E938E1-8A3A-8A85-1AF4-481F659EA98F}"/>
          </ac:inkMkLst>
        </pc:inkChg>
        <pc:inkChg chg="del">
          <ac:chgData name="Pi, Yalong" userId="c9a3dc08-26f0-490d-b190-2780270c58e1" providerId="ADAL" clId="{F398E26A-6AC4-4DD8-A7B3-CD9F6274E7E3}" dt="2025-04-13T22:26:07.467" v="4866"/>
          <ac:inkMkLst>
            <pc:docMk/>
            <pc:sldMk cId="2583448447" sldId="291"/>
            <ac:inkMk id="2324" creationId="{16BF8782-1512-817A-E5BF-0B5635E2833E}"/>
          </ac:inkMkLst>
        </pc:inkChg>
        <pc:inkChg chg="del mod">
          <ac:chgData name="Pi, Yalong" userId="c9a3dc08-26f0-490d-b190-2780270c58e1" providerId="ADAL" clId="{F398E26A-6AC4-4DD8-A7B3-CD9F6274E7E3}" dt="2025-04-13T22:26:07.465" v="4856"/>
          <ac:inkMkLst>
            <pc:docMk/>
            <pc:sldMk cId="2583448447" sldId="291"/>
            <ac:inkMk id="2326" creationId="{BC270AA5-A494-1B42-74A7-688EDF3A364D}"/>
          </ac:inkMkLst>
        </pc:inkChg>
        <pc:inkChg chg="mod">
          <ac:chgData name="Pi, Yalong" userId="c9a3dc08-26f0-490d-b190-2780270c58e1" providerId="ADAL" clId="{F398E26A-6AC4-4DD8-A7B3-CD9F6274E7E3}" dt="2025-04-13T22:26:02.147" v="4790"/>
          <ac:inkMkLst>
            <pc:docMk/>
            <pc:sldMk cId="2583448447" sldId="291"/>
            <ac:inkMk id="2327" creationId="{FE8437C3-B619-332A-E20A-14F702F62782}"/>
          </ac:inkMkLst>
        </pc:inkChg>
        <pc:inkChg chg="add">
          <ac:chgData name="Pi, Yalong" userId="c9a3dc08-26f0-490d-b190-2780270c58e1" providerId="ADAL" clId="{F398E26A-6AC4-4DD8-A7B3-CD9F6274E7E3}" dt="2025-04-13T22:43:28.117" v="5085" actId="9405"/>
          <ac:inkMkLst>
            <pc:docMk/>
            <pc:sldMk cId="2583448447" sldId="291"/>
            <ac:inkMk id="2330" creationId="{0C611564-4C23-B158-7EAA-53A884521D6C}"/>
          </ac:inkMkLst>
        </pc:inkChg>
        <pc:inkChg chg="add">
          <ac:chgData name="Pi, Yalong" userId="c9a3dc08-26f0-490d-b190-2780270c58e1" providerId="ADAL" clId="{F398E26A-6AC4-4DD8-A7B3-CD9F6274E7E3}" dt="2025-04-13T22:43:28.532" v="5086" actId="9405"/>
          <ac:inkMkLst>
            <pc:docMk/>
            <pc:sldMk cId="2583448447" sldId="291"/>
            <ac:inkMk id="2331" creationId="{2A1E7878-941D-DC10-92CC-68294846C757}"/>
          </ac:inkMkLst>
        </pc:inkChg>
        <pc:inkChg chg="add mod">
          <ac:chgData name="Pi, Yalong" userId="c9a3dc08-26f0-490d-b190-2780270c58e1" providerId="ADAL" clId="{F398E26A-6AC4-4DD8-A7B3-CD9F6274E7E3}" dt="2025-04-13T22:43:29.869" v="5088"/>
          <ac:inkMkLst>
            <pc:docMk/>
            <pc:sldMk cId="2583448447" sldId="291"/>
            <ac:inkMk id="2332" creationId="{4871078B-0041-69F2-C404-471477992CEA}"/>
          </ac:inkMkLst>
        </pc:inkChg>
        <pc:inkChg chg="add mod">
          <ac:chgData name="Pi, Yalong" userId="c9a3dc08-26f0-490d-b190-2780270c58e1" providerId="ADAL" clId="{F398E26A-6AC4-4DD8-A7B3-CD9F6274E7E3}" dt="2025-04-13T22:43:36.632" v="5098"/>
          <ac:inkMkLst>
            <pc:docMk/>
            <pc:sldMk cId="2583448447" sldId="291"/>
            <ac:inkMk id="2334" creationId="{E6D6875F-0F9E-6B53-5AB3-7D8CC1F44531}"/>
          </ac:inkMkLst>
        </pc:inkChg>
        <pc:inkChg chg="add">
          <ac:chgData name="Pi, Yalong" userId="c9a3dc08-26f0-490d-b190-2780270c58e1" providerId="ADAL" clId="{F398E26A-6AC4-4DD8-A7B3-CD9F6274E7E3}" dt="2025-04-13T22:43:32.329" v="5090" actId="9405"/>
          <ac:inkMkLst>
            <pc:docMk/>
            <pc:sldMk cId="2583448447" sldId="291"/>
            <ac:inkMk id="2335" creationId="{FAFAF4CF-C475-6261-7CDE-416552887E8D}"/>
          </ac:inkMkLst>
        </pc:inkChg>
        <pc:inkChg chg="add">
          <ac:chgData name="Pi, Yalong" userId="c9a3dc08-26f0-490d-b190-2780270c58e1" providerId="ADAL" clId="{F398E26A-6AC4-4DD8-A7B3-CD9F6274E7E3}" dt="2025-04-13T22:43:33.197" v="5091" actId="9405"/>
          <ac:inkMkLst>
            <pc:docMk/>
            <pc:sldMk cId="2583448447" sldId="291"/>
            <ac:inkMk id="2336" creationId="{2E6FAC02-9120-7546-C252-E6BBD030D14F}"/>
          </ac:inkMkLst>
        </pc:inkChg>
        <pc:inkChg chg="add mod">
          <ac:chgData name="Pi, Yalong" userId="c9a3dc08-26f0-490d-b190-2780270c58e1" providerId="ADAL" clId="{F398E26A-6AC4-4DD8-A7B3-CD9F6274E7E3}" dt="2025-04-13T22:43:36.632" v="5098"/>
          <ac:inkMkLst>
            <pc:docMk/>
            <pc:sldMk cId="2583448447" sldId="291"/>
            <ac:inkMk id="2338" creationId="{E7321B42-38B2-BDBB-04ED-47C4A70E602C}"/>
          </ac:inkMkLst>
        </pc:inkChg>
        <pc:inkChg chg="del mod">
          <ac:chgData name="Pi, Yalong" userId="c9a3dc08-26f0-490d-b190-2780270c58e1" providerId="ADAL" clId="{F398E26A-6AC4-4DD8-A7B3-CD9F6274E7E3}" dt="2025-04-13T22:26:27.315" v="4949"/>
          <ac:inkMkLst>
            <pc:docMk/>
            <pc:sldMk cId="2583448447" sldId="291"/>
            <ac:inkMk id="2339" creationId="{63A9845C-A5A2-86EC-A1EB-42B444074D55}"/>
          </ac:inkMkLst>
        </pc:inkChg>
        <pc:inkChg chg="mod">
          <ac:chgData name="Pi, Yalong" userId="c9a3dc08-26f0-490d-b190-2780270c58e1" providerId="ADAL" clId="{F398E26A-6AC4-4DD8-A7B3-CD9F6274E7E3}" dt="2025-04-13T22:26:27.307" v="4910"/>
          <ac:inkMkLst>
            <pc:docMk/>
            <pc:sldMk cId="2583448447" sldId="291"/>
            <ac:inkMk id="2341" creationId="{BB29946B-B9D7-B1D8-C568-ACE70ED7B8FB}"/>
          </ac:inkMkLst>
        </pc:inkChg>
        <pc:inkChg chg="mod">
          <ac:chgData name="Pi, Yalong" userId="c9a3dc08-26f0-490d-b190-2780270c58e1" providerId="ADAL" clId="{F398E26A-6AC4-4DD8-A7B3-CD9F6274E7E3}" dt="2025-04-13T22:26:07.467" v="4866"/>
          <ac:inkMkLst>
            <pc:docMk/>
            <pc:sldMk cId="2583448447" sldId="291"/>
            <ac:inkMk id="2342" creationId="{2E9B7EBA-21DA-E6B9-36B0-1D7B3D992BAE}"/>
          </ac:inkMkLst>
        </pc:inkChg>
        <pc:inkChg chg="mod">
          <ac:chgData name="Pi, Yalong" userId="c9a3dc08-26f0-490d-b190-2780270c58e1" providerId="ADAL" clId="{F398E26A-6AC4-4DD8-A7B3-CD9F6274E7E3}" dt="2025-04-13T22:26:07.465" v="4859"/>
          <ac:inkMkLst>
            <pc:docMk/>
            <pc:sldMk cId="2583448447" sldId="291"/>
            <ac:inkMk id="2343" creationId="{B99E98EB-A37B-EAD1-E70F-742CBEA934A4}"/>
          </ac:inkMkLst>
        </pc:inkChg>
        <pc:inkChg chg="del mod">
          <ac:chgData name="Pi, Yalong" userId="c9a3dc08-26f0-490d-b190-2780270c58e1" providerId="ADAL" clId="{F398E26A-6AC4-4DD8-A7B3-CD9F6274E7E3}" dt="2025-04-13T22:26:27.316" v="4960"/>
          <ac:inkMkLst>
            <pc:docMk/>
            <pc:sldMk cId="2583448447" sldId="291"/>
            <ac:inkMk id="2344" creationId="{81ACEC93-B03A-3B97-EEB6-83415D50A6AC}"/>
          </ac:inkMkLst>
        </pc:inkChg>
        <pc:inkChg chg="del mod">
          <ac:chgData name="Pi, Yalong" userId="c9a3dc08-26f0-490d-b190-2780270c58e1" providerId="ADAL" clId="{F398E26A-6AC4-4DD8-A7B3-CD9F6274E7E3}" dt="2025-04-13T22:26:27.316" v="4959"/>
          <ac:inkMkLst>
            <pc:docMk/>
            <pc:sldMk cId="2583448447" sldId="291"/>
            <ac:inkMk id="2345" creationId="{15925FD0-63E5-F20E-0B93-3AA517FEAEA6}"/>
          </ac:inkMkLst>
        </pc:inkChg>
        <pc:inkChg chg="del mod">
          <ac:chgData name="Pi, Yalong" userId="c9a3dc08-26f0-490d-b190-2780270c58e1" providerId="ADAL" clId="{F398E26A-6AC4-4DD8-A7B3-CD9F6274E7E3}" dt="2025-04-13T22:26:27.314" v="4945"/>
          <ac:inkMkLst>
            <pc:docMk/>
            <pc:sldMk cId="2583448447" sldId="291"/>
            <ac:inkMk id="2347" creationId="{F2B7E728-8DB2-3E1B-B2DC-B5775774E61D}"/>
          </ac:inkMkLst>
        </pc:inkChg>
        <pc:inkChg chg="del mod">
          <ac:chgData name="Pi, Yalong" userId="c9a3dc08-26f0-490d-b190-2780270c58e1" providerId="ADAL" clId="{F398E26A-6AC4-4DD8-A7B3-CD9F6274E7E3}" dt="2025-04-13T22:26:27.315" v="4950"/>
          <ac:inkMkLst>
            <pc:docMk/>
            <pc:sldMk cId="2583448447" sldId="291"/>
            <ac:inkMk id="2348" creationId="{301FF0AB-FE69-F0FE-917F-4AEF84729B98}"/>
          </ac:inkMkLst>
        </pc:inkChg>
        <pc:inkChg chg="add">
          <ac:chgData name="Pi, Yalong" userId="c9a3dc08-26f0-490d-b190-2780270c58e1" providerId="ADAL" clId="{F398E26A-6AC4-4DD8-A7B3-CD9F6274E7E3}" dt="2025-04-13T22:43:34.419" v="5094" actId="9405"/>
          <ac:inkMkLst>
            <pc:docMk/>
            <pc:sldMk cId="2583448447" sldId="291"/>
            <ac:inkMk id="2349" creationId="{7098C19D-F202-722C-03AD-7AFCD1CA7824}"/>
          </ac:inkMkLst>
        </pc:inkChg>
        <pc:inkChg chg="mod">
          <ac:chgData name="Pi, Yalong" userId="c9a3dc08-26f0-490d-b190-2780270c58e1" providerId="ADAL" clId="{F398E26A-6AC4-4DD8-A7B3-CD9F6274E7E3}" dt="2025-04-13T22:26:27.307" v="4910"/>
          <ac:inkMkLst>
            <pc:docMk/>
            <pc:sldMk cId="2583448447" sldId="291"/>
            <ac:inkMk id="2350" creationId="{7894E118-8297-A75B-35F6-F7442E504754}"/>
          </ac:inkMkLst>
        </pc:inkChg>
        <pc:inkChg chg="mod">
          <ac:chgData name="Pi, Yalong" userId="c9a3dc08-26f0-490d-b190-2780270c58e1" providerId="ADAL" clId="{F398E26A-6AC4-4DD8-A7B3-CD9F6274E7E3}" dt="2025-04-13T22:26:27.307" v="4910"/>
          <ac:inkMkLst>
            <pc:docMk/>
            <pc:sldMk cId="2583448447" sldId="291"/>
            <ac:inkMk id="2351" creationId="{5C89FAA7-9AF5-74D4-EFF0-0F46AE89CDD7}"/>
          </ac:inkMkLst>
        </pc:inkChg>
        <pc:inkChg chg="mod">
          <ac:chgData name="Pi, Yalong" userId="c9a3dc08-26f0-490d-b190-2780270c58e1" providerId="ADAL" clId="{F398E26A-6AC4-4DD8-A7B3-CD9F6274E7E3}" dt="2025-04-13T22:26:10.962" v="4896"/>
          <ac:inkMkLst>
            <pc:docMk/>
            <pc:sldMk cId="2583448447" sldId="291"/>
            <ac:inkMk id="2352" creationId="{665478ED-CE6C-D132-8265-38EF1387C829}"/>
          </ac:inkMkLst>
        </pc:inkChg>
        <pc:inkChg chg="del mod">
          <ac:chgData name="Pi, Yalong" userId="c9a3dc08-26f0-490d-b190-2780270c58e1" providerId="ADAL" clId="{F398E26A-6AC4-4DD8-A7B3-CD9F6274E7E3}" dt="2025-04-13T22:26:27.315" v="4951"/>
          <ac:inkMkLst>
            <pc:docMk/>
            <pc:sldMk cId="2583448447" sldId="291"/>
            <ac:inkMk id="2353" creationId="{CDDC92E8-0F61-50F2-6353-031E30735F4A}"/>
          </ac:inkMkLst>
        </pc:inkChg>
        <pc:inkChg chg="del mod">
          <ac:chgData name="Pi, Yalong" userId="c9a3dc08-26f0-490d-b190-2780270c58e1" providerId="ADAL" clId="{F398E26A-6AC4-4DD8-A7B3-CD9F6274E7E3}" dt="2025-04-13T22:26:27.316" v="4958"/>
          <ac:inkMkLst>
            <pc:docMk/>
            <pc:sldMk cId="2583448447" sldId="291"/>
            <ac:inkMk id="2354" creationId="{76F59B46-7ED2-1536-26E8-A4518F3D06F8}"/>
          </ac:inkMkLst>
        </pc:inkChg>
        <pc:inkChg chg="add">
          <ac:chgData name="Pi, Yalong" userId="c9a3dc08-26f0-490d-b190-2780270c58e1" providerId="ADAL" clId="{F398E26A-6AC4-4DD8-A7B3-CD9F6274E7E3}" dt="2025-04-13T22:43:34.571" v="5095" actId="9405"/>
          <ac:inkMkLst>
            <pc:docMk/>
            <pc:sldMk cId="2583448447" sldId="291"/>
            <ac:inkMk id="2355" creationId="{3605BCCA-267A-7B1A-D56A-460F994057EB}"/>
          </ac:inkMkLst>
        </pc:inkChg>
        <pc:inkChg chg="del mod">
          <ac:chgData name="Pi, Yalong" userId="c9a3dc08-26f0-490d-b190-2780270c58e1" providerId="ADAL" clId="{F398E26A-6AC4-4DD8-A7B3-CD9F6274E7E3}" dt="2025-04-13T22:26:27.314" v="4942"/>
          <ac:inkMkLst>
            <pc:docMk/>
            <pc:sldMk cId="2583448447" sldId="291"/>
            <ac:inkMk id="2357" creationId="{860A21B3-787E-9351-C975-DD1F4AA8E6CD}"/>
          </ac:inkMkLst>
        </pc:inkChg>
        <pc:inkChg chg="add">
          <ac:chgData name="Pi, Yalong" userId="c9a3dc08-26f0-490d-b190-2780270c58e1" providerId="ADAL" clId="{F398E26A-6AC4-4DD8-A7B3-CD9F6274E7E3}" dt="2025-04-13T22:43:34.727" v="5096" actId="9405"/>
          <ac:inkMkLst>
            <pc:docMk/>
            <pc:sldMk cId="2583448447" sldId="291"/>
            <ac:inkMk id="2358" creationId="{4B954D36-72C7-B597-D635-15F5E1CA862F}"/>
          </ac:inkMkLst>
        </pc:inkChg>
        <pc:inkChg chg="add">
          <ac:chgData name="Pi, Yalong" userId="c9a3dc08-26f0-490d-b190-2780270c58e1" providerId="ADAL" clId="{F398E26A-6AC4-4DD8-A7B3-CD9F6274E7E3}" dt="2025-04-13T22:43:35.697" v="5097" actId="9405"/>
          <ac:inkMkLst>
            <pc:docMk/>
            <pc:sldMk cId="2583448447" sldId="291"/>
            <ac:inkMk id="2359" creationId="{4DFA2421-F33D-8CEF-3D62-E79A917DFC17}"/>
          </ac:inkMkLst>
        </pc:inkChg>
        <pc:inkChg chg="mod">
          <ac:chgData name="Pi, Yalong" userId="c9a3dc08-26f0-490d-b190-2780270c58e1" providerId="ADAL" clId="{F398E26A-6AC4-4DD8-A7B3-CD9F6274E7E3}" dt="2025-04-13T22:26:02.147" v="4790"/>
          <ac:inkMkLst>
            <pc:docMk/>
            <pc:sldMk cId="2583448447" sldId="291"/>
            <ac:inkMk id="2361" creationId="{D60D6626-BB82-DA51-BD54-2C34FEB8C2AB}"/>
          </ac:inkMkLst>
        </pc:inkChg>
        <pc:inkChg chg="del mod">
          <ac:chgData name="Pi, Yalong" userId="c9a3dc08-26f0-490d-b190-2780270c58e1" providerId="ADAL" clId="{F398E26A-6AC4-4DD8-A7B3-CD9F6274E7E3}" dt="2025-04-13T22:26:07.458" v="4827"/>
          <ac:inkMkLst>
            <pc:docMk/>
            <pc:sldMk cId="2583448447" sldId="291"/>
            <ac:inkMk id="2364" creationId="{944D0DA1-60F1-0826-481E-7C9BEAC686AF}"/>
          </ac:inkMkLst>
        </pc:inkChg>
        <pc:inkChg chg="add">
          <ac:chgData name="Pi, Yalong" userId="c9a3dc08-26f0-490d-b190-2780270c58e1" providerId="ADAL" clId="{F398E26A-6AC4-4DD8-A7B3-CD9F6274E7E3}" dt="2025-04-13T22:43:37.878" v="5099" actId="9405"/>
          <ac:inkMkLst>
            <pc:docMk/>
            <pc:sldMk cId="2583448447" sldId="291"/>
            <ac:inkMk id="2365" creationId="{656248E8-614F-3D01-DA70-7562D05B3416}"/>
          </ac:inkMkLst>
        </pc:inkChg>
        <pc:inkChg chg="add">
          <ac:chgData name="Pi, Yalong" userId="c9a3dc08-26f0-490d-b190-2780270c58e1" providerId="ADAL" clId="{F398E26A-6AC4-4DD8-A7B3-CD9F6274E7E3}" dt="2025-04-13T22:43:38.346" v="5100" actId="9405"/>
          <ac:inkMkLst>
            <pc:docMk/>
            <pc:sldMk cId="2583448447" sldId="291"/>
            <ac:inkMk id="2366" creationId="{BE94FBEB-0235-0C0D-7495-8D0FEA47078A}"/>
          </ac:inkMkLst>
        </pc:inkChg>
        <pc:inkChg chg="add">
          <ac:chgData name="Pi, Yalong" userId="c9a3dc08-26f0-490d-b190-2780270c58e1" providerId="ADAL" clId="{F398E26A-6AC4-4DD8-A7B3-CD9F6274E7E3}" dt="2025-04-13T22:43:38.561" v="5101" actId="9405"/>
          <ac:inkMkLst>
            <pc:docMk/>
            <pc:sldMk cId="2583448447" sldId="291"/>
            <ac:inkMk id="2367" creationId="{9FD804F6-BF23-8EC1-252E-87B630461F01}"/>
          </ac:inkMkLst>
        </pc:inkChg>
        <pc:inkChg chg="add mod">
          <ac:chgData name="Pi, Yalong" userId="c9a3dc08-26f0-490d-b190-2780270c58e1" providerId="ADAL" clId="{F398E26A-6AC4-4DD8-A7B3-CD9F6274E7E3}" dt="2025-04-13T22:43:41.822" v="5109"/>
          <ac:inkMkLst>
            <pc:docMk/>
            <pc:sldMk cId="2583448447" sldId="291"/>
            <ac:inkMk id="2368" creationId="{D73B3122-AE61-449C-205A-B4777C6D96CC}"/>
          </ac:inkMkLst>
        </pc:inkChg>
        <pc:inkChg chg="add">
          <ac:chgData name="Pi, Yalong" userId="c9a3dc08-26f0-490d-b190-2780270c58e1" providerId="ADAL" clId="{F398E26A-6AC4-4DD8-A7B3-CD9F6274E7E3}" dt="2025-04-13T22:43:39.259" v="5103" actId="9405"/>
          <ac:inkMkLst>
            <pc:docMk/>
            <pc:sldMk cId="2583448447" sldId="291"/>
            <ac:inkMk id="2369" creationId="{70D4360C-FBAC-2800-C3D3-6E1672EFF94A}"/>
          </ac:inkMkLst>
        </pc:inkChg>
        <pc:inkChg chg="add">
          <ac:chgData name="Pi, Yalong" userId="c9a3dc08-26f0-490d-b190-2780270c58e1" providerId="ADAL" clId="{F398E26A-6AC4-4DD8-A7B3-CD9F6274E7E3}" dt="2025-04-13T22:43:39.604" v="5104" actId="9405"/>
          <ac:inkMkLst>
            <pc:docMk/>
            <pc:sldMk cId="2583448447" sldId="291"/>
            <ac:inkMk id="2370" creationId="{083B9FC3-026B-EF24-A750-E225FA13DBF5}"/>
          </ac:inkMkLst>
        </pc:inkChg>
        <pc:inkChg chg="add">
          <ac:chgData name="Pi, Yalong" userId="c9a3dc08-26f0-490d-b190-2780270c58e1" providerId="ADAL" clId="{F398E26A-6AC4-4DD8-A7B3-CD9F6274E7E3}" dt="2025-04-13T22:43:39.961" v="5105" actId="9405"/>
          <ac:inkMkLst>
            <pc:docMk/>
            <pc:sldMk cId="2583448447" sldId="291"/>
            <ac:inkMk id="2371" creationId="{25E2E791-28A1-1272-AEA9-8351DB042941}"/>
          </ac:inkMkLst>
        </pc:inkChg>
        <pc:inkChg chg="add mod">
          <ac:chgData name="Pi, Yalong" userId="c9a3dc08-26f0-490d-b190-2780270c58e1" providerId="ADAL" clId="{F398E26A-6AC4-4DD8-A7B3-CD9F6274E7E3}" dt="2025-04-13T22:43:41.822" v="5109"/>
          <ac:inkMkLst>
            <pc:docMk/>
            <pc:sldMk cId="2583448447" sldId="291"/>
            <ac:inkMk id="2372" creationId="{239B0635-AAF2-2707-0747-5E1FB54FC422}"/>
          </ac:inkMkLst>
        </pc:inkChg>
        <pc:inkChg chg="add">
          <ac:chgData name="Pi, Yalong" userId="c9a3dc08-26f0-490d-b190-2780270c58e1" providerId="ADAL" clId="{F398E26A-6AC4-4DD8-A7B3-CD9F6274E7E3}" dt="2025-04-13T22:43:40.620" v="5107" actId="9405"/>
          <ac:inkMkLst>
            <pc:docMk/>
            <pc:sldMk cId="2583448447" sldId="291"/>
            <ac:inkMk id="2373" creationId="{4AA3DC8E-F8DD-3595-37DC-8A521AD21763}"/>
          </ac:inkMkLst>
        </pc:inkChg>
        <pc:inkChg chg="add">
          <ac:chgData name="Pi, Yalong" userId="c9a3dc08-26f0-490d-b190-2780270c58e1" providerId="ADAL" clId="{F398E26A-6AC4-4DD8-A7B3-CD9F6274E7E3}" dt="2025-04-13T22:43:40.961" v="5108" actId="9405"/>
          <ac:inkMkLst>
            <pc:docMk/>
            <pc:sldMk cId="2583448447" sldId="291"/>
            <ac:inkMk id="2374" creationId="{765A4559-F638-C2BA-77C0-0A27F74BB590}"/>
          </ac:inkMkLst>
        </pc:inkChg>
        <pc:inkChg chg="add mod">
          <ac:chgData name="Pi, Yalong" userId="c9a3dc08-26f0-490d-b190-2780270c58e1" providerId="ADAL" clId="{F398E26A-6AC4-4DD8-A7B3-CD9F6274E7E3}" dt="2025-04-13T22:44:39.942" v="5192"/>
          <ac:inkMkLst>
            <pc:docMk/>
            <pc:sldMk cId="2583448447" sldId="291"/>
            <ac:inkMk id="2376" creationId="{92BD98E1-67FB-F92B-6D05-35A2CEEFBEE5}"/>
          </ac:inkMkLst>
        </pc:inkChg>
        <pc:inkChg chg="add mod">
          <ac:chgData name="Pi, Yalong" userId="c9a3dc08-26f0-490d-b190-2780270c58e1" providerId="ADAL" clId="{F398E26A-6AC4-4DD8-A7B3-CD9F6274E7E3}" dt="2025-04-13T22:44:39.942" v="5192"/>
          <ac:inkMkLst>
            <pc:docMk/>
            <pc:sldMk cId="2583448447" sldId="291"/>
            <ac:inkMk id="2380" creationId="{35380F85-D890-F63C-2A06-191CAB7D0876}"/>
          </ac:inkMkLst>
        </pc:inkChg>
        <pc:inkChg chg="add mod">
          <ac:chgData name="Pi, Yalong" userId="c9a3dc08-26f0-490d-b190-2780270c58e1" providerId="ADAL" clId="{F398E26A-6AC4-4DD8-A7B3-CD9F6274E7E3}" dt="2025-04-13T22:44:39.942" v="5192"/>
          <ac:inkMkLst>
            <pc:docMk/>
            <pc:sldMk cId="2583448447" sldId="291"/>
            <ac:inkMk id="2381" creationId="{5AE875A9-4FB3-C9E9-ECD6-839666019E0B}"/>
          </ac:inkMkLst>
        </pc:inkChg>
        <pc:inkChg chg="del">
          <ac:chgData name="Pi, Yalong" userId="c9a3dc08-26f0-490d-b190-2780270c58e1" providerId="ADAL" clId="{F398E26A-6AC4-4DD8-A7B3-CD9F6274E7E3}" dt="2025-04-13T22:28:05.026" v="4977"/>
          <ac:inkMkLst>
            <pc:docMk/>
            <pc:sldMk cId="2583448447" sldId="291"/>
            <ac:inkMk id="2382" creationId="{D22E2421-BE7B-097A-9D07-5937B54855AB}"/>
          </ac:inkMkLst>
        </pc:inkChg>
        <pc:inkChg chg="add mod">
          <ac:chgData name="Pi, Yalong" userId="c9a3dc08-26f0-490d-b190-2780270c58e1" providerId="ADAL" clId="{F398E26A-6AC4-4DD8-A7B3-CD9F6274E7E3}" dt="2025-04-13T22:44:39.942" v="5192"/>
          <ac:inkMkLst>
            <pc:docMk/>
            <pc:sldMk cId="2583448447" sldId="291"/>
            <ac:inkMk id="2384" creationId="{1D2E2E57-6C60-ECA5-52A9-9B9B4EAB8CDE}"/>
          </ac:inkMkLst>
        </pc:inkChg>
        <pc:inkChg chg="add mod">
          <ac:chgData name="Pi, Yalong" userId="c9a3dc08-26f0-490d-b190-2780270c58e1" providerId="ADAL" clId="{F398E26A-6AC4-4DD8-A7B3-CD9F6274E7E3}" dt="2025-04-13T22:44:39.942" v="5192"/>
          <ac:inkMkLst>
            <pc:docMk/>
            <pc:sldMk cId="2583448447" sldId="291"/>
            <ac:inkMk id="2385" creationId="{7286B1CE-5647-90A7-4876-98EC2A656BE2}"/>
          </ac:inkMkLst>
        </pc:inkChg>
        <pc:inkChg chg="add mod">
          <ac:chgData name="Pi, Yalong" userId="c9a3dc08-26f0-490d-b190-2780270c58e1" providerId="ADAL" clId="{F398E26A-6AC4-4DD8-A7B3-CD9F6274E7E3}" dt="2025-04-13T22:44:39.942" v="5192"/>
          <ac:inkMkLst>
            <pc:docMk/>
            <pc:sldMk cId="2583448447" sldId="291"/>
            <ac:inkMk id="2386" creationId="{B84ECE6F-928B-8060-51BE-5E010E9EC2AC}"/>
          </ac:inkMkLst>
        </pc:inkChg>
        <pc:inkChg chg="add mod">
          <ac:chgData name="Pi, Yalong" userId="c9a3dc08-26f0-490d-b190-2780270c58e1" providerId="ADAL" clId="{F398E26A-6AC4-4DD8-A7B3-CD9F6274E7E3}" dt="2025-04-13T22:44:39.942" v="5192"/>
          <ac:inkMkLst>
            <pc:docMk/>
            <pc:sldMk cId="2583448447" sldId="291"/>
            <ac:inkMk id="2388" creationId="{B103ABD1-364E-F7EF-EEEE-CF7D5378E330}"/>
          </ac:inkMkLst>
        </pc:inkChg>
        <pc:inkChg chg="add del mod">
          <ac:chgData name="Pi, Yalong" userId="c9a3dc08-26f0-490d-b190-2780270c58e1" providerId="ADAL" clId="{F398E26A-6AC4-4DD8-A7B3-CD9F6274E7E3}" dt="2025-04-13T22:44:39.942" v="5186"/>
          <ac:inkMkLst>
            <pc:docMk/>
            <pc:sldMk cId="2583448447" sldId="291"/>
            <ac:inkMk id="2389" creationId="{264A8754-626E-8C71-0803-FB3828EC622A}"/>
          </ac:inkMkLst>
        </pc:inkChg>
        <pc:inkChg chg="add del mod">
          <ac:chgData name="Pi, Yalong" userId="c9a3dc08-26f0-490d-b190-2780270c58e1" providerId="ADAL" clId="{F398E26A-6AC4-4DD8-A7B3-CD9F6274E7E3}" dt="2025-04-13T22:44:39.941" v="5179"/>
          <ac:inkMkLst>
            <pc:docMk/>
            <pc:sldMk cId="2583448447" sldId="291"/>
            <ac:inkMk id="2390" creationId="{C72BF42C-4ADC-43C0-E31A-8B47EB4A9C9B}"/>
          </ac:inkMkLst>
        </pc:inkChg>
        <pc:inkChg chg="add del mod">
          <ac:chgData name="Pi, Yalong" userId="c9a3dc08-26f0-490d-b190-2780270c58e1" providerId="ADAL" clId="{F398E26A-6AC4-4DD8-A7B3-CD9F6274E7E3}" dt="2025-04-13T22:44:39.942" v="5190"/>
          <ac:inkMkLst>
            <pc:docMk/>
            <pc:sldMk cId="2583448447" sldId="291"/>
            <ac:inkMk id="2391" creationId="{16F835C2-4B51-2F77-EC33-E09A7A280F93}"/>
          </ac:inkMkLst>
        </pc:inkChg>
        <pc:inkChg chg="del">
          <ac:chgData name="Pi, Yalong" userId="c9a3dc08-26f0-490d-b190-2780270c58e1" providerId="ADAL" clId="{F398E26A-6AC4-4DD8-A7B3-CD9F6274E7E3}" dt="2025-04-13T22:26:02.148" v="4793"/>
          <ac:inkMkLst>
            <pc:docMk/>
            <pc:sldMk cId="2583448447" sldId="291"/>
            <ac:inkMk id="2393" creationId="{244A7C8B-6749-2B8A-5900-2D31936855E8}"/>
          </ac:inkMkLst>
        </pc:inkChg>
        <pc:inkChg chg="add">
          <ac:chgData name="Pi, Yalong" userId="c9a3dc08-26f0-490d-b190-2780270c58e1" providerId="ADAL" clId="{F398E26A-6AC4-4DD8-A7B3-CD9F6274E7E3}" dt="2025-04-13T22:44:00.580" v="5123" actId="9405"/>
          <ac:inkMkLst>
            <pc:docMk/>
            <pc:sldMk cId="2583448447" sldId="291"/>
            <ac:inkMk id="2394" creationId="{2EB996D7-F1D6-639A-57F4-5BA24465D950}"/>
          </ac:inkMkLst>
        </pc:inkChg>
        <pc:inkChg chg="add del mod">
          <ac:chgData name="Pi, Yalong" userId="c9a3dc08-26f0-490d-b190-2780270c58e1" providerId="ADAL" clId="{F398E26A-6AC4-4DD8-A7B3-CD9F6274E7E3}" dt="2025-04-13T22:44:39.942" v="5192"/>
          <ac:inkMkLst>
            <pc:docMk/>
            <pc:sldMk cId="2583448447" sldId="291"/>
            <ac:inkMk id="2395" creationId="{B0F57219-0689-0258-21AD-28190AB40C54}"/>
          </ac:inkMkLst>
        </pc:inkChg>
        <pc:inkChg chg="add del mod">
          <ac:chgData name="Pi, Yalong" userId="c9a3dc08-26f0-490d-b190-2780270c58e1" providerId="ADAL" clId="{F398E26A-6AC4-4DD8-A7B3-CD9F6274E7E3}" dt="2025-04-13T22:44:39.941" v="5181"/>
          <ac:inkMkLst>
            <pc:docMk/>
            <pc:sldMk cId="2583448447" sldId="291"/>
            <ac:inkMk id="2396" creationId="{F27D9267-B970-ECB1-D1AD-D443EFA9990D}"/>
          </ac:inkMkLst>
        </pc:inkChg>
        <pc:inkChg chg="del mod">
          <ac:chgData name="Pi, Yalong" userId="c9a3dc08-26f0-490d-b190-2780270c58e1" providerId="ADAL" clId="{F398E26A-6AC4-4DD8-A7B3-CD9F6274E7E3}" dt="2025-04-13T22:26:27.315" v="4948"/>
          <ac:inkMkLst>
            <pc:docMk/>
            <pc:sldMk cId="2583448447" sldId="291"/>
            <ac:inkMk id="2397" creationId="{29AC691D-8251-3109-ED99-909D2BB1541C}"/>
          </ac:inkMkLst>
        </pc:inkChg>
        <pc:inkChg chg="del mod">
          <ac:chgData name="Pi, Yalong" userId="c9a3dc08-26f0-490d-b190-2780270c58e1" providerId="ADAL" clId="{F398E26A-6AC4-4DD8-A7B3-CD9F6274E7E3}" dt="2025-04-13T22:26:27.308" v="4912"/>
          <ac:inkMkLst>
            <pc:docMk/>
            <pc:sldMk cId="2583448447" sldId="291"/>
            <ac:inkMk id="2398" creationId="{748DD6A7-D634-B5D3-07B3-3F2097A0B092}"/>
          </ac:inkMkLst>
        </pc:inkChg>
        <pc:inkChg chg="del">
          <ac:chgData name="Pi, Yalong" userId="c9a3dc08-26f0-490d-b190-2780270c58e1" providerId="ADAL" clId="{F398E26A-6AC4-4DD8-A7B3-CD9F6274E7E3}" dt="2025-04-13T22:26:27.307" v="4911"/>
          <ac:inkMkLst>
            <pc:docMk/>
            <pc:sldMk cId="2583448447" sldId="291"/>
            <ac:inkMk id="2399" creationId="{4CB9383C-28AB-B0CE-EF97-B30B5145BFB6}"/>
          </ac:inkMkLst>
        </pc:inkChg>
        <pc:inkChg chg="add del mod">
          <ac:chgData name="Pi, Yalong" userId="c9a3dc08-26f0-490d-b190-2780270c58e1" providerId="ADAL" clId="{F398E26A-6AC4-4DD8-A7B3-CD9F6274E7E3}" dt="2025-04-13T22:26:27.315" v="4952"/>
          <ac:inkMkLst>
            <pc:docMk/>
            <pc:sldMk cId="2583448447" sldId="291"/>
            <ac:inkMk id="2400" creationId="{7CA3A6EE-23FA-CB7B-A89E-CD80AB121D08}"/>
          </ac:inkMkLst>
        </pc:inkChg>
        <pc:inkChg chg="del mod">
          <ac:chgData name="Pi, Yalong" userId="c9a3dc08-26f0-490d-b190-2780270c58e1" providerId="ADAL" clId="{F398E26A-6AC4-4DD8-A7B3-CD9F6274E7E3}" dt="2025-04-13T22:26:27.310" v="4922"/>
          <ac:inkMkLst>
            <pc:docMk/>
            <pc:sldMk cId="2583448447" sldId="291"/>
            <ac:inkMk id="2402" creationId="{C1CB4043-0BF9-F2D9-1940-757B2795F99C}"/>
          </ac:inkMkLst>
        </pc:inkChg>
        <pc:inkChg chg="del mod">
          <ac:chgData name="Pi, Yalong" userId="c9a3dc08-26f0-490d-b190-2780270c58e1" providerId="ADAL" clId="{F398E26A-6AC4-4DD8-A7B3-CD9F6274E7E3}" dt="2025-04-13T22:26:27.306" v="4902"/>
          <ac:inkMkLst>
            <pc:docMk/>
            <pc:sldMk cId="2583448447" sldId="291"/>
            <ac:inkMk id="2403" creationId="{C96E4F6D-9E8B-5905-EDF5-7AABDEA38A0D}"/>
          </ac:inkMkLst>
        </pc:inkChg>
        <pc:inkChg chg="del mod">
          <ac:chgData name="Pi, Yalong" userId="c9a3dc08-26f0-490d-b190-2780270c58e1" providerId="ADAL" clId="{F398E26A-6AC4-4DD8-A7B3-CD9F6274E7E3}" dt="2025-04-13T22:26:30.446" v="4975"/>
          <ac:inkMkLst>
            <pc:docMk/>
            <pc:sldMk cId="2583448447" sldId="291"/>
            <ac:inkMk id="2405" creationId="{EA77D6F2-EBD2-379C-6001-CCEE901C20A9}"/>
          </ac:inkMkLst>
        </pc:inkChg>
        <pc:inkChg chg="del mod">
          <ac:chgData name="Pi, Yalong" userId="c9a3dc08-26f0-490d-b190-2780270c58e1" providerId="ADAL" clId="{F398E26A-6AC4-4DD8-A7B3-CD9F6274E7E3}" dt="2025-04-13T22:26:30.446" v="4969"/>
          <ac:inkMkLst>
            <pc:docMk/>
            <pc:sldMk cId="2583448447" sldId="291"/>
            <ac:inkMk id="2406" creationId="{D87E9C3E-2204-15D1-37B2-2D8F73B79141}"/>
          </ac:inkMkLst>
        </pc:inkChg>
        <pc:inkChg chg="del">
          <ac:chgData name="Pi, Yalong" userId="c9a3dc08-26f0-490d-b190-2780270c58e1" providerId="ADAL" clId="{F398E26A-6AC4-4DD8-A7B3-CD9F6274E7E3}" dt="2025-04-13T22:26:30.446" v="4968"/>
          <ac:inkMkLst>
            <pc:docMk/>
            <pc:sldMk cId="2583448447" sldId="291"/>
            <ac:inkMk id="2407" creationId="{6B3F6645-2031-0529-42E9-E9156C9EF112}"/>
          </ac:inkMkLst>
        </pc:inkChg>
        <pc:inkChg chg="del mod">
          <ac:chgData name="Pi, Yalong" userId="c9a3dc08-26f0-490d-b190-2780270c58e1" providerId="ADAL" clId="{F398E26A-6AC4-4DD8-A7B3-CD9F6274E7E3}" dt="2025-04-13T22:26:30.446" v="4971"/>
          <ac:inkMkLst>
            <pc:docMk/>
            <pc:sldMk cId="2583448447" sldId="291"/>
            <ac:inkMk id="2408" creationId="{482BEA79-4DFE-E419-8DDE-F5579C183127}"/>
          </ac:inkMkLst>
        </pc:inkChg>
        <pc:inkChg chg="del mod">
          <ac:chgData name="Pi, Yalong" userId="c9a3dc08-26f0-490d-b190-2780270c58e1" providerId="ADAL" clId="{F398E26A-6AC4-4DD8-A7B3-CD9F6274E7E3}" dt="2025-04-13T22:26:30.446" v="4974"/>
          <ac:inkMkLst>
            <pc:docMk/>
            <pc:sldMk cId="2583448447" sldId="291"/>
            <ac:inkMk id="2409" creationId="{5B2A2B24-D386-8EA6-1B75-C5838D1936E8}"/>
          </ac:inkMkLst>
        </pc:inkChg>
        <pc:inkChg chg="add del">
          <ac:chgData name="Pi, Yalong" userId="c9a3dc08-26f0-490d-b190-2780270c58e1" providerId="ADAL" clId="{F398E26A-6AC4-4DD8-A7B3-CD9F6274E7E3}" dt="2025-04-13T22:44:39.941" v="5183"/>
          <ac:inkMkLst>
            <pc:docMk/>
            <pc:sldMk cId="2583448447" sldId="291"/>
            <ac:inkMk id="2411" creationId="{A765C125-D94B-9AF8-FEAB-7AD96A188622}"/>
          </ac:inkMkLst>
        </pc:inkChg>
        <pc:inkChg chg="del mod">
          <ac:chgData name="Pi, Yalong" userId="c9a3dc08-26f0-490d-b190-2780270c58e1" providerId="ADAL" clId="{F398E26A-6AC4-4DD8-A7B3-CD9F6274E7E3}" dt="2025-04-13T22:26:27.316" v="4955"/>
          <ac:inkMkLst>
            <pc:docMk/>
            <pc:sldMk cId="2583448447" sldId="291"/>
            <ac:inkMk id="2412" creationId="{B2372E3A-72FD-809D-871D-0F5FBE79C18E}"/>
          </ac:inkMkLst>
        </pc:inkChg>
        <pc:inkChg chg="del mod">
          <ac:chgData name="Pi, Yalong" userId="c9a3dc08-26f0-490d-b190-2780270c58e1" providerId="ADAL" clId="{F398E26A-6AC4-4DD8-A7B3-CD9F6274E7E3}" dt="2025-04-13T22:26:27.315" v="4947"/>
          <ac:inkMkLst>
            <pc:docMk/>
            <pc:sldMk cId="2583448447" sldId="291"/>
            <ac:inkMk id="2413" creationId="{477E66AA-835D-54DD-8324-82C6725B3752}"/>
          </ac:inkMkLst>
        </pc:inkChg>
        <pc:inkChg chg="del mod">
          <ac:chgData name="Pi, Yalong" userId="c9a3dc08-26f0-490d-b190-2780270c58e1" providerId="ADAL" clId="{F398E26A-6AC4-4DD8-A7B3-CD9F6274E7E3}" dt="2025-04-13T22:26:27.315" v="4946"/>
          <ac:inkMkLst>
            <pc:docMk/>
            <pc:sldMk cId="2583448447" sldId="291"/>
            <ac:inkMk id="2414" creationId="{5798298F-36DC-B9F7-A786-D7D971040E2A}"/>
          </ac:inkMkLst>
        </pc:inkChg>
        <pc:inkChg chg="del mod">
          <ac:chgData name="Pi, Yalong" userId="c9a3dc08-26f0-490d-b190-2780270c58e1" providerId="ADAL" clId="{F398E26A-6AC4-4DD8-A7B3-CD9F6274E7E3}" dt="2025-04-13T22:26:27.314" v="4941"/>
          <ac:inkMkLst>
            <pc:docMk/>
            <pc:sldMk cId="2583448447" sldId="291"/>
            <ac:inkMk id="2415" creationId="{3FF7DA0C-E2F8-7A75-BB50-05F1C91A7FB0}"/>
          </ac:inkMkLst>
        </pc:inkChg>
        <pc:inkChg chg="del mod">
          <ac:chgData name="Pi, Yalong" userId="c9a3dc08-26f0-490d-b190-2780270c58e1" providerId="ADAL" clId="{F398E26A-6AC4-4DD8-A7B3-CD9F6274E7E3}" dt="2025-04-13T22:26:27.306" v="4904"/>
          <ac:inkMkLst>
            <pc:docMk/>
            <pc:sldMk cId="2583448447" sldId="291"/>
            <ac:inkMk id="2416" creationId="{065B59DC-BB4F-5A85-BBC9-E9A445EAA5B7}"/>
          </ac:inkMkLst>
        </pc:inkChg>
        <pc:inkChg chg="del mod">
          <ac:chgData name="Pi, Yalong" userId="c9a3dc08-26f0-490d-b190-2780270c58e1" providerId="ADAL" clId="{F398E26A-6AC4-4DD8-A7B3-CD9F6274E7E3}" dt="2025-04-13T22:26:27.308" v="4915"/>
          <ac:inkMkLst>
            <pc:docMk/>
            <pc:sldMk cId="2583448447" sldId="291"/>
            <ac:inkMk id="2417" creationId="{8D6E69F1-6271-D0FA-F723-77574D045D9D}"/>
          </ac:inkMkLst>
        </pc:inkChg>
        <pc:inkChg chg="add del mod">
          <ac:chgData name="Pi, Yalong" userId="c9a3dc08-26f0-490d-b190-2780270c58e1" providerId="ADAL" clId="{F398E26A-6AC4-4DD8-A7B3-CD9F6274E7E3}" dt="2025-04-13T22:44:39.941" v="5178"/>
          <ac:inkMkLst>
            <pc:docMk/>
            <pc:sldMk cId="2583448447" sldId="291"/>
            <ac:inkMk id="2418" creationId="{A40D13F0-BD43-21E6-41F7-1B095AA67CC8}"/>
          </ac:inkMkLst>
        </pc:inkChg>
        <pc:inkChg chg="mod">
          <ac:chgData name="Pi, Yalong" userId="c9a3dc08-26f0-490d-b190-2780270c58e1" providerId="ADAL" clId="{F398E26A-6AC4-4DD8-A7B3-CD9F6274E7E3}" dt="2025-04-13T22:26:07.465" v="4859"/>
          <ac:inkMkLst>
            <pc:docMk/>
            <pc:sldMk cId="2583448447" sldId="291"/>
            <ac:inkMk id="2421" creationId="{2B6A8F81-3E1E-855F-E60A-31957BF20089}"/>
          </ac:inkMkLst>
        </pc:inkChg>
        <pc:inkChg chg="mod">
          <ac:chgData name="Pi, Yalong" userId="c9a3dc08-26f0-490d-b190-2780270c58e1" providerId="ADAL" clId="{F398E26A-6AC4-4DD8-A7B3-CD9F6274E7E3}" dt="2025-04-13T22:26:02.147" v="4790"/>
          <ac:inkMkLst>
            <pc:docMk/>
            <pc:sldMk cId="2583448447" sldId="291"/>
            <ac:inkMk id="2422" creationId="{EC1B743D-254A-D9DB-09DD-BD354F0E1F19}"/>
          </ac:inkMkLst>
        </pc:inkChg>
        <pc:inkChg chg="mod">
          <ac:chgData name="Pi, Yalong" userId="c9a3dc08-26f0-490d-b190-2780270c58e1" providerId="ADAL" clId="{F398E26A-6AC4-4DD8-A7B3-CD9F6274E7E3}" dt="2025-04-13T22:26:27.306" v="4902"/>
          <ac:inkMkLst>
            <pc:docMk/>
            <pc:sldMk cId="2583448447" sldId="291"/>
            <ac:inkMk id="2423" creationId="{7F58C33C-C1B6-CA3C-0C45-597918226ABE}"/>
          </ac:inkMkLst>
        </pc:inkChg>
        <pc:inkChg chg="del mod">
          <ac:chgData name="Pi, Yalong" userId="c9a3dc08-26f0-490d-b190-2780270c58e1" providerId="ADAL" clId="{F398E26A-6AC4-4DD8-A7B3-CD9F6274E7E3}" dt="2025-04-13T22:26:27.316" v="4956"/>
          <ac:inkMkLst>
            <pc:docMk/>
            <pc:sldMk cId="2583448447" sldId="291"/>
            <ac:inkMk id="2425" creationId="{CAC72E45-8701-CDD7-9109-5D6B30F6BE14}"/>
          </ac:inkMkLst>
        </pc:inkChg>
        <pc:inkChg chg="del mod">
          <ac:chgData name="Pi, Yalong" userId="c9a3dc08-26f0-490d-b190-2780270c58e1" providerId="ADAL" clId="{F398E26A-6AC4-4DD8-A7B3-CD9F6274E7E3}" dt="2025-04-13T22:26:27.311" v="4927"/>
          <ac:inkMkLst>
            <pc:docMk/>
            <pc:sldMk cId="2583448447" sldId="291"/>
            <ac:inkMk id="2427" creationId="{B07BB2A2-F43A-5E9F-01E8-0C8C92ED446C}"/>
          </ac:inkMkLst>
        </pc:inkChg>
        <pc:inkChg chg="del mod">
          <ac:chgData name="Pi, Yalong" userId="c9a3dc08-26f0-490d-b190-2780270c58e1" providerId="ADAL" clId="{F398E26A-6AC4-4DD8-A7B3-CD9F6274E7E3}" dt="2025-04-13T22:26:27.305" v="4900"/>
          <ac:inkMkLst>
            <pc:docMk/>
            <pc:sldMk cId="2583448447" sldId="291"/>
            <ac:inkMk id="2428" creationId="{DFB435EE-2EEF-D34B-1A1C-9AF53704C4F5}"/>
          </ac:inkMkLst>
        </pc:inkChg>
        <pc:inkChg chg="mod">
          <ac:chgData name="Pi, Yalong" userId="c9a3dc08-26f0-490d-b190-2780270c58e1" providerId="ADAL" clId="{F398E26A-6AC4-4DD8-A7B3-CD9F6274E7E3}" dt="2025-04-13T22:26:07.467" v="4866"/>
          <ac:inkMkLst>
            <pc:docMk/>
            <pc:sldMk cId="2583448447" sldId="291"/>
            <ac:inkMk id="2429" creationId="{9D85C7FF-295B-33CE-A449-0758A032903B}"/>
          </ac:inkMkLst>
        </pc:inkChg>
        <pc:inkChg chg="mod">
          <ac:chgData name="Pi, Yalong" userId="c9a3dc08-26f0-490d-b190-2780270c58e1" providerId="ADAL" clId="{F398E26A-6AC4-4DD8-A7B3-CD9F6274E7E3}" dt="2025-04-13T22:26:27.306" v="4902"/>
          <ac:inkMkLst>
            <pc:docMk/>
            <pc:sldMk cId="2583448447" sldId="291"/>
            <ac:inkMk id="2430" creationId="{B8EB8F45-2399-C4C2-A954-064666E7BB94}"/>
          </ac:inkMkLst>
        </pc:inkChg>
        <pc:inkChg chg="del mod">
          <ac:chgData name="Pi, Yalong" userId="c9a3dc08-26f0-490d-b190-2780270c58e1" providerId="ADAL" clId="{F398E26A-6AC4-4DD8-A7B3-CD9F6274E7E3}" dt="2025-04-13T22:26:27.307" v="4907"/>
          <ac:inkMkLst>
            <pc:docMk/>
            <pc:sldMk cId="2583448447" sldId="291"/>
            <ac:inkMk id="2431" creationId="{F5109469-7154-5402-1015-4DD12666522B}"/>
          </ac:inkMkLst>
        </pc:inkChg>
        <pc:inkChg chg="add">
          <ac:chgData name="Pi, Yalong" userId="c9a3dc08-26f0-490d-b190-2780270c58e1" providerId="ADAL" clId="{F398E26A-6AC4-4DD8-A7B3-CD9F6274E7E3}" dt="2025-04-13T22:44:04.428" v="5129" actId="9405"/>
          <ac:inkMkLst>
            <pc:docMk/>
            <pc:sldMk cId="2583448447" sldId="291"/>
            <ac:inkMk id="2433" creationId="{478494F5-B006-D0A4-5E2B-37D5F5BE0444}"/>
          </ac:inkMkLst>
        </pc:inkChg>
        <pc:inkChg chg="del mod">
          <ac:chgData name="Pi, Yalong" userId="c9a3dc08-26f0-490d-b190-2780270c58e1" providerId="ADAL" clId="{F398E26A-6AC4-4DD8-A7B3-CD9F6274E7E3}" dt="2025-04-13T22:26:27.309" v="4919"/>
          <ac:inkMkLst>
            <pc:docMk/>
            <pc:sldMk cId="2583448447" sldId="291"/>
            <ac:inkMk id="2434" creationId="{897AD9C3-928B-FB9E-F9AF-FC14EB48D44F}"/>
          </ac:inkMkLst>
        </pc:inkChg>
        <pc:inkChg chg="del mod">
          <ac:chgData name="Pi, Yalong" userId="c9a3dc08-26f0-490d-b190-2780270c58e1" providerId="ADAL" clId="{F398E26A-6AC4-4DD8-A7B3-CD9F6274E7E3}" dt="2025-04-13T22:26:27.313" v="4936"/>
          <ac:inkMkLst>
            <pc:docMk/>
            <pc:sldMk cId="2583448447" sldId="291"/>
            <ac:inkMk id="2435" creationId="{96DD775F-6456-7A51-456B-A91441922520}"/>
          </ac:inkMkLst>
        </pc:inkChg>
        <pc:inkChg chg="del mod">
          <ac:chgData name="Pi, Yalong" userId="c9a3dc08-26f0-490d-b190-2780270c58e1" providerId="ADAL" clId="{F398E26A-6AC4-4DD8-A7B3-CD9F6274E7E3}" dt="2025-04-13T22:26:27.317" v="4962"/>
          <ac:inkMkLst>
            <pc:docMk/>
            <pc:sldMk cId="2583448447" sldId="291"/>
            <ac:inkMk id="2436" creationId="{376DAE63-33CD-09A0-B2CA-32FCA8E0428F}"/>
          </ac:inkMkLst>
        </pc:inkChg>
        <pc:inkChg chg="mod">
          <ac:chgData name="Pi, Yalong" userId="c9a3dc08-26f0-490d-b190-2780270c58e1" providerId="ADAL" clId="{F398E26A-6AC4-4DD8-A7B3-CD9F6274E7E3}" dt="2025-04-13T22:26:10.962" v="4896"/>
          <ac:inkMkLst>
            <pc:docMk/>
            <pc:sldMk cId="2583448447" sldId="291"/>
            <ac:inkMk id="2437" creationId="{93288D29-C3A0-A275-10D4-EC1BC002A34B}"/>
          </ac:inkMkLst>
        </pc:inkChg>
        <pc:inkChg chg="del mod">
          <ac:chgData name="Pi, Yalong" userId="c9a3dc08-26f0-490d-b190-2780270c58e1" providerId="ADAL" clId="{F398E26A-6AC4-4DD8-A7B3-CD9F6274E7E3}" dt="2025-04-13T22:26:27.313" v="4938"/>
          <ac:inkMkLst>
            <pc:docMk/>
            <pc:sldMk cId="2583448447" sldId="291"/>
            <ac:inkMk id="2438" creationId="{B3A18711-CAC7-91D3-6ACB-2D815D960274}"/>
          </ac:inkMkLst>
        </pc:inkChg>
        <pc:inkChg chg="mod">
          <ac:chgData name="Pi, Yalong" userId="c9a3dc08-26f0-490d-b190-2780270c58e1" providerId="ADAL" clId="{F398E26A-6AC4-4DD8-A7B3-CD9F6274E7E3}" dt="2025-04-13T22:26:07.467" v="4866"/>
          <ac:inkMkLst>
            <pc:docMk/>
            <pc:sldMk cId="2583448447" sldId="291"/>
            <ac:inkMk id="2439" creationId="{CB1F149A-7355-04E1-B18F-896E8A4250BB}"/>
          </ac:inkMkLst>
        </pc:inkChg>
        <pc:inkChg chg="mod">
          <ac:chgData name="Pi, Yalong" userId="c9a3dc08-26f0-490d-b190-2780270c58e1" providerId="ADAL" clId="{F398E26A-6AC4-4DD8-A7B3-CD9F6274E7E3}" dt="2025-04-13T22:26:10.962" v="4896"/>
          <ac:inkMkLst>
            <pc:docMk/>
            <pc:sldMk cId="2583448447" sldId="291"/>
            <ac:inkMk id="2441" creationId="{C222D5C4-3B2D-DE6D-32EF-036A8D334008}"/>
          </ac:inkMkLst>
        </pc:inkChg>
        <pc:inkChg chg="add del mod">
          <ac:chgData name="Pi, Yalong" userId="c9a3dc08-26f0-490d-b190-2780270c58e1" providerId="ADAL" clId="{F398E26A-6AC4-4DD8-A7B3-CD9F6274E7E3}" dt="2025-04-13T22:44:39.940" v="5173"/>
          <ac:inkMkLst>
            <pc:docMk/>
            <pc:sldMk cId="2583448447" sldId="291"/>
            <ac:inkMk id="2442" creationId="{3053E95A-F633-1C12-0DCB-7089BB8D6AE0}"/>
          </ac:inkMkLst>
        </pc:inkChg>
        <pc:inkChg chg="add">
          <ac:chgData name="Pi, Yalong" userId="c9a3dc08-26f0-490d-b190-2780270c58e1" providerId="ADAL" clId="{F398E26A-6AC4-4DD8-A7B3-CD9F6274E7E3}" dt="2025-04-13T22:44:07.014" v="5132" actId="9405"/>
          <ac:inkMkLst>
            <pc:docMk/>
            <pc:sldMk cId="2583448447" sldId="291"/>
            <ac:inkMk id="2444" creationId="{3C5364AB-E6AE-D9FA-FF91-08F96C2CE837}"/>
          </ac:inkMkLst>
        </pc:inkChg>
        <pc:inkChg chg="add mod">
          <ac:chgData name="Pi, Yalong" userId="c9a3dc08-26f0-490d-b190-2780270c58e1" providerId="ADAL" clId="{F398E26A-6AC4-4DD8-A7B3-CD9F6274E7E3}" dt="2025-04-13T22:44:39.941" v="5182"/>
          <ac:inkMkLst>
            <pc:docMk/>
            <pc:sldMk cId="2583448447" sldId="291"/>
            <ac:inkMk id="2445" creationId="{E41B12C0-2BA2-6581-009B-CE660C5FE707}"/>
          </ac:inkMkLst>
        </pc:inkChg>
        <pc:inkChg chg="add del mod">
          <ac:chgData name="Pi, Yalong" userId="c9a3dc08-26f0-490d-b190-2780270c58e1" providerId="ADAL" clId="{F398E26A-6AC4-4DD8-A7B3-CD9F6274E7E3}" dt="2025-04-13T22:44:39.942" v="5189"/>
          <ac:inkMkLst>
            <pc:docMk/>
            <pc:sldMk cId="2583448447" sldId="291"/>
            <ac:inkMk id="2446" creationId="{C58A2E7B-836D-301E-2D88-20E4D21234C8}"/>
          </ac:inkMkLst>
        </pc:inkChg>
        <pc:inkChg chg="add del mod">
          <ac:chgData name="Pi, Yalong" userId="c9a3dc08-26f0-490d-b190-2780270c58e1" providerId="ADAL" clId="{F398E26A-6AC4-4DD8-A7B3-CD9F6274E7E3}" dt="2025-04-13T22:44:39.942" v="5191"/>
          <ac:inkMkLst>
            <pc:docMk/>
            <pc:sldMk cId="2583448447" sldId="291"/>
            <ac:inkMk id="2447" creationId="{5C634229-FA27-8B61-6FBE-5064B329ADFF}"/>
          </ac:inkMkLst>
        </pc:inkChg>
        <pc:inkChg chg="add">
          <ac:chgData name="Pi, Yalong" userId="c9a3dc08-26f0-490d-b190-2780270c58e1" providerId="ADAL" clId="{F398E26A-6AC4-4DD8-A7B3-CD9F6274E7E3}" dt="2025-04-13T22:44:09.545" v="5136" actId="9405"/>
          <ac:inkMkLst>
            <pc:docMk/>
            <pc:sldMk cId="2583448447" sldId="291"/>
            <ac:inkMk id="2448" creationId="{C8BABA9B-9CA9-6C02-F6E3-FE43C6280C71}"/>
          </ac:inkMkLst>
        </pc:inkChg>
        <pc:inkChg chg="add del mod">
          <ac:chgData name="Pi, Yalong" userId="c9a3dc08-26f0-490d-b190-2780270c58e1" providerId="ADAL" clId="{F398E26A-6AC4-4DD8-A7B3-CD9F6274E7E3}" dt="2025-04-13T22:44:39.941" v="5180"/>
          <ac:inkMkLst>
            <pc:docMk/>
            <pc:sldMk cId="2583448447" sldId="291"/>
            <ac:inkMk id="2449" creationId="{991CA389-86B7-8CAB-72CE-567CCCF9BF31}"/>
          </ac:inkMkLst>
        </pc:inkChg>
        <pc:inkChg chg="add">
          <ac:chgData name="Pi, Yalong" userId="c9a3dc08-26f0-490d-b190-2780270c58e1" providerId="ADAL" clId="{F398E26A-6AC4-4DD8-A7B3-CD9F6274E7E3}" dt="2025-04-13T22:44:10.172" v="5138" actId="9405"/>
          <ac:inkMkLst>
            <pc:docMk/>
            <pc:sldMk cId="2583448447" sldId="291"/>
            <ac:inkMk id="2450" creationId="{2028DB2D-C8A1-97F0-7F33-87039907F90F}"/>
          </ac:inkMkLst>
        </pc:inkChg>
        <pc:inkChg chg="add del mod">
          <ac:chgData name="Pi, Yalong" userId="c9a3dc08-26f0-490d-b190-2780270c58e1" providerId="ADAL" clId="{F398E26A-6AC4-4DD8-A7B3-CD9F6274E7E3}" dt="2025-04-13T22:44:39.941" v="5185"/>
          <ac:inkMkLst>
            <pc:docMk/>
            <pc:sldMk cId="2583448447" sldId="291"/>
            <ac:inkMk id="2451" creationId="{9E7DC977-4C5C-C7A6-59C6-5DD90C48FFF5}"/>
          </ac:inkMkLst>
        </pc:inkChg>
        <pc:inkChg chg="add del mod">
          <ac:chgData name="Pi, Yalong" userId="c9a3dc08-26f0-490d-b190-2780270c58e1" providerId="ADAL" clId="{F398E26A-6AC4-4DD8-A7B3-CD9F6274E7E3}" dt="2025-04-13T22:44:39.942" v="5188"/>
          <ac:inkMkLst>
            <pc:docMk/>
            <pc:sldMk cId="2583448447" sldId="291"/>
            <ac:inkMk id="2452" creationId="{30091F7D-D5FE-4077-56A5-A1BB47D42F12}"/>
          </ac:inkMkLst>
        </pc:inkChg>
        <pc:inkChg chg="add">
          <ac:chgData name="Pi, Yalong" userId="c9a3dc08-26f0-490d-b190-2780270c58e1" providerId="ADAL" clId="{F398E26A-6AC4-4DD8-A7B3-CD9F6274E7E3}" dt="2025-04-13T22:44:11.051" v="5141" actId="9405"/>
          <ac:inkMkLst>
            <pc:docMk/>
            <pc:sldMk cId="2583448447" sldId="291"/>
            <ac:inkMk id="2453" creationId="{3808A700-5F08-9F2F-3E0F-99777CB0806F}"/>
          </ac:inkMkLst>
        </pc:inkChg>
        <pc:inkChg chg="add">
          <ac:chgData name="Pi, Yalong" userId="c9a3dc08-26f0-490d-b190-2780270c58e1" providerId="ADAL" clId="{F398E26A-6AC4-4DD8-A7B3-CD9F6274E7E3}" dt="2025-04-13T22:44:11.532" v="5142" actId="9405"/>
          <ac:inkMkLst>
            <pc:docMk/>
            <pc:sldMk cId="2583448447" sldId="291"/>
            <ac:inkMk id="2454" creationId="{D1788A09-F6B1-437D-FEDB-312AF1D58B1A}"/>
          </ac:inkMkLst>
        </pc:inkChg>
        <pc:inkChg chg="add del mod">
          <ac:chgData name="Pi, Yalong" userId="c9a3dc08-26f0-490d-b190-2780270c58e1" providerId="ADAL" clId="{F398E26A-6AC4-4DD8-A7B3-CD9F6274E7E3}" dt="2025-04-13T22:25:55.950" v="4772"/>
          <ac:inkMkLst>
            <pc:docMk/>
            <pc:sldMk cId="2583448447" sldId="291"/>
            <ac:inkMk id="2456" creationId="{7F29D4F3-AD68-8648-20C8-159295F212C4}"/>
          </ac:inkMkLst>
        </pc:inkChg>
        <pc:inkChg chg="del mod">
          <ac:chgData name="Pi, Yalong" userId="c9a3dc08-26f0-490d-b190-2780270c58e1" providerId="ADAL" clId="{F398E26A-6AC4-4DD8-A7B3-CD9F6274E7E3}" dt="2025-04-13T22:25:55.950" v="4773"/>
          <ac:inkMkLst>
            <pc:docMk/>
            <pc:sldMk cId="2583448447" sldId="291"/>
            <ac:inkMk id="2457" creationId="{4BBC1801-DBE2-7809-8D5D-1AECA62D4665}"/>
          </ac:inkMkLst>
        </pc:inkChg>
        <pc:inkChg chg="del mod">
          <ac:chgData name="Pi, Yalong" userId="c9a3dc08-26f0-490d-b190-2780270c58e1" providerId="ADAL" clId="{F398E26A-6AC4-4DD8-A7B3-CD9F6274E7E3}" dt="2025-04-13T22:25:55.949" v="4766"/>
          <ac:inkMkLst>
            <pc:docMk/>
            <pc:sldMk cId="2583448447" sldId="291"/>
            <ac:inkMk id="2458" creationId="{C3B55B14-30A8-A19C-890D-353632D1FD95}"/>
          </ac:inkMkLst>
        </pc:inkChg>
        <pc:inkChg chg="add del mod">
          <ac:chgData name="Pi, Yalong" userId="c9a3dc08-26f0-490d-b190-2780270c58e1" providerId="ADAL" clId="{F398E26A-6AC4-4DD8-A7B3-CD9F6274E7E3}" dt="2025-04-13T22:25:55.949" v="4767"/>
          <ac:inkMkLst>
            <pc:docMk/>
            <pc:sldMk cId="2583448447" sldId="291"/>
            <ac:inkMk id="2459" creationId="{7849870B-3CB4-CD91-0194-D75B309F6189}"/>
          </ac:inkMkLst>
        </pc:inkChg>
        <pc:inkChg chg="del mod">
          <ac:chgData name="Pi, Yalong" userId="c9a3dc08-26f0-490d-b190-2780270c58e1" providerId="ADAL" clId="{F398E26A-6AC4-4DD8-A7B3-CD9F6274E7E3}" dt="2025-04-13T22:25:55.950" v="4774"/>
          <ac:inkMkLst>
            <pc:docMk/>
            <pc:sldMk cId="2583448447" sldId="291"/>
            <ac:inkMk id="2460" creationId="{A3730624-F770-2EFB-4796-BC69FDF1C638}"/>
          </ac:inkMkLst>
        </pc:inkChg>
        <pc:inkChg chg="add del mod">
          <ac:chgData name="Pi, Yalong" userId="c9a3dc08-26f0-490d-b190-2780270c58e1" providerId="ADAL" clId="{F398E26A-6AC4-4DD8-A7B3-CD9F6274E7E3}" dt="2025-04-13T22:25:55.950" v="4771"/>
          <ac:inkMkLst>
            <pc:docMk/>
            <pc:sldMk cId="2583448447" sldId="291"/>
            <ac:inkMk id="2461" creationId="{8AB21556-D292-443B-3568-96E51F1EA883}"/>
          </ac:inkMkLst>
        </pc:inkChg>
        <pc:inkChg chg="add mod">
          <ac:chgData name="Pi, Yalong" userId="c9a3dc08-26f0-490d-b190-2780270c58e1" providerId="ADAL" clId="{F398E26A-6AC4-4DD8-A7B3-CD9F6274E7E3}" dt="2025-04-13T22:44:17.786" v="5147"/>
          <ac:inkMkLst>
            <pc:docMk/>
            <pc:sldMk cId="2583448447" sldId="291"/>
            <ac:inkMk id="2462" creationId="{1CD4A215-8DCF-1361-1B7D-FCF8862119ED}"/>
          </ac:inkMkLst>
        </pc:inkChg>
        <pc:inkChg chg="add mod">
          <ac:chgData name="Pi, Yalong" userId="c9a3dc08-26f0-490d-b190-2780270c58e1" providerId="ADAL" clId="{F398E26A-6AC4-4DD8-A7B3-CD9F6274E7E3}" dt="2025-04-13T22:44:17.786" v="5147"/>
          <ac:inkMkLst>
            <pc:docMk/>
            <pc:sldMk cId="2583448447" sldId="291"/>
            <ac:inkMk id="2463" creationId="{7323D792-9768-7DB7-C91E-D93D627F0CD8}"/>
          </ac:inkMkLst>
        </pc:inkChg>
        <pc:inkChg chg="add mod">
          <ac:chgData name="Pi, Yalong" userId="c9a3dc08-26f0-490d-b190-2780270c58e1" providerId="ADAL" clId="{F398E26A-6AC4-4DD8-A7B3-CD9F6274E7E3}" dt="2025-04-13T22:44:17.786" v="5147"/>
          <ac:inkMkLst>
            <pc:docMk/>
            <pc:sldMk cId="2583448447" sldId="291"/>
            <ac:inkMk id="2464" creationId="{CD49F7F0-A26C-C2F3-DEDE-BF497A1A777C}"/>
          </ac:inkMkLst>
        </pc:inkChg>
        <pc:inkChg chg="add mod">
          <ac:chgData name="Pi, Yalong" userId="c9a3dc08-26f0-490d-b190-2780270c58e1" providerId="ADAL" clId="{F398E26A-6AC4-4DD8-A7B3-CD9F6274E7E3}" dt="2025-04-13T22:44:35.560" v="5171"/>
          <ac:inkMkLst>
            <pc:docMk/>
            <pc:sldMk cId="2583448447" sldId="291"/>
            <ac:inkMk id="2466" creationId="{EF4A0429-2FA8-01A7-2F2D-337A4B45FF4E}"/>
          </ac:inkMkLst>
        </pc:inkChg>
        <pc:inkChg chg="add mod">
          <ac:chgData name="Pi, Yalong" userId="c9a3dc08-26f0-490d-b190-2780270c58e1" providerId="ADAL" clId="{F398E26A-6AC4-4DD8-A7B3-CD9F6274E7E3}" dt="2025-04-13T22:44:31.265" v="5161"/>
          <ac:inkMkLst>
            <pc:docMk/>
            <pc:sldMk cId="2583448447" sldId="291"/>
            <ac:inkMk id="2467" creationId="{B9C03444-FD02-0461-346A-1D181E0B232C}"/>
          </ac:inkMkLst>
        </pc:inkChg>
        <pc:inkChg chg="add mod">
          <ac:chgData name="Pi, Yalong" userId="c9a3dc08-26f0-490d-b190-2780270c58e1" providerId="ADAL" clId="{F398E26A-6AC4-4DD8-A7B3-CD9F6274E7E3}" dt="2025-04-13T22:44:28.679" v="5157"/>
          <ac:inkMkLst>
            <pc:docMk/>
            <pc:sldMk cId="2583448447" sldId="291"/>
            <ac:inkMk id="2469" creationId="{A9A2EC55-5600-F956-716C-71FE7DE6A441}"/>
          </ac:inkMkLst>
        </pc:inkChg>
        <pc:inkChg chg="add mod">
          <ac:chgData name="Pi, Yalong" userId="c9a3dc08-26f0-490d-b190-2780270c58e1" providerId="ADAL" clId="{F398E26A-6AC4-4DD8-A7B3-CD9F6274E7E3}" dt="2025-04-13T22:44:28.679" v="5157"/>
          <ac:inkMkLst>
            <pc:docMk/>
            <pc:sldMk cId="2583448447" sldId="291"/>
            <ac:inkMk id="2471" creationId="{6A38034A-769E-97AA-1A53-9352A72260D9}"/>
          </ac:inkMkLst>
        </pc:inkChg>
        <pc:inkChg chg="del">
          <ac:chgData name="Pi, Yalong" userId="c9a3dc08-26f0-490d-b190-2780270c58e1" providerId="ADAL" clId="{F398E26A-6AC4-4DD8-A7B3-CD9F6274E7E3}" dt="2025-04-13T22:25:55.950" v="4770"/>
          <ac:inkMkLst>
            <pc:docMk/>
            <pc:sldMk cId="2583448447" sldId="291"/>
            <ac:inkMk id="2472" creationId="{1EF14F76-EC96-B1E7-CBF3-A1667132ED1F}"/>
          </ac:inkMkLst>
        </pc:inkChg>
        <pc:inkChg chg="add mod">
          <ac:chgData name="Pi, Yalong" userId="c9a3dc08-26f0-490d-b190-2780270c58e1" providerId="ADAL" clId="{F398E26A-6AC4-4DD8-A7B3-CD9F6274E7E3}" dt="2025-04-13T22:44:35.560" v="5171"/>
          <ac:inkMkLst>
            <pc:docMk/>
            <pc:sldMk cId="2583448447" sldId="291"/>
            <ac:inkMk id="2473" creationId="{3893CCAA-6393-493E-80BD-8D4A55CCAFF5}"/>
          </ac:inkMkLst>
        </pc:inkChg>
        <pc:inkChg chg="add mod">
          <ac:chgData name="Pi, Yalong" userId="c9a3dc08-26f0-490d-b190-2780270c58e1" providerId="ADAL" clId="{F398E26A-6AC4-4DD8-A7B3-CD9F6274E7E3}" dt="2025-04-13T22:44:35.560" v="5171"/>
          <ac:inkMkLst>
            <pc:docMk/>
            <pc:sldMk cId="2583448447" sldId="291"/>
            <ac:inkMk id="2474" creationId="{7351DB49-6094-605F-31D1-E480A7111AB2}"/>
          </ac:inkMkLst>
        </pc:inkChg>
        <pc:inkChg chg="add mod">
          <ac:chgData name="Pi, Yalong" userId="c9a3dc08-26f0-490d-b190-2780270c58e1" providerId="ADAL" clId="{F398E26A-6AC4-4DD8-A7B3-CD9F6274E7E3}" dt="2025-04-13T22:44:31.265" v="5161"/>
          <ac:inkMkLst>
            <pc:docMk/>
            <pc:sldMk cId="2583448447" sldId="291"/>
            <ac:inkMk id="2475" creationId="{30A20A62-2712-F786-5564-62CF84518461}"/>
          </ac:inkMkLst>
        </pc:inkChg>
        <pc:inkChg chg="add mod">
          <ac:chgData name="Pi, Yalong" userId="c9a3dc08-26f0-490d-b190-2780270c58e1" providerId="ADAL" clId="{F398E26A-6AC4-4DD8-A7B3-CD9F6274E7E3}" dt="2025-04-13T22:44:31.265" v="5161"/>
          <ac:inkMkLst>
            <pc:docMk/>
            <pc:sldMk cId="2583448447" sldId="291"/>
            <ac:inkMk id="2477" creationId="{D39D49B5-DB11-DBAB-EB1F-35B0CB51A0F3}"/>
          </ac:inkMkLst>
        </pc:inkChg>
        <pc:inkChg chg="add mod">
          <ac:chgData name="Pi, Yalong" userId="c9a3dc08-26f0-490d-b190-2780270c58e1" providerId="ADAL" clId="{F398E26A-6AC4-4DD8-A7B3-CD9F6274E7E3}" dt="2025-04-13T22:44:35.560" v="5171"/>
          <ac:inkMkLst>
            <pc:docMk/>
            <pc:sldMk cId="2583448447" sldId="291"/>
            <ac:inkMk id="2478" creationId="{3986395B-5269-5D7B-9D9C-CFDD5D17CBCE}"/>
          </ac:inkMkLst>
        </pc:inkChg>
        <pc:inkChg chg="add mod">
          <ac:chgData name="Pi, Yalong" userId="c9a3dc08-26f0-490d-b190-2780270c58e1" providerId="ADAL" clId="{F398E26A-6AC4-4DD8-A7B3-CD9F6274E7E3}" dt="2025-04-13T22:44:31.265" v="5161"/>
          <ac:inkMkLst>
            <pc:docMk/>
            <pc:sldMk cId="2583448447" sldId="291"/>
            <ac:inkMk id="2479" creationId="{A0F95FE2-578A-2DF0-1A9D-72A5E501DBB5}"/>
          </ac:inkMkLst>
        </pc:inkChg>
        <pc:inkChg chg="add mod">
          <ac:chgData name="Pi, Yalong" userId="c9a3dc08-26f0-490d-b190-2780270c58e1" providerId="ADAL" clId="{F398E26A-6AC4-4DD8-A7B3-CD9F6274E7E3}" dt="2025-04-13T22:44:35.560" v="5171"/>
          <ac:inkMkLst>
            <pc:docMk/>
            <pc:sldMk cId="2583448447" sldId="291"/>
            <ac:inkMk id="2481" creationId="{DEA287FD-A851-83AC-2FA0-07CF35B24007}"/>
          </ac:inkMkLst>
        </pc:inkChg>
        <pc:inkChg chg="add mod">
          <ac:chgData name="Pi, Yalong" userId="c9a3dc08-26f0-490d-b190-2780270c58e1" providerId="ADAL" clId="{F398E26A-6AC4-4DD8-A7B3-CD9F6274E7E3}" dt="2025-04-13T22:44:35.560" v="5171"/>
          <ac:inkMkLst>
            <pc:docMk/>
            <pc:sldMk cId="2583448447" sldId="291"/>
            <ac:inkMk id="2482" creationId="{305608C1-09B0-CA78-33D0-DA895CAC4BC5}"/>
          </ac:inkMkLst>
        </pc:inkChg>
        <pc:inkChg chg="add mod">
          <ac:chgData name="Pi, Yalong" userId="c9a3dc08-26f0-490d-b190-2780270c58e1" providerId="ADAL" clId="{F398E26A-6AC4-4DD8-A7B3-CD9F6274E7E3}" dt="2025-04-13T22:44:33.924" v="5169"/>
          <ac:inkMkLst>
            <pc:docMk/>
            <pc:sldMk cId="2583448447" sldId="291"/>
            <ac:inkMk id="2483" creationId="{A0CEDB4A-CC8C-18AA-830B-BB55F7BBE627}"/>
          </ac:inkMkLst>
        </pc:inkChg>
        <pc:inkChg chg="del">
          <ac:chgData name="Pi, Yalong" userId="c9a3dc08-26f0-490d-b190-2780270c58e1" providerId="ADAL" clId="{F398E26A-6AC4-4DD8-A7B3-CD9F6274E7E3}" dt="2025-04-13T22:26:07.466" v="4863"/>
          <ac:inkMkLst>
            <pc:docMk/>
            <pc:sldMk cId="2583448447" sldId="291"/>
            <ac:inkMk id="2484" creationId="{BAC1AA79-F302-3273-5A71-9DE976EDD798}"/>
          </ac:inkMkLst>
        </pc:inkChg>
        <pc:inkChg chg="del">
          <ac:chgData name="Pi, Yalong" userId="c9a3dc08-26f0-490d-b190-2780270c58e1" providerId="ADAL" clId="{F398E26A-6AC4-4DD8-A7B3-CD9F6274E7E3}" dt="2025-04-13T22:26:02.150" v="4814"/>
          <ac:inkMkLst>
            <pc:docMk/>
            <pc:sldMk cId="2583448447" sldId="291"/>
            <ac:inkMk id="2485" creationId="{BE18D464-2754-DFB1-5562-D8C20DFE1BEA}"/>
          </ac:inkMkLst>
        </pc:inkChg>
        <pc:inkChg chg="del">
          <ac:chgData name="Pi, Yalong" userId="c9a3dc08-26f0-490d-b190-2780270c58e1" providerId="ADAL" clId="{F398E26A-6AC4-4DD8-A7B3-CD9F6274E7E3}" dt="2025-04-13T22:25:55.950" v="4769"/>
          <ac:inkMkLst>
            <pc:docMk/>
            <pc:sldMk cId="2583448447" sldId="291"/>
            <ac:inkMk id="2486" creationId="{E02127C9-23B3-91A5-2F42-6D6DBEA8FF72}"/>
          </ac:inkMkLst>
        </pc:inkChg>
        <pc:inkChg chg="add">
          <ac:chgData name="Pi, Yalong" userId="c9a3dc08-26f0-490d-b190-2780270c58e1" providerId="ADAL" clId="{F398E26A-6AC4-4DD8-A7B3-CD9F6274E7E3}" dt="2025-04-13T22:44:32.214" v="5165" actId="9405"/>
          <ac:inkMkLst>
            <pc:docMk/>
            <pc:sldMk cId="2583448447" sldId="291"/>
            <ac:inkMk id="2487" creationId="{23C63749-08A5-BADA-C694-18F586C92A56}"/>
          </ac:inkMkLst>
        </pc:inkChg>
        <pc:inkChg chg="add">
          <ac:chgData name="Pi, Yalong" userId="c9a3dc08-26f0-490d-b190-2780270c58e1" providerId="ADAL" clId="{F398E26A-6AC4-4DD8-A7B3-CD9F6274E7E3}" dt="2025-04-13T22:44:32.602" v="5166" actId="9405"/>
          <ac:inkMkLst>
            <pc:docMk/>
            <pc:sldMk cId="2583448447" sldId="291"/>
            <ac:inkMk id="2488" creationId="{8811BCF1-C667-9A9D-E9B4-7DAB22663BD8}"/>
          </ac:inkMkLst>
        </pc:inkChg>
        <pc:inkChg chg="add">
          <ac:chgData name="Pi, Yalong" userId="c9a3dc08-26f0-490d-b190-2780270c58e1" providerId="ADAL" clId="{F398E26A-6AC4-4DD8-A7B3-CD9F6274E7E3}" dt="2025-04-13T22:44:32.931" v="5167" actId="9405"/>
          <ac:inkMkLst>
            <pc:docMk/>
            <pc:sldMk cId="2583448447" sldId="291"/>
            <ac:inkMk id="2489" creationId="{A4064B08-81EC-2817-02D4-08AB286387BF}"/>
          </ac:inkMkLst>
        </pc:inkChg>
        <pc:inkChg chg="del">
          <ac:chgData name="Pi, Yalong" userId="c9a3dc08-26f0-490d-b190-2780270c58e1" providerId="ADAL" clId="{F398E26A-6AC4-4DD8-A7B3-CD9F6274E7E3}" dt="2025-04-13T22:26:02.151" v="4816"/>
          <ac:inkMkLst>
            <pc:docMk/>
            <pc:sldMk cId="2583448447" sldId="291"/>
            <ac:inkMk id="2490" creationId="{1537A88F-4855-5FEB-4EE5-3565C1AB1029}"/>
          </ac:inkMkLst>
        </pc:inkChg>
        <pc:inkChg chg="del">
          <ac:chgData name="Pi, Yalong" userId="c9a3dc08-26f0-490d-b190-2780270c58e1" providerId="ADAL" clId="{F398E26A-6AC4-4DD8-A7B3-CD9F6274E7E3}" dt="2025-04-13T22:25:55.949" v="4765"/>
          <ac:inkMkLst>
            <pc:docMk/>
            <pc:sldMk cId="2583448447" sldId="291"/>
            <ac:inkMk id="2491" creationId="{AD044584-F319-414D-5F5E-D8738A5B1D24}"/>
          </ac:inkMkLst>
        </pc:inkChg>
        <pc:inkChg chg="add mod">
          <ac:chgData name="Pi, Yalong" userId="c9a3dc08-26f0-490d-b190-2780270c58e1" providerId="ADAL" clId="{F398E26A-6AC4-4DD8-A7B3-CD9F6274E7E3}" dt="2025-04-13T22:44:35.560" v="5171"/>
          <ac:inkMkLst>
            <pc:docMk/>
            <pc:sldMk cId="2583448447" sldId="291"/>
            <ac:inkMk id="2492" creationId="{789B9316-5DDB-CB8D-F725-2F38F576FC0D}"/>
          </ac:inkMkLst>
        </pc:inkChg>
        <pc:inkChg chg="del">
          <ac:chgData name="Pi, Yalong" userId="c9a3dc08-26f0-490d-b190-2780270c58e1" providerId="ADAL" clId="{F398E26A-6AC4-4DD8-A7B3-CD9F6274E7E3}" dt="2025-04-13T22:26:02.147" v="4786"/>
          <ac:inkMkLst>
            <pc:docMk/>
            <pc:sldMk cId="2583448447" sldId="291"/>
            <ac:inkMk id="2493" creationId="{58A71E0D-DCEB-75AB-4A85-EFBD0BECD152}"/>
          </ac:inkMkLst>
        </pc:inkChg>
        <pc:inkChg chg="del mod">
          <ac:chgData name="Pi, Yalong" userId="c9a3dc08-26f0-490d-b190-2780270c58e1" providerId="ADAL" clId="{F398E26A-6AC4-4DD8-A7B3-CD9F6274E7E3}" dt="2025-04-13T22:25:55.949" v="4768"/>
          <ac:inkMkLst>
            <pc:docMk/>
            <pc:sldMk cId="2583448447" sldId="291"/>
            <ac:inkMk id="2494" creationId="{66F872C2-CA44-70AF-A5F2-CF2CA7296626}"/>
          </ac:inkMkLst>
        </pc:inkChg>
        <pc:inkChg chg="del mod">
          <ac:chgData name="Pi, Yalong" userId="c9a3dc08-26f0-490d-b190-2780270c58e1" providerId="ADAL" clId="{F398E26A-6AC4-4DD8-A7B3-CD9F6274E7E3}" dt="2025-04-13T22:26:02.148" v="4795"/>
          <ac:inkMkLst>
            <pc:docMk/>
            <pc:sldMk cId="2583448447" sldId="291"/>
            <ac:inkMk id="2495" creationId="{26F33074-50A0-BBED-63A1-0757F7A71D51}"/>
          </ac:inkMkLst>
        </pc:inkChg>
        <pc:inkChg chg="del mod">
          <ac:chgData name="Pi, Yalong" userId="c9a3dc08-26f0-490d-b190-2780270c58e1" providerId="ADAL" clId="{F398E26A-6AC4-4DD8-A7B3-CD9F6274E7E3}" dt="2025-04-13T22:25:55.949" v="4763"/>
          <ac:inkMkLst>
            <pc:docMk/>
            <pc:sldMk cId="2583448447" sldId="291"/>
            <ac:inkMk id="2496" creationId="{67AAC94F-3894-2B6A-0196-63F1736ECA2C}"/>
          </ac:inkMkLst>
        </pc:inkChg>
        <pc:inkChg chg="del mod">
          <ac:chgData name="Pi, Yalong" userId="c9a3dc08-26f0-490d-b190-2780270c58e1" providerId="ADAL" clId="{F398E26A-6AC4-4DD8-A7B3-CD9F6274E7E3}" dt="2025-04-13T22:26:02.147" v="4792"/>
          <ac:inkMkLst>
            <pc:docMk/>
            <pc:sldMk cId="2583448447" sldId="291"/>
            <ac:inkMk id="2497" creationId="{2C6CF65D-0A6E-5DDE-ED8F-F2AF323DA5DF}"/>
          </ac:inkMkLst>
        </pc:inkChg>
        <pc:inkChg chg="del mod">
          <ac:chgData name="Pi, Yalong" userId="c9a3dc08-26f0-490d-b190-2780270c58e1" providerId="ADAL" clId="{F398E26A-6AC4-4DD8-A7B3-CD9F6274E7E3}" dt="2025-04-13T22:26:02.145" v="4776"/>
          <ac:inkMkLst>
            <pc:docMk/>
            <pc:sldMk cId="2583448447" sldId="291"/>
            <ac:inkMk id="2499" creationId="{020C5F0C-20E2-9C86-3CC0-DC7B22ED6B30}"/>
          </ac:inkMkLst>
        </pc:inkChg>
        <pc:inkChg chg="del mod">
          <ac:chgData name="Pi, Yalong" userId="c9a3dc08-26f0-490d-b190-2780270c58e1" providerId="ADAL" clId="{F398E26A-6AC4-4DD8-A7B3-CD9F6274E7E3}" dt="2025-04-13T22:26:02.147" v="4785"/>
          <ac:inkMkLst>
            <pc:docMk/>
            <pc:sldMk cId="2583448447" sldId="291"/>
            <ac:inkMk id="2501" creationId="{16AF495E-20A9-1348-4333-742D2B2DA02A}"/>
          </ac:inkMkLst>
        </pc:inkChg>
        <pc:inkChg chg="del mod">
          <ac:chgData name="Pi, Yalong" userId="c9a3dc08-26f0-490d-b190-2780270c58e1" providerId="ADAL" clId="{F398E26A-6AC4-4DD8-A7B3-CD9F6274E7E3}" dt="2025-04-13T22:25:55.949" v="4764"/>
          <ac:inkMkLst>
            <pc:docMk/>
            <pc:sldMk cId="2583448447" sldId="291"/>
            <ac:inkMk id="2503" creationId="{D8631A16-0E12-3F9E-BE73-CCCB2B11EE90}"/>
          </ac:inkMkLst>
        </pc:inkChg>
        <pc:inkChg chg="del mod">
          <ac:chgData name="Pi, Yalong" userId="c9a3dc08-26f0-490d-b190-2780270c58e1" providerId="ADAL" clId="{F398E26A-6AC4-4DD8-A7B3-CD9F6274E7E3}" dt="2025-04-13T22:26:02.145" v="4778"/>
          <ac:inkMkLst>
            <pc:docMk/>
            <pc:sldMk cId="2583448447" sldId="291"/>
            <ac:inkMk id="2509" creationId="{23546136-DBA2-0D7A-4735-2497463E4ABF}"/>
          </ac:inkMkLst>
        </pc:inkChg>
        <pc:inkChg chg="del mod">
          <ac:chgData name="Pi, Yalong" userId="c9a3dc08-26f0-490d-b190-2780270c58e1" providerId="ADAL" clId="{F398E26A-6AC4-4DD8-A7B3-CD9F6274E7E3}" dt="2025-04-13T22:26:02.149" v="4801"/>
          <ac:inkMkLst>
            <pc:docMk/>
            <pc:sldMk cId="2583448447" sldId="291"/>
            <ac:inkMk id="2513" creationId="{EEE5A9BD-027D-4787-E587-230542557B36}"/>
          </ac:inkMkLst>
        </pc:inkChg>
        <pc:inkChg chg="del mod">
          <ac:chgData name="Pi, Yalong" userId="c9a3dc08-26f0-490d-b190-2780270c58e1" providerId="ADAL" clId="{F398E26A-6AC4-4DD8-A7B3-CD9F6274E7E3}" dt="2025-04-13T22:26:02.146" v="4782"/>
          <ac:inkMkLst>
            <pc:docMk/>
            <pc:sldMk cId="2583448447" sldId="291"/>
            <ac:inkMk id="2515" creationId="{2D905BC0-25A7-8C74-C254-F7B4767BFE40}"/>
          </ac:inkMkLst>
        </pc:inkChg>
        <pc:inkChg chg="del mod">
          <ac:chgData name="Pi, Yalong" userId="c9a3dc08-26f0-490d-b190-2780270c58e1" providerId="ADAL" clId="{F398E26A-6AC4-4DD8-A7B3-CD9F6274E7E3}" dt="2025-04-13T22:26:27.309" v="4920"/>
          <ac:inkMkLst>
            <pc:docMk/>
            <pc:sldMk cId="2583448447" sldId="291"/>
            <ac:inkMk id="2517" creationId="{70CA0262-305E-0126-A9A5-0F73445739D8}"/>
          </ac:inkMkLst>
        </pc:inkChg>
        <pc:inkChg chg="del mod">
          <ac:chgData name="Pi, Yalong" userId="c9a3dc08-26f0-490d-b190-2780270c58e1" providerId="ADAL" clId="{F398E26A-6AC4-4DD8-A7B3-CD9F6274E7E3}" dt="2025-04-13T22:26:30.445" v="4964"/>
          <ac:inkMkLst>
            <pc:docMk/>
            <pc:sldMk cId="2583448447" sldId="291"/>
            <ac:inkMk id="2518" creationId="{7E3811A3-BB3A-ED3E-F682-FA085092238B}"/>
          </ac:inkMkLst>
        </pc:inkChg>
        <pc:inkChg chg="del mod">
          <ac:chgData name="Pi, Yalong" userId="c9a3dc08-26f0-490d-b190-2780270c58e1" providerId="ADAL" clId="{F398E26A-6AC4-4DD8-A7B3-CD9F6274E7E3}" dt="2025-04-13T22:26:30.446" v="4972"/>
          <ac:inkMkLst>
            <pc:docMk/>
            <pc:sldMk cId="2583448447" sldId="291"/>
            <ac:inkMk id="2519" creationId="{78A7A493-C0D6-6A36-76AF-CB3187E43503}"/>
          </ac:inkMkLst>
        </pc:inkChg>
        <pc:inkChg chg="del mod">
          <ac:chgData name="Pi, Yalong" userId="c9a3dc08-26f0-490d-b190-2780270c58e1" providerId="ADAL" clId="{F398E26A-6AC4-4DD8-A7B3-CD9F6274E7E3}" dt="2025-04-13T22:26:30.447" v="4976"/>
          <ac:inkMkLst>
            <pc:docMk/>
            <pc:sldMk cId="2583448447" sldId="291"/>
            <ac:inkMk id="2520" creationId="{7F48676F-B1E1-EE61-5F95-438A31849409}"/>
          </ac:inkMkLst>
        </pc:inkChg>
        <pc:inkChg chg="del mod">
          <ac:chgData name="Pi, Yalong" userId="c9a3dc08-26f0-490d-b190-2780270c58e1" providerId="ADAL" clId="{F398E26A-6AC4-4DD8-A7B3-CD9F6274E7E3}" dt="2025-04-13T22:26:27.309" v="4920"/>
          <ac:inkMkLst>
            <pc:docMk/>
            <pc:sldMk cId="2583448447" sldId="291"/>
            <ac:inkMk id="2521" creationId="{ECD72824-9C23-1632-3521-53745D56A279}"/>
          </ac:inkMkLst>
        </pc:inkChg>
        <pc:inkChg chg="del mod">
          <ac:chgData name="Pi, Yalong" userId="c9a3dc08-26f0-490d-b190-2780270c58e1" providerId="ADAL" clId="{F398E26A-6AC4-4DD8-A7B3-CD9F6274E7E3}" dt="2025-04-13T22:26:27.314" v="4943"/>
          <ac:inkMkLst>
            <pc:docMk/>
            <pc:sldMk cId="2583448447" sldId="291"/>
            <ac:inkMk id="2522" creationId="{1A1AF6D5-01CD-1F17-7A9E-5685245FCE61}"/>
          </ac:inkMkLst>
        </pc:inkChg>
        <pc:inkChg chg="add del mod">
          <ac:chgData name="Pi, Yalong" userId="c9a3dc08-26f0-490d-b190-2780270c58e1" providerId="ADAL" clId="{F398E26A-6AC4-4DD8-A7B3-CD9F6274E7E3}" dt="2025-04-13T22:26:30.445" v="4967"/>
          <ac:inkMkLst>
            <pc:docMk/>
            <pc:sldMk cId="2583448447" sldId="291"/>
            <ac:inkMk id="2523" creationId="{9FC2EEE9-E023-45A1-4EE2-C62A2543DEF8}"/>
          </ac:inkMkLst>
        </pc:inkChg>
        <pc:inkChg chg="del mod">
          <ac:chgData name="Pi, Yalong" userId="c9a3dc08-26f0-490d-b190-2780270c58e1" providerId="ADAL" clId="{F398E26A-6AC4-4DD8-A7B3-CD9F6274E7E3}" dt="2025-04-13T22:26:30.446" v="4970"/>
          <ac:inkMkLst>
            <pc:docMk/>
            <pc:sldMk cId="2583448447" sldId="291"/>
            <ac:inkMk id="2524" creationId="{461FD017-420D-10B9-EEDC-F6C4802D50DA}"/>
          </ac:inkMkLst>
        </pc:inkChg>
        <pc:inkChg chg="del mod">
          <ac:chgData name="Pi, Yalong" userId="c9a3dc08-26f0-490d-b190-2780270c58e1" providerId="ADAL" clId="{F398E26A-6AC4-4DD8-A7B3-CD9F6274E7E3}" dt="2025-04-13T22:26:30.444" v="4963"/>
          <ac:inkMkLst>
            <pc:docMk/>
            <pc:sldMk cId="2583448447" sldId="291"/>
            <ac:inkMk id="2525" creationId="{F67C690D-28C2-6699-2515-3E5DF828A72D}"/>
          </ac:inkMkLst>
        </pc:inkChg>
        <pc:inkChg chg="del mod">
          <ac:chgData name="Pi, Yalong" userId="c9a3dc08-26f0-490d-b190-2780270c58e1" providerId="ADAL" clId="{F398E26A-6AC4-4DD8-A7B3-CD9F6274E7E3}" dt="2025-04-13T22:26:30.445" v="4966"/>
          <ac:inkMkLst>
            <pc:docMk/>
            <pc:sldMk cId="2583448447" sldId="291"/>
            <ac:inkMk id="2526" creationId="{80A593FC-601A-502C-9266-27AE81EC2FE2}"/>
          </ac:inkMkLst>
        </pc:inkChg>
        <pc:inkChg chg="del mod">
          <ac:chgData name="Pi, Yalong" userId="c9a3dc08-26f0-490d-b190-2780270c58e1" providerId="ADAL" clId="{F398E26A-6AC4-4DD8-A7B3-CD9F6274E7E3}" dt="2025-04-13T22:26:27.308" v="4914"/>
          <ac:inkMkLst>
            <pc:docMk/>
            <pc:sldMk cId="2583448447" sldId="291"/>
            <ac:inkMk id="2527" creationId="{5B350AE1-76C6-3885-F992-3C70609C1C11}"/>
          </ac:inkMkLst>
        </pc:inkChg>
        <pc:inkChg chg="del mod">
          <ac:chgData name="Pi, Yalong" userId="c9a3dc08-26f0-490d-b190-2780270c58e1" providerId="ADAL" clId="{F398E26A-6AC4-4DD8-A7B3-CD9F6274E7E3}" dt="2025-04-13T22:26:30.446" v="4973"/>
          <ac:inkMkLst>
            <pc:docMk/>
            <pc:sldMk cId="2583448447" sldId="291"/>
            <ac:inkMk id="2528" creationId="{9B51A9E9-3EA7-C385-840B-03F2DDA1673A}"/>
          </ac:inkMkLst>
        </pc:inkChg>
        <pc:inkChg chg="del mod">
          <ac:chgData name="Pi, Yalong" userId="c9a3dc08-26f0-490d-b190-2780270c58e1" providerId="ADAL" clId="{F398E26A-6AC4-4DD8-A7B3-CD9F6274E7E3}" dt="2025-04-13T22:26:30.445" v="4965"/>
          <ac:inkMkLst>
            <pc:docMk/>
            <pc:sldMk cId="2583448447" sldId="291"/>
            <ac:inkMk id="2529" creationId="{6EB77334-AB95-A708-3C96-DD83BF6D257B}"/>
          </ac:inkMkLst>
        </pc:inkChg>
      </pc:sldChg>
      <pc:sldChg chg="modSp add mod">
        <pc:chgData name="Pi, Yalong" userId="c9a3dc08-26f0-490d-b190-2780270c58e1" providerId="ADAL" clId="{F398E26A-6AC4-4DD8-A7B3-CD9F6274E7E3}" dt="2025-04-13T20:27:45.993" v="2861" actId="20577"/>
        <pc:sldMkLst>
          <pc:docMk/>
          <pc:sldMk cId="2795673300" sldId="294"/>
        </pc:sldMkLst>
        <pc:spChg chg="mod">
          <ac:chgData name="Pi, Yalong" userId="c9a3dc08-26f0-490d-b190-2780270c58e1" providerId="ADAL" clId="{F398E26A-6AC4-4DD8-A7B3-CD9F6274E7E3}" dt="2025-04-13T20:27:45.993" v="2861" actId="20577"/>
          <ac:spMkLst>
            <pc:docMk/>
            <pc:sldMk cId="2795673300" sldId="294"/>
            <ac:spMk id="3" creationId="{91EE2E30-BF8C-B6B1-4DAF-55723B77CA6D}"/>
          </ac:spMkLst>
        </pc:spChg>
      </pc:sldChg>
      <pc:sldChg chg="addSp delSp modSp add mod">
        <pc:chgData name="Pi, Yalong" userId="c9a3dc08-26f0-490d-b190-2780270c58e1" providerId="ADAL" clId="{F398E26A-6AC4-4DD8-A7B3-CD9F6274E7E3}" dt="2025-04-13T22:21:50.622" v="4683"/>
        <pc:sldMkLst>
          <pc:docMk/>
          <pc:sldMk cId="1812748717" sldId="314"/>
        </pc:sldMkLst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1812748717" sldId="314"/>
            <ac:grpSpMk id="28" creationId="{4EFD46A7-12B1-AC36-D4B5-CCDFBB215EA2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1812748717" sldId="314"/>
            <ac:grpSpMk id="29" creationId="{6689DF1A-81A9-3EA6-A0D0-17E69B3D33A6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1812748717" sldId="314"/>
            <ac:grpSpMk id="47" creationId="{9B1A0F5B-C778-D01F-4F14-01ECB199F9ED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1812748717" sldId="314"/>
            <ac:grpSpMk id="48" creationId="{60A93FAE-184C-04A0-A33C-51E56BFF1C11}"/>
          </ac:grpSpMkLst>
        </pc:grpChg>
        <pc:grpChg chg="del mod">
          <ac:chgData name="Pi, Yalong" userId="c9a3dc08-26f0-490d-b190-2780270c58e1" providerId="ADAL" clId="{F398E26A-6AC4-4DD8-A7B3-CD9F6274E7E3}" dt="2025-04-13T22:20:43.927" v="4624"/>
          <ac:grpSpMkLst>
            <pc:docMk/>
            <pc:sldMk cId="1812748717" sldId="314"/>
            <ac:grpSpMk id="57" creationId="{2BE2A725-A90D-2213-340D-6ECC7CAA7A74}"/>
          </ac:grpSpMkLst>
        </pc:grpChg>
        <pc:grpChg chg="del mod">
          <ac:chgData name="Pi, Yalong" userId="c9a3dc08-26f0-490d-b190-2780270c58e1" providerId="ADAL" clId="{F398E26A-6AC4-4DD8-A7B3-CD9F6274E7E3}" dt="2025-04-13T22:17:06.715" v="4447"/>
          <ac:grpSpMkLst>
            <pc:docMk/>
            <pc:sldMk cId="1812748717" sldId="314"/>
            <ac:grpSpMk id="60" creationId="{BEA566D7-97F4-4AC2-D984-0662448CF73C}"/>
          </ac:grpSpMkLst>
        </pc:grpChg>
        <pc:grpChg chg="mod">
          <ac:chgData name="Pi, Yalong" userId="c9a3dc08-26f0-490d-b190-2780270c58e1" providerId="ADAL" clId="{F398E26A-6AC4-4DD8-A7B3-CD9F6274E7E3}" dt="2025-04-13T22:17:06.715" v="4447"/>
          <ac:grpSpMkLst>
            <pc:docMk/>
            <pc:sldMk cId="1812748717" sldId="314"/>
            <ac:grpSpMk id="69" creationId="{FA9416AD-8B00-4EAF-EC6B-96C25AD76ECC}"/>
          </ac:grpSpMkLst>
        </pc:grpChg>
        <pc:grpChg chg="add del mod">
          <ac:chgData name="Pi, Yalong" userId="c9a3dc08-26f0-490d-b190-2780270c58e1" providerId="ADAL" clId="{F398E26A-6AC4-4DD8-A7B3-CD9F6274E7E3}" dt="2025-04-13T22:17:22.725" v="4465"/>
          <ac:grpSpMkLst>
            <pc:docMk/>
            <pc:sldMk cId="1812748717" sldId="314"/>
            <ac:grpSpMk id="73" creationId="{6CC175A0-6097-4362-38C9-8FD0F1A2CE4E}"/>
          </ac:grpSpMkLst>
        </pc:grpChg>
        <pc:grpChg chg="del mod">
          <ac:chgData name="Pi, Yalong" userId="c9a3dc08-26f0-490d-b190-2780270c58e1" providerId="ADAL" clId="{F398E26A-6AC4-4DD8-A7B3-CD9F6274E7E3}" dt="2025-04-13T22:17:22.725" v="4466"/>
          <ac:grpSpMkLst>
            <pc:docMk/>
            <pc:sldMk cId="1812748717" sldId="314"/>
            <ac:grpSpMk id="80" creationId="{250BF76B-CBAB-CBDB-AC15-778C9046BF9E}"/>
          </ac:grpSpMkLst>
        </pc:grpChg>
        <pc:grpChg chg="add del mod">
          <ac:chgData name="Pi, Yalong" userId="c9a3dc08-26f0-490d-b190-2780270c58e1" providerId="ADAL" clId="{F398E26A-6AC4-4DD8-A7B3-CD9F6274E7E3}" dt="2025-04-13T22:17:23.287" v="4469"/>
          <ac:grpSpMkLst>
            <pc:docMk/>
            <pc:sldMk cId="1812748717" sldId="314"/>
            <ac:grpSpMk id="83" creationId="{B3067374-219E-C886-068E-FF1DF528D7EF}"/>
          </ac:grpSpMkLst>
        </pc:grpChg>
        <pc:grpChg chg="del mod">
          <ac:chgData name="Pi, Yalong" userId="c9a3dc08-26f0-490d-b190-2780270c58e1" providerId="ADAL" clId="{F398E26A-6AC4-4DD8-A7B3-CD9F6274E7E3}" dt="2025-04-13T22:16:54.707" v="4439"/>
          <ac:grpSpMkLst>
            <pc:docMk/>
            <pc:sldMk cId="1812748717" sldId="314"/>
            <ac:grpSpMk id="93" creationId="{8D812554-1EB6-7D14-42A7-710C725B60F8}"/>
          </ac:grpSpMkLst>
        </pc:grpChg>
        <pc:grpChg chg="mod">
          <ac:chgData name="Pi, Yalong" userId="c9a3dc08-26f0-490d-b190-2780270c58e1" providerId="ADAL" clId="{F398E26A-6AC4-4DD8-A7B3-CD9F6274E7E3}" dt="2025-04-13T22:17:14.682" v="4453"/>
          <ac:grpSpMkLst>
            <pc:docMk/>
            <pc:sldMk cId="1812748717" sldId="314"/>
            <ac:grpSpMk id="95" creationId="{3C136020-4558-C619-C30B-239347754C50}"/>
          </ac:grpSpMkLst>
        </pc:grpChg>
        <pc:grpChg chg="mod">
          <ac:chgData name="Pi, Yalong" userId="c9a3dc08-26f0-490d-b190-2780270c58e1" providerId="ADAL" clId="{F398E26A-6AC4-4DD8-A7B3-CD9F6274E7E3}" dt="2025-04-13T22:17:17.392" v="4456"/>
          <ac:grpSpMkLst>
            <pc:docMk/>
            <pc:sldMk cId="1812748717" sldId="314"/>
            <ac:grpSpMk id="106" creationId="{37101E8A-C2BB-41EA-48AE-27D153EB3026}"/>
          </ac:grpSpMkLst>
        </pc:grpChg>
        <pc:grpChg chg="del mod">
          <ac:chgData name="Pi, Yalong" userId="c9a3dc08-26f0-490d-b190-2780270c58e1" providerId="ADAL" clId="{F398E26A-6AC4-4DD8-A7B3-CD9F6274E7E3}" dt="2025-04-13T22:18:34.195" v="4514"/>
          <ac:grpSpMkLst>
            <pc:docMk/>
            <pc:sldMk cId="1812748717" sldId="314"/>
            <ac:grpSpMk id="121" creationId="{6AEAF4D9-EDA5-46E1-36AD-DA2943694DE2}"/>
          </ac:grpSpMkLst>
        </pc:grpChg>
        <pc:grpChg chg="mod">
          <ac:chgData name="Pi, Yalong" userId="c9a3dc08-26f0-490d-b190-2780270c58e1" providerId="ADAL" clId="{F398E26A-6AC4-4DD8-A7B3-CD9F6274E7E3}" dt="2025-04-13T22:17:26.912" v="4474"/>
          <ac:grpSpMkLst>
            <pc:docMk/>
            <pc:sldMk cId="1812748717" sldId="314"/>
            <ac:grpSpMk id="131" creationId="{9CD887E4-BD23-18F9-3A7C-3A9667D441C7}"/>
          </ac:grpSpMkLst>
        </pc:grpChg>
        <pc:grpChg chg="del mod">
          <ac:chgData name="Pi, Yalong" userId="c9a3dc08-26f0-490d-b190-2780270c58e1" providerId="ADAL" clId="{F398E26A-6AC4-4DD8-A7B3-CD9F6274E7E3}" dt="2025-04-13T22:19:38.830" v="4571"/>
          <ac:grpSpMkLst>
            <pc:docMk/>
            <pc:sldMk cId="1812748717" sldId="314"/>
            <ac:grpSpMk id="145" creationId="{466AB96A-193F-0223-503C-8B1B0C7093A7}"/>
          </ac:grpSpMkLst>
        </pc:grpChg>
        <pc:grpChg chg="add del mod">
          <ac:chgData name="Pi, Yalong" userId="c9a3dc08-26f0-490d-b190-2780270c58e1" providerId="ADAL" clId="{F398E26A-6AC4-4DD8-A7B3-CD9F6274E7E3}" dt="2025-04-13T22:20:42.126" v="4615"/>
          <ac:grpSpMkLst>
            <pc:docMk/>
            <pc:sldMk cId="1812748717" sldId="314"/>
            <ac:grpSpMk id="146" creationId="{7A56ABA4-EC1F-A391-850A-A78BBC851A57}"/>
          </ac:grpSpMkLst>
        </pc:grpChg>
        <pc:grpChg chg="del mod">
          <ac:chgData name="Pi, Yalong" userId="c9a3dc08-26f0-490d-b190-2780270c58e1" providerId="ADAL" clId="{F398E26A-6AC4-4DD8-A7B3-CD9F6274E7E3}" dt="2025-04-13T22:17:32.655" v="4480"/>
          <ac:grpSpMkLst>
            <pc:docMk/>
            <pc:sldMk cId="1812748717" sldId="314"/>
            <ac:grpSpMk id="151" creationId="{96A036D4-DD63-E297-801F-B33BFC2503D2}"/>
          </ac:grpSpMkLst>
        </pc:grpChg>
        <pc:grpChg chg="mod">
          <ac:chgData name="Pi, Yalong" userId="c9a3dc08-26f0-490d-b190-2780270c58e1" providerId="ADAL" clId="{F398E26A-6AC4-4DD8-A7B3-CD9F6274E7E3}" dt="2025-04-13T22:17:36.445" v="4485"/>
          <ac:grpSpMkLst>
            <pc:docMk/>
            <pc:sldMk cId="1812748717" sldId="314"/>
            <ac:grpSpMk id="164" creationId="{640274FA-B1E6-EA39-0770-012873265C01}"/>
          </ac:grpSpMkLst>
        </pc:grpChg>
        <pc:grpChg chg="del mod">
          <ac:chgData name="Pi, Yalong" userId="c9a3dc08-26f0-490d-b190-2780270c58e1" providerId="ADAL" clId="{F398E26A-6AC4-4DD8-A7B3-CD9F6274E7E3}" dt="2025-04-13T22:20:43.928" v="4628"/>
          <ac:grpSpMkLst>
            <pc:docMk/>
            <pc:sldMk cId="1812748717" sldId="314"/>
            <ac:grpSpMk id="166" creationId="{A8AFEE5F-A216-DA99-20CA-9CBA96AD115F}"/>
          </ac:grpSpMkLst>
        </pc:grpChg>
        <pc:grpChg chg="add del mod">
          <ac:chgData name="Pi, Yalong" userId="c9a3dc08-26f0-490d-b190-2780270c58e1" providerId="ADAL" clId="{F398E26A-6AC4-4DD8-A7B3-CD9F6274E7E3}" dt="2025-04-13T22:20:04.831" v="4599"/>
          <ac:grpSpMkLst>
            <pc:docMk/>
            <pc:sldMk cId="1812748717" sldId="314"/>
            <ac:grpSpMk id="179" creationId="{7DC0060C-BCAD-5EDD-2D2E-2567A98C6F07}"/>
          </ac:grpSpMkLst>
        </pc:grpChg>
        <pc:grpChg chg="del mod">
          <ac:chgData name="Pi, Yalong" userId="c9a3dc08-26f0-490d-b190-2780270c58e1" providerId="ADAL" clId="{F398E26A-6AC4-4DD8-A7B3-CD9F6274E7E3}" dt="2025-04-13T22:20:04.832" v="4600"/>
          <ac:grpSpMkLst>
            <pc:docMk/>
            <pc:sldMk cId="1812748717" sldId="314"/>
            <ac:grpSpMk id="183" creationId="{F98B1EE5-AD3C-D12F-75D0-1543B37D7925}"/>
          </ac:grpSpMkLst>
        </pc:grpChg>
        <pc:grpChg chg="add del mod">
          <ac:chgData name="Pi, Yalong" userId="c9a3dc08-26f0-490d-b190-2780270c58e1" providerId="ADAL" clId="{F398E26A-6AC4-4DD8-A7B3-CD9F6274E7E3}" dt="2025-04-13T22:20:04.831" v="4597"/>
          <ac:grpSpMkLst>
            <pc:docMk/>
            <pc:sldMk cId="1812748717" sldId="314"/>
            <ac:grpSpMk id="186" creationId="{D78031CD-993B-EA54-409B-DE0579BA0B95}"/>
          </ac:grpSpMkLst>
        </pc:grpChg>
        <pc:grpChg chg="add del mod">
          <ac:chgData name="Pi, Yalong" userId="c9a3dc08-26f0-490d-b190-2780270c58e1" providerId="ADAL" clId="{F398E26A-6AC4-4DD8-A7B3-CD9F6274E7E3}" dt="2025-04-13T22:20:02.624" v="4594"/>
          <ac:grpSpMkLst>
            <pc:docMk/>
            <pc:sldMk cId="1812748717" sldId="314"/>
            <ac:grpSpMk id="188" creationId="{39DB1A52-22C9-2001-1461-220F29A4C782}"/>
          </ac:grpSpMkLst>
        </pc:grpChg>
        <pc:grpChg chg="mod">
          <ac:chgData name="Pi, Yalong" userId="c9a3dc08-26f0-490d-b190-2780270c58e1" providerId="ADAL" clId="{F398E26A-6AC4-4DD8-A7B3-CD9F6274E7E3}" dt="2025-04-13T22:17:59.791" v="4497"/>
          <ac:grpSpMkLst>
            <pc:docMk/>
            <pc:sldMk cId="1812748717" sldId="314"/>
            <ac:grpSpMk id="191" creationId="{B6653D52-B5F7-0DF9-2A53-2EBBC57A586E}"/>
          </ac:grpSpMkLst>
        </pc:grpChg>
        <pc:grpChg chg="mod">
          <ac:chgData name="Pi, Yalong" userId="c9a3dc08-26f0-490d-b190-2780270c58e1" providerId="ADAL" clId="{F398E26A-6AC4-4DD8-A7B3-CD9F6274E7E3}" dt="2025-04-13T22:18:18.615" v="4500"/>
          <ac:grpSpMkLst>
            <pc:docMk/>
            <pc:sldMk cId="1812748717" sldId="314"/>
            <ac:grpSpMk id="194" creationId="{66CC4B16-C857-D05D-A6AB-2A336EE2944B}"/>
          </ac:grpSpMkLst>
        </pc:grpChg>
        <pc:grpChg chg="del mod">
          <ac:chgData name="Pi, Yalong" userId="c9a3dc08-26f0-490d-b190-2780270c58e1" providerId="ADAL" clId="{F398E26A-6AC4-4DD8-A7B3-CD9F6274E7E3}" dt="2025-04-13T22:21:43.276" v="4681"/>
          <ac:grpSpMkLst>
            <pc:docMk/>
            <pc:sldMk cId="1812748717" sldId="314"/>
            <ac:grpSpMk id="200" creationId="{B1A6312D-E08A-190E-C326-48D08D087482}"/>
          </ac:grpSpMkLst>
        </pc:grpChg>
        <pc:grpChg chg="mod">
          <ac:chgData name="Pi, Yalong" userId="c9a3dc08-26f0-490d-b190-2780270c58e1" providerId="ADAL" clId="{F398E26A-6AC4-4DD8-A7B3-CD9F6274E7E3}" dt="2025-04-13T22:19:55.673" v="4585"/>
          <ac:grpSpMkLst>
            <pc:docMk/>
            <pc:sldMk cId="1812748717" sldId="314"/>
            <ac:grpSpMk id="203" creationId="{2E18751A-E561-121C-A76F-BA40ADBBF6EE}"/>
          </ac:grpSpMkLst>
        </pc:grpChg>
        <pc:grpChg chg="mod">
          <ac:chgData name="Pi, Yalong" userId="c9a3dc08-26f0-490d-b190-2780270c58e1" providerId="ADAL" clId="{F398E26A-6AC4-4DD8-A7B3-CD9F6274E7E3}" dt="2025-04-13T22:19:56.969" v="4588"/>
          <ac:grpSpMkLst>
            <pc:docMk/>
            <pc:sldMk cId="1812748717" sldId="314"/>
            <ac:grpSpMk id="206" creationId="{56B6E6FC-4598-D9B5-84AD-A67F06875379}"/>
          </ac:grpSpMkLst>
        </pc:grpChg>
        <pc:grpChg chg="mod">
          <ac:chgData name="Pi, Yalong" userId="c9a3dc08-26f0-490d-b190-2780270c58e1" providerId="ADAL" clId="{F398E26A-6AC4-4DD8-A7B3-CD9F6274E7E3}" dt="2025-04-13T22:20:14.752" v="4609"/>
          <ac:grpSpMkLst>
            <pc:docMk/>
            <pc:sldMk cId="1812748717" sldId="314"/>
            <ac:grpSpMk id="213" creationId="{50E069B4-D8B7-67D8-E8C6-0D30F4F95D82}"/>
          </ac:grpSpMkLst>
        </pc:grpChg>
        <pc:grpChg chg="del mod">
          <ac:chgData name="Pi, Yalong" userId="c9a3dc08-26f0-490d-b190-2780270c58e1" providerId="ADAL" clId="{F398E26A-6AC4-4DD8-A7B3-CD9F6274E7E3}" dt="2025-04-13T22:20:52.395" v="4634"/>
          <ac:grpSpMkLst>
            <pc:docMk/>
            <pc:sldMk cId="1812748717" sldId="314"/>
            <ac:grpSpMk id="218" creationId="{D79C6A5A-D634-FA99-6A36-A7504C146265}"/>
          </ac:grpSpMkLst>
        </pc:grpChg>
        <pc:grpChg chg="del mod">
          <ac:chgData name="Pi, Yalong" userId="c9a3dc08-26f0-490d-b190-2780270c58e1" providerId="ADAL" clId="{F398E26A-6AC4-4DD8-A7B3-CD9F6274E7E3}" dt="2025-04-13T22:20:54.119" v="4636"/>
          <ac:grpSpMkLst>
            <pc:docMk/>
            <pc:sldMk cId="1812748717" sldId="314"/>
            <ac:grpSpMk id="220" creationId="{FAEF5C39-3D11-CD15-5935-AFAC55616D07}"/>
          </ac:grpSpMkLst>
        </pc:grpChg>
        <pc:grpChg chg="del mod">
          <ac:chgData name="Pi, Yalong" userId="c9a3dc08-26f0-490d-b190-2780270c58e1" providerId="ADAL" clId="{F398E26A-6AC4-4DD8-A7B3-CD9F6274E7E3}" dt="2025-04-13T22:21:43.276" v="4681"/>
          <ac:grpSpMkLst>
            <pc:docMk/>
            <pc:sldMk cId="1812748717" sldId="314"/>
            <ac:grpSpMk id="223" creationId="{CAA6CBD6-E360-5A2D-CA24-DCDF37F1FCF0}"/>
          </ac:grpSpMkLst>
        </pc:grpChg>
        <pc:grpChg chg="del mod">
          <ac:chgData name="Pi, Yalong" userId="c9a3dc08-26f0-490d-b190-2780270c58e1" providerId="ADAL" clId="{F398E26A-6AC4-4DD8-A7B3-CD9F6274E7E3}" dt="2025-04-13T22:21:10.504" v="4650"/>
          <ac:grpSpMkLst>
            <pc:docMk/>
            <pc:sldMk cId="1812748717" sldId="314"/>
            <ac:grpSpMk id="233" creationId="{1B4D1215-BE9F-3D70-D251-D32A719889DD}"/>
          </ac:grpSpMkLst>
        </pc:grpChg>
        <pc:grpChg chg="del mod">
          <ac:chgData name="Pi, Yalong" userId="c9a3dc08-26f0-490d-b190-2780270c58e1" providerId="ADAL" clId="{F398E26A-6AC4-4DD8-A7B3-CD9F6274E7E3}" dt="2025-04-13T22:21:14.733" v="4653"/>
          <ac:grpSpMkLst>
            <pc:docMk/>
            <pc:sldMk cId="1812748717" sldId="314"/>
            <ac:grpSpMk id="234" creationId="{A63A7A92-283A-5748-46CA-2296EDE0067F}"/>
          </ac:grpSpMkLst>
        </pc:grpChg>
        <pc:grpChg chg="del mod">
          <ac:chgData name="Pi, Yalong" userId="c9a3dc08-26f0-490d-b190-2780270c58e1" providerId="ADAL" clId="{F398E26A-6AC4-4DD8-A7B3-CD9F6274E7E3}" dt="2025-04-13T22:21:43.276" v="4681"/>
          <ac:grpSpMkLst>
            <pc:docMk/>
            <pc:sldMk cId="1812748717" sldId="314"/>
            <ac:grpSpMk id="237" creationId="{A51D3251-E73B-5480-5907-38D1AA1BF2C3}"/>
          </ac:grpSpMkLst>
        </pc:grpChg>
        <pc:grpChg chg="del mod">
          <ac:chgData name="Pi, Yalong" userId="c9a3dc08-26f0-490d-b190-2780270c58e1" providerId="ADAL" clId="{F398E26A-6AC4-4DD8-A7B3-CD9F6274E7E3}" dt="2025-04-13T22:21:35.242" v="4661"/>
          <ac:grpSpMkLst>
            <pc:docMk/>
            <pc:sldMk cId="1812748717" sldId="314"/>
            <ac:grpSpMk id="240" creationId="{84719A56-7F98-DCB7-9072-52C488DB5EC3}"/>
          </ac:grpSpMkLst>
        </pc:grpChg>
        <pc:grpChg chg="del mod">
          <ac:chgData name="Pi, Yalong" userId="c9a3dc08-26f0-490d-b190-2780270c58e1" providerId="ADAL" clId="{F398E26A-6AC4-4DD8-A7B3-CD9F6274E7E3}" dt="2025-04-13T22:21:43.276" v="4681"/>
          <ac:grpSpMkLst>
            <pc:docMk/>
            <pc:sldMk cId="1812748717" sldId="314"/>
            <ac:grpSpMk id="245" creationId="{A77EA4FA-A7CA-EFBA-DD11-E50035035F29}"/>
          </ac:grpSpMkLst>
        </pc:grpChg>
        <pc:grpChg chg="del mod">
          <ac:chgData name="Pi, Yalong" userId="c9a3dc08-26f0-490d-b190-2780270c58e1" providerId="ADAL" clId="{F398E26A-6AC4-4DD8-A7B3-CD9F6274E7E3}" dt="2025-04-13T22:21:50.622" v="4683"/>
          <ac:grpSpMkLst>
            <pc:docMk/>
            <pc:sldMk cId="1812748717" sldId="314"/>
            <ac:grpSpMk id="265" creationId="{6A90740A-AD98-C57F-A463-AE07506398E2}"/>
          </ac:grpSpMkLst>
        </pc:grpChg>
        <pc:grpChg chg="mod">
          <ac:chgData name="Pi, Yalong" userId="c9a3dc08-26f0-490d-b190-2780270c58e1" providerId="ADAL" clId="{F398E26A-6AC4-4DD8-A7B3-CD9F6274E7E3}" dt="2025-04-13T22:21:50.622" v="4683"/>
          <ac:grpSpMkLst>
            <pc:docMk/>
            <pc:sldMk cId="1812748717" sldId="314"/>
            <ac:grpSpMk id="267" creationId="{431AE7A7-D6B4-57BA-427D-3E2DD53CE9FD}"/>
          </ac:grpSpMkLst>
        </pc:grpChg>
        <pc:inkChg chg="add del mod">
          <ac:chgData name="Pi, Yalong" userId="c9a3dc08-26f0-490d-b190-2780270c58e1" providerId="ADAL" clId="{F398E26A-6AC4-4DD8-A7B3-CD9F6274E7E3}" dt="2025-04-13T22:20:43.927" v="4624"/>
          <ac:inkMkLst>
            <pc:docMk/>
            <pc:sldMk cId="1812748717" sldId="314"/>
            <ac:inkMk id="3" creationId="{A8EF31DB-9282-D944-E4CC-459660F1F764}"/>
          </ac:inkMkLst>
        </pc:inkChg>
        <pc:inkChg chg="del mod">
          <ac:chgData name="Pi, Yalong" userId="c9a3dc08-26f0-490d-b190-2780270c58e1" providerId="ADAL" clId="{F398E26A-6AC4-4DD8-A7B3-CD9F6274E7E3}" dt="2025-04-13T22:16:54.707" v="4438"/>
          <ac:inkMkLst>
            <pc:docMk/>
            <pc:sldMk cId="1812748717" sldId="314"/>
            <ac:inkMk id="49" creationId="{EB450DF8-6E22-EE78-A058-3FD030E0F050}"/>
          </ac:inkMkLst>
        </pc:inkChg>
        <pc:inkChg chg="del mod">
          <ac:chgData name="Pi, Yalong" userId="c9a3dc08-26f0-490d-b190-2780270c58e1" providerId="ADAL" clId="{F398E26A-6AC4-4DD8-A7B3-CD9F6274E7E3}" dt="2025-04-13T22:16:54.705" v="4429"/>
          <ac:inkMkLst>
            <pc:docMk/>
            <pc:sldMk cId="1812748717" sldId="314"/>
            <ac:inkMk id="50" creationId="{2D9D94E9-D59C-4B92-980D-67491365368E}"/>
          </ac:inkMkLst>
        </pc:inkChg>
        <pc:inkChg chg="del mod">
          <ac:chgData name="Pi, Yalong" userId="c9a3dc08-26f0-490d-b190-2780270c58e1" providerId="ADAL" clId="{F398E26A-6AC4-4DD8-A7B3-CD9F6274E7E3}" dt="2025-04-13T22:16:54.706" v="4431"/>
          <ac:inkMkLst>
            <pc:docMk/>
            <pc:sldMk cId="1812748717" sldId="314"/>
            <ac:inkMk id="51" creationId="{C3B63CCB-71AF-5ED6-6FDB-CFDEF2D25C3F}"/>
          </ac:inkMkLst>
        </pc:inkChg>
        <pc:inkChg chg="del mod">
          <ac:chgData name="Pi, Yalong" userId="c9a3dc08-26f0-490d-b190-2780270c58e1" providerId="ADAL" clId="{F398E26A-6AC4-4DD8-A7B3-CD9F6274E7E3}" dt="2025-04-13T22:16:54.706" v="4433"/>
          <ac:inkMkLst>
            <pc:docMk/>
            <pc:sldMk cId="1812748717" sldId="314"/>
            <ac:inkMk id="52" creationId="{E5BC8A6C-12D3-B2FB-BFFD-9FB47F243BC5}"/>
          </ac:inkMkLst>
        </pc:inkChg>
        <pc:inkChg chg="del mod">
          <ac:chgData name="Pi, Yalong" userId="c9a3dc08-26f0-490d-b190-2780270c58e1" providerId="ADAL" clId="{F398E26A-6AC4-4DD8-A7B3-CD9F6274E7E3}" dt="2025-04-13T22:16:54.707" v="4436"/>
          <ac:inkMkLst>
            <pc:docMk/>
            <pc:sldMk cId="1812748717" sldId="314"/>
            <ac:inkMk id="53" creationId="{80043D55-7124-A1E2-EF92-89851A85BBDD}"/>
          </ac:inkMkLst>
        </pc:inkChg>
        <pc:inkChg chg="del mod">
          <ac:chgData name="Pi, Yalong" userId="c9a3dc08-26f0-490d-b190-2780270c58e1" providerId="ADAL" clId="{F398E26A-6AC4-4DD8-A7B3-CD9F6274E7E3}" dt="2025-04-13T22:16:54.706" v="4434"/>
          <ac:inkMkLst>
            <pc:docMk/>
            <pc:sldMk cId="1812748717" sldId="314"/>
            <ac:inkMk id="54" creationId="{8414694C-24D6-904C-4428-6EDA54D8F6BA}"/>
          </ac:inkMkLst>
        </pc:inkChg>
        <pc:inkChg chg="add del mod">
          <ac:chgData name="Pi, Yalong" userId="c9a3dc08-26f0-490d-b190-2780270c58e1" providerId="ADAL" clId="{F398E26A-6AC4-4DD8-A7B3-CD9F6274E7E3}" dt="2025-04-13T22:20:43.927" v="4623"/>
          <ac:inkMkLst>
            <pc:docMk/>
            <pc:sldMk cId="1812748717" sldId="314"/>
            <ac:inkMk id="55" creationId="{249AF83A-1BBB-CFD2-ABA3-962C82EC6887}"/>
          </ac:inkMkLst>
        </pc:inkChg>
        <pc:inkChg chg="add del mod">
          <ac:chgData name="Pi, Yalong" userId="c9a3dc08-26f0-490d-b190-2780270c58e1" providerId="ADAL" clId="{F398E26A-6AC4-4DD8-A7B3-CD9F6274E7E3}" dt="2025-04-13T22:20:43.928" v="4625"/>
          <ac:inkMkLst>
            <pc:docMk/>
            <pc:sldMk cId="1812748717" sldId="314"/>
            <ac:inkMk id="56" creationId="{4122CC66-7190-919B-5D32-B6846D066810}"/>
          </ac:inkMkLst>
        </pc:inkChg>
        <pc:inkChg chg="add mod">
          <ac:chgData name="Pi, Yalong" userId="c9a3dc08-26f0-490d-b190-2780270c58e1" providerId="ADAL" clId="{F398E26A-6AC4-4DD8-A7B3-CD9F6274E7E3}" dt="2025-04-13T22:17:06.715" v="4447"/>
          <ac:inkMkLst>
            <pc:docMk/>
            <pc:sldMk cId="1812748717" sldId="314"/>
            <ac:inkMk id="58" creationId="{84E2361B-AEBB-D1FF-1810-1CD204FC9067}"/>
          </ac:inkMkLst>
        </pc:inkChg>
        <pc:inkChg chg="add mod">
          <ac:chgData name="Pi, Yalong" userId="c9a3dc08-26f0-490d-b190-2780270c58e1" providerId="ADAL" clId="{F398E26A-6AC4-4DD8-A7B3-CD9F6274E7E3}" dt="2025-04-13T22:17:06.715" v="4447"/>
          <ac:inkMkLst>
            <pc:docMk/>
            <pc:sldMk cId="1812748717" sldId="314"/>
            <ac:inkMk id="59" creationId="{9F3C9C17-EC7E-4F0B-E9B3-64B47589016D}"/>
          </ac:inkMkLst>
        </pc:inkChg>
        <pc:inkChg chg="del mod">
          <ac:chgData name="Pi, Yalong" userId="c9a3dc08-26f0-490d-b190-2780270c58e1" providerId="ADAL" clId="{F398E26A-6AC4-4DD8-A7B3-CD9F6274E7E3}" dt="2025-04-13T22:16:54.707" v="4437"/>
          <ac:inkMkLst>
            <pc:docMk/>
            <pc:sldMk cId="1812748717" sldId="314"/>
            <ac:inkMk id="61" creationId="{CABF7462-60E0-2DEA-F79E-C8242EB8E3F9}"/>
          </ac:inkMkLst>
        </pc:inkChg>
        <pc:inkChg chg="del mod">
          <ac:chgData name="Pi, Yalong" userId="c9a3dc08-26f0-490d-b190-2780270c58e1" providerId="ADAL" clId="{F398E26A-6AC4-4DD8-A7B3-CD9F6274E7E3}" dt="2025-04-13T22:16:54.706" v="4432"/>
          <ac:inkMkLst>
            <pc:docMk/>
            <pc:sldMk cId="1812748717" sldId="314"/>
            <ac:inkMk id="62" creationId="{015A8F49-1AFD-3D67-09CC-C06DDD5EB3DA}"/>
          </ac:inkMkLst>
        </pc:inkChg>
        <pc:inkChg chg="del mod">
          <ac:chgData name="Pi, Yalong" userId="c9a3dc08-26f0-490d-b190-2780270c58e1" providerId="ADAL" clId="{F398E26A-6AC4-4DD8-A7B3-CD9F6274E7E3}" dt="2025-04-13T22:16:54.706" v="4430"/>
          <ac:inkMkLst>
            <pc:docMk/>
            <pc:sldMk cId="1812748717" sldId="314"/>
            <ac:inkMk id="63" creationId="{0FA2D5D7-99DE-91F5-A640-9BC9169215F4}"/>
          </ac:inkMkLst>
        </pc:inkChg>
        <pc:inkChg chg="del mod">
          <ac:chgData name="Pi, Yalong" userId="c9a3dc08-26f0-490d-b190-2780270c58e1" providerId="ADAL" clId="{F398E26A-6AC4-4DD8-A7B3-CD9F6274E7E3}" dt="2025-04-13T22:16:54.707" v="4440"/>
          <ac:inkMkLst>
            <pc:docMk/>
            <pc:sldMk cId="1812748717" sldId="314"/>
            <ac:inkMk id="65" creationId="{1CB05A72-D642-5DEB-2CAF-36C8499130FF}"/>
          </ac:inkMkLst>
        </pc:inkChg>
        <pc:inkChg chg="add mod">
          <ac:chgData name="Pi, Yalong" userId="c9a3dc08-26f0-490d-b190-2780270c58e1" providerId="ADAL" clId="{F398E26A-6AC4-4DD8-A7B3-CD9F6274E7E3}" dt="2025-04-13T22:17:06.715" v="4447"/>
          <ac:inkMkLst>
            <pc:docMk/>
            <pc:sldMk cId="1812748717" sldId="314"/>
            <ac:inkMk id="66" creationId="{2C82F74C-038F-4029-6A08-FAA4496E96A9}"/>
          </ac:inkMkLst>
        </pc:inkChg>
        <pc:inkChg chg="add mod">
          <ac:chgData name="Pi, Yalong" userId="c9a3dc08-26f0-490d-b190-2780270c58e1" providerId="ADAL" clId="{F398E26A-6AC4-4DD8-A7B3-CD9F6274E7E3}" dt="2025-04-13T22:17:06.715" v="4447"/>
          <ac:inkMkLst>
            <pc:docMk/>
            <pc:sldMk cId="1812748717" sldId="314"/>
            <ac:inkMk id="67" creationId="{5BC32F5A-AC43-8D8A-A242-8301432502C3}"/>
          </ac:inkMkLst>
        </pc:inkChg>
        <pc:inkChg chg="add mod">
          <ac:chgData name="Pi, Yalong" userId="c9a3dc08-26f0-490d-b190-2780270c58e1" providerId="ADAL" clId="{F398E26A-6AC4-4DD8-A7B3-CD9F6274E7E3}" dt="2025-04-13T22:17:06.715" v="4447"/>
          <ac:inkMkLst>
            <pc:docMk/>
            <pc:sldMk cId="1812748717" sldId="314"/>
            <ac:inkMk id="68" creationId="{EB5EEAEA-AEDC-9DB0-A151-24A084357E97}"/>
          </ac:inkMkLst>
        </pc:inkChg>
        <pc:inkChg chg="add mod">
          <ac:chgData name="Pi, Yalong" userId="c9a3dc08-26f0-490d-b190-2780270c58e1" providerId="ADAL" clId="{F398E26A-6AC4-4DD8-A7B3-CD9F6274E7E3}" dt="2025-04-13T22:17:14.682" v="4453"/>
          <ac:inkMkLst>
            <pc:docMk/>
            <pc:sldMk cId="1812748717" sldId="314"/>
            <ac:inkMk id="70" creationId="{BA017D5D-F7B1-BB32-51B9-1937FD73B705}"/>
          </ac:inkMkLst>
        </pc:inkChg>
        <pc:inkChg chg="del mod">
          <ac:chgData name="Pi, Yalong" userId="c9a3dc08-26f0-490d-b190-2780270c58e1" providerId="ADAL" clId="{F398E26A-6AC4-4DD8-A7B3-CD9F6274E7E3}" dt="2025-04-13T22:17:22.725" v="4468"/>
          <ac:inkMkLst>
            <pc:docMk/>
            <pc:sldMk cId="1812748717" sldId="314"/>
            <ac:inkMk id="71" creationId="{1F45677D-E2A3-CD1B-7C15-DD95E66B7E71}"/>
          </ac:inkMkLst>
        </pc:inkChg>
        <pc:inkChg chg="del">
          <ac:chgData name="Pi, Yalong" userId="c9a3dc08-26f0-490d-b190-2780270c58e1" providerId="ADAL" clId="{F398E26A-6AC4-4DD8-A7B3-CD9F6274E7E3}" dt="2025-04-13T22:17:22.725" v="4465"/>
          <ac:inkMkLst>
            <pc:docMk/>
            <pc:sldMk cId="1812748717" sldId="314"/>
            <ac:inkMk id="72" creationId="{46441F54-B7E0-B442-A020-4CFF00BCB9BD}"/>
          </ac:inkMkLst>
        </pc:inkChg>
        <pc:inkChg chg="add mod">
          <ac:chgData name="Pi, Yalong" userId="c9a3dc08-26f0-490d-b190-2780270c58e1" providerId="ADAL" clId="{F398E26A-6AC4-4DD8-A7B3-CD9F6274E7E3}" dt="2025-04-13T22:17:14.682" v="4453"/>
          <ac:inkMkLst>
            <pc:docMk/>
            <pc:sldMk cId="1812748717" sldId="314"/>
            <ac:inkMk id="74" creationId="{C5126CBC-8532-D76A-391A-9534F327BC55}"/>
          </ac:inkMkLst>
        </pc:inkChg>
        <pc:inkChg chg="add mod">
          <ac:chgData name="Pi, Yalong" userId="c9a3dc08-26f0-490d-b190-2780270c58e1" providerId="ADAL" clId="{F398E26A-6AC4-4DD8-A7B3-CD9F6274E7E3}" dt="2025-04-13T22:17:14.682" v="4453"/>
          <ac:inkMkLst>
            <pc:docMk/>
            <pc:sldMk cId="1812748717" sldId="314"/>
            <ac:inkMk id="75" creationId="{BF5C423F-F912-2DC0-C6EA-A179DF9AC0EB}"/>
          </ac:inkMkLst>
        </pc:inkChg>
        <pc:inkChg chg="add mod">
          <ac:chgData name="Pi, Yalong" userId="c9a3dc08-26f0-490d-b190-2780270c58e1" providerId="ADAL" clId="{F398E26A-6AC4-4DD8-A7B3-CD9F6274E7E3}" dt="2025-04-13T22:17:14.682" v="4453"/>
          <ac:inkMkLst>
            <pc:docMk/>
            <pc:sldMk cId="1812748717" sldId="314"/>
            <ac:inkMk id="76" creationId="{0BD18672-9DD4-4317-B5C8-03C3038BC14F}"/>
          </ac:inkMkLst>
        </pc:inkChg>
        <pc:inkChg chg="del">
          <ac:chgData name="Pi, Yalong" userId="c9a3dc08-26f0-490d-b190-2780270c58e1" providerId="ADAL" clId="{F398E26A-6AC4-4DD8-A7B3-CD9F6274E7E3}" dt="2025-04-13T22:17:22.724" v="4463"/>
          <ac:inkMkLst>
            <pc:docMk/>
            <pc:sldMk cId="1812748717" sldId="314"/>
            <ac:inkMk id="77" creationId="{DCD12B4A-A66F-FA99-E813-90DFC0A75D56}"/>
          </ac:inkMkLst>
        </pc:inkChg>
        <pc:inkChg chg="del">
          <ac:chgData name="Pi, Yalong" userId="c9a3dc08-26f0-490d-b190-2780270c58e1" providerId="ADAL" clId="{F398E26A-6AC4-4DD8-A7B3-CD9F6274E7E3}" dt="2025-04-13T22:17:22.725" v="4466"/>
          <ac:inkMkLst>
            <pc:docMk/>
            <pc:sldMk cId="1812748717" sldId="314"/>
            <ac:inkMk id="78" creationId="{EFE92C72-8C93-3B9F-6136-BD6032D9CADF}"/>
          </ac:inkMkLst>
        </pc:inkChg>
        <pc:inkChg chg="del mod">
          <ac:chgData name="Pi, Yalong" userId="c9a3dc08-26f0-490d-b190-2780270c58e1" providerId="ADAL" clId="{F398E26A-6AC4-4DD8-A7B3-CD9F6274E7E3}" dt="2025-04-13T22:17:23.287" v="4470"/>
          <ac:inkMkLst>
            <pc:docMk/>
            <pc:sldMk cId="1812748717" sldId="314"/>
            <ac:inkMk id="79" creationId="{2AE634A3-2272-9492-FE56-9A0727B45955}"/>
          </ac:inkMkLst>
        </pc:inkChg>
        <pc:inkChg chg="del">
          <ac:chgData name="Pi, Yalong" userId="c9a3dc08-26f0-490d-b190-2780270c58e1" providerId="ADAL" clId="{F398E26A-6AC4-4DD8-A7B3-CD9F6274E7E3}" dt="2025-04-13T22:17:23.287" v="4469"/>
          <ac:inkMkLst>
            <pc:docMk/>
            <pc:sldMk cId="1812748717" sldId="314"/>
            <ac:inkMk id="81" creationId="{9B489388-0E30-82A5-66B9-D462E0B414CE}"/>
          </ac:inkMkLst>
        </pc:inkChg>
        <pc:inkChg chg="del mod">
          <ac:chgData name="Pi, Yalong" userId="c9a3dc08-26f0-490d-b190-2780270c58e1" providerId="ADAL" clId="{F398E26A-6AC4-4DD8-A7B3-CD9F6274E7E3}" dt="2025-04-13T22:17:23.287" v="4471"/>
          <ac:inkMkLst>
            <pc:docMk/>
            <pc:sldMk cId="1812748717" sldId="314"/>
            <ac:inkMk id="82" creationId="{4F42CE9E-CFF6-65C1-127C-F67585774BE3}"/>
          </ac:inkMkLst>
        </pc:inkChg>
        <pc:inkChg chg="del">
          <ac:chgData name="Pi, Yalong" userId="c9a3dc08-26f0-490d-b190-2780270c58e1" providerId="ADAL" clId="{F398E26A-6AC4-4DD8-A7B3-CD9F6274E7E3}" dt="2025-04-13T22:17:19.727" v="4457"/>
          <ac:inkMkLst>
            <pc:docMk/>
            <pc:sldMk cId="1812748717" sldId="314"/>
            <ac:inkMk id="84" creationId="{D0F6D6A0-96F0-8C49-22E7-77371EE599EC}"/>
          </ac:inkMkLst>
        </pc:inkChg>
        <pc:inkChg chg="del">
          <ac:chgData name="Pi, Yalong" userId="c9a3dc08-26f0-490d-b190-2780270c58e1" providerId="ADAL" clId="{F398E26A-6AC4-4DD8-A7B3-CD9F6274E7E3}" dt="2025-04-13T22:17:19.728" v="4458"/>
          <ac:inkMkLst>
            <pc:docMk/>
            <pc:sldMk cId="1812748717" sldId="314"/>
            <ac:inkMk id="85" creationId="{ACC384CD-C29D-D44A-303B-0FE40009CD4A}"/>
          </ac:inkMkLst>
        </pc:inkChg>
        <pc:inkChg chg="del">
          <ac:chgData name="Pi, Yalong" userId="c9a3dc08-26f0-490d-b190-2780270c58e1" providerId="ADAL" clId="{F398E26A-6AC4-4DD8-A7B3-CD9F6274E7E3}" dt="2025-04-13T22:17:19.729" v="4460"/>
          <ac:inkMkLst>
            <pc:docMk/>
            <pc:sldMk cId="1812748717" sldId="314"/>
            <ac:inkMk id="86" creationId="{A2F4CE09-2DDF-7278-4794-0AC4F65ECE31}"/>
          </ac:inkMkLst>
        </pc:inkChg>
        <pc:inkChg chg="del">
          <ac:chgData name="Pi, Yalong" userId="c9a3dc08-26f0-490d-b190-2780270c58e1" providerId="ADAL" clId="{F398E26A-6AC4-4DD8-A7B3-CD9F6274E7E3}" dt="2025-04-13T22:17:19.728" v="4459"/>
          <ac:inkMkLst>
            <pc:docMk/>
            <pc:sldMk cId="1812748717" sldId="314"/>
            <ac:inkMk id="87" creationId="{20DAC0E3-1B98-F08F-94E6-B6CFB65D2128}"/>
          </ac:inkMkLst>
        </pc:inkChg>
        <pc:inkChg chg="del">
          <ac:chgData name="Pi, Yalong" userId="c9a3dc08-26f0-490d-b190-2780270c58e1" providerId="ADAL" clId="{F398E26A-6AC4-4DD8-A7B3-CD9F6274E7E3}" dt="2025-04-13T22:17:22.725" v="4467"/>
          <ac:inkMkLst>
            <pc:docMk/>
            <pc:sldMk cId="1812748717" sldId="314"/>
            <ac:inkMk id="88" creationId="{372F3095-7924-5721-73C3-83112DE4EEC8}"/>
          </ac:inkMkLst>
        </pc:inkChg>
        <pc:inkChg chg="del">
          <ac:chgData name="Pi, Yalong" userId="c9a3dc08-26f0-490d-b190-2780270c58e1" providerId="ADAL" clId="{F398E26A-6AC4-4DD8-A7B3-CD9F6274E7E3}" dt="2025-04-13T22:17:22.725" v="4464"/>
          <ac:inkMkLst>
            <pc:docMk/>
            <pc:sldMk cId="1812748717" sldId="314"/>
            <ac:inkMk id="89" creationId="{1B45CAEC-6751-004B-E14F-91C5B56EE01A}"/>
          </ac:inkMkLst>
        </pc:inkChg>
        <pc:inkChg chg="del">
          <ac:chgData name="Pi, Yalong" userId="c9a3dc08-26f0-490d-b190-2780270c58e1" providerId="ADAL" clId="{F398E26A-6AC4-4DD8-A7B3-CD9F6274E7E3}" dt="2025-04-13T22:17:22.721" v="4462"/>
          <ac:inkMkLst>
            <pc:docMk/>
            <pc:sldMk cId="1812748717" sldId="314"/>
            <ac:inkMk id="90" creationId="{9E897AC5-AE0D-2EBA-A43B-3A0CEA7CB605}"/>
          </ac:inkMkLst>
        </pc:inkChg>
        <pc:inkChg chg="del mod">
          <ac:chgData name="Pi, Yalong" userId="c9a3dc08-26f0-490d-b190-2780270c58e1" providerId="ADAL" clId="{F398E26A-6AC4-4DD8-A7B3-CD9F6274E7E3}" dt="2025-04-13T22:16:54.706" v="4435"/>
          <ac:inkMkLst>
            <pc:docMk/>
            <pc:sldMk cId="1812748717" sldId="314"/>
            <ac:inkMk id="91" creationId="{CBF1DA28-C6F4-1B2F-B672-025E92F3C08D}"/>
          </ac:inkMkLst>
        </pc:inkChg>
        <pc:inkChg chg="del mod">
          <ac:chgData name="Pi, Yalong" userId="c9a3dc08-26f0-490d-b190-2780270c58e1" providerId="ADAL" clId="{F398E26A-6AC4-4DD8-A7B3-CD9F6274E7E3}" dt="2025-04-13T22:16:54.707" v="4439"/>
          <ac:inkMkLst>
            <pc:docMk/>
            <pc:sldMk cId="1812748717" sldId="314"/>
            <ac:inkMk id="92" creationId="{028DA768-5925-D061-2C52-ADB9F5D6FBAB}"/>
          </ac:inkMkLst>
        </pc:inkChg>
        <pc:inkChg chg="add mod">
          <ac:chgData name="Pi, Yalong" userId="c9a3dc08-26f0-490d-b190-2780270c58e1" providerId="ADAL" clId="{F398E26A-6AC4-4DD8-A7B3-CD9F6274E7E3}" dt="2025-04-13T22:17:14.682" v="4453"/>
          <ac:inkMkLst>
            <pc:docMk/>
            <pc:sldMk cId="1812748717" sldId="314"/>
            <ac:inkMk id="94" creationId="{49591EF4-DE0D-F25D-03B8-581D17B4C2A7}"/>
          </ac:inkMkLst>
        </pc:inkChg>
        <pc:inkChg chg="del">
          <ac:chgData name="Pi, Yalong" userId="c9a3dc08-26f0-490d-b190-2780270c58e1" providerId="ADAL" clId="{F398E26A-6AC4-4DD8-A7B3-CD9F6274E7E3}" dt="2025-04-13T22:18:25.132" v="4507"/>
          <ac:inkMkLst>
            <pc:docMk/>
            <pc:sldMk cId="1812748717" sldId="314"/>
            <ac:inkMk id="96" creationId="{4FDE0CC0-A10C-8B4A-973D-1D2333C29994}"/>
          </ac:inkMkLst>
        </pc:inkChg>
        <pc:inkChg chg="del">
          <ac:chgData name="Pi, Yalong" userId="c9a3dc08-26f0-490d-b190-2780270c58e1" providerId="ADAL" clId="{F398E26A-6AC4-4DD8-A7B3-CD9F6274E7E3}" dt="2025-04-13T22:18:25.132" v="4506"/>
          <ac:inkMkLst>
            <pc:docMk/>
            <pc:sldMk cId="1812748717" sldId="314"/>
            <ac:inkMk id="97" creationId="{67D3CFF6-BDAE-AA0D-4EF8-261EAE7A54E3}"/>
          </ac:inkMkLst>
        </pc:inkChg>
        <pc:inkChg chg="add mod">
          <ac:chgData name="Pi, Yalong" userId="c9a3dc08-26f0-490d-b190-2780270c58e1" providerId="ADAL" clId="{F398E26A-6AC4-4DD8-A7B3-CD9F6274E7E3}" dt="2025-04-13T22:17:17.392" v="4456"/>
          <ac:inkMkLst>
            <pc:docMk/>
            <pc:sldMk cId="1812748717" sldId="314"/>
            <ac:inkMk id="98" creationId="{FAD7C27C-7DB8-BBB1-F2AD-DB1E662A24E0}"/>
          </ac:inkMkLst>
        </pc:inkChg>
        <pc:inkChg chg="del">
          <ac:chgData name="Pi, Yalong" userId="c9a3dc08-26f0-490d-b190-2780270c58e1" providerId="ADAL" clId="{F398E26A-6AC4-4DD8-A7B3-CD9F6274E7E3}" dt="2025-04-13T22:18:25.129" v="4501"/>
          <ac:inkMkLst>
            <pc:docMk/>
            <pc:sldMk cId="1812748717" sldId="314"/>
            <ac:inkMk id="99" creationId="{60750522-06E4-595E-EF6A-7ABA56301099}"/>
          </ac:inkMkLst>
        </pc:inkChg>
        <pc:inkChg chg="del">
          <ac:chgData name="Pi, Yalong" userId="c9a3dc08-26f0-490d-b190-2780270c58e1" providerId="ADAL" clId="{F398E26A-6AC4-4DD8-A7B3-CD9F6274E7E3}" dt="2025-04-13T22:18:25.130" v="4503"/>
          <ac:inkMkLst>
            <pc:docMk/>
            <pc:sldMk cId="1812748717" sldId="314"/>
            <ac:inkMk id="100" creationId="{8409548E-1094-A64B-DEE3-E2F661028A58}"/>
          </ac:inkMkLst>
        </pc:inkChg>
        <pc:inkChg chg="del">
          <ac:chgData name="Pi, Yalong" userId="c9a3dc08-26f0-490d-b190-2780270c58e1" providerId="ADAL" clId="{F398E26A-6AC4-4DD8-A7B3-CD9F6274E7E3}" dt="2025-04-13T22:18:25.131" v="4504"/>
          <ac:inkMkLst>
            <pc:docMk/>
            <pc:sldMk cId="1812748717" sldId="314"/>
            <ac:inkMk id="101" creationId="{3D9FF397-6E17-4C7E-B474-7C7C3128CEF0}"/>
          </ac:inkMkLst>
        </pc:inkChg>
        <pc:inkChg chg="del">
          <ac:chgData name="Pi, Yalong" userId="c9a3dc08-26f0-490d-b190-2780270c58e1" providerId="ADAL" clId="{F398E26A-6AC4-4DD8-A7B3-CD9F6274E7E3}" dt="2025-04-13T22:18:25.130" v="4502"/>
          <ac:inkMkLst>
            <pc:docMk/>
            <pc:sldMk cId="1812748717" sldId="314"/>
            <ac:inkMk id="102" creationId="{49B3D6B4-F57A-CBF7-2139-7F885F651192}"/>
          </ac:inkMkLst>
        </pc:inkChg>
        <pc:inkChg chg="del">
          <ac:chgData name="Pi, Yalong" userId="c9a3dc08-26f0-490d-b190-2780270c58e1" providerId="ADAL" clId="{F398E26A-6AC4-4DD8-A7B3-CD9F6274E7E3}" dt="2025-04-13T22:18:25.131" v="4505"/>
          <ac:inkMkLst>
            <pc:docMk/>
            <pc:sldMk cId="1812748717" sldId="314"/>
            <ac:inkMk id="103" creationId="{0EFAEB28-4D57-F238-71A2-00939A75987D}"/>
          </ac:inkMkLst>
        </pc:inkChg>
        <pc:inkChg chg="add mod">
          <ac:chgData name="Pi, Yalong" userId="c9a3dc08-26f0-490d-b190-2780270c58e1" providerId="ADAL" clId="{F398E26A-6AC4-4DD8-A7B3-CD9F6274E7E3}" dt="2025-04-13T22:17:17.392" v="4456"/>
          <ac:inkMkLst>
            <pc:docMk/>
            <pc:sldMk cId="1812748717" sldId="314"/>
            <ac:inkMk id="104" creationId="{684C9C4B-74D7-E4FA-87EE-F5CF3B930D67}"/>
          </ac:inkMkLst>
        </pc:inkChg>
        <pc:inkChg chg="del">
          <ac:chgData name="Pi, Yalong" userId="c9a3dc08-26f0-490d-b190-2780270c58e1" providerId="ADAL" clId="{F398E26A-6AC4-4DD8-A7B3-CD9F6274E7E3}" dt="2025-04-13T22:17:19.969" v="4461"/>
          <ac:inkMkLst>
            <pc:docMk/>
            <pc:sldMk cId="1812748717" sldId="314"/>
            <ac:inkMk id="105" creationId="{A42BF08D-126D-9EF9-F3AF-F5BEEE78292E}"/>
          </ac:inkMkLst>
        </pc:inkChg>
        <pc:inkChg chg="del mod">
          <ac:chgData name="Pi, Yalong" userId="c9a3dc08-26f0-490d-b190-2780270c58e1" providerId="ADAL" clId="{F398E26A-6AC4-4DD8-A7B3-CD9F6274E7E3}" dt="2025-04-13T22:20:02.623" v="4590"/>
          <ac:inkMkLst>
            <pc:docMk/>
            <pc:sldMk cId="1812748717" sldId="314"/>
            <ac:inkMk id="107" creationId="{1D579543-AD4C-161F-8BAE-D1FC3186C8FA}"/>
          </ac:inkMkLst>
        </pc:inkChg>
        <pc:inkChg chg="del mod">
          <ac:chgData name="Pi, Yalong" userId="c9a3dc08-26f0-490d-b190-2780270c58e1" providerId="ADAL" clId="{F398E26A-6AC4-4DD8-A7B3-CD9F6274E7E3}" dt="2025-04-13T22:20:02.624" v="4595"/>
          <ac:inkMkLst>
            <pc:docMk/>
            <pc:sldMk cId="1812748717" sldId="314"/>
            <ac:inkMk id="108" creationId="{8F4FF580-2A99-3FBF-E9FF-ECCE70337B29}"/>
          </ac:inkMkLst>
        </pc:inkChg>
        <pc:inkChg chg="del mod">
          <ac:chgData name="Pi, Yalong" userId="c9a3dc08-26f0-490d-b190-2780270c58e1" providerId="ADAL" clId="{F398E26A-6AC4-4DD8-A7B3-CD9F6274E7E3}" dt="2025-04-13T22:20:02.624" v="4593"/>
          <ac:inkMkLst>
            <pc:docMk/>
            <pc:sldMk cId="1812748717" sldId="314"/>
            <ac:inkMk id="109" creationId="{4C38F227-B5B5-36FA-010D-32A4E717D557}"/>
          </ac:inkMkLst>
        </pc:inkChg>
        <pc:inkChg chg="del mod">
          <ac:chgData name="Pi, Yalong" userId="c9a3dc08-26f0-490d-b190-2780270c58e1" providerId="ADAL" clId="{F398E26A-6AC4-4DD8-A7B3-CD9F6274E7E3}" dt="2025-04-13T22:20:02.624" v="4594"/>
          <ac:inkMkLst>
            <pc:docMk/>
            <pc:sldMk cId="1812748717" sldId="314"/>
            <ac:inkMk id="110" creationId="{B14007FD-5E3E-5467-4BA0-30ADE25DE8C8}"/>
          </ac:inkMkLst>
        </pc:inkChg>
        <pc:inkChg chg="del mod">
          <ac:chgData name="Pi, Yalong" userId="c9a3dc08-26f0-490d-b190-2780270c58e1" providerId="ADAL" clId="{F398E26A-6AC4-4DD8-A7B3-CD9F6274E7E3}" dt="2025-04-13T22:20:02.623" v="4591"/>
          <ac:inkMkLst>
            <pc:docMk/>
            <pc:sldMk cId="1812748717" sldId="314"/>
            <ac:inkMk id="111" creationId="{3052698D-C7A4-4040-E4F0-F1F4BB29B297}"/>
          </ac:inkMkLst>
        </pc:inkChg>
        <pc:inkChg chg="del mod">
          <ac:chgData name="Pi, Yalong" userId="c9a3dc08-26f0-490d-b190-2780270c58e1" providerId="ADAL" clId="{F398E26A-6AC4-4DD8-A7B3-CD9F6274E7E3}" dt="2025-04-13T22:20:02.624" v="4592"/>
          <ac:inkMkLst>
            <pc:docMk/>
            <pc:sldMk cId="1812748717" sldId="314"/>
            <ac:inkMk id="112" creationId="{69F86CB2-FE62-0061-3E2E-CE493EE0CEF7}"/>
          </ac:inkMkLst>
        </pc:inkChg>
        <pc:inkChg chg="add mod">
          <ac:chgData name="Pi, Yalong" userId="c9a3dc08-26f0-490d-b190-2780270c58e1" providerId="ADAL" clId="{F398E26A-6AC4-4DD8-A7B3-CD9F6274E7E3}" dt="2025-04-13T22:17:26.912" v="4474"/>
          <ac:inkMkLst>
            <pc:docMk/>
            <pc:sldMk cId="1812748717" sldId="314"/>
            <ac:inkMk id="113" creationId="{CE450B23-CB21-7F45-9AAA-96A2F204626B}"/>
          </ac:inkMkLst>
        </pc:inkChg>
        <pc:inkChg chg="del">
          <ac:chgData name="Pi, Yalong" userId="c9a3dc08-26f0-490d-b190-2780270c58e1" providerId="ADAL" clId="{F398E26A-6AC4-4DD8-A7B3-CD9F6274E7E3}" dt="2025-04-13T22:20:27.392" v="4611"/>
          <ac:inkMkLst>
            <pc:docMk/>
            <pc:sldMk cId="1812748717" sldId="314"/>
            <ac:inkMk id="114" creationId="{7E266456-26ED-D58E-E6BD-8F5C05CEC9CB}"/>
          </ac:inkMkLst>
        </pc:inkChg>
        <pc:inkChg chg="del">
          <ac:chgData name="Pi, Yalong" userId="c9a3dc08-26f0-490d-b190-2780270c58e1" providerId="ADAL" clId="{F398E26A-6AC4-4DD8-A7B3-CD9F6274E7E3}" dt="2025-04-13T22:18:33.909" v="4509"/>
          <ac:inkMkLst>
            <pc:docMk/>
            <pc:sldMk cId="1812748717" sldId="314"/>
            <ac:inkMk id="115" creationId="{04CE7E77-D7C9-F417-A600-82192D8B489B}"/>
          </ac:inkMkLst>
        </pc:inkChg>
        <pc:inkChg chg="del mod">
          <ac:chgData name="Pi, Yalong" userId="c9a3dc08-26f0-490d-b190-2780270c58e1" providerId="ADAL" clId="{F398E26A-6AC4-4DD8-A7B3-CD9F6274E7E3}" dt="2025-04-13T22:18:33.910" v="4510"/>
          <ac:inkMkLst>
            <pc:docMk/>
            <pc:sldMk cId="1812748717" sldId="314"/>
            <ac:inkMk id="116" creationId="{470B29BC-146C-398D-863C-A3B6D3CF58ED}"/>
          </ac:inkMkLst>
        </pc:inkChg>
        <pc:inkChg chg="del mod">
          <ac:chgData name="Pi, Yalong" userId="c9a3dc08-26f0-490d-b190-2780270c58e1" providerId="ADAL" clId="{F398E26A-6AC4-4DD8-A7B3-CD9F6274E7E3}" dt="2025-04-13T22:18:34.194" v="4511"/>
          <ac:inkMkLst>
            <pc:docMk/>
            <pc:sldMk cId="1812748717" sldId="314"/>
            <ac:inkMk id="117" creationId="{74FE0688-0761-6B3C-2DC2-86C48390D5DE}"/>
          </ac:inkMkLst>
        </pc:inkChg>
        <pc:inkChg chg="del mod">
          <ac:chgData name="Pi, Yalong" userId="c9a3dc08-26f0-490d-b190-2780270c58e1" providerId="ADAL" clId="{F398E26A-6AC4-4DD8-A7B3-CD9F6274E7E3}" dt="2025-04-13T22:18:34.195" v="4514"/>
          <ac:inkMkLst>
            <pc:docMk/>
            <pc:sldMk cId="1812748717" sldId="314"/>
            <ac:inkMk id="118" creationId="{5626FC45-7A04-6910-2825-41F17C65F3F6}"/>
          </ac:inkMkLst>
        </pc:inkChg>
        <pc:inkChg chg="del mod">
          <ac:chgData name="Pi, Yalong" userId="c9a3dc08-26f0-490d-b190-2780270c58e1" providerId="ADAL" clId="{F398E26A-6AC4-4DD8-A7B3-CD9F6274E7E3}" dt="2025-04-13T22:18:34.194" v="4512"/>
          <ac:inkMkLst>
            <pc:docMk/>
            <pc:sldMk cId="1812748717" sldId="314"/>
            <ac:inkMk id="119" creationId="{CD920335-2660-1DBD-3A05-E9FF3A39F33B}"/>
          </ac:inkMkLst>
        </pc:inkChg>
        <pc:inkChg chg="del mod">
          <ac:chgData name="Pi, Yalong" userId="c9a3dc08-26f0-490d-b190-2780270c58e1" providerId="ADAL" clId="{F398E26A-6AC4-4DD8-A7B3-CD9F6274E7E3}" dt="2025-04-13T22:18:34.494" v="4515"/>
          <ac:inkMkLst>
            <pc:docMk/>
            <pc:sldMk cId="1812748717" sldId="314"/>
            <ac:inkMk id="120" creationId="{6BED331F-B574-59E7-F0BC-FC7F81FB2F16}"/>
          </ac:inkMkLst>
        </pc:inkChg>
        <pc:inkChg chg="del mod">
          <ac:chgData name="Pi, Yalong" userId="c9a3dc08-26f0-490d-b190-2780270c58e1" providerId="ADAL" clId="{F398E26A-6AC4-4DD8-A7B3-CD9F6274E7E3}" dt="2025-04-13T22:19:38.829" v="4565"/>
          <ac:inkMkLst>
            <pc:docMk/>
            <pc:sldMk cId="1812748717" sldId="314"/>
            <ac:inkMk id="122" creationId="{286A658C-A936-49FD-D03C-B7E740C14A70}"/>
          </ac:inkMkLst>
        </pc:inkChg>
        <pc:inkChg chg="del mod">
          <ac:chgData name="Pi, Yalong" userId="c9a3dc08-26f0-490d-b190-2780270c58e1" providerId="ADAL" clId="{F398E26A-6AC4-4DD8-A7B3-CD9F6274E7E3}" dt="2025-04-13T22:19:38.830" v="4569"/>
          <ac:inkMkLst>
            <pc:docMk/>
            <pc:sldMk cId="1812748717" sldId="314"/>
            <ac:inkMk id="123" creationId="{98AA4539-1204-8D55-B4FF-CDB5B119AFB8}"/>
          </ac:inkMkLst>
        </pc:inkChg>
        <pc:inkChg chg="del mod">
          <ac:chgData name="Pi, Yalong" userId="c9a3dc08-26f0-490d-b190-2780270c58e1" providerId="ADAL" clId="{F398E26A-6AC4-4DD8-A7B3-CD9F6274E7E3}" dt="2025-04-13T22:19:38.829" v="4564"/>
          <ac:inkMkLst>
            <pc:docMk/>
            <pc:sldMk cId="1812748717" sldId="314"/>
            <ac:inkMk id="124" creationId="{253E5E80-9B56-2AC4-200D-7EF11B87D8A3}"/>
          </ac:inkMkLst>
        </pc:inkChg>
        <pc:inkChg chg="del mod">
          <ac:chgData name="Pi, Yalong" userId="c9a3dc08-26f0-490d-b190-2780270c58e1" providerId="ADAL" clId="{F398E26A-6AC4-4DD8-A7B3-CD9F6274E7E3}" dt="2025-04-13T22:19:38.830" v="4573"/>
          <ac:inkMkLst>
            <pc:docMk/>
            <pc:sldMk cId="1812748717" sldId="314"/>
            <ac:inkMk id="125" creationId="{F22B0B08-AA99-C50A-FCA6-67BA5D9E2DC6}"/>
          </ac:inkMkLst>
        </pc:inkChg>
        <pc:inkChg chg="add mod">
          <ac:chgData name="Pi, Yalong" userId="c9a3dc08-26f0-490d-b190-2780270c58e1" providerId="ADAL" clId="{F398E26A-6AC4-4DD8-A7B3-CD9F6274E7E3}" dt="2025-04-13T22:17:26.912" v="4474"/>
          <ac:inkMkLst>
            <pc:docMk/>
            <pc:sldMk cId="1812748717" sldId="314"/>
            <ac:inkMk id="126" creationId="{DB464D5F-BB32-D934-5001-04B7F1CB47E2}"/>
          </ac:inkMkLst>
        </pc:inkChg>
        <pc:inkChg chg="del mod">
          <ac:chgData name="Pi, Yalong" userId="c9a3dc08-26f0-490d-b190-2780270c58e1" providerId="ADAL" clId="{F398E26A-6AC4-4DD8-A7B3-CD9F6274E7E3}" dt="2025-04-13T22:19:38.830" v="4570"/>
          <ac:inkMkLst>
            <pc:docMk/>
            <pc:sldMk cId="1812748717" sldId="314"/>
            <ac:inkMk id="127" creationId="{74877D23-93E6-9558-0AD2-0E69CA130FD0}"/>
          </ac:inkMkLst>
        </pc:inkChg>
        <pc:inkChg chg="del">
          <ac:chgData name="Pi, Yalong" userId="c9a3dc08-26f0-490d-b190-2780270c58e1" providerId="ADAL" clId="{F398E26A-6AC4-4DD8-A7B3-CD9F6274E7E3}" dt="2025-04-13T22:19:38.829" v="4563"/>
          <ac:inkMkLst>
            <pc:docMk/>
            <pc:sldMk cId="1812748717" sldId="314"/>
            <ac:inkMk id="128" creationId="{6649B055-0036-6E8D-BB5F-07131697E494}"/>
          </ac:inkMkLst>
        </pc:inkChg>
        <pc:inkChg chg="del mod">
          <ac:chgData name="Pi, Yalong" userId="c9a3dc08-26f0-490d-b190-2780270c58e1" providerId="ADAL" clId="{F398E26A-6AC4-4DD8-A7B3-CD9F6274E7E3}" dt="2025-04-13T22:19:38.830" v="4567"/>
          <ac:inkMkLst>
            <pc:docMk/>
            <pc:sldMk cId="1812748717" sldId="314"/>
            <ac:inkMk id="129" creationId="{956178AC-D578-FE86-65B2-E4B0F93DCADD}"/>
          </ac:inkMkLst>
        </pc:inkChg>
        <pc:inkChg chg="del mod">
          <ac:chgData name="Pi, Yalong" userId="c9a3dc08-26f0-490d-b190-2780270c58e1" providerId="ADAL" clId="{F398E26A-6AC4-4DD8-A7B3-CD9F6274E7E3}" dt="2025-04-13T22:19:38.829" v="4566"/>
          <ac:inkMkLst>
            <pc:docMk/>
            <pc:sldMk cId="1812748717" sldId="314"/>
            <ac:inkMk id="130" creationId="{1E9FBF67-06EB-0376-5F70-B5EB8D762754}"/>
          </ac:inkMkLst>
        </pc:inkChg>
        <pc:inkChg chg="del">
          <ac:chgData name="Pi, Yalong" userId="c9a3dc08-26f0-490d-b190-2780270c58e1" providerId="ADAL" clId="{F398E26A-6AC4-4DD8-A7B3-CD9F6274E7E3}" dt="2025-04-13T22:19:40.554" v="4575"/>
          <ac:inkMkLst>
            <pc:docMk/>
            <pc:sldMk cId="1812748717" sldId="314"/>
            <ac:inkMk id="132" creationId="{9875ACE7-DB10-9551-E29D-11476F301702}"/>
          </ac:inkMkLst>
        </pc:inkChg>
        <pc:inkChg chg="del">
          <ac:chgData name="Pi, Yalong" userId="c9a3dc08-26f0-490d-b190-2780270c58e1" providerId="ADAL" clId="{F398E26A-6AC4-4DD8-A7B3-CD9F6274E7E3}" dt="2025-04-13T22:19:40.554" v="4576"/>
          <ac:inkMkLst>
            <pc:docMk/>
            <pc:sldMk cId="1812748717" sldId="314"/>
            <ac:inkMk id="133" creationId="{81EB9E61-F52E-F423-B241-FE5A05B3C897}"/>
          </ac:inkMkLst>
        </pc:inkChg>
        <pc:inkChg chg="del">
          <ac:chgData name="Pi, Yalong" userId="c9a3dc08-26f0-490d-b190-2780270c58e1" providerId="ADAL" clId="{F398E26A-6AC4-4DD8-A7B3-CD9F6274E7E3}" dt="2025-04-13T22:19:38.830" v="4574"/>
          <ac:inkMkLst>
            <pc:docMk/>
            <pc:sldMk cId="1812748717" sldId="314"/>
            <ac:inkMk id="134" creationId="{55948308-6CA6-3121-9522-8D4850A8913E}"/>
          </ac:inkMkLst>
        </pc:inkChg>
        <pc:inkChg chg="add del mod">
          <ac:chgData name="Pi, Yalong" userId="c9a3dc08-26f0-490d-b190-2780270c58e1" providerId="ADAL" clId="{F398E26A-6AC4-4DD8-A7B3-CD9F6274E7E3}" dt="2025-04-13T22:17:32.655" v="4480"/>
          <ac:inkMkLst>
            <pc:docMk/>
            <pc:sldMk cId="1812748717" sldId="314"/>
            <ac:inkMk id="135" creationId="{6F99461A-6F10-FF4B-8CDA-4DE5E56A35C4}"/>
          </ac:inkMkLst>
        </pc:inkChg>
        <pc:inkChg chg="del mod">
          <ac:chgData name="Pi, Yalong" userId="c9a3dc08-26f0-490d-b190-2780270c58e1" providerId="ADAL" clId="{F398E26A-6AC4-4DD8-A7B3-CD9F6274E7E3}" dt="2025-04-13T22:20:42.125" v="4613"/>
          <ac:inkMkLst>
            <pc:docMk/>
            <pc:sldMk cId="1812748717" sldId="314"/>
            <ac:inkMk id="136" creationId="{62E28C79-354D-9C1D-5A93-8B55BFE0159A}"/>
          </ac:inkMkLst>
        </pc:inkChg>
        <pc:inkChg chg="del mod">
          <ac:chgData name="Pi, Yalong" userId="c9a3dc08-26f0-490d-b190-2780270c58e1" providerId="ADAL" clId="{F398E26A-6AC4-4DD8-A7B3-CD9F6274E7E3}" dt="2025-04-13T22:20:42.126" v="4615"/>
          <ac:inkMkLst>
            <pc:docMk/>
            <pc:sldMk cId="1812748717" sldId="314"/>
            <ac:inkMk id="137" creationId="{3883025F-0496-536A-61CD-EB3594D891C9}"/>
          </ac:inkMkLst>
        </pc:inkChg>
        <pc:inkChg chg="del mod">
          <ac:chgData name="Pi, Yalong" userId="c9a3dc08-26f0-490d-b190-2780270c58e1" providerId="ADAL" clId="{F398E26A-6AC4-4DD8-A7B3-CD9F6274E7E3}" dt="2025-04-13T22:20:42.125" v="4614"/>
          <ac:inkMkLst>
            <pc:docMk/>
            <pc:sldMk cId="1812748717" sldId="314"/>
            <ac:inkMk id="138" creationId="{6F7B96F3-4A07-4915-98D6-A9C932440815}"/>
          </ac:inkMkLst>
        </pc:inkChg>
        <pc:inkChg chg="del mod">
          <ac:chgData name="Pi, Yalong" userId="c9a3dc08-26f0-490d-b190-2780270c58e1" providerId="ADAL" clId="{F398E26A-6AC4-4DD8-A7B3-CD9F6274E7E3}" dt="2025-04-13T22:20:42.126" v="4618"/>
          <ac:inkMkLst>
            <pc:docMk/>
            <pc:sldMk cId="1812748717" sldId="314"/>
            <ac:inkMk id="139" creationId="{8B913D95-4294-4E7C-FE5D-6A6799A55CC2}"/>
          </ac:inkMkLst>
        </pc:inkChg>
        <pc:inkChg chg="del mod">
          <ac:chgData name="Pi, Yalong" userId="c9a3dc08-26f0-490d-b190-2780270c58e1" providerId="ADAL" clId="{F398E26A-6AC4-4DD8-A7B3-CD9F6274E7E3}" dt="2025-04-13T22:19:38.830" v="4572"/>
          <ac:inkMkLst>
            <pc:docMk/>
            <pc:sldMk cId="1812748717" sldId="314"/>
            <ac:inkMk id="140" creationId="{33ED374F-6FCB-4684-DE3E-46272C797703}"/>
          </ac:inkMkLst>
        </pc:inkChg>
        <pc:inkChg chg="del mod">
          <ac:chgData name="Pi, Yalong" userId="c9a3dc08-26f0-490d-b190-2780270c58e1" providerId="ADAL" clId="{F398E26A-6AC4-4DD8-A7B3-CD9F6274E7E3}" dt="2025-04-13T22:19:38.830" v="4568"/>
          <ac:inkMkLst>
            <pc:docMk/>
            <pc:sldMk cId="1812748717" sldId="314"/>
            <ac:inkMk id="141" creationId="{E0C8D32D-9EF8-FA4C-6E4C-D60EE98498B3}"/>
          </ac:inkMkLst>
        </pc:inkChg>
        <pc:inkChg chg="del mod">
          <ac:chgData name="Pi, Yalong" userId="c9a3dc08-26f0-490d-b190-2780270c58e1" providerId="ADAL" clId="{F398E26A-6AC4-4DD8-A7B3-CD9F6274E7E3}" dt="2025-04-13T22:19:38.829" v="4562"/>
          <ac:inkMkLst>
            <pc:docMk/>
            <pc:sldMk cId="1812748717" sldId="314"/>
            <ac:inkMk id="142" creationId="{2B21436B-7FAA-17C7-3ADB-862A34877E03}"/>
          </ac:inkMkLst>
        </pc:inkChg>
        <pc:inkChg chg="del">
          <ac:chgData name="Pi, Yalong" userId="c9a3dc08-26f0-490d-b190-2780270c58e1" providerId="ADAL" clId="{F398E26A-6AC4-4DD8-A7B3-CD9F6274E7E3}" dt="2025-04-13T22:19:38.829" v="4561"/>
          <ac:inkMkLst>
            <pc:docMk/>
            <pc:sldMk cId="1812748717" sldId="314"/>
            <ac:inkMk id="143" creationId="{067D820F-411B-23AE-8232-8B04F112B602}"/>
          </ac:inkMkLst>
        </pc:inkChg>
        <pc:inkChg chg="del mod">
          <ac:chgData name="Pi, Yalong" userId="c9a3dc08-26f0-490d-b190-2780270c58e1" providerId="ADAL" clId="{F398E26A-6AC4-4DD8-A7B3-CD9F6274E7E3}" dt="2025-04-13T22:19:38.830" v="4571"/>
          <ac:inkMkLst>
            <pc:docMk/>
            <pc:sldMk cId="1812748717" sldId="314"/>
            <ac:inkMk id="144" creationId="{48702349-3B72-38BA-6502-6691DED32B75}"/>
          </ac:inkMkLst>
        </pc:inkChg>
        <pc:inkChg chg="del mod">
          <ac:chgData name="Pi, Yalong" userId="c9a3dc08-26f0-490d-b190-2780270c58e1" providerId="ADAL" clId="{F398E26A-6AC4-4DD8-A7B3-CD9F6274E7E3}" dt="2025-04-13T22:20:42.126" v="4619"/>
          <ac:inkMkLst>
            <pc:docMk/>
            <pc:sldMk cId="1812748717" sldId="314"/>
            <ac:inkMk id="147" creationId="{250CD70B-1F7F-8C63-DE04-49C282B8AFEB}"/>
          </ac:inkMkLst>
        </pc:inkChg>
        <pc:inkChg chg="del mod">
          <ac:chgData name="Pi, Yalong" userId="c9a3dc08-26f0-490d-b190-2780270c58e1" providerId="ADAL" clId="{F398E26A-6AC4-4DD8-A7B3-CD9F6274E7E3}" dt="2025-04-13T22:20:42.126" v="4617"/>
          <ac:inkMkLst>
            <pc:docMk/>
            <pc:sldMk cId="1812748717" sldId="314"/>
            <ac:inkMk id="148" creationId="{BAAE967A-F761-2A1F-2A5A-D1DC4C6B385E}"/>
          </ac:inkMkLst>
        </pc:inkChg>
        <pc:inkChg chg="add del mod">
          <ac:chgData name="Pi, Yalong" userId="c9a3dc08-26f0-490d-b190-2780270c58e1" providerId="ADAL" clId="{F398E26A-6AC4-4DD8-A7B3-CD9F6274E7E3}" dt="2025-04-13T22:17:32.655" v="4481"/>
          <ac:inkMkLst>
            <pc:docMk/>
            <pc:sldMk cId="1812748717" sldId="314"/>
            <ac:inkMk id="149" creationId="{CF30153F-B170-566C-DEFF-0AAF7E3430DA}"/>
          </ac:inkMkLst>
        </pc:inkChg>
        <pc:inkChg chg="add del mod">
          <ac:chgData name="Pi, Yalong" userId="c9a3dc08-26f0-490d-b190-2780270c58e1" providerId="ADAL" clId="{F398E26A-6AC4-4DD8-A7B3-CD9F6274E7E3}" dt="2025-04-13T22:17:32.654" v="4479"/>
          <ac:inkMkLst>
            <pc:docMk/>
            <pc:sldMk cId="1812748717" sldId="314"/>
            <ac:inkMk id="150" creationId="{41985620-2D45-3AFE-F38B-2E26BF4FA1B9}"/>
          </ac:inkMkLst>
        </pc:inkChg>
        <pc:inkChg chg="add mod">
          <ac:chgData name="Pi, Yalong" userId="c9a3dc08-26f0-490d-b190-2780270c58e1" providerId="ADAL" clId="{F398E26A-6AC4-4DD8-A7B3-CD9F6274E7E3}" dt="2025-04-13T22:17:36.445" v="4485"/>
          <ac:inkMkLst>
            <pc:docMk/>
            <pc:sldMk cId="1812748717" sldId="314"/>
            <ac:inkMk id="152" creationId="{9C8C4008-EEDF-9521-BA58-6C4777C77A0D}"/>
          </ac:inkMkLst>
        </pc:inkChg>
        <pc:inkChg chg="del mod">
          <ac:chgData name="Pi, Yalong" userId="c9a3dc08-26f0-490d-b190-2780270c58e1" providerId="ADAL" clId="{F398E26A-6AC4-4DD8-A7B3-CD9F6274E7E3}" dt="2025-04-13T22:16:47.645" v="4423"/>
          <ac:inkMkLst>
            <pc:docMk/>
            <pc:sldMk cId="1812748717" sldId="314"/>
            <ac:inkMk id="153" creationId="{E7055850-2FCF-5066-E27A-0E2469A7815C}"/>
          </ac:inkMkLst>
        </pc:inkChg>
        <pc:inkChg chg="del">
          <ac:chgData name="Pi, Yalong" userId="c9a3dc08-26f0-490d-b190-2780270c58e1" providerId="ADAL" clId="{F398E26A-6AC4-4DD8-A7B3-CD9F6274E7E3}" dt="2025-04-13T22:16:47.644" v="4422"/>
          <ac:inkMkLst>
            <pc:docMk/>
            <pc:sldMk cId="1812748717" sldId="314"/>
            <ac:inkMk id="154" creationId="{7CED86FC-92A3-55B8-AAA2-AA8AD5E4FAF7}"/>
          </ac:inkMkLst>
        </pc:inkChg>
        <pc:inkChg chg="del mod">
          <ac:chgData name="Pi, Yalong" userId="c9a3dc08-26f0-490d-b190-2780270c58e1" providerId="ADAL" clId="{F398E26A-6AC4-4DD8-A7B3-CD9F6274E7E3}" dt="2025-04-13T22:20:43.928" v="4628"/>
          <ac:inkMkLst>
            <pc:docMk/>
            <pc:sldMk cId="1812748717" sldId="314"/>
            <ac:inkMk id="155" creationId="{BD051427-4FD4-053A-1380-0C94162E5F29}"/>
          </ac:inkMkLst>
        </pc:inkChg>
        <pc:inkChg chg="del mod">
          <ac:chgData name="Pi, Yalong" userId="c9a3dc08-26f0-490d-b190-2780270c58e1" providerId="ADAL" clId="{F398E26A-6AC4-4DD8-A7B3-CD9F6274E7E3}" dt="2025-04-13T22:20:43.928" v="4629"/>
          <ac:inkMkLst>
            <pc:docMk/>
            <pc:sldMk cId="1812748717" sldId="314"/>
            <ac:inkMk id="156" creationId="{FB842086-954C-CA25-B5B0-36D83417D459}"/>
          </ac:inkMkLst>
        </pc:inkChg>
        <pc:inkChg chg="add mod">
          <ac:chgData name="Pi, Yalong" userId="c9a3dc08-26f0-490d-b190-2780270c58e1" providerId="ADAL" clId="{F398E26A-6AC4-4DD8-A7B3-CD9F6274E7E3}" dt="2025-04-13T22:17:36.445" v="4485"/>
          <ac:inkMkLst>
            <pc:docMk/>
            <pc:sldMk cId="1812748717" sldId="314"/>
            <ac:inkMk id="157" creationId="{6A04064D-F06B-6AE7-A7A6-069A26D0D417}"/>
          </ac:inkMkLst>
        </pc:inkChg>
        <pc:inkChg chg="del mod">
          <ac:chgData name="Pi, Yalong" userId="c9a3dc08-26f0-490d-b190-2780270c58e1" providerId="ADAL" clId="{F398E26A-6AC4-4DD8-A7B3-CD9F6274E7E3}" dt="2025-04-13T22:20:42.126" v="4616"/>
          <ac:inkMkLst>
            <pc:docMk/>
            <pc:sldMk cId="1812748717" sldId="314"/>
            <ac:inkMk id="158" creationId="{7122FF87-F35D-B4CE-CE09-7C50DEA4F05F}"/>
          </ac:inkMkLst>
        </pc:inkChg>
        <pc:inkChg chg="del mod">
          <ac:chgData name="Pi, Yalong" userId="c9a3dc08-26f0-490d-b190-2780270c58e1" providerId="ADAL" clId="{F398E26A-6AC4-4DD8-A7B3-CD9F6274E7E3}" dt="2025-04-13T22:20:43.927" v="4621"/>
          <ac:inkMkLst>
            <pc:docMk/>
            <pc:sldMk cId="1812748717" sldId="314"/>
            <ac:inkMk id="159" creationId="{64378F94-DEC5-4AF9-ECDE-67CBB8D4E3FC}"/>
          </ac:inkMkLst>
        </pc:inkChg>
        <pc:inkChg chg="del mod">
          <ac:chgData name="Pi, Yalong" userId="c9a3dc08-26f0-490d-b190-2780270c58e1" providerId="ADAL" clId="{F398E26A-6AC4-4DD8-A7B3-CD9F6274E7E3}" dt="2025-04-13T22:20:43.928" v="4626"/>
          <ac:inkMkLst>
            <pc:docMk/>
            <pc:sldMk cId="1812748717" sldId="314"/>
            <ac:inkMk id="160" creationId="{D8860723-EEE3-35F5-6C3B-07371A00246E}"/>
          </ac:inkMkLst>
        </pc:inkChg>
        <pc:inkChg chg="del mod">
          <ac:chgData name="Pi, Yalong" userId="c9a3dc08-26f0-490d-b190-2780270c58e1" providerId="ADAL" clId="{F398E26A-6AC4-4DD8-A7B3-CD9F6274E7E3}" dt="2025-04-13T22:20:43.927" v="4622"/>
          <ac:inkMkLst>
            <pc:docMk/>
            <pc:sldMk cId="1812748717" sldId="314"/>
            <ac:inkMk id="161" creationId="{DFDDD6B3-2C99-8B48-3BAE-8A1FF13B0B33}"/>
          </ac:inkMkLst>
        </pc:inkChg>
        <pc:inkChg chg="add mod">
          <ac:chgData name="Pi, Yalong" userId="c9a3dc08-26f0-490d-b190-2780270c58e1" providerId="ADAL" clId="{F398E26A-6AC4-4DD8-A7B3-CD9F6274E7E3}" dt="2025-04-13T22:17:36.445" v="4485"/>
          <ac:inkMkLst>
            <pc:docMk/>
            <pc:sldMk cId="1812748717" sldId="314"/>
            <ac:inkMk id="162" creationId="{EC60B6F6-33DE-A769-CCE8-D70947BFD0AC}"/>
          </ac:inkMkLst>
        </pc:inkChg>
        <pc:inkChg chg="del">
          <ac:chgData name="Pi, Yalong" userId="c9a3dc08-26f0-490d-b190-2780270c58e1" providerId="ADAL" clId="{F398E26A-6AC4-4DD8-A7B3-CD9F6274E7E3}" dt="2025-04-13T22:20:43.928" v="4627"/>
          <ac:inkMkLst>
            <pc:docMk/>
            <pc:sldMk cId="1812748717" sldId="314"/>
            <ac:inkMk id="163" creationId="{2F91BA81-107B-FC8D-57B9-042C3CB1B287}"/>
          </ac:inkMkLst>
        </pc:inkChg>
        <pc:inkChg chg="del mod">
          <ac:chgData name="Pi, Yalong" userId="c9a3dc08-26f0-490d-b190-2780270c58e1" providerId="ADAL" clId="{F398E26A-6AC4-4DD8-A7B3-CD9F6274E7E3}" dt="2025-04-13T22:20:42.126" v="4620"/>
          <ac:inkMkLst>
            <pc:docMk/>
            <pc:sldMk cId="1812748717" sldId="314"/>
            <ac:inkMk id="165" creationId="{E7963475-C2E8-1064-40C2-4EA76522F30C}"/>
          </ac:inkMkLst>
        </pc:inkChg>
        <pc:inkChg chg="add">
          <ac:chgData name="Pi, Yalong" userId="c9a3dc08-26f0-490d-b190-2780270c58e1" providerId="ADAL" clId="{F398E26A-6AC4-4DD8-A7B3-CD9F6274E7E3}" dt="2025-04-13T22:17:54.611" v="4486" actId="9405"/>
          <ac:inkMkLst>
            <pc:docMk/>
            <pc:sldMk cId="1812748717" sldId="314"/>
            <ac:inkMk id="167" creationId="{0AD95D44-5C95-70D9-5A33-90E02C51BFEE}"/>
          </ac:inkMkLst>
        </pc:inkChg>
        <pc:inkChg chg="add">
          <ac:chgData name="Pi, Yalong" userId="c9a3dc08-26f0-490d-b190-2780270c58e1" providerId="ADAL" clId="{F398E26A-6AC4-4DD8-A7B3-CD9F6274E7E3}" dt="2025-04-13T22:17:56.835" v="4487" actId="9405"/>
          <ac:inkMkLst>
            <pc:docMk/>
            <pc:sldMk cId="1812748717" sldId="314"/>
            <ac:inkMk id="168" creationId="{F1E4F8A8-672D-297B-C902-12C5410C89E2}"/>
          </ac:inkMkLst>
        </pc:inkChg>
        <pc:inkChg chg="add mod">
          <ac:chgData name="Pi, Yalong" userId="c9a3dc08-26f0-490d-b190-2780270c58e1" providerId="ADAL" clId="{F398E26A-6AC4-4DD8-A7B3-CD9F6274E7E3}" dt="2025-04-13T22:17:59.791" v="4497"/>
          <ac:inkMkLst>
            <pc:docMk/>
            <pc:sldMk cId="1812748717" sldId="314"/>
            <ac:inkMk id="169" creationId="{38146D64-5B93-7235-560B-BEE8C549FF90}"/>
          </ac:inkMkLst>
        </pc:inkChg>
        <pc:inkChg chg="add mod">
          <ac:chgData name="Pi, Yalong" userId="c9a3dc08-26f0-490d-b190-2780270c58e1" providerId="ADAL" clId="{F398E26A-6AC4-4DD8-A7B3-CD9F6274E7E3}" dt="2025-04-13T22:17:59.791" v="4497"/>
          <ac:inkMkLst>
            <pc:docMk/>
            <pc:sldMk cId="1812748717" sldId="314"/>
            <ac:inkMk id="170" creationId="{1B651685-8D09-0D47-F6AF-787605539B6B}"/>
          </ac:inkMkLst>
        </pc:inkChg>
        <pc:inkChg chg="add mod">
          <ac:chgData name="Pi, Yalong" userId="c9a3dc08-26f0-490d-b190-2780270c58e1" providerId="ADAL" clId="{F398E26A-6AC4-4DD8-A7B3-CD9F6274E7E3}" dt="2025-04-13T22:17:59.791" v="4497"/>
          <ac:inkMkLst>
            <pc:docMk/>
            <pc:sldMk cId="1812748717" sldId="314"/>
            <ac:inkMk id="171" creationId="{58D211DE-6EC9-FB9C-3AED-BD3E3B1E5E05}"/>
          </ac:inkMkLst>
        </pc:inkChg>
        <pc:inkChg chg="add mod">
          <ac:chgData name="Pi, Yalong" userId="c9a3dc08-26f0-490d-b190-2780270c58e1" providerId="ADAL" clId="{F398E26A-6AC4-4DD8-A7B3-CD9F6274E7E3}" dt="2025-04-13T22:17:59.791" v="4497"/>
          <ac:inkMkLst>
            <pc:docMk/>
            <pc:sldMk cId="1812748717" sldId="314"/>
            <ac:inkMk id="172" creationId="{BA6CEFAB-62BE-4D3D-CB2F-BEB4FD235377}"/>
          </ac:inkMkLst>
        </pc:inkChg>
        <pc:inkChg chg="add mod">
          <ac:chgData name="Pi, Yalong" userId="c9a3dc08-26f0-490d-b190-2780270c58e1" providerId="ADAL" clId="{F398E26A-6AC4-4DD8-A7B3-CD9F6274E7E3}" dt="2025-04-13T22:17:59.791" v="4497"/>
          <ac:inkMkLst>
            <pc:docMk/>
            <pc:sldMk cId="1812748717" sldId="314"/>
            <ac:inkMk id="173" creationId="{65FB38EA-DA4F-9FDF-635E-3DA29F9D3FD7}"/>
          </ac:inkMkLst>
        </pc:inkChg>
        <pc:inkChg chg="del mod">
          <ac:chgData name="Pi, Yalong" userId="c9a3dc08-26f0-490d-b190-2780270c58e1" providerId="ADAL" clId="{F398E26A-6AC4-4DD8-A7B3-CD9F6274E7E3}" dt="2025-04-13T22:20:04.831" v="4599"/>
          <ac:inkMkLst>
            <pc:docMk/>
            <pc:sldMk cId="1812748717" sldId="314"/>
            <ac:inkMk id="174" creationId="{108F247F-0262-134F-E485-CE9849571F6E}"/>
          </ac:inkMkLst>
        </pc:inkChg>
        <pc:inkChg chg="del">
          <ac:chgData name="Pi, Yalong" userId="c9a3dc08-26f0-490d-b190-2780270c58e1" providerId="ADAL" clId="{F398E26A-6AC4-4DD8-A7B3-CD9F6274E7E3}" dt="2025-04-13T22:20:04.831" v="4596"/>
          <ac:inkMkLst>
            <pc:docMk/>
            <pc:sldMk cId="1812748717" sldId="314"/>
            <ac:inkMk id="175" creationId="{857DC8A4-B87B-3120-8196-907EF6218A39}"/>
          </ac:inkMkLst>
        </pc:inkChg>
        <pc:inkChg chg="del mod">
          <ac:chgData name="Pi, Yalong" userId="c9a3dc08-26f0-490d-b190-2780270c58e1" providerId="ADAL" clId="{F398E26A-6AC4-4DD8-A7B3-CD9F6274E7E3}" dt="2025-04-13T22:20:04.832" v="4601"/>
          <ac:inkMkLst>
            <pc:docMk/>
            <pc:sldMk cId="1812748717" sldId="314"/>
            <ac:inkMk id="176" creationId="{F8CFDD6F-F117-6738-2FAB-6246CBC8694A}"/>
          </ac:inkMkLst>
        </pc:inkChg>
        <pc:inkChg chg="add mod">
          <ac:chgData name="Pi, Yalong" userId="c9a3dc08-26f0-490d-b190-2780270c58e1" providerId="ADAL" clId="{F398E26A-6AC4-4DD8-A7B3-CD9F6274E7E3}" dt="2025-04-13T22:17:59.791" v="4497"/>
          <ac:inkMkLst>
            <pc:docMk/>
            <pc:sldMk cId="1812748717" sldId="314"/>
            <ac:inkMk id="177" creationId="{9479097C-1CBC-B78F-C6BC-216BE18DE25D}"/>
          </ac:inkMkLst>
        </pc:inkChg>
        <pc:inkChg chg="add mod">
          <ac:chgData name="Pi, Yalong" userId="c9a3dc08-26f0-490d-b190-2780270c58e1" providerId="ADAL" clId="{F398E26A-6AC4-4DD8-A7B3-CD9F6274E7E3}" dt="2025-04-13T22:17:59.791" v="4497"/>
          <ac:inkMkLst>
            <pc:docMk/>
            <pc:sldMk cId="1812748717" sldId="314"/>
            <ac:inkMk id="178" creationId="{F274F3B5-017B-0A49-DEA9-723F451B6781}"/>
          </ac:inkMkLst>
        </pc:inkChg>
        <pc:inkChg chg="del mod">
          <ac:chgData name="Pi, Yalong" userId="c9a3dc08-26f0-490d-b190-2780270c58e1" providerId="ADAL" clId="{F398E26A-6AC4-4DD8-A7B3-CD9F6274E7E3}" dt="2025-04-13T22:20:04.832" v="4600"/>
          <ac:inkMkLst>
            <pc:docMk/>
            <pc:sldMk cId="1812748717" sldId="314"/>
            <ac:inkMk id="180" creationId="{5839D828-C0A2-32DD-E4ED-C54B01984084}"/>
          </ac:inkMkLst>
        </pc:inkChg>
        <pc:inkChg chg="del mod">
          <ac:chgData name="Pi, Yalong" userId="c9a3dc08-26f0-490d-b190-2780270c58e1" providerId="ADAL" clId="{F398E26A-6AC4-4DD8-A7B3-CD9F6274E7E3}" dt="2025-04-13T22:20:04.832" v="4602"/>
          <ac:inkMkLst>
            <pc:docMk/>
            <pc:sldMk cId="1812748717" sldId="314"/>
            <ac:inkMk id="181" creationId="{C8708E83-801A-99E1-C0F6-71EA6FEC73AD}"/>
          </ac:inkMkLst>
        </pc:inkChg>
        <pc:inkChg chg="del">
          <ac:chgData name="Pi, Yalong" userId="c9a3dc08-26f0-490d-b190-2780270c58e1" providerId="ADAL" clId="{F398E26A-6AC4-4DD8-A7B3-CD9F6274E7E3}" dt="2025-04-13T22:20:04.831" v="4598"/>
          <ac:inkMkLst>
            <pc:docMk/>
            <pc:sldMk cId="1812748717" sldId="314"/>
            <ac:inkMk id="182" creationId="{3663DACD-AEBD-0123-3686-6B0A234C5A8D}"/>
          </ac:inkMkLst>
        </pc:inkChg>
        <pc:inkChg chg="del mod">
          <ac:chgData name="Pi, Yalong" userId="c9a3dc08-26f0-490d-b190-2780270c58e1" providerId="ADAL" clId="{F398E26A-6AC4-4DD8-A7B3-CD9F6274E7E3}" dt="2025-04-13T22:20:04.832" v="4603"/>
          <ac:inkMkLst>
            <pc:docMk/>
            <pc:sldMk cId="1812748717" sldId="314"/>
            <ac:inkMk id="184" creationId="{85FE2A95-EE94-18AC-469F-0E175BCA3631}"/>
          </ac:inkMkLst>
        </pc:inkChg>
        <pc:inkChg chg="del">
          <ac:chgData name="Pi, Yalong" userId="c9a3dc08-26f0-490d-b190-2780270c58e1" providerId="ADAL" clId="{F398E26A-6AC4-4DD8-A7B3-CD9F6274E7E3}" dt="2025-04-13T22:20:04.831" v="4597"/>
          <ac:inkMkLst>
            <pc:docMk/>
            <pc:sldMk cId="1812748717" sldId="314"/>
            <ac:inkMk id="185" creationId="{FDF83625-2570-7F71-6FE8-32D648ECFC6C}"/>
          </ac:inkMkLst>
        </pc:inkChg>
        <pc:inkChg chg="del">
          <ac:chgData name="Pi, Yalong" userId="c9a3dc08-26f0-490d-b190-2780270c58e1" providerId="ADAL" clId="{F398E26A-6AC4-4DD8-A7B3-CD9F6274E7E3}" dt="2025-04-13T22:18:31.865" v="4508"/>
          <ac:inkMkLst>
            <pc:docMk/>
            <pc:sldMk cId="1812748717" sldId="314"/>
            <ac:inkMk id="187" creationId="{41293E6A-2DCC-9C08-3D8D-07CA1C6AED84}"/>
          </ac:inkMkLst>
        </pc:inkChg>
        <pc:inkChg chg="add mod">
          <ac:chgData name="Pi, Yalong" userId="c9a3dc08-26f0-490d-b190-2780270c58e1" providerId="ADAL" clId="{F398E26A-6AC4-4DD8-A7B3-CD9F6274E7E3}" dt="2025-04-13T22:17:59.791" v="4497"/>
          <ac:inkMkLst>
            <pc:docMk/>
            <pc:sldMk cId="1812748717" sldId="314"/>
            <ac:inkMk id="189" creationId="{9EAB206E-2BF4-5E66-2DEB-2A1063B90ED4}"/>
          </ac:inkMkLst>
        </pc:inkChg>
        <pc:inkChg chg="add mod">
          <ac:chgData name="Pi, Yalong" userId="c9a3dc08-26f0-490d-b190-2780270c58e1" providerId="ADAL" clId="{F398E26A-6AC4-4DD8-A7B3-CD9F6274E7E3}" dt="2025-04-13T22:17:59.791" v="4497"/>
          <ac:inkMkLst>
            <pc:docMk/>
            <pc:sldMk cId="1812748717" sldId="314"/>
            <ac:inkMk id="190" creationId="{A2F83CB6-8271-21DD-85B8-DD28A1B54278}"/>
          </ac:inkMkLst>
        </pc:inkChg>
        <pc:inkChg chg="add mod">
          <ac:chgData name="Pi, Yalong" userId="c9a3dc08-26f0-490d-b190-2780270c58e1" providerId="ADAL" clId="{F398E26A-6AC4-4DD8-A7B3-CD9F6274E7E3}" dt="2025-04-13T22:18:18.615" v="4500"/>
          <ac:inkMkLst>
            <pc:docMk/>
            <pc:sldMk cId="1812748717" sldId="314"/>
            <ac:inkMk id="192" creationId="{7034AAF1-F046-283B-7C22-947B4183A87D}"/>
          </ac:inkMkLst>
        </pc:inkChg>
        <pc:inkChg chg="add mod">
          <ac:chgData name="Pi, Yalong" userId="c9a3dc08-26f0-490d-b190-2780270c58e1" providerId="ADAL" clId="{F398E26A-6AC4-4DD8-A7B3-CD9F6274E7E3}" dt="2025-04-13T22:18:18.615" v="4500"/>
          <ac:inkMkLst>
            <pc:docMk/>
            <pc:sldMk cId="1812748717" sldId="314"/>
            <ac:inkMk id="193" creationId="{D4185257-F662-A2FC-69CC-81F73C9EEB61}"/>
          </ac:inkMkLst>
        </pc:inkChg>
        <pc:inkChg chg="add mod">
          <ac:chgData name="Pi, Yalong" userId="c9a3dc08-26f0-490d-b190-2780270c58e1" providerId="ADAL" clId="{F398E26A-6AC4-4DD8-A7B3-CD9F6274E7E3}" dt="2025-04-13T22:19:49.960" v="4582"/>
          <ac:inkMkLst>
            <pc:docMk/>
            <pc:sldMk cId="1812748717" sldId="314"/>
            <ac:inkMk id="195" creationId="{1D6831BB-5902-10C3-2795-1D29FF9D5E73}"/>
          </ac:inkMkLst>
        </pc:inkChg>
        <pc:inkChg chg="add mod">
          <ac:chgData name="Pi, Yalong" userId="c9a3dc08-26f0-490d-b190-2780270c58e1" providerId="ADAL" clId="{F398E26A-6AC4-4DD8-A7B3-CD9F6274E7E3}" dt="2025-04-13T22:19:49.960" v="4582"/>
          <ac:inkMkLst>
            <pc:docMk/>
            <pc:sldMk cId="1812748717" sldId="314"/>
            <ac:inkMk id="196" creationId="{21A260C1-E5EB-9426-221D-6344CBE54E2F}"/>
          </ac:inkMkLst>
        </pc:inkChg>
        <pc:inkChg chg="add mod">
          <ac:chgData name="Pi, Yalong" userId="c9a3dc08-26f0-490d-b190-2780270c58e1" providerId="ADAL" clId="{F398E26A-6AC4-4DD8-A7B3-CD9F6274E7E3}" dt="2025-04-13T22:19:49.960" v="4582"/>
          <ac:inkMkLst>
            <pc:docMk/>
            <pc:sldMk cId="1812748717" sldId="314"/>
            <ac:inkMk id="197" creationId="{23337D4C-7640-5129-63E3-F72985A1D5C2}"/>
          </ac:inkMkLst>
        </pc:inkChg>
        <pc:inkChg chg="add mod">
          <ac:chgData name="Pi, Yalong" userId="c9a3dc08-26f0-490d-b190-2780270c58e1" providerId="ADAL" clId="{F398E26A-6AC4-4DD8-A7B3-CD9F6274E7E3}" dt="2025-04-13T22:21:50.622" v="4683"/>
          <ac:inkMkLst>
            <pc:docMk/>
            <pc:sldMk cId="1812748717" sldId="314"/>
            <ac:inkMk id="198" creationId="{B0EBC65C-8311-79F0-C37F-12E8123B355D}"/>
          </ac:inkMkLst>
        </pc:inkChg>
        <pc:inkChg chg="add mod">
          <ac:chgData name="Pi, Yalong" userId="c9a3dc08-26f0-490d-b190-2780270c58e1" providerId="ADAL" clId="{F398E26A-6AC4-4DD8-A7B3-CD9F6274E7E3}" dt="2025-04-13T22:21:50.622" v="4683"/>
          <ac:inkMkLst>
            <pc:docMk/>
            <pc:sldMk cId="1812748717" sldId="314"/>
            <ac:inkMk id="199" creationId="{830C07EE-29B3-7015-57DC-068411EEF73A}"/>
          </ac:inkMkLst>
        </pc:inkChg>
        <pc:inkChg chg="add mod">
          <ac:chgData name="Pi, Yalong" userId="c9a3dc08-26f0-490d-b190-2780270c58e1" providerId="ADAL" clId="{F398E26A-6AC4-4DD8-A7B3-CD9F6274E7E3}" dt="2025-04-13T22:19:55.673" v="4585"/>
          <ac:inkMkLst>
            <pc:docMk/>
            <pc:sldMk cId="1812748717" sldId="314"/>
            <ac:inkMk id="201" creationId="{511CA70C-7589-5193-CF96-D391A741F5B5}"/>
          </ac:inkMkLst>
        </pc:inkChg>
        <pc:inkChg chg="add mod">
          <ac:chgData name="Pi, Yalong" userId="c9a3dc08-26f0-490d-b190-2780270c58e1" providerId="ADAL" clId="{F398E26A-6AC4-4DD8-A7B3-CD9F6274E7E3}" dt="2025-04-13T22:19:55.673" v="4585"/>
          <ac:inkMkLst>
            <pc:docMk/>
            <pc:sldMk cId="1812748717" sldId="314"/>
            <ac:inkMk id="202" creationId="{B3385240-2B9E-151F-ACE8-69558083D583}"/>
          </ac:inkMkLst>
        </pc:inkChg>
        <pc:inkChg chg="add mod">
          <ac:chgData name="Pi, Yalong" userId="c9a3dc08-26f0-490d-b190-2780270c58e1" providerId="ADAL" clId="{F398E26A-6AC4-4DD8-A7B3-CD9F6274E7E3}" dt="2025-04-13T22:19:56.969" v="4588"/>
          <ac:inkMkLst>
            <pc:docMk/>
            <pc:sldMk cId="1812748717" sldId="314"/>
            <ac:inkMk id="204" creationId="{62F4B7F9-F20D-DC34-3711-19B1E927E6D8}"/>
          </ac:inkMkLst>
        </pc:inkChg>
        <pc:inkChg chg="add mod">
          <ac:chgData name="Pi, Yalong" userId="c9a3dc08-26f0-490d-b190-2780270c58e1" providerId="ADAL" clId="{F398E26A-6AC4-4DD8-A7B3-CD9F6274E7E3}" dt="2025-04-13T22:19:56.969" v="4588"/>
          <ac:inkMkLst>
            <pc:docMk/>
            <pc:sldMk cId="1812748717" sldId="314"/>
            <ac:inkMk id="205" creationId="{D01AA74B-08E9-5F20-57DC-8B18157A35F5}"/>
          </ac:inkMkLst>
        </pc:inkChg>
        <pc:inkChg chg="add">
          <ac:chgData name="Pi, Yalong" userId="c9a3dc08-26f0-490d-b190-2780270c58e1" providerId="ADAL" clId="{F398E26A-6AC4-4DD8-A7B3-CD9F6274E7E3}" dt="2025-04-13T22:19:57.605" v="4589" actId="9405"/>
          <ac:inkMkLst>
            <pc:docMk/>
            <pc:sldMk cId="1812748717" sldId="314"/>
            <ac:inkMk id="207" creationId="{BF83D054-4461-350C-A7A3-CB746D41E032}"/>
          </ac:inkMkLst>
        </pc:inkChg>
        <pc:inkChg chg="add mod">
          <ac:chgData name="Pi, Yalong" userId="c9a3dc08-26f0-490d-b190-2780270c58e1" providerId="ADAL" clId="{F398E26A-6AC4-4DD8-A7B3-CD9F6274E7E3}" dt="2025-04-13T22:20:14.752" v="4609"/>
          <ac:inkMkLst>
            <pc:docMk/>
            <pc:sldMk cId="1812748717" sldId="314"/>
            <ac:inkMk id="208" creationId="{9A88DAB7-C99B-5CBD-D5BC-803417BCE4C6}"/>
          </ac:inkMkLst>
        </pc:inkChg>
        <pc:inkChg chg="add mod">
          <ac:chgData name="Pi, Yalong" userId="c9a3dc08-26f0-490d-b190-2780270c58e1" providerId="ADAL" clId="{F398E26A-6AC4-4DD8-A7B3-CD9F6274E7E3}" dt="2025-04-13T22:20:14.752" v="4609"/>
          <ac:inkMkLst>
            <pc:docMk/>
            <pc:sldMk cId="1812748717" sldId="314"/>
            <ac:inkMk id="209" creationId="{A455D84B-4AC6-58C0-54A5-7DE61DDA8267}"/>
          </ac:inkMkLst>
        </pc:inkChg>
        <pc:inkChg chg="add mod">
          <ac:chgData name="Pi, Yalong" userId="c9a3dc08-26f0-490d-b190-2780270c58e1" providerId="ADAL" clId="{F398E26A-6AC4-4DD8-A7B3-CD9F6274E7E3}" dt="2025-04-13T22:20:14.752" v="4609"/>
          <ac:inkMkLst>
            <pc:docMk/>
            <pc:sldMk cId="1812748717" sldId="314"/>
            <ac:inkMk id="210" creationId="{ABD24584-585E-1A0B-A103-38687D1ABB22}"/>
          </ac:inkMkLst>
        </pc:inkChg>
        <pc:inkChg chg="add mod">
          <ac:chgData name="Pi, Yalong" userId="c9a3dc08-26f0-490d-b190-2780270c58e1" providerId="ADAL" clId="{F398E26A-6AC4-4DD8-A7B3-CD9F6274E7E3}" dt="2025-04-13T22:20:14.752" v="4609"/>
          <ac:inkMkLst>
            <pc:docMk/>
            <pc:sldMk cId="1812748717" sldId="314"/>
            <ac:inkMk id="211" creationId="{D4455D1E-7783-C532-724D-F9BA5DF13559}"/>
          </ac:inkMkLst>
        </pc:inkChg>
        <pc:inkChg chg="add mod">
          <ac:chgData name="Pi, Yalong" userId="c9a3dc08-26f0-490d-b190-2780270c58e1" providerId="ADAL" clId="{F398E26A-6AC4-4DD8-A7B3-CD9F6274E7E3}" dt="2025-04-13T22:20:14.752" v="4609"/>
          <ac:inkMkLst>
            <pc:docMk/>
            <pc:sldMk cId="1812748717" sldId="314"/>
            <ac:inkMk id="212" creationId="{ACCF66FD-E485-FF0F-70FE-5EA5B22D0BBD}"/>
          </ac:inkMkLst>
        </pc:inkChg>
        <pc:inkChg chg="add">
          <ac:chgData name="Pi, Yalong" userId="c9a3dc08-26f0-490d-b190-2780270c58e1" providerId="ADAL" clId="{F398E26A-6AC4-4DD8-A7B3-CD9F6274E7E3}" dt="2025-04-13T22:20:23.737" v="4610" actId="9405"/>
          <ac:inkMkLst>
            <pc:docMk/>
            <pc:sldMk cId="1812748717" sldId="314"/>
            <ac:inkMk id="214" creationId="{381E6F5B-4130-29D8-E35F-0AA320BF6BC8}"/>
          </ac:inkMkLst>
        </pc:inkChg>
        <pc:inkChg chg="add">
          <ac:chgData name="Pi, Yalong" userId="c9a3dc08-26f0-490d-b190-2780270c58e1" providerId="ADAL" clId="{F398E26A-6AC4-4DD8-A7B3-CD9F6274E7E3}" dt="2025-04-13T22:20:31.187" v="4612" actId="9405"/>
          <ac:inkMkLst>
            <pc:docMk/>
            <pc:sldMk cId="1812748717" sldId="314"/>
            <ac:inkMk id="215" creationId="{BEFD2604-3E81-56CB-F91A-235B864AD526}"/>
          </ac:inkMkLst>
        </pc:inkChg>
        <pc:inkChg chg="add del mod">
          <ac:chgData name="Pi, Yalong" userId="c9a3dc08-26f0-490d-b190-2780270c58e1" providerId="ADAL" clId="{F398E26A-6AC4-4DD8-A7B3-CD9F6274E7E3}" dt="2025-04-13T22:20:54.119" v="4637"/>
          <ac:inkMkLst>
            <pc:docMk/>
            <pc:sldMk cId="1812748717" sldId="314"/>
            <ac:inkMk id="216" creationId="{FEFF3105-6A57-C0B6-ED2F-D1DBE58BB9DA}"/>
          </ac:inkMkLst>
        </pc:inkChg>
        <pc:inkChg chg="add del mod">
          <ac:chgData name="Pi, Yalong" userId="c9a3dc08-26f0-490d-b190-2780270c58e1" providerId="ADAL" clId="{F398E26A-6AC4-4DD8-A7B3-CD9F6274E7E3}" dt="2025-04-13T22:20:54.118" v="4635"/>
          <ac:inkMkLst>
            <pc:docMk/>
            <pc:sldMk cId="1812748717" sldId="314"/>
            <ac:inkMk id="217" creationId="{A46B8320-2F9E-816E-76BB-2A423BD18C2C}"/>
          </ac:inkMkLst>
        </pc:inkChg>
        <pc:inkChg chg="add del mod">
          <ac:chgData name="Pi, Yalong" userId="c9a3dc08-26f0-490d-b190-2780270c58e1" providerId="ADAL" clId="{F398E26A-6AC4-4DD8-A7B3-CD9F6274E7E3}" dt="2025-04-13T22:20:54.119" v="4636"/>
          <ac:inkMkLst>
            <pc:docMk/>
            <pc:sldMk cId="1812748717" sldId="314"/>
            <ac:inkMk id="219" creationId="{59917157-ACDE-22B2-FCDF-91604B8AB3FA}"/>
          </ac:inkMkLst>
        </pc:inkChg>
        <pc:inkChg chg="add mod">
          <ac:chgData name="Pi, Yalong" userId="c9a3dc08-26f0-490d-b190-2780270c58e1" providerId="ADAL" clId="{F398E26A-6AC4-4DD8-A7B3-CD9F6274E7E3}" dt="2025-04-13T22:21:01.904" v="4640"/>
          <ac:inkMkLst>
            <pc:docMk/>
            <pc:sldMk cId="1812748717" sldId="314"/>
            <ac:inkMk id="221" creationId="{1D3D7B28-02D7-93EF-7C89-4665144918A6}"/>
          </ac:inkMkLst>
        </pc:inkChg>
        <pc:inkChg chg="add mod">
          <ac:chgData name="Pi, Yalong" userId="c9a3dc08-26f0-490d-b190-2780270c58e1" providerId="ADAL" clId="{F398E26A-6AC4-4DD8-A7B3-CD9F6274E7E3}" dt="2025-04-13T22:21:01.904" v="4640"/>
          <ac:inkMkLst>
            <pc:docMk/>
            <pc:sldMk cId="1812748717" sldId="314"/>
            <ac:inkMk id="222" creationId="{BE5BD55B-6ABB-F6E7-07F7-1A351150AC92}"/>
          </ac:inkMkLst>
        </pc:inkChg>
        <pc:inkChg chg="add mod">
          <ac:chgData name="Pi, Yalong" userId="c9a3dc08-26f0-490d-b190-2780270c58e1" providerId="ADAL" clId="{F398E26A-6AC4-4DD8-A7B3-CD9F6274E7E3}" dt="2025-04-13T22:21:10.504" v="4650"/>
          <ac:inkMkLst>
            <pc:docMk/>
            <pc:sldMk cId="1812748717" sldId="314"/>
            <ac:inkMk id="224" creationId="{86BBACC3-BE25-6660-4687-0FAA1ED8C9B3}"/>
          </ac:inkMkLst>
        </pc:inkChg>
        <pc:inkChg chg="add mod">
          <ac:chgData name="Pi, Yalong" userId="c9a3dc08-26f0-490d-b190-2780270c58e1" providerId="ADAL" clId="{F398E26A-6AC4-4DD8-A7B3-CD9F6274E7E3}" dt="2025-04-13T22:21:14.733" v="4653"/>
          <ac:inkMkLst>
            <pc:docMk/>
            <pc:sldMk cId="1812748717" sldId="314"/>
            <ac:inkMk id="225" creationId="{D048139B-A0BA-FDEB-CA0D-026F1F8E837D}"/>
          </ac:inkMkLst>
        </pc:inkChg>
        <pc:inkChg chg="add mod">
          <ac:chgData name="Pi, Yalong" userId="c9a3dc08-26f0-490d-b190-2780270c58e1" providerId="ADAL" clId="{F398E26A-6AC4-4DD8-A7B3-CD9F6274E7E3}" dt="2025-04-13T22:21:14.733" v="4653"/>
          <ac:inkMkLst>
            <pc:docMk/>
            <pc:sldMk cId="1812748717" sldId="314"/>
            <ac:inkMk id="226" creationId="{C198A52D-1990-A247-B4BB-FEBEF75619CE}"/>
          </ac:inkMkLst>
        </pc:inkChg>
        <pc:inkChg chg="add mod">
          <ac:chgData name="Pi, Yalong" userId="c9a3dc08-26f0-490d-b190-2780270c58e1" providerId="ADAL" clId="{F398E26A-6AC4-4DD8-A7B3-CD9F6274E7E3}" dt="2025-04-13T22:21:50.622" v="4683"/>
          <ac:inkMkLst>
            <pc:docMk/>
            <pc:sldMk cId="1812748717" sldId="314"/>
            <ac:inkMk id="227" creationId="{44A4D440-A0B5-F2AD-8ED4-C7B776113355}"/>
          </ac:inkMkLst>
        </pc:inkChg>
        <pc:inkChg chg="add mod">
          <ac:chgData name="Pi, Yalong" userId="c9a3dc08-26f0-490d-b190-2780270c58e1" providerId="ADAL" clId="{F398E26A-6AC4-4DD8-A7B3-CD9F6274E7E3}" dt="2025-04-13T22:21:14.733" v="4653"/>
          <ac:inkMkLst>
            <pc:docMk/>
            <pc:sldMk cId="1812748717" sldId="314"/>
            <ac:inkMk id="228" creationId="{375A7377-5046-3C53-298A-3E6E3633EB32}"/>
          </ac:inkMkLst>
        </pc:inkChg>
        <pc:inkChg chg="add mod">
          <ac:chgData name="Pi, Yalong" userId="c9a3dc08-26f0-490d-b190-2780270c58e1" providerId="ADAL" clId="{F398E26A-6AC4-4DD8-A7B3-CD9F6274E7E3}" dt="2025-04-13T22:21:14.733" v="4653"/>
          <ac:inkMkLst>
            <pc:docMk/>
            <pc:sldMk cId="1812748717" sldId="314"/>
            <ac:inkMk id="229" creationId="{8E5F5D6D-0C87-3BF6-EFA8-7363D21129E5}"/>
          </ac:inkMkLst>
        </pc:inkChg>
        <pc:inkChg chg="add">
          <ac:chgData name="Pi, Yalong" userId="c9a3dc08-26f0-490d-b190-2780270c58e1" providerId="ADAL" clId="{F398E26A-6AC4-4DD8-A7B3-CD9F6274E7E3}" dt="2025-04-13T22:21:08.939" v="4647" actId="9405"/>
          <ac:inkMkLst>
            <pc:docMk/>
            <pc:sldMk cId="1812748717" sldId="314"/>
            <ac:inkMk id="230" creationId="{3D338587-04C9-4EE5-CFAD-3A96A7C0A5A0}"/>
          </ac:inkMkLst>
        </pc:inkChg>
        <pc:inkChg chg="add mod">
          <ac:chgData name="Pi, Yalong" userId="c9a3dc08-26f0-490d-b190-2780270c58e1" providerId="ADAL" clId="{F398E26A-6AC4-4DD8-A7B3-CD9F6274E7E3}" dt="2025-04-13T22:21:14.733" v="4653"/>
          <ac:inkMkLst>
            <pc:docMk/>
            <pc:sldMk cId="1812748717" sldId="314"/>
            <ac:inkMk id="231" creationId="{D1538FFD-994A-4BC0-F047-6C92EBC6081E}"/>
          </ac:inkMkLst>
        </pc:inkChg>
        <pc:inkChg chg="add mod">
          <ac:chgData name="Pi, Yalong" userId="c9a3dc08-26f0-490d-b190-2780270c58e1" providerId="ADAL" clId="{F398E26A-6AC4-4DD8-A7B3-CD9F6274E7E3}" dt="2025-04-13T22:21:14.733" v="4653"/>
          <ac:inkMkLst>
            <pc:docMk/>
            <pc:sldMk cId="1812748717" sldId="314"/>
            <ac:inkMk id="232" creationId="{58AA52FE-241C-DF44-61B6-62DC568A143A}"/>
          </ac:inkMkLst>
        </pc:inkChg>
        <pc:inkChg chg="add mod">
          <ac:chgData name="Pi, Yalong" userId="c9a3dc08-26f0-490d-b190-2780270c58e1" providerId="ADAL" clId="{F398E26A-6AC4-4DD8-A7B3-CD9F6274E7E3}" dt="2025-04-13T22:21:14.733" v="4653"/>
          <ac:inkMkLst>
            <pc:docMk/>
            <pc:sldMk cId="1812748717" sldId="314"/>
            <ac:inkMk id="235" creationId="{D33D8D9B-06E7-4A8F-6CB5-BFF1E0A5A5C3}"/>
          </ac:inkMkLst>
        </pc:inkChg>
        <pc:inkChg chg="add mod">
          <ac:chgData name="Pi, Yalong" userId="c9a3dc08-26f0-490d-b190-2780270c58e1" providerId="ADAL" clId="{F398E26A-6AC4-4DD8-A7B3-CD9F6274E7E3}" dt="2025-04-13T22:21:14.733" v="4653"/>
          <ac:inkMkLst>
            <pc:docMk/>
            <pc:sldMk cId="1812748717" sldId="314"/>
            <ac:inkMk id="236" creationId="{413D9EA2-2E56-35A2-D561-0490DCA5058E}"/>
          </ac:inkMkLst>
        </pc:inkChg>
        <pc:inkChg chg="add mod">
          <ac:chgData name="Pi, Yalong" userId="c9a3dc08-26f0-490d-b190-2780270c58e1" providerId="ADAL" clId="{F398E26A-6AC4-4DD8-A7B3-CD9F6274E7E3}" dt="2025-04-13T22:21:35.242" v="4661"/>
          <ac:inkMkLst>
            <pc:docMk/>
            <pc:sldMk cId="1812748717" sldId="314"/>
            <ac:inkMk id="238" creationId="{66870F40-8C88-2079-6EA6-4E44774BE0CA}"/>
          </ac:inkMkLst>
        </pc:inkChg>
        <pc:inkChg chg="add mod">
          <ac:chgData name="Pi, Yalong" userId="c9a3dc08-26f0-490d-b190-2780270c58e1" providerId="ADAL" clId="{F398E26A-6AC4-4DD8-A7B3-CD9F6274E7E3}" dt="2025-04-13T22:21:50.622" v="4683"/>
          <ac:inkMkLst>
            <pc:docMk/>
            <pc:sldMk cId="1812748717" sldId="314"/>
            <ac:inkMk id="239" creationId="{2CBDB22E-18A1-BC9A-5370-2989ADDEC306}"/>
          </ac:inkMkLst>
        </pc:inkChg>
        <pc:inkChg chg="add mod">
          <ac:chgData name="Pi, Yalong" userId="c9a3dc08-26f0-490d-b190-2780270c58e1" providerId="ADAL" clId="{F398E26A-6AC4-4DD8-A7B3-CD9F6274E7E3}" dt="2025-04-13T22:21:35.242" v="4661"/>
          <ac:inkMkLst>
            <pc:docMk/>
            <pc:sldMk cId="1812748717" sldId="314"/>
            <ac:inkMk id="241" creationId="{3D8DE5DF-2119-9CE0-FC23-CF72D3E1B214}"/>
          </ac:inkMkLst>
        </pc:inkChg>
        <pc:inkChg chg="add mod">
          <ac:chgData name="Pi, Yalong" userId="c9a3dc08-26f0-490d-b190-2780270c58e1" providerId="ADAL" clId="{F398E26A-6AC4-4DD8-A7B3-CD9F6274E7E3}" dt="2025-04-13T22:21:50.622" v="4683"/>
          <ac:inkMkLst>
            <pc:docMk/>
            <pc:sldMk cId="1812748717" sldId="314"/>
            <ac:inkMk id="242" creationId="{90DB6621-B94A-2B92-2DFC-3E667FBA8E26}"/>
          </ac:inkMkLst>
        </pc:inkChg>
        <pc:inkChg chg="add mod">
          <ac:chgData name="Pi, Yalong" userId="c9a3dc08-26f0-490d-b190-2780270c58e1" providerId="ADAL" clId="{F398E26A-6AC4-4DD8-A7B3-CD9F6274E7E3}" dt="2025-04-13T22:21:35.242" v="4661"/>
          <ac:inkMkLst>
            <pc:docMk/>
            <pc:sldMk cId="1812748717" sldId="314"/>
            <ac:inkMk id="243" creationId="{6C58B423-464D-0729-0501-C35026D28C28}"/>
          </ac:inkMkLst>
        </pc:inkChg>
        <pc:inkChg chg="add mod">
          <ac:chgData name="Pi, Yalong" userId="c9a3dc08-26f0-490d-b190-2780270c58e1" providerId="ADAL" clId="{F398E26A-6AC4-4DD8-A7B3-CD9F6274E7E3}" dt="2025-04-13T22:21:50.622" v="4683"/>
          <ac:inkMkLst>
            <pc:docMk/>
            <pc:sldMk cId="1812748717" sldId="314"/>
            <ac:inkMk id="244" creationId="{C929A504-6F42-9472-D742-D4001277B1F1}"/>
          </ac:inkMkLst>
        </pc:inkChg>
        <pc:inkChg chg="add">
          <ac:chgData name="Pi, Yalong" userId="c9a3dc08-26f0-490d-b190-2780270c58e1" providerId="ADAL" clId="{F398E26A-6AC4-4DD8-A7B3-CD9F6274E7E3}" dt="2025-04-13T22:21:35.819" v="4662" actId="9405"/>
          <ac:inkMkLst>
            <pc:docMk/>
            <pc:sldMk cId="1812748717" sldId="314"/>
            <ac:inkMk id="246" creationId="{AA5A2E20-D171-F341-E196-B1E5D145B8D9}"/>
          </ac:inkMkLst>
        </pc:inkChg>
        <pc:inkChg chg="add">
          <ac:chgData name="Pi, Yalong" userId="c9a3dc08-26f0-490d-b190-2780270c58e1" providerId="ADAL" clId="{F398E26A-6AC4-4DD8-A7B3-CD9F6274E7E3}" dt="2025-04-13T22:21:36.162" v="4663" actId="9405"/>
          <ac:inkMkLst>
            <pc:docMk/>
            <pc:sldMk cId="1812748717" sldId="314"/>
            <ac:inkMk id="247" creationId="{6F38511C-38CF-6108-86D5-236E4B1B6B13}"/>
          </ac:inkMkLst>
        </pc:inkChg>
        <pc:inkChg chg="add">
          <ac:chgData name="Pi, Yalong" userId="c9a3dc08-26f0-490d-b190-2780270c58e1" providerId="ADAL" clId="{F398E26A-6AC4-4DD8-A7B3-CD9F6274E7E3}" dt="2025-04-13T22:21:36.518" v="4664" actId="9405"/>
          <ac:inkMkLst>
            <pc:docMk/>
            <pc:sldMk cId="1812748717" sldId="314"/>
            <ac:inkMk id="248" creationId="{3C5A68DC-806B-56CA-11D8-9F89A6264783}"/>
          </ac:inkMkLst>
        </pc:inkChg>
        <pc:inkChg chg="add">
          <ac:chgData name="Pi, Yalong" userId="c9a3dc08-26f0-490d-b190-2780270c58e1" providerId="ADAL" clId="{F398E26A-6AC4-4DD8-A7B3-CD9F6274E7E3}" dt="2025-04-13T22:21:36.772" v="4665" actId="9405"/>
          <ac:inkMkLst>
            <pc:docMk/>
            <pc:sldMk cId="1812748717" sldId="314"/>
            <ac:inkMk id="249" creationId="{18E1D8F9-826C-019E-CE81-CD16185C9F64}"/>
          </ac:inkMkLst>
        </pc:inkChg>
        <pc:inkChg chg="add">
          <ac:chgData name="Pi, Yalong" userId="c9a3dc08-26f0-490d-b190-2780270c58e1" providerId="ADAL" clId="{F398E26A-6AC4-4DD8-A7B3-CD9F6274E7E3}" dt="2025-04-13T22:21:37.085" v="4666" actId="9405"/>
          <ac:inkMkLst>
            <pc:docMk/>
            <pc:sldMk cId="1812748717" sldId="314"/>
            <ac:inkMk id="250" creationId="{0A6E701A-1E12-E661-B089-B7463022D75C}"/>
          </ac:inkMkLst>
        </pc:inkChg>
        <pc:inkChg chg="add">
          <ac:chgData name="Pi, Yalong" userId="c9a3dc08-26f0-490d-b190-2780270c58e1" providerId="ADAL" clId="{F398E26A-6AC4-4DD8-A7B3-CD9F6274E7E3}" dt="2025-04-13T22:21:37.291" v="4667" actId="9405"/>
          <ac:inkMkLst>
            <pc:docMk/>
            <pc:sldMk cId="1812748717" sldId="314"/>
            <ac:inkMk id="251" creationId="{72541D20-63BC-A3E3-18AA-7C492D914221}"/>
          </ac:inkMkLst>
        </pc:inkChg>
        <pc:inkChg chg="add">
          <ac:chgData name="Pi, Yalong" userId="c9a3dc08-26f0-490d-b190-2780270c58e1" providerId="ADAL" clId="{F398E26A-6AC4-4DD8-A7B3-CD9F6274E7E3}" dt="2025-04-13T22:21:37.601" v="4668" actId="9405"/>
          <ac:inkMkLst>
            <pc:docMk/>
            <pc:sldMk cId="1812748717" sldId="314"/>
            <ac:inkMk id="252" creationId="{E7FBFBC6-A84E-D93A-DA6E-0EC6891C0822}"/>
          </ac:inkMkLst>
        </pc:inkChg>
        <pc:inkChg chg="add">
          <ac:chgData name="Pi, Yalong" userId="c9a3dc08-26f0-490d-b190-2780270c58e1" providerId="ADAL" clId="{F398E26A-6AC4-4DD8-A7B3-CD9F6274E7E3}" dt="2025-04-13T22:21:37.909" v="4669" actId="9405"/>
          <ac:inkMkLst>
            <pc:docMk/>
            <pc:sldMk cId="1812748717" sldId="314"/>
            <ac:inkMk id="253" creationId="{09534FA0-2CA4-F8E5-A69A-D8EE0C2A1AD2}"/>
          </ac:inkMkLst>
        </pc:inkChg>
        <pc:inkChg chg="add">
          <ac:chgData name="Pi, Yalong" userId="c9a3dc08-26f0-490d-b190-2780270c58e1" providerId="ADAL" clId="{F398E26A-6AC4-4DD8-A7B3-CD9F6274E7E3}" dt="2025-04-13T22:21:38.588" v="4670" actId="9405"/>
          <ac:inkMkLst>
            <pc:docMk/>
            <pc:sldMk cId="1812748717" sldId="314"/>
            <ac:inkMk id="254" creationId="{633A0D81-3B51-71B3-355D-5698B64DF311}"/>
          </ac:inkMkLst>
        </pc:inkChg>
        <pc:inkChg chg="add">
          <ac:chgData name="Pi, Yalong" userId="c9a3dc08-26f0-490d-b190-2780270c58e1" providerId="ADAL" clId="{F398E26A-6AC4-4DD8-A7B3-CD9F6274E7E3}" dt="2025-04-13T22:21:39.196" v="4671" actId="9405"/>
          <ac:inkMkLst>
            <pc:docMk/>
            <pc:sldMk cId="1812748717" sldId="314"/>
            <ac:inkMk id="255" creationId="{E5FF0B8B-626F-0757-3CB7-F59F3F0A7DFD}"/>
          </ac:inkMkLst>
        </pc:inkChg>
        <pc:inkChg chg="add">
          <ac:chgData name="Pi, Yalong" userId="c9a3dc08-26f0-490d-b190-2780270c58e1" providerId="ADAL" clId="{F398E26A-6AC4-4DD8-A7B3-CD9F6274E7E3}" dt="2025-04-13T22:21:39.506" v="4672" actId="9405"/>
          <ac:inkMkLst>
            <pc:docMk/>
            <pc:sldMk cId="1812748717" sldId="314"/>
            <ac:inkMk id="256" creationId="{3466D5C1-C9BD-1A8D-27E5-2FC0AB3A45EF}"/>
          </ac:inkMkLst>
        </pc:inkChg>
        <pc:inkChg chg="add mod">
          <ac:chgData name="Pi, Yalong" userId="c9a3dc08-26f0-490d-b190-2780270c58e1" providerId="ADAL" clId="{F398E26A-6AC4-4DD8-A7B3-CD9F6274E7E3}" dt="2025-04-13T22:21:50.622" v="4683"/>
          <ac:inkMkLst>
            <pc:docMk/>
            <pc:sldMk cId="1812748717" sldId="314"/>
            <ac:inkMk id="257" creationId="{ED62EC7E-E6EB-1FC5-AC14-A26CDD5F2C9E}"/>
          </ac:inkMkLst>
        </pc:inkChg>
        <pc:inkChg chg="add">
          <ac:chgData name="Pi, Yalong" userId="c9a3dc08-26f0-490d-b190-2780270c58e1" providerId="ADAL" clId="{F398E26A-6AC4-4DD8-A7B3-CD9F6274E7E3}" dt="2025-04-13T22:21:40.425" v="4674" actId="9405"/>
          <ac:inkMkLst>
            <pc:docMk/>
            <pc:sldMk cId="1812748717" sldId="314"/>
            <ac:inkMk id="258" creationId="{2EC0C07C-F888-C7DA-E50C-C8069D1B4926}"/>
          </ac:inkMkLst>
        </pc:inkChg>
        <pc:inkChg chg="add">
          <ac:chgData name="Pi, Yalong" userId="c9a3dc08-26f0-490d-b190-2780270c58e1" providerId="ADAL" clId="{F398E26A-6AC4-4DD8-A7B3-CD9F6274E7E3}" dt="2025-04-13T22:21:41.204" v="4675" actId="9405"/>
          <ac:inkMkLst>
            <pc:docMk/>
            <pc:sldMk cId="1812748717" sldId="314"/>
            <ac:inkMk id="259" creationId="{1A76B643-920D-F695-D1F3-057C8A2AA287}"/>
          </ac:inkMkLst>
        </pc:inkChg>
        <pc:inkChg chg="add">
          <ac:chgData name="Pi, Yalong" userId="c9a3dc08-26f0-490d-b190-2780270c58e1" providerId="ADAL" clId="{F398E26A-6AC4-4DD8-A7B3-CD9F6274E7E3}" dt="2025-04-13T22:21:41.595" v="4676" actId="9405"/>
          <ac:inkMkLst>
            <pc:docMk/>
            <pc:sldMk cId="1812748717" sldId="314"/>
            <ac:inkMk id="260" creationId="{47FF435C-EFCD-D685-444D-05841DEFD685}"/>
          </ac:inkMkLst>
        </pc:inkChg>
        <pc:inkChg chg="add">
          <ac:chgData name="Pi, Yalong" userId="c9a3dc08-26f0-490d-b190-2780270c58e1" providerId="ADAL" clId="{F398E26A-6AC4-4DD8-A7B3-CD9F6274E7E3}" dt="2025-04-13T22:21:41.781" v="4677" actId="9405"/>
          <ac:inkMkLst>
            <pc:docMk/>
            <pc:sldMk cId="1812748717" sldId="314"/>
            <ac:inkMk id="261" creationId="{E90939A7-2A44-099D-AFF1-B773F848927D}"/>
          </ac:inkMkLst>
        </pc:inkChg>
        <pc:inkChg chg="add">
          <ac:chgData name="Pi, Yalong" userId="c9a3dc08-26f0-490d-b190-2780270c58e1" providerId="ADAL" clId="{F398E26A-6AC4-4DD8-A7B3-CD9F6274E7E3}" dt="2025-04-13T22:21:41.921" v="4678" actId="9405"/>
          <ac:inkMkLst>
            <pc:docMk/>
            <pc:sldMk cId="1812748717" sldId="314"/>
            <ac:inkMk id="262" creationId="{2AE2FDD1-7B8E-1631-1FFD-98440C3F4A9B}"/>
          </ac:inkMkLst>
        </pc:inkChg>
        <pc:inkChg chg="add mod">
          <ac:chgData name="Pi, Yalong" userId="c9a3dc08-26f0-490d-b190-2780270c58e1" providerId="ADAL" clId="{F398E26A-6AC4-4DD8-A7B3-CD9F6274E7E3}" dt="2025-04-13T22:21:50.622" v="4683"/>
          <ac:inkMkLst>
            <pc:docMk/>
            <pc:sldMk cId="1812748717" sldId="314"/>
            <ac:inkMk id="263" creationId="{F6B46B94-BD1B-A2BC-59BE-BAE064AFC5E9}"/>
          </ac:inkMkLst>
        </pc:inkChg>
        <pc:inkChg chg="add">
          <ac:chgData name="Pi, Yalong" userId="c9a3dc08-26f0-490d-b190-2780270c58e1" providerId="ADAL" clId="{F398E26A-6AC4-4DD8-A7B3-CD9F6274E7E3}" dt="2025-04-13T22:21:42.706" v="4680" actId="9405"/>
          <ac:inkMkLst>
            <pc:docMk/>
            <pc:sldMk cId="1812748717" sldId="314"/>
            <ac:inkMk id="264" creationId="{ACCCADC6-DB12-E501-5756-1EA0FE6C6F9B}"/>
          </ac:inkMkLst>
        </pc:inkChg>
        <pc:inkChg chg="add">
          <ac:chgData name="Pi, Yalong" userId="c9a3dc08-26f0-490d-b190-2780270c58e1" providerId="ADAL" clId="{F398E26A-6AC4-4DD8-A7B3-CD9F6274E7E3}" dt="2025-04-13T22:21:49.624" v="4682" actId="9405"/>
          <ac:inkMkLst>
            <pc:docMk/>
            <pc:sldMk cId="1812748717" sldId="314"/>
            <ac:inkMk id="266" creationId="{2DEDC205-A6A4-7847-EC74-147C7279B17B}"/>
          </ac:inkMkLst>
        </pc:inkChg>
      </pc:sldChg>
      <pc:sldChg chg="addSp delSp modSp add mod">
        <pc:chgData name="Pi, Yalong" userId="c9a3dc08-26f0-490d-b190-2780270c58e1" providerId="ADAL" clId="{F398E26A-6AC4-4DD8-A7B3-CD9F6274E7E3}" dt="2025-04-13T20:46:59.169" v="3226" actId="9405"/>
        <pc:sldMkLst>
          <pc:docMk/>
          <pc:sldMk cId="3469566758" sldId="315"/>
        </pc:sldMkLst>
        <pc:spChg chg="mod">
          <ac:chgData name="Pi, Yalong" userId="c9a3dc08-26f0-490d-b190-2780270c58e1" providerId="ADAL" clId="{F398E26A-6AC4-4DD8-A7B3-CD9F6274E7E3}" dt="2025-04-13T16:31:11.889" v="1491" actId="20577"/>
          <ac:spMkLst>
            <pc:docMk/>
            <pc:sldMk cId="3469566758" sldId="315"/>
            <ac:spMk id="3" creationId="{A78E1416-2069-5B09-D88A-AF87C85E9250}"/>
          </ac:spMkLst>
        </pc:spChg>
        <pc:grpChg chg="mod">
          <ac:chgData name="Pi, Yalong" userId="c9a3dc08-26f0-490d-b190-2780270c58e1" providerId="ADAL" clId="{F398E26A-6AC4-4DD8-A7B3-CD9F6274E7E3}" dt="2025-04-13T20:46:40.920" v="3208"/>
          <ac:grpSpMkLst>
            <pc:docMk/>
            <pc:sldMk cId="3469566758" sldId="315"/>
            <ac:grpSpMk id="15" creationId="{9933CA9C-E50B-65BE-5505-88140832EBEB}"/>
          </ac:grpSpMkLst>
        </pc:grpChg>
        <pc:grpChg chg="del mod">
          <ac:chgData name="Pi, Yalong" userId="c9a3dc08-26f0-490d-b190-2780270c58e1" providerId="ADAL" clId="{F398E26A-6AC4-4DD8-A7B3-CD9F6274E7E3}" dt="2025-04-13T20:46:53.129" v="3225"/>
          <ac:grpSpMkLst>
            <pc:docMk/>
            <pc:sldMk cId="3469566758" sldId="315"/>
            <ac:grpSpMk id="30" creationId="{213ECBC8-FA69-7643-51B3-C09294038C97}"/>
          </ac:grpSpMkLst>
        </pc:grpChg>
        <pc:grpChg chg="del mod">
          <ac:chgData name="Pi, Yalong" userId="c9a3dc08-26f0-490d-b190-2780270c58e1" providerId="ADAL" clId="{F398E26A-6AC4-4DD8-A7B3-CD9F6274E7E3}" dt="2025-04-13T20:46:53.129" v="3225"/>
          <ac:grpSpMkLst>
            <pc:docMk/>
            <pc:sldMk cId="3469566758" sldId="315"/>
            <ac:grpSpMk id="31" creationId="{F8F27651-34D1-4A6A-1D29-478DD6E2BA5D}"/>
          </ac:grpSpMkLst>
        </pc:grpChg>
        <pc:grpChg chg="mod">
          <ac:chgData name="Pi, Yalong" userId="c9a3dc08-26f0-490d-b190-2780270c58e1" providerId="ADAL" clId="{F398E26A-6AC4-4DD8-A7B3-CD9F6274E7E3}" dt="2025-04-13T20:46:53.129" v="3225"/>
          <ac:grpSpMkLst>
            <pc:docMk/>
            <pc:sldMk cId="3469566758" sldId="315"/>
            <ac:grpSpMk id="33" creationId="{8AE035DC-F625-5F13-FF79-BABB673ADC14}"/>
          </ac:grpSpMkLst>
        </pc:grpChg>
        <pc:inkChg chg="add mod">
          <ac:chgData name="Pi, Yalong" userId="c9a3dc08-26f0-490d-b190-2780270c58e1" providerId="ADAL" clId="{F398E26A-6AC4-4DD8-A7B3-CD9F6274E7E3}" dt="2025-04-13T20:46:40.920" v="3208"/>
          <ac:inkMkLst>
            <pc:docMk/>
            <pc:sldMk cId="3469566758" sldId="315"/>
            <ac:inkMk id="4" creationId="{AD977618-CD83-0C10-69E2-D4647F0661EE}"/>
          </ac:inkMkLst>
        </pc:inkChg>
        <pc:inkChg chg="add mod">
          <ac:chgData name="Pi, Yalong" userId="c9a3dc08-26f0-490d-b190-2780270c58e1" providerId="ADAL" clId="{F398E26A-6AC4-4DD8-A7B3-CD9F6274E7E3}" dt="2025-04-13T20:46:40.920" v="3208"/>
          <ac:inkMkLst>
            <pc:docMk/>
            <pc:sldMk cId="3469566758" sldId="315"/>
            <ac:inkMk id="5" creationId="{46DA80B8-E208-6993-4612-1794DEE31CA5}"/>
          </ac:inkMkLst>
        </pc:inkChg>
        <pc:inkChg chg="add mod">
          <ac:chgData name="Pi, Yalong" userId="c9a3dc08-26f0-490d-b190-2780270c58e1" providerId="ADAL" clId="{F398E26A-6AC4-4DD8-A7B3-CD9F6274E7E3}" dt="2025-04-13T20:46:40.920" v="3208"/>
          <ac:inkMkLst>
            <pc:docMk/>
            <pc:sldMk cId="3469566758" sldId="315"/>
            <ac:inkMk id="6" creationId="{A4338D26-6F0A-59C2-9E74-710713134EEE}"/>
          </ac:inkMkLst>
        </pc:inkChg>
        <pc:inkChg chg="add mod">
          <ac:chgData name="Pi, Yalong" userId="c9a3dc08-26f0-490d-b190-2780270c58e1" providerId="ADAL" clId="{F398E26A-6AC4-4DD8-A7B3-CD9F6274E7E3}" dt="2025-04-13T20:46:40.920" v="3208"/>
          <ac:inkMkLst>
            <pc:docMk/>
            <pc:sldMk cId="3469566758" sldId="315"/>
            <ac:inkMk id="7" creationId="{12FE51A0-F85F-3A19-611B-EC0CBE6A9B26}"/>
          </ac:inkMkLst>
        </pc:inkChg>
        <pc:inkChg chg="add mod">
          <ac:chgData name="Pi, Yalong" userId="c9a3dc08-26f0-490d-b190-2780270c58e1" providerId="ADAL" clId="{F398E26A-6AC4-4DD8-A7B3-CD9F6274E7E3}" dt="2025-04-13T20:46:40.920" v="3208"/>
          <ac:inkMkLst>
            <pc:docMk/>
            <pc:sldMk cId="3469566758" sldId="315"/>
            <ac:inkMk id="8" creationId="{9557E482-CD3C-9F08-27C0-C938FEDC5D27}"/>
          </ac:inkMkLst>
        </pc:inkChg>
        <pc:inkChg chg="add mod">
          <ac:chgData name="Pi, Yalong" userId="c9a3dc08-26f0-490d-b190-2780270c58e1" providerId="ADAL" clId="{F398E26A-6AC4-4DD8-A7B3-CD9F6274E7E3}" dt="2025-04-13T20:46:40.920" v="3208"/>
          <ac:inkMkLst>
            <pc:docMk/>
            <pc:sldMk cId="3469566758" sldId="315"/>
            <ac:inkMk id="9" creationId="{1369CFEE-B540-C1A3-6E6C-5CE8DCC36316}"/>
          </ac:inkMkLst>
        </pc:inkChg>
        <pc:inkChg chg="add mod">
          <ac:chgData name="Pi, Yalong" userId="c9a3dc08-26f0-490d-b190-2780270c58e1" providerId="ADAL" clId="{F398E26A-6AC4-4DD8-A7B3-CD9F6274E7E3}" dt="2025-04-13T20:46:40.920" v="3208"/>
          <ac:inkMkLst>
            <pc:docMk/>
            <pc:sldMk cId="3469566758" sldId="315"/>
            <ac:inkMk id="10" creationId="{FAD5E0BB-4318-A201-896F-0AD19DDC9DC1}"/>
          </ac:inkMkLst>
        </pc:inkChg>
        <pc:inkChg chg="add">
          <ac:chgData name="Pi, Yalong" userId="c9a3dc08-26f0-490d-b190-2780270c58e1" providerId="ADAL" clId="{F398E26A-6AC4-4DD8-A7B3-CD9F6274E7E3}" dt="2025-04-13T20:46:38.899" v="3204" actId="9405"/>
          <ac:inkMkLst>
            <pc:docMk/>
            <pc:sldMk cId="3469566758" sldId="315"/>
            <ac:inkMk id="11" creationId="{DDB6C287-7B8F-D231-6B1C-48195F002637}"/>
          </ac:inkMkLst>
        </pc:inkChg>
        <pc:inkChg chg="add">
          <ac:chgData name="Pi, Yalong" userId="c9a3dc08-26f0-490d-b190-2780270c58e1" providerId="ADAL" clId="{F398E26A-6AC4-4DD8-A7B3-CD9F6274E7E3}" dt="2025-04-13T20:46:39.039" v="3205" actId="9405"/>
          <ac:inkMkLst>
            <pc:docMk/>
            <pc:sldMk cId="3469566758" sldId="315"/>
            <ac:inkMk id="12" creationId="{23F28F96-3D28-3BF6-472E-CA482E9AC47B}"/>
          </ac:inkMkLst>
        </pc:inkChg>
        <pc:inkChg chg="add mod">
          <ac:chgData name="Pi, Yalong" userId="c9a3dc08-26f0-490d-b190-2780270c58e1" providerId="ADAL" clId="{F398E26A-6AC4-4DD8-A7B3-CD9F6274E7E3}" dt="2025-04-13T20:46:40.920" v="3208"/>
          <ac:inkMkLst>
            <pc:docMk/>
            <pc:sldMk cId="3469566758" sldId="315"/>
            <ac:inkMk id="13" creationId="{BDCD63A0-ACE7-FF7F-061E-49A812930F74}"/>
          </ac:inkMkLst>
        </pc:inkChg>
        <pc:inkChg chg="add mod">
          <ac:chgData name="Pi, Yalong" userId="c9a3dc08-26f0-490d-b190-2780270c58e1" providerId="ADAL" clId="{F398E26A-6AC4-4DD8-A7B3-CD9F6274E7E3}" dt="2025-04-13T20:46:40.920" v="3208"/>
          <ac:inkMkLst>
            <pc:docMk/>
            <pc:sldMk cId="3469566758" sldId="315"/>
            <ac:inkMk id="14" creationId="{0D8FC7D1-8B03-0075-8DB7-7B35F3DFD9D7}"/>
          </ac:inkMkLst>
        </pc:inkChg>
        <pc:inkChg chg="add">
          <ac:chgData name="Pi, Yalong" userId="c9a3dc08-26f0-490d-b190-2780270c58e1" providerId="ADAL" clId="{F398E26A-6AC4-4DD8-A7B3-CD9F6274E7E3}" dt="2025-04-13T20:46:44.687" v="3209" actId="9405"/>
          <ac:inkMkLst>
            <pc:docMk/>
            <pc:sldMk cId="3469566758" sldId="315"/>
            <ac:inkMk id="16" creationId="{DC2644B5-00EF-448C-BA6B-D6C31FF27C73}"/>
          </ac:inkMkLst>
        </pc:inkChg>
        <pc:inkChg chg="add">
          <ac:chgData name="Pi, Yalong" userId="c9a3dc08-26f0-490d-b190-2780270c58e1" providerId="ADAL" clId="{F398E26A-6AC4-4DD8-A7B3-CD9F6274E7E3}" dt="2025-04-13T20:46:45.968" v="3210" actId="9405"/>
          <ac:inkMkLst>
            <pc:docMk/>
            <pc:sldMk cId="3469566758" sldId="315"/>
            <ac:inkMk id="17" creationId="{A76DFF85-AA29-A3FF-79D6-CCB1722239B9}"/>
          </ac:inkMkLst>
        </pc:inkChg>
        <pc:inkChg chg="add mod">
          <ac:chgData name="Pi, Yalong" userId="c9a3dc08-26f0-490d-b190-2780270c58e1" providerId="ADAL" clId="{F398E26A-6AC4-4DD8-A7B3-CD9F6274E7E3}" dt="2025-04-13T20:46:53.129" v="3225"/>
          <ac:inkMkLst>
            <pc:docMk/>
            <pc:sldMk cId="3469566758" sldId="315"/>
            <ac:inkMk id="18" creationId="{449EEAC0-16FE-F0A7-0209-CE68B2763BD0}"/>
          </ac:inkMkLst>
        </pc:inkChg>
        <pc:inkChg chg="add mod">
          <ac:chgData name="Pi, Yalong" userId="c9a3dc08-26f0-490d-b190-2780270c58e1" providerId="ADAL" clId="{F398E26A-6AC4-4DD8-A7B3-CD9F6274E7E3}" dt="2025-04-13T20:46:51.415" v="3223"/>
          <ac:inkMkLst>
            <pc:docMk/>
            <pc:sldMk cId="3469566758" sldId="315"/>
            <ac:inkMk id="19" creationId="{1AC70667-8F71-610E-0DB9-C8B446035AAA}"/>
          </ac:inkMkLst>
        </pc:inkChg>
        <pc:inkChg chg="add">
          <ac:chgData name="Pi, Yalong" userId="c9a3dc08-26f0-490d-b190-2780270c58e1" providerId="ADAL" clId="{F398E26A-6AC4-4DD8-A7B3-CD9F6274E7E3}" dt="2025-04-13T20:46:46.973" v="3213" actId="9405"/>
          <ac:inkMkLst>
            <pc:docMk/>
            <pc:sldMk cId="3469566758" sldId="315"/>
            <ac:inkMk id="20" creationId="{794B280E-1D0A-6F5E-C8C6-2552A1102574}"/>
          </ac:inkMkLst>
        </pc:inkChg>
        <pc:inkChg chg="add mod">
          <ac:chgData name="Pi, Yalong" userId="c9a3dc08-26f0-490d-b190-2780270c58e1" providerId="ADAL" clId="{F398E26A-6AC4-4DD8-A7B3-CD9F6274E7E3}" dt="2025-04-13T20:46:53.129" v="3225"/>
          <ac:inkMkLst>
            <pc:docMk/>
            <pc:sldMk cId="3469566758" sldId="315"/>
            <ac:inkMk id="21" creationId="{3635E324-049E-4153-17E2-D3F4C6A36E27}"/>
          </ac:inkMkLst>
        </pc:inkChg>
        <pc:inkChg chg="add mod">
          <ac:chgData name="Pi, Yalong" userId="c9a3dc08-26f0-490d-b190-2780270c58e1" providerId="ADAL" clId="{F398E26A-6AC4-4DD8-A7B3-CD9F6274E7E3}" dt="2025-04-13T20:46:53.129" v="3225"/>
          <ac:inkMkLst>
            <pc:docMk/>
            <pc:sldMk cId="3469566758" sldId="315"/>
            <ac:inkMk id="22" creationId="{B6287EBC-8C5D-4FD1-203E-B9F08E6153EF}"/>
          </ac:inkMkLst>
        </pc:inkChg>
        <pc:inkChg chg="add">
          <ac:chgData name="Pi, Yalong" userId="c9a3dc08-26f0-490d-b190-2780270c58e1" providerId="ADAL" clId="{F398E26A-6AC4-4DD8-A7B3-CD9F6274E7E3}" dt="2025-04-13T20:46:48.611" v="3216" actId="9405"/>
          <ac:inkMkLst>
            <pc:docMk/>
            <pc:sldMk cId="3469566758" sldId="315"/>
            <ac:inkMk id="23" creationId="{1E26F169-5D35-F034-115E-B79EEB2391A3}"/>
          </ac:inkMkLst>
        </pc:inkChg>
        <pc:inkChg chg="add mod">
          <ac:chgData name="Pi, Yalong" userId="c9a3dc08-26f0-490d-b190-2780270c58e1" providerId="ADAL" clId="{F398E26A-6AC4-4DD8-A7B3-CD9F6274E7E3}" dt="2025-04-13T20:46:53.129" v="3225"/>
          <ac:inkMkLst>
            <pc:docMk/>
            <pc:sldMk cId="3469566758" sldId="315"/>
            <ac:inkMk id="24" creationId="{E6E878CD-78A9-9444-E384-4FB2A04973D8}"/>
          </ac:inkMkLst>
        </pc:inkChg>
        <pc:inkChg chg="add">
          <ac:chgData name="Pi, Yalong" userId="c9a3dc08-26f0-490d-b190-2780270c58e1" providerId="ADAL" clId="{F398E26A-6AC4-4DD8-A7B3-CD9F6274E7E3}" dt="2025-04-13T20:46:49.523" v="3218" actId="9405"/>
          <ac:inkMkLst>
            <pc:docMk/>
            <pc:sldMk cId="3469566758" sldId="315"/>
            <ac:inkMk id="25" creationId="{884ECDA5-36D6-F8EC-C90B-3D89B8D635CB}"/>
          </ac:inkMkLst>
        </pc:inkChg>
        <pc:inkChg chg="add mod">
          <ac:chgData name="Pi, Yalong" userId="c9a3dc08-26f0-490d-b190-2780270c58e1" providerId="ADAL" clId="{F398E26A-6AC4-4DD8-A7B3-CD9F6274E7E3}" dt="2025-04-13T20:46:53.129" v="3225"/>
          <ac:inkMkLst>
            <pc:docMk/>
            <pc:sldMk cId="3469566758" sldId="315"/>
            <ac:inkMk id="26" creationId="{B9736D1D-B425-2E86-9C38-7250AA035227}"/>
          </ac:inkMkLst>
        </pc:inkChg>
        <pc:inkChg chg="add mod">
          <ac:chgData name="Pi, Yalong" userId="c9a3dc08-26f0-490d-b190-2780270c58e1" providerId="ADAL" clId="{F398E26A-6AC4-4DD8-A7B3-CD9F6274E7E3}" dt="2025-04-13T20:46:51.415" v="3223"/>
          <ac:inkMkLst>
            <pc:docMk/>
            <pc:sldMk cId="3469566758" sldId="315"/>
            <ac:inkMk id="27" creationId="{669DBE26-E528-3264-41DF-A2FE6114885C}"/>
          </ac:inkMkLst>
        </pc:inkChg>
        <pc:inkChg chg="add">
          <ac:chgData name="Pi, Yalong" userId="c9a3dc08-26f0-490d-b190-2780270c58e1" providerId="ADAL" clId="{F398E26A-6AC4-4DD8-A7B3-CD9F6274E7E3}" dt="2025-04-13T20:46:50.405" v="3221" actId="9405"/>
          <ac:inkMkLst>
            <pc:docMk/>
            <pc:sldMk cId="3469566758" sldId="315"/>
            <ac:inkMk id="28" creationId="{A3D25051-261A-3BF1-866A-12CFBD5088CD}"/>
          </ac:inkMkLst>
        </pc:inkChg>
        <pc:inkChg chg="add mod">
          <ac:chgData name="Pi, Yalong" userId="c9a3dc08-26f0-490d-b190-2780270c58e1" providerId="ADAL" clId="{F398E26A-6AC4-4DD8-A7B3-CD9F6274E7E3}" dt="2025-04-13T20:46:53.129" v="3225"/>
          <ac:inkMkLst>
            <pc:docMk/>
            <pc:sldMk cId="3469566758" sldId="315"/>
            <ac:inkMk id="29" creationId="{89790B19-D3EB-8C1A-7875-74B39D8FFF09}"/>
          </ac:inkMkLst>
        </pc:inkChg>
        <pc:inkChg chg="add mod">
          <ac:chgData name="Pi, Yalong" userId="c9a3dc08-26f0-490d-b190-2780270c58e1" providerId="ADAL" clId="{F398E26A-6AC4-4DD8-A7B3-CD9F6274E7E3}" dt="2025-04-13T20:46:53.129" v="3225"/>
          <ac:inkMkLst>
            <pc:docMk/>
            <pc:sldMk cId="3469566758" sldId="315"/>
            <ac:inkMk id="32" creationId="{DA216419-C99C-A0C1-E652-35CEB3ECDC19}"/>
          </ac:inkMkLst>
        </pc:inkChg>
        <pc:inkChg chg="add">
          <ac:chgData name="Pi, Yalong" userId="c9a3dc08-26f0-490d-b190-2780270c58e1" providerId="ADAL" clId="{F398E26A-6AC4-4DD8-A7B3-CD9F6274E7E3}" dt="2025-04-13T20:46:59.169" v="3226" actId="9405"/>
          <ac:inkMkLst>
            <pc:docMk/>
            <pc:sldMk cId="3469566758" sldId="315"/>
            <ac:inkMk id="34" creationId="{2238E4D1-0225-7DA9-4336-C0383EB13A05}"/>
          </ac:inkMkLst>
        </pc:inkChg>
      </pc:sldChg>
      <pc:sldChg chg="addSp delSp modSp add mod">
        <pc:chgData name="Pi, Yalong" userId="c9a3dc08-26f0-490d-b190-2780270c58e1" providerId="ADAL" clId="{F398E26A-6AC4-4DD8-A7B3-CD9F6274E7E3}" dt="2025-04-13T20:38:28.380" v="2964" actId="33639"/>
        <pc:sldMkLst>
          <pc:docMk/>
          <pc:sldMk cId="4177882234" sldId="318"/>
        </pc:sldMkLst>
        <pc:spChg chg="add del mod">
          <ac:chgData name="Pi, Yalong" userId="c9a3dc08-26f0-490d-b190-2780270c58e1" providerId="ADAL" clId="{F398E26A-6AC4-4DD8-A7B3-CD9F6274E7E3}" dt="2025-04-13T17:08:59.665" v="2169" actId="20577"/>
          <ac:spMkLst>
            <pc:docMk/>
            <pc:sldMk cId="4177882234" sldId="318"/>
            <ac:spMk id="2" creationId="{F3E98062-D34D-5ABF-A250-E1D93C0CB50D}"/>
          </ac:spMkLst>
        </pc:spChg>
        <pc:spChg chg="add del mod">
          <ac:chgData name="Pi, Yalong" userId="c9a3dc08-26f0-490d-b190-2780270c58e1" providerId="ADAL" clId="{F398E26A-6AC4-4DD8-A7B3-CD9F6274E7E3}" dt="2025-04-13T17:08:57.155" v="2168" actId="478"/>
          <ac:spMkLst>
            <pc:docMk/>
            <pc:sldMk cId="4177882234" sldId="318"/>
            <ac:spMk id="16" creationId="{12963A21-4697-027E-92D2-5DCF94FD7195}"/>
          </ac:spMkLst>
        </pc:s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4177882234" sldId="318"/>
            <ac:grpSpMk id="27" creationId="{289F6E65-7CE0-5AB9-87A0-3C9E35F39DBC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4177882234" sldId="318"/>
            <ac:grpSpMk id="32" creationId="{B5C605A7-DF55-DB05-89F1-CABF23F8FFF4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4177882234" sldId="318"/>
            <ac:grpSpMk id="48" creationId="{C6F1B87F-856D-EF6D-A2C3-38842799DE68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4177882234" sldId="318"/>
            <ac:grpSpMk id="63" creationId="{BB3C7197-9181-7BFE-C122-DEDD457B7714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4177882234" sldId="318"/>
            <ac:grpSpMk id="65" creationId="{EA13805A-4965-9BD6-AB40-21E472EFD100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4177882234" sldId="318"/>
            <ac:grpSpMk id="81" creationId="{7FFF7EE0-ED01-8498-7C53-EB30A83D51BF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4177882234" sldId="318"/>
            <ac:grpSpMk id="91" creationId="{34008254-D8C3-2F7B-47E4-4F220A9E0214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4177882234" sldId="318"/>
            <ac:grpSpMk id="92" creationId="{08A479C6-FA14-2197-1834-7FA23FC8B429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4177882234" sldId="318"/>
            <ac:grpSpMk id="146" creationId="{98A7EF20-4F94-A9BA-4E09-1549415E9E37}"/>
          </ac:grpSpMkLst>
        </pc:grpChg>
        <pc:inkChg chg="add del topLvl">
          <ac:chgData name="Pi, Yalong" userId="c9a3dc08-26f0-490d-b190-2780270c58e1" providerId="ADAL" clId="{F398E26A-6AC4-4DD8-A7B3-CD9F6274E7E3}" dt="2025-04-13T20:38:28.380" v="2964" actId="33639"/>
          <ac:inkMkLst>
            <pc:docMk/>
            <pc:sldMk cId="4177882234" sldId="318"/>
            <ac:inkMk id="50" creationId="{826D28BA-18CA-2A2B-9199-97FB8F5C11E1}"/>
          </ac:inkMkLst>
        </pc:inkChg>
      </pc:sldChg>
      <pc:sldChg chg="addSp delSp modSp add mod">
        <pc:chgData name="Pi, Yalong" userId="c9a3dc08-26f0-490d-b190-2780270c58e1" providerId="ADAL" clId="{F398E26A-6AC4-4DD8-A7B3-CD9F6274E7E3}" dt="2025-04-13T21:21:04.332" v="3713"/>
        <pc:sldMkLst>
          <pc:docMk/>
          <pc:sldMk cId="604050894" sldId="319"/>
        </pc:sldMkLst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604050894" sldId="319"/>
            <ac:grpSpMk id="14" creationId="{580FE30C-30E0-E857-41DA-E48959CAD8D2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604050894" sldId="319"/>
            <ac:grpSpMk id="53" creationId="{1C0E3700-BF66-BF7F-703D-FE2099EA726B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604050894" sldId="319"/>
            <ac:grpSpMk id="56" creationId="{3688D3C4-CAC6-D6DE-5E8F-6140BA5E60F7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604050894" sldId="319"/>
            <ac:grpSpMk id="61" creationId="{1482D5D4-3D3D-ED0A-1151-00D57BA3CE8E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604050894" sldId="319"/>
            <ac:grpSpMk id="73" creationId="{6321EDAE-E9BE-2814-B628-80F02E13C79D}"/>
          </ac:grpSpMkLst>
        </pc:grpChg>
        <pc:grpChg chg="mod">
          <ac:chgData name="Pi, Yalong" userId="c9a3dc08-26f0-490d-b190-2780270c58e1" providerId="ADAL" clId="{F398E26A-6AC4-4DD8-A7B3-CD9F6274E7E3}" dt="2025-04-13T21:02:49.067" v="3505"/>
          <ac:grpSpMkLst>
            <pc:docMk/>
            <pc:sldMk cId="604050894" sldId="319"/>
            <ac:grpSpMk id="97" creationId="{D5C8BCE5-A3A3-60DE-7AE6-4312C3F9F0EE}"/>
          </ac:grpSpMkLst>
        </pc:grpChg>
        <pc:grpChg chg="mod">
          <ac:chgData name="Pi, Yalong" userId="c9a3dc08-26f0-490d-b190-2780270c58e1" providerId="ADAL" clId="{F398E26A-6AC4-4DD8-A7B3-CD9F6274E7E3}" dt="2025-04-13T21:02:49.067" v="3505"/>
          <ac:grpSpMkLst>
            <pc:docMk/>
            <pc:sldMk cId="604050894" sldId="319"/>
            <ac:grpSpMk id="98" creationId="{CBC65210-2C62-46E1-7EF7-A14A72EAB7BC}"/>
          </ac:grpSpMkLst>
        </pc:grpChg>
        <pc:grpChg chg="mod">
          <ac:chgData name="Pi, Yalong" userId="c9a3dc08-26f0-490d-b190-2780270c58e1" providerId="ADAL" clId="{F398E26A-6AC4-4DD8-A7B3-CD9F6274E7E3}" dt="2025-04-13T21:02:49.067" v="3505"/>
          <ac:grpSpMkLst>
            <pc:docMk/>
            <pc:sldMk cId="604050894" sldId="319"/>
            <ac:grpSpMk id="99" creationId="{5479A75B-04EE-9AC2-6B30-99F6364B6E39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604050894" sldId="319"/>
            <ac:grpSpMk id="112" creationId="{36AF8ED0-F14D-2D05-AD6E-922CAB612E39}"/>
          </ac:grpSpMkLst>
        </pc:grpChg>
        <pc:grpChg chg="del mod">
          <ac:chgData name="Pi, Yalong" userId="c9a3dc08-26f0-490d-b190-2780270c58e1" providerId="ADAL" clId="{F398E26A-6AC4-4DD8-A7B3-CD9F6274E7E3}" dt="2025-04-13T21:18:50.840" v="3682"/>
          <ac:grpSpMkLst>
            <pc:docMk/>
            <pc:sldMk cId="604050894" sldId="319"/>
            <ac:grpSpMk id="136" creationId="{D1591840-FC5A-95F7-F723-BB5576D3611A}"/>
          </ac:grpSpMkLst>
        </pc:grpChg>
        <pc:grpChg chg="mod">
          <ac:chgData name="Pi, Yalong" userId="c9a3dc08-26f0-490d-b190-2780270c58e1" providerId="ADAL" clId="{F398E26A-6AC4-4DD8-A7B3-CD9F6274E7E3}" dt="2025-04-13T21:04:02.255" v="3592"/>
          <ac:grpSpMkLst>
            <pc:docMk/>
            <pc:sldMk cId="604050894" sldId="319"/>
            <ac:grpSpMk id="144" creationId="{4D2E039B-3F0F-D4A3-C6E2-01260A4E71D0}"/>
          </ac:grpSpMkLst>
        </pc:grpChg>
        <pc:grpChg chg="mod">
          <ac:chgData name="Pi, Yalong" userId="c9a3dc08-26f0-490d-b190-2780270c58e1" providerId="ADAL" clId="{F398E26A-6AC4-4DD8-A7B3-CD9F6274E7E3}" dt="2025-04-13T21:04:30.390" v="3597"/>
          <ac:grpSpMkLst>
            <pc:docMk/>
            <pc:sldMk cId="604050894" sldId="319"/>
            <ac:grpSpMk id="148" creationId="{B6FF88FA-585D-DD89-9E52-B435D65F8FC2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604050894" sldId="319"/>
            <ac:grpSpMk id="159" creationId="{E1593E14-3409-85CE-CE6B-C190CBF575AF}"/>
          </ac:grpSpMkLst>
        </pc:grpChg>
        <pc:grpChg chg="mod">
          <ac:chgData name="Pi, Yalong" userId="c9a3dc08-26f0-490d-b190-2780270c58e1" providerId="ADAL" clId="{F398E26A-6AC4-4DD8-A7B3-CD9F6274E7E3}" dt="2025-04-13T21:02:54.407" v="3519"/>
          <ac:grpSpMkLst>
            <pc:docMk/>
            <pc:sldMk cId="604050894" sldId="319"/>
            <ac:grpSpMk id="201" creationId="{19CB0E80-7667-AD71-BC0A-9E83EFA04153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604050894" sldId="319"/>
            <ac:grpSpMk id="211" creationId="{BE8D6086-2AAB-3DF4-11BA-DF8F6C959AFF}"/>
          </ac:grpSpMkLst>
        </pc:grpChg>
        <pc:grpChg chg="add del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604050894" sldId="319"/>
            <ac:grpSpMk id="228" creationId="{428727DF-D27B-68D7-3F8F-AE58EA7032C2}"/>
          </ac:grpSpMkLst>
        </pc:grpChg>
        <pc:grpChg chg="del mod">
          <ac:chgData name="Pi, Yalong" userId="c9a3dc08-26f0-490d-b190-2780270c58e1" providerId="ADAL" clId="{F398E26A-6AC4-4DD8-A7B3-CD9F6274E7E3}" dt="2025-04-13T21:03:50.845" v="3582"/>
          <ac:grpSpMkLst>
            <pc:docMk/>
            <pc:sldMk cId="604050894" sldId="319"/>
            <ac:grpSpMk id="239" creationId="{AE3F5DF3-D39C-9BD3-C6E0-F7357F0E023D}"/>
          </ac:grpSpMkLst>
        </pc:grpChg>
        <pc:grpChg chg="del mod">
          <ac:chgData name="Pi, Yalong" userId="c9a3dc08-26f0-490d-b190-2780270c58e1" providerId="ADAL" clId="{F398E26A-6AC4-4DD8-A7B3-CD9F6274E7E3}" dt="2025-04-13T21:03:19.275" v="3550"/>
          <ac:grpSpMkLst>
            <pc:docMk/>
            <pc:sldMk cId="604050894" sldId="319"/>
            <ac:grpSpMk id="256" creationId="{B2FEF92D-AD3C-FDAC-2074-6277FE108041}"/>
          </ac:grpSpMkLst>
        </pc:grpChg>
        <pc:grpChg chg="add del mod">
          <ac:chgData name="Pi, Yalong" userId="c9a3dc08-26f0-490d-b190-2780270c58e1" providerId="ADAL" clId="{F398E26A-6AC4-4DD8-A7B3-CD9F6274E7E3}" dt="2025-04-13T21:05:02.600" v="3628"/>
          <ac:grpSpMkLst>
            <pc:docMk/>
            <pc:sldMk cId="604050894" sldId="319"/>
            <ac:grpSpMk id="265" creationId="{7F589CE9-2B4F-A895-E4C1-B44251021FCC}"/>
          </ac:grpSpMkLst>
        </pc:grpChg>
        <pc:grpChg chg="mod">
          <ac:chgData name="Pi, Yalong" userId="c9a3dc08-26f0-490d-b190-2780270c58e1" providerId="ADAL" clId="{F398E26A-6AC4-4DD8-A7B3-CD9F6274E7E3}" dt="2025-04-13T21:03:26.847" v="3563"/>
          <ac:grpSpMkLst>
            <pc:docMk/>
            <pc:sldMk cId="604050894" sldId="319"/>
            <ac:grpSpMk id="276" creationId="{3DB3BC41-423A-9D9D-ED3C-970A8665C067}"/>
          </ac:grpSpMkLst>
        </pc:grpChg>
        <pc:grpChg chg="mod">
          <ac:chgData name="Pi, Yalong" userId="c9a3dc08-26f0-490d-b190-2780270c58e1" providerId="ADAL" clId="{F398E26A-6AC4-4DD8-A7B3-CD9F6274E7E3}" dt="2025-04-13T21:03:26.847" v="3563"/>
          <ac:grpSpMkLst>
            <pc:docMk/>
            <pc:sldMk cId="604050894" sldId="319"/>
            <ac:grpSpMk id="277" creationId="{BA3CEEF1-28E1-F7FE-F7BC-5D88B1E08ACC}"/>
          </ac:grpSpMkLst>
        </pc:grpChg>
        <pc:grpChg chg="mod">
          <ac:chgData name="Pi, Yalong" userId="c9a3dc08-26f0-490d-b190-2780270c58e1" providerId="ADAL" clId="{F398E26A-6AC4-4DD8-A7B3-CD9F6274E7E3}" dt="2025-04-13T21:03:41.763" v="3570"/>
          <ac:grpSpMkLst>
            <pc:docMk/>
            <pc:sldMk cId="604050894" sldId="319"/>
            <ac:grpSpMk id="284" creationId="{442F4D10-853D-4722-2EE6-E2D32B62AD31}"/>
          </ac:grpSpMkLst>
        </pc:grpChg>
        <pc:grpChg chg="mod">
          <ac:chgData name="Pi, Yalong" userId="c9a3dc08-26f0-490d-b190-2780270c58e1" providerId="ADAL" clId="{F398E26A-6AC4-4DD8-A7B3-CD9F6274E7E3}" dt="2025-04-13T21:03:47.297" v="3581"/>
          <ac:grpSpMkLst>
            <pc:docMk/>
            <pc:sldMk cId="604050894" sldId="319"/>
            <ac:grpSpMk id="295" creationId="{95503250-09F8-D214-86BF-FC4B7B400B75}"/>
          </ac:grpSpMkLst>
        </pc:grpChg>
        <pc:grpChg chg="mod">
          <ac:chgData name="Pi, Yalong" userId="c9a3dc08-26f0-490d-b190-2780270c58e1" providerId="ADAL" clId="{F398E26A-6AC4-4DD8-A7B3-CD9F6274E7E3}" dt="2025-04-13T21:03:47.297" v="3581"/>
          <ac:grpSpMkLst>
            <pc:docMk/>
            <pc:sldMk cId="604050894" sldId="319"/>
            <ac:grpSpMk id="296" creationId="{880740CC-6500-B882-217A-6AAF3616C355}"/>
          </ac:grpSpMkLst>
        </pc:grpChg>
        <pc:grpChg chg="del mod">
          <ac:chgData name="Pi, Yalong" userId="c9a3dc08-26f0-490d-b190-2780270c58e1" providerId="ADAL" clId="{F398E26A-6AC4-4DD8-A7B3-CD9F6274E7E3}" dt="2025-04-13T21:03:54.786" v="3589"/>
          <ac:grpSpMkLst>
            <pc:docMk/>
            <pc:sldMk cId="604050894" sldId="319"/>
            <ac:grpSpMk id="300" creationId="{8008AE5C-84F9-8532-8D92-55668D86E523}"/>
          </ac:grpSpMkLst>
        </pc:grpChg>
        <pc:grpChg chg="mod">
          <ac:chgData name="Pi, Yalong" userId="c9a3dc08-26f0-490d-b190-2780270c58e1" providerId="ADAL" clId="{F398E26A-6AC4-4DD8-A7B3-CD9F6274E7E3}" dt="2025-04-13T21:03:54.786" v="3589"/>
          <ac:grpSpMkLst>
            <pc:docMk/>
            <pc:sldMk cId="604050894" sldId="319"/>
            <ac:grpSpMk id="302" creationId="{399B8A56-04D7-370D-E83A-58E6DD3EE283}"/>
          </ac:grpSpMkLst>
        </pc:grpChg>
        <pc:grpChg chg="mod">
          <ac:chgData name="Pi, Yalong" userId="c9a3dc08-26f0-490d-b190-2780270c58e1" providerId="ADAL" clId="{F398E26A-6AC4-4DD8-A7B3-CD9F6274E7E3}" dt="2025-04-13T21:04:23.335" v="3595"/>
          <ac:grpSpMkLst>
            <pc:docMk/>
            <pc:sldMk cId="604050894" sldId="319"/>
            <ac:grpSpMk id="306" creationId="{3FD46C45-97F9-9266-D32D-11CC6B2F3FFC}"/>
          </ac:grpSpMkLst>
        </pc:grpChg>
        <pc:grpChg chg="del mod">
          <ac:chgData name="Pi, Yalong" userId="c9a3dc08-26f0-490d-b190-2780270c58e1" providerId="ADAL" clId="{F398E26A-6AC4-4DD8-A7B3-CD9F6274E7E3}" dt="2025-04-13T21:04:57.436" v="3622"/>
          <ac:grpSpMkLst>
            <pc:docMk/>
            <pc:sldMk cId="604050894" sldId="319"/>
            <ac:grpSpMk id="321" creationId="{7C7B00FA-51AB-B177-B14B-9D03894392AE}"/>
          </ac:grpSpMkLst>
        </pc:grpChg>
        <pc:grpChg chg="mod">
          <ac:chgData name="Pi, Yalong" userId="c9a3dc08-26f0-490d-b190-2780270c58e1" providerId="ADAL" clId="{F398E26A-6AC4-4DD8-A7B3-CD9F6274E7E3}" dt="2025-04-13T21:09:54.654" v="3637"/>
          <ac:grpSpMkLst>
            <pc:docMk/>
            <pc:sldMk cId="604050894" sldId="319"/>
            <ac:grpSpMk id="328" creationId="{BC1712BA-7597-A6C9-10B1-C9F69B60D808}"/>
          </ac:grpSpMkLst>
        </pc:grpChg>
        <pc:grpChg chg="mod">
          <ac:chgData name="Pi, Yalong" userId="c9a3dc08-26f0-490d-b190-2780270c58e1" providerId="ADAL" clId="{F398E26A-6AC4-4DD8-A7B3-CD9F6274E7E3}" dt="2025-04-13T21:17:25.046" v="3651"/>
          <ac:grpSpMkLst>
            <pc:docMk/>
            <pc:sldMk cId="604050894" sldId="319"/>
            <ac:grpSpMk id="342" creationId="{E002EAD4-5048-78C1-22B2-7309212E7F74}"/>
          </ac:grpSpMkLst>
        </pc:grpChg>
        <pc:grpChg chg="mod">
          <ac:chgData name="Pi, Yalong" userId="c9a3dc08-26f0-490d-b190-2780270c58e1" providerId="ADAL" clId="{F398E26A-6AC4-4DD8-A7B3-CD9F6274E7E3}" dt="2025-04-13T21:17:25.046" v="3651"/>
          <ac:grpSpMkLst>
            <pc:docMk/>
            <pc:sldMk cId="604050894" sldId="319"/>
            <ac:grpSpMk id="343" creationId="{ED62E035-CFD0-619D-D6ED-784E66DBAF1C}"/>
          </ac:grpSpMkLst>
        </pc:grpChg>
        <pc:grpChg chg="mod">
          <ac:chgData name="Pi, Yalong" userId="c9a3dc08-26f0-490d-b190-2780270c58e1" providerId="ADAL" clId="{F398E26A-6AC4-4DD8-A7B3-CD9F6274E7E3}" dt="2025-04-13T21:18:37.358" v="3660"/>
          <ac:grpSpMkLst>
            <pc:docMk/>
            <pc:sldMk cId="604050894" sldId="319"/>
            <ac:grpSpMk id="349" creationId="{04374C24-84D9-2838-17AB-6EF4864E2EE0}"/>
          </ac:grpSpMkLst>
        </pc:grpChg>
        <pc:grpChg chg="mod">
          <ac:chgData name="Pi, Yalong" userId="c9a3dc08-26f0-490d-b190-2780270c58e1" providerId="ADAL" clId="{F398E26A-6AC4-4DD8-A7B3-CD9F6274E7E3}" dt="2025-04-13T21:18:45.173" v="3672"/>
          <ac:grpSpMkLst>
            <pc:docMk/>
            <pc:sldMk cId="604050894" sldId="319"/>
            <ac:grpSpMk id="361" creationId="{BC09F5D5-95EB-CAF9-75ED-43C7A70170E5}"/>
          </ac:grpSpMkLst>
        </pc:grpChg>
        <pc:grpChg chg="mod">
          <ac:chgData name="Pi, Yalong" userId="c9a3dc08-26f0-490d-b190-2780270c58e1" providerId="ADAL" clId="{F398E26A-6AC4-4DD8-A7B3-CD9F6274E7E3}" dt="2025-04-13T21:18:45.173" v="3672"/>
          <ac:grpSpMkLst>
            <pc:docMk/>
            <pc:sldMk cId="604050894" sldId="319"/>
            <ac:grpSpMk id="362" creationId="{6F0E65D2-BC3C-3672-8A99-939924E836DA}"/>
          </ac:grpSpMkLst>
        </pc:grpChg>
        <pc:grpChg chg="mod">
          <ac:chgData name="Pi, Yalong" userId="c9a3dc08-26f0-490d-b190-2780270c58e1" providerId="ADAL" clId="{F398E26A-6AC4-4DD8-A7B3-CD9F6274E7E3}" dt="2025-04-13T21:18:45.173" v="3672"/>
          <ac:grpSpMkLst>
            <pc:docMk/>
            <pc:sldMk cId="604050894" sldId="319"/>
            <ac:grpSpMk id="363" creationId="{823E4AF1-C013-B796-24A8-D39AF886000A}"/>
          </ac:grpSpMkLst>
        </pc:grpChg>
        <pc:grpChg chg="mod">
          <ac:chgData name="Pi, Yalong" userId="c9a3dc08-26f0-490d-b190-2780270c58e1" providerId="ADAL" clId="{F398E26A-6AC4-4DD8-A7B3-CD9F6274E7E3}" dt="2025-04-13T21:18:55.915" v="3694"/>
          <ac:grpSpMkLst>
            <pc:docMk/>
            <pc:sldMk cId="604050894" sldId="319"/>
            <ac:grpSpMk id="374" creationId="{79151357-A1DD-52FC-B206-F1ED94DB87E6}"/>
          </ac:grpSpMkLst>
        </pc:grpChg>
        <pc:grpChg chg="mod">
          <ac:chgData name="Pi, Yalong" userId="c9a3dc08-26f0-490d-b190-2780270c58e1" providerId="ADAL" clId="{F398E26A-6AC4-4DD8-A7B3-CD9F6274E7E3}" dt="2025-04-13T21:19:10.036" v="3699"/>
          <ac:grpSpMkLst>
            <pc:docMk/>
            <pc:sldMk cId="604050894" sldId="319"/>
            <ac:grpSpMk id="379" creationId="{F14E519B-6158-5929-272E-6FDC5468B1A5}"/>
          </ac:grpSpMkLst>
        </pc:grpChg>
        <pc:grpChg chg="mod">
          <ac:chgData name="Pi, Yalong" userId="c9a3dc08-26f0-490d-b190-2780270c58e1" providerId="ADAL" clId="{F398E26A-6AC4-4DD8-A7B3-CD9F6274E7E3}" dt="2025-04-13T21:20:29.050" v="3702"/>
          <ac:grpSpMkLst>
            <pc:docMk/>
            <pc:sldMk cId="604050894" sldId="319"/>
            <ac:grpSpMk id="382" creationId="{9ECCBBF9-C3A1-F5FF-2612-EA1F4C745FE4}"/>
          </ac:grpSpMkLst>
        </pc:grpChg>
        <pc:grpChg chg="mod">
          <ac:chgData name="Pi, Yalong" userId="c9a3dc08-26f0-490d-b190-2780270c58e1" providerId="ADAL" clId="{F398E26A-6AC4-4DD8-A7B3-CD9F6274E7E3}" dt="2025-04-13T21:20:57.761" v="3705"/>
          <ac:grpSpMkLst>
            <pc:docMk/>
            <pc:sldMk cId="604050894" sldId="319"/>
            <ac:grpSpMk id="385" creationId="{393D8239-B47C-ACCD-8501-6532341F9E6B}"/>
          </ac:grpSpMkLst>
        </pc:grpChg>
        <pc:grpChg chg="del mod">
          <ac:chgData name="Pi, Yalong" userId="c9a3dc08-26f0-490d-b190-2780270c58e1" providerId="ADAL" clId="{F398E26A-6AC4-4DD8-A7B3-CD9F6274E7E3}" dt="2025-04-13T21:21:04.332" v="3713"/>
          <ac:grpSpMkLst>
            <pc:docMk/>
            <pc:sldMk cId="604050894" sldId="319"/>
            <ac:grpSpMk id="390" creationId="{B8157797-D3AF-FBAE-401F-0F580FE3D481}"/>
          </ac:grpSpMkLst>
        </pc:grpChg>
        <pc:grpChg chg="del mod">
          <ac:chgData name="Pi, Yalong" userId="c9a3dc08-26f0-490d-b190-2780270c58e1" providerId="ADAL" clId="{F398E26A-6AC4-4DD8-A7B3-CD9F6274E7E3}" dt="2025-04-13T21:21:04.332" v="3713"/>
          <ac:grpSpMkLst>
            <pc:docMk/>
            <pc:sldMk cId="604050894" sldId="319"/>
            <ac:grpSpMk id="391" creationId="{173D933B-6D3A-B748-2164-E7B7F48379DA}"/>
          </ac:grpSpMkLst>
        </pc:grpChg>
        <pc:grpChg chg="mod">
          <ac:chgData name="Pi, Yalong" userId="c9a3dc08-26f0-490d-b190-2780270c58e1" providerId="ADAL" clId="{F398E26A-6AC4-4DD8-A7B3-CD9F6274E7E3}" dt="2025-04-13T21:21:04.332" v="3713"/>
          <ac:grpSpMkLst>
            <pc:docMk/>
            <pc:sldMk cId="604050894" sldId="319"/>
            <ac:grpSpMk id="394" creationId="{D2C9C773-2855-B13C-BC5E-53282735D1CC}"/>
          </ac:grpSpMkLst>
        </pc:grpChg>
        <pc:grpChg chg="mod">
          <ac:chgData name="Pi, Yalong" userId="c9a3dc08-26f0-490d-b190-2780270c58e1" providerId="ADAL" clId="{F398E26A-6AC4-4DD8-A7B3-CD9F6274E7E3}" dt="2025-04-13T21:21:04.332" v="3713"/>
          <ac:grpSpMkLst>
            <pc:docMk/>
            <pc:sldMk cId="604050894" sldId="319"/>
            <ac:grpSpMk id="395" creationId="{7069FFD2-0A39-9CEC-7C55-1A71A30AC886}"/>
          </ac:grpSpMkLst>
        </pc:grpChg>
        <pc:inkChg chg="add mod">
          <ac:chgData name="Pi, Yalong" userId="c9a3dc08-26f0-490d-b190-2780270c58e1" providerId="ADAL" clId="{F398E26A-6AC4-4DD8-A7B3-CD9F6274E7E3}" dt="2025-04-13T21:02:49.067" v="3505"/>
          <ac:inkMkLst>
            <pc:docMk/>
            <pc:sldMk cId="604050894" sldId="319"/>
            <ac:inkMk id="15" creationId="{8F074467-7829-7581-3463-E5D9C0E71A70}"/>
          </ac:inkMkLst>
        </pc:inkChg>
        <pc:inkChg chg="add">
          <ac:chgData name="Pi, Yalong" userId="c9a3dc08-26f0-490d-b190-2780270c58e1" providerId="ADAL" clId="{F398E26A-6AC4-4DD8-A7B3-CD9F6274E7E3}" dt="2025-04-13T21:02:44.325" v="3493" actId="9405"/>
          <ac:inkMkLst>
            <pc:docMk/>
            <pc:sldMk cId="604050894" sldId="319"/>
            <ac:inkMk id="17" creationId="{8D567878-26B0-28A7-A248-A4F1EC83501B}"/>
          </ac:inkMkLst>
        </pc:inkChg>
        <pc:inkChg chg="add mod">
          <ac:chgData name="Pi, Yalong" userId="c9a3dc08-26f0-490d-b190-2780270c58e1" providerId="ADAL" clId="{F398E26A-6AC4-4DD8-A7B3-CD9F6274E7E3}" dt="2025-04-13T21:02:49.067" v="3505"/>
          <ac:inkMkLst>
            <pc:docMk/>
            <pc:sldMk cId="604050894" sldId="319"/>
            <ac:inkMk id="25" creationId="{3C14A424-BD8E-2A24-FF14-7A7270F2491A}"/>
          </ac:inkMkLst>
        </pc:inkChg>
        <pc:inkChg chg="add mod">
          <ac:chgData name="Pi, Yalong" userId="c9a3dc08-26f0-490d-b190-2780270c58e1" providerId="ADAL" clId="{F398E26A-6AC4-4DD8-A7B3-CD9F6274E7E3}" dt="2025-04-13T21:02:49.067" v="3505"/>
          <ac:inkMkLst>
            <pc:docMk/>
            <pc:sldMk cId="604050894" sldId="319"/>
            <ac:inkMk id="39" creationId="{10468006-E571-F9EA-C03A-F3CDC7ADFA3B}"/>
          </ac:inkMkLst>
        </pc:inkChg>
        <pc:inkChg chg="add mod">
          <ac:chgData name="Pi, Yalong" userId="c9a3dc08-26f0-490d-b190-2780270c58e1" providerId="ADAL" clId="{F398E26A-6AC4-4DD8-A7B3-CD9F6274E7E3}" dt="2025-04-13T21:02:49.067" v="3505"/>
          <ac:inkMkLst>
            <pc:docMk/>
            <pc:sldMk cId="604050894" sldId="319"/>
            <ac:inkMk id="40" creationId="{80AA204C-1FF0-25BB-3262-DB03DDC93C4E}"/>
          </ac:inkMkLst>
        </pc:inkChg>
        <pc:inkChg chg="add mod">
          <ac:chgData name="Pi, Yalong" userId="c9a3dc08-26f0-490d-b190-2780270c58e1" providerId="ADAL" clId="{F398E26A-6AC4-4DD8-A7B3-CD9F6274E7E3}" dt="2025-04-13T21:02:49.067" v="3505"/>
          <ac:inkMkLst>
            <pc:docMk/>
            <pc:sldMk cId="604050894" sldId="319"/>
            <ac:inkMk id="41" creationId="{DA7667FE-483F-FDFA-789C-807D6C8D2220}"/>
          </ac:inkMkLst>
        </pc:inkChg>
        <pc:inkChg chg="add mod">
          <ac:chgData name="Pi, Yalong" userId="c9a3dc08-26f0-490d-b190-2780270c58e1" providerId="ADAL" clId="{F398E26A-6AC4-4DD8-A7B3-CD9F6274E7E3}" dt="2025-04-13T21:02:49.067" v="3505"/>
          <ac:inkMkLst>
            <pc:docMk/>
            <pc:sldMk cId="604050894" sldId="319"/>
            <ac:inkMk id="42" creationId="{97F5D90D-EEDB-605C-7640-670E73C6D9F8}"/>
          </ac:inkMkLst>
        </pc:inkChg>
        <pc:inkChg chg="add">
          <ac:chgData name="Pi, Yalong" userId="c9a3dc08-26f0-490d-b190-2780270c58e1" providerId="ADAL" clId="{F398E26A-6AC4-4DD8-A7B3-CD9F6274E7E3}" dt="2025-04-13T21:02:47.333" v="3499" actId="9405"/>
          <ac:inkMkLst>
            <pc:docMk/>
            <pc:sldMk cId="604050894" sldId="319"/>
            <ac:inkMk id="43" creationId="{DCF6678A-5CDB-5299-231E-B7E68EDA9A01}"/>
          </ac:inkMkLst>
        </pc:inkChg>
        <pc:inkChg chg="add">
          <ac:chgData name="Pi, Yalong" userId="c9a3dc08-26f0-490d-b190-2780270c58e1" providerId="ADAL" clId="{F398E26A-6AC4-4DD8-A7B3-CD9F6274E7E3}" dt="2025-04-13T21:02:47.474" v="3500" actId="9405"/>
          <ac:inkMkLst>
            <pc:docMk/>
            <pc:sldMk cId="604050894" sldId="319"/>
            <ac:inkMk id="44" creationId="{7911FE6A-47DC-9495-CA93-344189B7A82C}"/>
          </ac:inkMkLst>
        </pc:inkChg>
        <pc:inkChg chg="add">
          <ac:chgData name="Pi, Yalong" userId="c9a3dc08-26f0-490d-b190-2780270c58e1" providerId="ADAL" clId="{F398E26A-6AC4-4DD8-A7B3-CD9F6274E7E3}" dt="2025-04-13T21:02:47.692" v="3501" actId="9405"/>
          <ac:inkMkLst>
            <pc:docMk/>
            <pc:sldMk cId="604050894" sldId="319"/>
            <ac:inkMk id="45" creationId="{F8DC22B8-1024-E03B-A5DE-25D2252C7351}"/>
          </ac:inkMkLst>
        </pc:inkChg>
        <pc:inkChg chg="add">
          <ac:chgData name="Pi, Yalong" userId="c9a3dc08-26f0-490d-b190-2780270c58e1" providerId="ADAL" clId="{F398E26A-6AC4-4DD8-A7B3-CD9F6274E7E3}" dt="2025-04-13T21:02:47.831" v="3502" actId="9405"/>
          <ac:inkMkLst>
            <pc:docMk/>
            <pc:sldMk cId="604050894" sldId="319"/>
            <ac:inkMk id="46" creationId="{207D0251-8CF8-D761-F081-54428513A0B4}"/>
          </ac:inkMkLst>
        </pc:inkChg>
        <pc:inkChg chg="mod">
          <ac:chgData name="Pi, Yalong" userId="c9a3dc08-26f0-490d-b190-2780270c58e1" providerId="ADAL" clId="{F398E26A-6AC4-4DD8-A7B3-CD9F6274E7E3}" dt="2025-04-13T21:04:30.390" v="3597"/>
          <ac:inkMkLst>
            <pc:docMk/>
            <pc:sldMk cId="604050894" sldId="319"/>
            <ac:inkMk id="76" creationId="{C2114332-51E2-AD31-423F-772C7D27A705}"/>
          </ac:inkMkLst>
        </pc:inkChg>
        <pc:inkChg chg="mod">
          <ac:chgData name="Pi, Yalong" userId="c9a3dc08-26f0-490d-b190-2780270c58e1" providerId="ADAL" clId="{F398E26A-6AC4-4DD8-A7B3-CD9F6274E7E3}" dt="2025-04-13T21:04:30.390" v="3597"/>
          <ac:inkMkLst>
            <pc:docMk/>
            <pc:sldMk cId="604050894" sldId="319"/>
            <ac:inkMk id="79" creationId="{6AB9D21D-98CE-F595-83DE-28F573C37C3D}"/>
          </ac:inkMkLst>
        </pc:inkChg>
        <pc:inkChg chg="mod">
          <ac:chgData name="Pi, Yalong" userId="c9a3dc08-26f0-490d-b190-2780270c58e1" providerId="ADAL" clId="{F398E26A-6AC4-4DD8-A7B3-CD9F6274E7E3}" dt="2025-04-13T21:04:30.390" v="3597"/>
          <ac:inkMkLst>
            <pc:docMk/>
            <pc:sldMk cId="604050894" sldId="319"/>
            <ac:inkMk id="80" creationId="{7FA9E2D8-98D0-6F14-7780-67195806CDFD}"/>
          </ac:inkMkLst>
        </pc:inkChg>
        <pc:inkChg chg="mod">
          <ac:chgData name="Pi, Yalong" userId="c9a3dc08-26f0-490d-b190-2780270c58e1" providerId="ADAL" clId="{F398E26A-6AC4-4DD8-A7B3-CD9F6274E7E3}" dt="2025-04-13T21:04:30.390" v="3597"/>
          <ac:inkMkLst>
            <pc:docMk/>
            <pc:sldMk cId="604050894" sldId="319"/>
            <ac:inkMk id="88" creationId="{14BF63F2-AB6B-5591-1AE6-BAC138AE0BA9}"/>
          </ac:inkMkLst>
        </pc:inkChg>
        <pc:inkChg chg="mod">
          <ac:chgData name="Pi, Yalong" userId="c9a3dc08-26f0-490d-b190-2780270c58e1" providerId="ADAL" clId="{F398E26A-6AC4-4DD8-A7B3-CD9F6274E7E3}" dt="2025-04-13T21:04:30.390" v="3597"/>
          <ac:inkMkLst>
            <pc:docMk/>
            <pc:sldMk cId="604050894" sldId="319"/>
            <ac:inkMk id="92" creationId="{3A5738FE-DCD3-155D-C225-3962BE1FD608}"/>
          </ac:inkMkLst>
        </pc:inkChg>
        <pc:inkChg chg="mod">
          <ac:chgData name="Pi, Yalong" userId="c9a3dc08-26f0-490d-b190-2780270c58e1" providerId="ADAL" clId="{F398E26A-6AC4-4DD8-A7B3-CD9F6274E7E3}" dt="2025-04-13T21:04:30.390" v="3597"/>
          <ac:inkMkLst>
            <pc:docMk/>
            <pc:sldMk cId="604050894" sldId="319"/>
            <ac:inkMk id="93" creationId="{8A24E06A-B9AC-6F2A-A413-50C54B0A1AE2}"/>
          </ac:inkMkLst>
        </pc:inkChg>
        <pc:inkChg chg="add mod">
          <ac:chgData name="Pi, Yalong" userId="c9a3dc08-26f0-490d-b190-2780270c58e1" providerId="ADAL" clId="{F398E26A-6AC4-4DD8-A7B3-CD9F6274E7E3}" dt="2025-04-13T21:02:49.067" v="3505"/>
          <ac:inkMkLst>
            <pc:docMk/>
            <pc:sldMk cId="604050894" sldId="319"/>
            <ac:inkMk id="95" creationId="{6978C816-0BD4-A1F0-F295-6D6F3D83881C}"/>
          </ac:inkMkLst>
        </pc:inkChg>
        <pc:inkChg chg="add">
          <ac:chgData name="Pi, Yalong" userId="c9a3dc08-26f0-490d-b190-2780270c58e1" providerId="ADAL" clId="{F398E26A-6AC4-4DD8-A7B3-CD9F6274E7E3}" dt="2025-04-13T21:02:48.491" v="3504" actId="9405"/>
          <ac:inkMkLst>
            <pc:docMk/>
            <pc:sldMk cId="604050894" sldId="319"/>
            <ac:inkMk id="96" creationId="{96BCC78E-D620-76E6-1812-818D66B11187}"/>
          </ac:inkMkLst>
        </pc:inkChg>
        <pc:inkChg chg="add">
          <ac:chgData name="Pi, Yalong" userId="c9a3dc08-26f0-490d-b190-2780270c58e1" providerId="ADAL" clId="{F398E26A-6AC4-4DD8-A7B3-CD9F6274E7E3}" dt="2025-04-13T21:02:49.933" v="3506" actId="9405"/>
          <ac:inkMkLst>
            <pc:docMk/>
            <pc:sldMk cId="604050894" sldId="319"/>
            <ac:inkMk id="103" creationId="{383EAAF8-22EC-FF7B-C031-3AFA60BE32BD}"/>
          </ac:inkMkLst>
        </pc:inkChg>
        <pc:inkChg chg="mod">
          <ac:chgData name="Pi, Yalong" userId="c9a3dc08-26f0-490d-b190-2780270c58e1" providerId="ADAL" clId="{F398E26A-6AC4-4DD8-A7B3-CD9F6274E7E3}" dt="2025-04-13T21:04:30.390" v="3597"/>
          <ac:inkMkLst>
            <pc:docMk/>
            <pc:sldMk cId="604050894" sldId="319"/>
            <ac:inkMk id="115" creationId="{B1B0E878-A61E-803E-C8E4-02D8C8CC2A19}"/>
          </ac:inkMkLst>
        </pc:inkChg>
        <pc:inkChg chg="mod">
          <ac:chgData name="Pi, Yalong" userId="c9a3dc08-26f0-490d-b190-2780270c58e1" providerId="ADAL" clId="{F398E26A-6AC4-4DD8-A7B3-CD9F6274E7E3}" dt="2025-04-13T21:04:30.390" v="3597"/>
          <ac:inkMkLst>
            <pc:docMk/>
            <pc:sldMk cId="604050894" sldId="319"/>
            <ac:inkMk id="117" creationId="{0DBE5460-E31C-554B-8D22-17307DDFAF05}"/>
          </ac:inkMkLst>
        </pc:inkChg>
        <pc:inkChg chg="add mod">
          <ac:chgData name="Pi, Yalong" userId="c9a3dc08-26f0-490d-b190-2780270c58e1" providerId="ADAL" clId="{F398E26A-6AC4-4DD8-A7B3-CD9F6274E7E3}" dt="2025-04-13T21:02:54.407" v="3519"/>
          <ac:inkMkLst>
            <pc:docMk/>
            <pc:sldMk cId="604050894" sldId="319"/>
            <ac:inkMk id="123" creationId="{6AB7D107-F4BE-26FA-1AA2-0AFBD46BC108}"/>
          </ac:inkMkLst>
        </pc:inkChg>
        <pc:inkChg chg="del mod">
          <ac:chgData name="Pi, Yalong" userId="c9a3dc08-26f0-490d-b190-2780270c58e1" providerId="ADAL" clId="{F398E26A-6AC4-4DD8-A7B3-CD9F6274E7E3}" dt="2025-04-13T21:18:50.840" v="3680"/>
          <ac:inkMkLst>
            <pc:docMk/>
            <pc:sldMk cId="604050894" sldId="319"/>
            <ac:inkMk id="125" creationId="{A05C26F1-FD4B-CF86-AA5C-DECC4D49BC49}"/>
          </ac:inkMkLst>
        </pc:inkChg>
        <pc:inkChg chg="del">
          <ac:chgData name="Pi, Yalong" userId="c9a3dc08-26f0-490d-b190-2780270c58e1" providerId="ADAL" clId="{F398E26A-6AC4-4DD8-A7B3-CD9F6274E7E3}" dt="2025-04-13T21:18:50.839" v="3675"/>
          <ac:inkMkLst>
            <pc:docMk/>
            <pc:sldMk cId="604050894" sldId="319"/>
            <ac:inkMk id="126" creationId="{332239AD-11F2-F587-FA73-DAB84118B20F}"/>
          </ac:inkMkLst>
        </pc:inkChg>
        <pc:inkChg chg="del mod">
          <ac:chgData name="Pi, Yalong" userId="c9a3dc08-26f0-490d-b190-2780270c58e1" providerId="ADAL" clId="{F398E26A-6AC4-4DD8-A7B3-CD9F6274E7E3}" dt="2025-04-13T21:18:50.840" v="3683"/>
          <ac:inkMkLst>
            <pc:docMk/>
            <pc:sldMk cId="604050894" sldId="319"/>
            <ac:inkMk id="127" creationId="{DBECBD2A-F1AD-9C7D-2E78-0E9CC52BAE2A}"/>
          </ac:inkMkLst>
        </pc:inkChg>
        <pc:inkChg chg="del mod">
          <ac:chgData name="Pi, Yalong" userId="c9a3dc08-26f0-490d-b190-2780270c58e1" providerId="ADAL" clId="{F398E26A-6AC4-4DD8-A7B3-CD9F6274E7E3}" dt="2025-04-13T21:18:50.840" v="3682"/>
          <ac:inkMkLst>
            <pc:docMk/>
            <pc:sldMk cId="604050894" sldId="319"/>
            <ac:inkMk id="128" creationId="{A01462C8-FBB9-23FC-2FB7-AB949FD7648C}"/>
          </ac:inkMkLst>
        </pc:inkChg>
        <pc:inkChg chg="del mod">
          <ac:chgData name="Pi, Yalong" userId="c9a3dc08-26f0-490d-b190-2780270c58e1" providerId="ADAL" clId="{F398E26A-6AC4-4DD8-A7B3-CD9F6274E7E3}" dt="2025-04-13T21:18:50.839" v="3677"/>
          <ac:inkMkLst>
            <pc:docMk/>
            <pc:sldMk cId="604050894" sldId="319"/>
            <ac:inkMk id="129" creationId="{38678736-84C1-5118-F24F-DA5DC126E359}"/>
          </ac:inkMkLst>
        </pc:inkChg>
        <pc:inkChg chg="del mod">
          <ac:chgData name="Pi, Yalong" userId="c9a3dc08-26f0-490d-b190-2780270c58e1" providerId="ADAL" clId="{F398E26A-6AC4-4DD8-A7B3-CD9F6274E7E3}" dt="2025-04-13T21:18:50.839" v="3676"/>
          <ac:inkMkLst>
            <pc:docMk/>
            <pc:sldMk cId="604050894" sldId="319"/>
            <ac:inkMk id="130" creationId="{DCAAA212-2461-8EAF-EC25-EE18A5C22024}"/>
          </ac:inkMkLst>
        </pc:inkChg>
        <pc:inkChg chg="del mod">
          <ac:chgData name="Pi, Yalong" userId="c9a3dc08-26f0-490d-b190-2780270c58e1" providerId="ADAL" clId="{F398E26A-6AC4-4DD8-A7B3-CD9F6274E7E3}" dt="2025-04-13T21:18:50.840" v="3679"/>
          <ac:inkMkLst>
            <pc:docMk/>
            <pc:sldMk cId="604050894" sldId="319"/>
            <ac:inkMk id="132" creationId="{F5C7CDB9-3EA7-14D0-76D1-A43E3EDE5E3B}"/>
          </ac:inkMkLst>
        </pc:inkChg>
        <pc:inkChg chg="del mod">
          <ac:chgData name="Pi, Yalong" userId="c9a3dc08-26f0-490d-b190-2780270c58e1" providerId="ADAL" clId="{F398E26A-6AC4-4DD8-A7B3-CD9F6274E7E3}" dt="2025-04-13T21:18:50.840" v="3681"/>
          <ac:inkMkLst>
            <pc:docMk/>
            <pc:sldMk cId="604050894" sldId="319"/>
            <ac:inkMk id="133" creationId="{916789B2-BE84-3659-8C66-C1221483CA99}"/>
          </ac:inkMkLst>
        </pc:inkChg>
        <pc:inkChg chg="del mod">
          <ac:chgData name="Pi, Yalong" userId="c9a3dc08-26f0-490d-b190-2780270c58e1" providerId="ADAL" clId="{F398E26A-6AC4-4DD8-A7B3-CD9F6274E7E3}" dt="2025-04-13T21:18:50.839" v="3674"/>
          <ac:inkMkLst>
            <pc:docMk/>
            <pc:sldMk cId="604050894" sldId="319"/>
            <ac:inkMk id="134" creationId="{0B72ECE2-E2E7-6AAF-069A-1B65215E3BDC}"/>
          </ac:inkMkLst>
        </pc:inkChg>
        <pc:inkChg chg="del mod">
          <ac:chgData name="Pi, Yalong" userId="c9a3dc08-26f0-490d-b190-2780270c58e1" providerId="ADAL" clId="{F398E26A-6AC4-4DD8-A7B3-CD9F6274E7E3}" dt="2025-04-13T21:18:50.840" v="3678"/>
          <ac:inkMkLst>
            <pc:docMk/>
            <pc:sldMk cId="604050894" sldId="319"/>
            <ac:inkMk id="135" creationId="{7AD819D4-A757-5ECD-6258-34E760BD065D}"/>
          </ac:inkMkLst>
        </pc:inkChg>
        <pc:inkChg chg="del">
          <ac:chgData name="Pi, Yalong" userId="c9a3dc08-26f0-490d-b190-2780270c58e1" providerId="ADAL" clId="{F398E26A-6AC4-4DD8-A7B3-CD9F6274E7E3}" dt="2025-04-13T21:04:02.255" v="3591"/>
          <ac:inkMkLst>
            <pc:docMk/>
            <pc:sldMk cId="604050894" sldId="319"/>
            <ac:inkMk id="139" creationId="{85C60554-3308-81E4-4A51-2ABA33399798}"/>
          </ac:inkMkLst>
        </pc:inkChg>
        <pc:inkChg chg="del mod">
          <ac:chgData name="Pi, Yalong" userId="c9a3dc08-26f0-490d-b190-2780270c58e1" providerId="ADAL" clId="{F398E26A-6AC4-4DD8-A7B3-CD9F6274E7E3}" dt="2025-04-13T21:04:02.255" v="3592"/>
          <ac:inkMkLst>
            <pc:docMk/>
            <pc:sldMk cId="604050894" sldId="319"/>
            <ac:inkMk id="140" creationId="{2716AF0E-1D33-5BDA-E84C-3362047523E6}"/>
          </ac:inkMkLst>
        </pc:inkChg>
        <pc:inkChg chg="mod">
          <ac:chgData name="Pi, Yalong" userId="c9a3dc08-26f0-490d-b190-2780270c58e1" providerId="ADAL" clId="{F398E26A-6AC4-4DD8-A7B3-CD9F6274E7E3}" dt="2025-04-13T21:04:02.255" v="3592"/>
          <ac:inkMkLst>
            <pc:docMk/>
            <pc:sldMk cId="604050894" sldId="319"/>
            <ac:inkMk id="141" creationId="{D28B3324-998A-2EC5-6596-158BB3640EEB}"/>
          </ac:inkMkLst>
        </pc:inkChg>
        <pc:inkChg chg="mod">
          <ac:chgData name="Pi, Yalong" userId="c9a3dc08-26f0-490d-b190-2780270c58e1" providerId="ADAL" clId="{F398E26A-6AC4-4DD8-A7B3-CD9F6274E7E3}" dt="2025-04-13T21:04:02.255" v="3592"/>
          <ac:inkMkLst>
            <pc:docMk/>
            <pc:sldMk cId="604050894" sldId="319"/>
            <ac:inkMk id="142" creationId="{4C549103-8FD9-C2C9-5399-E1147DC6AEFD}"/>
          </ac:inkMkLst>
        </pc:inkChg>
        <pc:inkChg chg="mod">
          <ac:chgData name="Pi, Yalong" userId="c9a3dc08-26f0-490d-b190-2780270c58e1" providerId="ADAL" clId="{F398E26A-6AC4-4DD8-A7B3-CD9F6274E7E3}" dt="2025-04-13T21:04:02.255" v="3592"/>
          <ac:inkMkLst>
            <pc:docMk/>
            <pc:sldMk cId="604050894" sldId="319"/>
            <ac:inkMk id="143" creationId="{BABABF64-07BD-87B5-3D5F-106A0814CDC7}"/>
          </ac:inkMkLst>
        </pc:inkChg>
        <pc:inkChg chg="mod">
          <ac:chgData name="Pi, Yalong" userId="c9a3dc08-26f0-490d-b190-2780270c58e1" providerId="ADAL" clId="{F398E26A-6AC4-4DD8-A7B3-CD9F6274E7E3}" dt="2025-04-13T21:04:30.390" v="3597"/>
          <ac:inkMkLst>
            <pc:docMk/>
            <pc:sldMk cId="604050894" sldId="319"/>
            <ac:inkMk id="145" creationId="{9A4ECA6E-BE47-7F67-1352-6338A328E902}"/>
          </ac:inkMkLst>
        </pc:inkChg>
        <pc:inkChg chg="del">
          <ac:chgData name="Pi, Yalong" userId="c9a3dc08-26f0-490d-b190-2780270c58e1" providerId="ADAL" clId="{F398E26A-6AC4-4DD8-A7B3-CD9F6274E7E3}" dt="2025-04-13T21:09:52.212" v="3634"/>
          <ac:inkMkLst>
            <pc:docMk/>
            <pc:sldMk cId="604050894" sldId="319"/>
            <ac:inkMk id="149" creationId="{A075F127-A444-2134-0E16-80FDD288DFC6}"/>
          </ac:inkMkLst>
        </pc:inkChg>
        <pc:inkChg chg="add mod">
          <ac:chgData name="Pi, Yalong" userId="c9a3dc08-26f0-490d-b190-2780270c58e1" providerId="ADAL" clId="{F398E26A-6AC4-4DD8-A7B3-CD9F6274E7E3}" dt="2025-04-13T21:02:54.407" v="3519"/>
          <ac:inkMkLst>
            <pc:docMk/>
            <pc:sldMk cId="604050894" sldId="319"/>
            <ac:inkMk id="154" creationId="{67838997-034C-D458-22A0-F53D2EDDDBE0}"/>
          </ac:inkMkLst>
        </pc:inkChg>
        <pc:inkChg chg="del">
          <ac:chgData name="Pi, Yalong" userId="c9a3dc08-26f0-490d-b190-2780270c58e1" providerId="ADAL" clId="{F398E26A-6AC4-4DD8-A7B3-CD9F6274E7E3}" dt="2025-04-13T21:09:01.513" v="3633"/>
          <ac:inkMkLst>
            <pc:docMk/>
            <pc:sldMk cId="604050894" sldId="319"/>
            <ac:inkMk id="160" creationId="{50D9BD2B-3C3E-44E1-7CDE-D64E1C53A59B}"/>
          </ac:inkMkLst>
        </pc:inkChg>
        <pc:inkChg chg="add">
          <ac:chgData name="Pi, Yalong" userId="c9a3dc08-26f0-490d-b190-2780270c58e1" providerId="ADAL" clId="{F398E26A-6AC4-4DD8-A7B3-CD9F6274E7E3}" dt="2025-04-13T21:02:51.503" v="3509" actId="9405"/>
          <ac:inkMkLst>
            <pc:docMk/>
            <pc:sldMk cId="604050894" sldId="319"/>
            <ac:inkMk id="169" creationId="{6AD63B69-20D9-F059-F668-6A8CDF352205}"/>
          </ac:inkMkLst>
        </pc:inkChg>
        <pc:inkChg chg="add mod">
          <ac:chgData name="Pi, Yalong" userId="c9a3dc08-26f0-490d-b190-2780270c58e1" providerId="ADAL" clId="{F398E26A-6AC4-4DD8-A7B3-CD9F6274E7E3}" dt="2025-04-13T21:02:54.407" v="3519"/>
          <ac:inkMkLst>
            <pc:docMk/>
            <pc:sldMk cId="604050894" sldId="319"/>
            <ac:inkMk id="172" creationId="{00519B1A-8FA3-2FD5-0CEB-E9DE4625308A}"/>
          </ac:inkMkLst>
        </pc:inkChg>
        <pc:inkChg chg="mod">
          <ac:chgData name="Pi, Yalong" userId="c9a3dc08-26f0-490d-b190-2780270c58e1" providerId="ADAL" clId="{F398E26A-6AC4-4DD8-A7B3-CD9F6274E7E3}" dt="2025-04-13T21:05:02.600" v="3628"/>
          <ac:inkMkLst>
            <pc:docMk/>
            <pc:sldMk cId="604050894" sldId="319"/>
            <ac:inkMk id="179" creationId="{4888955B-F4F9-5140-1F5D-FFD2A5DED4B6}"/>
          </ac:inkMkLst>
        </pc:inkChg>
        <pc:inkChg chg="add mod">
          <ac:chgData name="Pi, Yalong" userId="c9a3dc08-26f0-490d-b190-2780270c58e1" providerId="ADAL" clId="{F398E26A-6AC4-4DD8-A7B3-CD9F6274E7E3}" dt="2025-04-13T21:02:54.407" v="3519"/>
          <ac:inkMkLst>
            <pc:docMk/>
            <pc:sldMk cId="604050894" sldId="319"/>
            <ac:inkMk id="181" creationId="{54BE28C5-471A-944D-3407-E22CD75E0DA6}"/>
          </ac:inkMkLst>
        </pc:inkChg>
        <pc:inkChg chg="mod">
          <ac:chgData name="Pi, Yalong" userId="c9a3dc08-26f0-490d-b190-2780270c58e1" providerId="ADAL" clId="{F398E26A-6AC4-4DD8-A7B3-CD9F6274E7E3}" dt="2025-04-13T21:05:02.600" v="3628"/>
          <ac:inkMkLst>
            <pc:docMk/>
            <pc:sldMk cId="604050894" sldId="319"/>
            <ac:inkMk id="182" creationId="{CC88E442-36BD-112C-D658-7EBF30509BFD}"/>
          </ac:inkMkLst>
        </pc:inkChg>
        <pc:inkChg chg="add mod">
          <ac:chgData name="Pi, Yalong" userId="c9a3dc08-26f0-490d-b190-2780270c58e1" providerId="ADAL" clId="{F398E26A-6AC4-4DD8-A7B3-CD9F6274E7E3}" dt="2025-04-13T21:02:54.407" v="3519"/>
          <ac:inkMkLst>
            <pc:docMk/>
            <pc:sldMk cId="604050894" sldId="319"/>
            <ac:inkMk id="184" creationId="{DCC0E1AE-302D-9958-4477-8E3F50654939}"/>
          </ac:inkMkLst>
        </pc:inkChg>
        <pc:inkChg chg="mod">
          <ac:chgData name="Pi, Yalong" userId="c9a3dc08-26f0-490d-b190-2780270c58e1" providerId="ADAL" clId="{F398E26A-6AC4-4DD8-A7B3-CD9F6274E7E3}" dt="2025-04-13T21:05:02.600" v="3628"/>
          <ac:inkMkLst>
            <pc:docMk/>
            <pc:sldMk cId="604050894" sldId="319"/>
            <ac:inkMk id="186" creationId="{B3352F80-D267-C180-8C81-763DC352D44A}"/>
          </ac:inkMkLst>
        </pc:inkChg>
        <pc:inkChg chg="mod">
          <ac:chgData name="Pi, Yalong" userId="c9a3dc08-26f0-490d-b190-2780270c58e1" providerId="ADAL" clId="{F398E26A-6AC4-4DD8-A7B3-CD9F6274E7E3}" dt="2025-04-13T21:03:12.414" v="3523"/>
          <ac:inkMkLst>
            <pc:docMk/>
            <pc:sldMk cId="604050894" sldId="319"/>
            <ac:inkMk id="188" creationId="{91C49736-1A28-A7F9-5CBD-DFBF2B57F26A}"/>
          </ac:inkMkLst>
        </pc:inkChg>
        <pc:inkChg chg="mod">
          <ac:chgData name="Pi, Yalong" userId="c9a3dc08-26f0-490d-b190-2780270c58e1" providerId="ADAL" clId="{F398E26A-6AC4-4DD8-A7B3-CD9F6274E7E3}" dt="2025-04-13T21:05:02.600" v="3628"/>
          <ac:inkMkLst>
            <pc:docMk/>
            <pc:sldMk cId="604050894" sldId="319"/>
            <ac:inkMk id="189" creationId="{EDC83A58-9A7E-F95E-69D5-67FAB6D2E327}"/>
          </ac:inkMkLst>
        </pc:inkChg>
        <pc:inkChg chg="mod">
          <ac:chgData name="Pi, Yalong" userId="c9a3dc08-26f0-490d-b190-2780270c58e1" providerId="ADAL" clId="{F398E26A-6AC4-4DD8-A7B3-CD9F6274E7E3}" dt="2025-04-13T21:05:02.600" v="3628"/>
          <ac:inkMkLst>
            <pc:docMk/>
            <pc:sldMk cId="604050894" sldId="319"/>
            <ac:inkMk id="190" creationId="{DF486513-EBAC-B6AE-F2BA-47305B16E306}"/>
          </ac:inkMkLst>
        </pc:inkChg>
        <pc:inkChg chg="add mod">
          <ac:chgData name="Pi, Yalong" userId="c9a3dc08-26f0-490d-b190-2780270c58e1" providerId="ADAL" clId="{F398E26A-6AC4-4DD8-A7B3-CD9F6274E7E3}" dt="2025-04-13T21:02:54.407" v="3519"/>
          <ac:inkMkLst>
            <pc:docMk/>
            <pc:sldMk cId="604050894" sldId="319"/>
            <ac:inkMk id="191" creationId="{88CDCDF4-88C8-38E0-56AB-3468FA169CE2}"/>
          </ac:inkMkLst>
        </pc:inkChg>
        <pc:inkChg chg="add mod">
          <ac:chgData name="Pi, Yalong" userId="c9a3dc08-26f0-490d-b190-2780270c58e1" providerId="ADAL" clId="{F398E26A-6AC4-4DD8-A7B3-CD9F6274E7E3}" dt="2025-04-13T21:02:54.407" v="3519"/>
          <ac:inkMkLst>
            <pc:docMk/>
            <pc:sldMk cId="604050894" sldId="319"/>
            <ac:inkMk id="192" creationId="{DE5B64F7-037E-158D-3D67-D00195655463}"/>
          </ac:inkMkLst>
        </pc:inkChg>
        <pc:inkChg chg="add mod">
          <ac:chgData name="Pi, Yalong" userId="c9a3dc08-26f0-490d-b190-2780270c58e1" providerId="ADAL" clId="{F398E26A-6AC4-4DD8-A7B3-CD9F6274E7E3}" dt="2025-04-13T21:02:54.407" v="3519"/>
          <ac:inkMkLst>
            <pc:docMk/>
            <pc:sldMk cId="604050894" sldId="319"/>
            <ac:inkMk id="193" creationId="{AA9DEE15-1FEE-B9A2-CBB6-1303F02DB400}"/>
          </ac:inkMkLst>
        </pc:inkChg>
        <pc:inkChg chg="add mod">
          <ac:chgData name="Pi, Yalong" userId="c9a3dc08-26f0-490d-b190-2780270c58e1" providerId="ADAL" clId="{F398E26A-6AC4-4DD8-A7B3-CD9F6274E7E3}" dt="2025-04-13T21:02:54.407" v="3519"/>
          <ac:inkMkLst>
            <pc:docMk/>
            <pc:sldMk cId="604050894" sldId="319"/>
            <ac:inkMk id="194" creationId="{D22B120F-011E-6470-5D70-DC4500E07D34}"/>
          </ac:inkMkLst>
        </pc:inkChg>
        <pc:inkChg chg="add">
          <ac:chgData name="Pi, Yalong" userId="c9a3dc08-26f0-490d-b190-2780270c58e1" providerId="ADAL" clId="{F398E26A-6AC4-4DD8-A7B3-CD9F6274E7E3}" dt="2025-04-13T21:02:53.177" v="3517" actId="9405"/>
          <ac:inkMkLst>
            <pc:docMk/>
            <pc:sldMk cId="604050894" sldId="319"/>
            <ac:inkMk id="195" creationId="{D1B36687-9D8B-9E6A-AB28-C3E03950EB0F}"/>
          </ac:inkMkLst>
        </pc:inkChg>
        <pc:inkChg chg="add">
          <ac:chgData name="Pi, Yalong" userId="c9a3dc08-26f0-490d-b190-2780270c58e1" providerId="ADAL" clId="{F398E26A-6AC4-4DD8-A7B3-CD9F6274E7E3}" dt="2025-04-13T21:02:53.490" v="3518" actId="9405"/>
          <ac:inkMkLst>
            <pc:docMk/>
            <pc:sldMk cId="604050894" sldId="319"/>
            <ac:inkMk id="199" creationId="{DE3B86D5-CAD5-B284-FFB2-56CF324AC568}"/>
          </ac:inkMkLst>
        </pc:inkChg>
        <pc:inkChg chg="del mod">
          <ac:chgData name="Pi, Yalong" userId="c9a3dc08-26f0-490d-b190-2780270c58e1" providerId="ADAL" clId="{F398E26A-6AC4-4DD8-A7B3-CD9F6274E7E3}" dt="2025-04-13T21:05:02.599" v="3624"/>
          <ac:inkMkLst>
            <pc:docMk/>
            <pc:sldMk cId="604050894" sldId="319"/>
            <ac:inkMk id="200" creationId="{EAA51D36-FE21-BE25-AF1C-1D42D00D5EFA}"/>
          </ac:inkMkLst>
        </pc:inkChg>
        <pc:inkChg chg="mod">
          <ac:chgData name="Pi, Yalong" userId="c9a3dc08-26f0-490d-b190-2780270c58e1" providerId="ADAL" clId="{F398E26A-6AC4-4DD8-A7B3-CD9F6274E7E3}" dt="2025-04-13T21:05:02.600" v="3628"/>
          <ac:inkMkLst>
            <pc:docMk/>
            <pc:sldMk cId="604050894" sldId="319"/>
            <ac:inkMk id="202" creationId="{2705D648-1870-B4EF-61CA-5B2734CCD58F}"/>
          </ac:inkMkLst>
        </pc:inkChg>
        <pc:inkChg chg="add del mod">
          <ac:chgData name="Pi, Yalong" userId="c9a3dc08-26f0-490d-b190-2780270c58e1" providerId="ADAL" clId="{F398E26A-6AC4-4DD8-A7B3-CD9F6274E7E3}" dt="2025-04-13T21:03:18.822" v="3548"/>
          <ac:inkMkLst>
            <pc:docMk/>
            <pc:sldMk cId="604050894" sldId="319"/>
            <ac:inkMk id="204" creationId="{602767AD-0DB0-4F86-AB23-91042AD7FBBF}"/>
          </ac:inkMkLst>
        </pc:inkChg>
        <pc:inkChg chg="mod">
          <ac:chgData name="Pi, Yalong" userId="c9a3dc08-26f0-490d-b190-2780270c58e1" providerId="ADAL" clId="{F398E26A-6AC4-4DD8-A7B3-CD9F6274E7E3}" dt="2025-04-13T21:03:12.414" v="3523"/>
          <ac:inkMkLst>
            <pc:docMk/>
            <pc:sldMk cId="604050894" sldId="319"/>
            <ac:inkMk id="205" creationId="{F800B0D9-134F-6504-5B1D-4B3E721A9449}"/>
          </ac:inkMkLst>
        </pc:inkChg>
        <pc:inkChg chg="mod">
          <ac:chgData name="Pi, Yalong" userId="c9a3dc08-26f0-490d-b190-2780270c58e1" providerId="ADAL" clId="{F398E26A-6AC4-4DD8-A7B3-CD9F6274E7E3}" dt="2025-04-13T21:05:02.600" v="3628"/>
          <ac:inkMkLst>
            <pc:docMk/>
            <pc:sldMk cId="604050894" sldId="319"/>
            <ac:inkMk id="229" creationId="{0EC322E3-41BD-4704-551D-18655722B8BB}"/>
          </ac:inkMkLst>
        </pc:inkChg>
        <pc:inkChg chg="mod">
          <ac:chgData name="Pi, Yalong" userId="c9a3dc08-26f0-490d-b190-2780270c58e1" providerId="ADAL" clId="{F398E26A-6AC4-4DD8-A7B3-CD9F6274E7E3}" dt="2025-04-13T21:03:12.414" v="3523"/>
          <ac:inkMkLst>
            <pc:docMk/>
            <pc:sldMk cId="604050894" sldId="319"/>
            <ac:inkMk id="230" creationId="{C0E9E46B-A2C0-17E1-4F0F-4236244DA1F0}"/>
          </ac:inkMkLst>
        </pc:inkChg>
        <pc:inkChg chg="add del mod">
          <ac:chgData name="Pi, Yalong" userId="c9a3dc08-26f0-490d-b190-2780270c58e1" providerId="ADAL" clId="{F398E26A-6AC4-4DD8-A7B3-CD9F6274E7E3}" dt="2025-04-13T21:03:18.822" v="3547"/>
          <ac:inkMkLst>
            <pc:docMk/>
            <pc:sldMk cId="604050894" sldId="319"/>
            <ac:inkMk id="231" creationId="{8D4B4CDD-AD12-0BC2-E71C-75AAE4782DA5}"/>
          </ac:inkMkLst>
        </pc:inkChg>
        <pc:inkChg chg="mod">
          <ac:chgData name="Pi, Yalong" userId="c9a3dc08-26f0-490d-b190-2780270c58e1" providerId="ADAL" clId="{F398E26A-6AC4-4DD8-A7B3-CD9F6274E7E3}" dt="2025-04-13T21:03:12.414" v="3523"/>
          <ac:inkMkLst>
            <pc:docMk/>
            <pc:sldMk cId="604050894" sldId="319"/>
            <ac:inkMk id="232" creationId="{F451C588-FB08-C4E3-3159-0602DC5885AA}"/>
          </ac:inkMkLst>
        </pc:inkChg>
        <pc:inkChg chg="mod">
          <ac:chgData name="Pi, Yalong" userId="c9a3dc08-26f0-490d-b190-2780270c58e1" providerId="ADAL" clId="{F398E26A-6AC4-4DD8-A7B3-CD9F6274E7E3}" dt="2025-04-13T21:05:02.600" v="3628"/>
          <ac:inkMkLst>
            <pc:docMk/>
            <pc:sldMk cId="604050894" sldId="319"/>
            <ac:inkMk id="233" creationId="{D119E7B4-C354-EA24-479C-8E776CDB2117}"/>
          </ac:inkMkLst>
        </pc:inkChg>
        <pc:inkChg chg="mod">
          <ac:chgData name="Pi, Yalong" userId="c9a3dc08-26f0-490d-b190-2780270c58e1" providerId="ADAL" clId="{F398E26A-6AC4-4DD8-A7B3-CD9F6274E7E3}" dt="2025-04-13T21:05:02.600" v="3628"/>
          <ac:inkMkLst>
            <pc:docMk/>
            <pc:sldMk cId="604050894" sldId="319"/>
            <ac:inkMk id="235" creationId="{D94D4629-C957-10C2-8DB9-60D63EE59629}"/>
          </ac:inkMkLst>
        </pc:inkChg>
        <pc:inkChg chg="add del mod">
          <ac:chgData name="Pi, Yalong" userId="c9a3dc08-26f0-490d-b190-2780270c58e1" providerId="ADAL" clId="{F398E26A-6AC4-4DD8-A7B3-CD9F6274E7E3}" dt="2025-04-13T21:03:19.275" v="3550"/>
          <ac:inkMkLst>
            <pc:docMk/>
            <pc:sldMk cId="604050894" sldId="319"/>
            <ac:inkMk id="236" creationId="{2CB6ACE5-B6D0-5122-F117-8E20EE040420}"/>
          </ac:inkMkLst>
        </pc:inkChg>
        <pc:inkChg chg="del mod">
          <ac:chgData name="Pi, Yalong" userId="c9a3dc08-26f0-490d-b190-2780270c58e1" providerId="ADAL" clId="{F398E26A-6AC4-4DD8-A7B3-CD9F6274E7E3}" dt="2025-04-13T21:03:50.845" v="3583"/>
          <ac:inkMkLst>
            <pc:docMk/>
            <pc:sldMk cId="604050894" sldId="319"/>
            <ac:inkMk id="237" creationId="{EC0903FB-ECBF-00B6-2B52-8B7C481CB853}"/>
          </ac:inkMkLst>
        </pc:inkChg>
        <pc:inkChg chg="del">
          <ac:chgData name="Pi, Yalong" userId="c9a3dc08-26f0-490d-b190-2780270c58e1" providerId="ADAL" clId="{F398E26A-6AC4-4DD8-A7B3-CD9F6274E7E3}" dt="2025-04-13T21:03:50.845" v="3582"/>
          <ac:inkMkLst>
            <pc:docMk/>
            <pc:sldMk cId="604050894" sldId="319"/>
            <ac:inkMk id="238" creationId="{984408CB-ED2F-8518-D4E9-7C303036CC67}"/>
          </ac:inkMkLst>
        </pc:inkChg>
        <pc:inkChg chg="mod">
          <ac:chgData name="Pi, Yalong" userId="c9a3dc08-26f0-490d-b190-2780270c58e1" providerId="ADAL" clId="{F398E26A-6AC4-4DD8-A7B3-CD9F6274E7E3}" dt="2025-04-13T21:03:12.414" v="3523"/>
          <ac:inkMkLst>
            <pc:docMk/>
            <pc:sldMk cId="604050894" sldId="319"/>
            <ac:inkMk id="240" creationId="{FC3D8F4D-B19E-52C3-BE90-4B96D541DEEB}"/>
          </ac:inkMkLst>
        </pc:inkChg>
        <pc:inkChg chg="del mod">
          <ac:chgData name="Pi, Yalong" userId="c9a3dc08-26f0-490d-b190-2780270c58e1" providerId="ADAL" clId="{F398E26A-6AC4-4DD8-A7B3-CD9F6274E7E3}" dt="2025-04-13T21:03:12.416" v="3535"/>
          <ac:inkMkLst>
            <pc:docMk/>
            <pc:sldMk cId="604050894" sldId="319"/>
            <ac:inkMk id="242" creationId="{45F00582-E1DC-E673-901B-A16ACA531138}"/>
          </ac:inkMkLst>
        </pc:inkChg>
        <pc:inkChg chg="del mod">
          <ac:chgData name="Pi, Yalong" userId="c9a3dc08-26f0-490d-b190-2780270c58e1" providerId="ADAL" clId="{F398E26A-6AC4-4DD8-A7B3-CD9F6274E7E3}" dt="2025-04-13T21:03:12.414" v="3522"/>
          <ac:inkMkLst>
            <pc:docMk/>
            <pc:sldMk cId="604050894" sldId="319"/>
            <ac:inkMk id="244" creationId="{F95A679F-27DA-49A4-5884-8A125E7A1CCB}"/>
          </ac:inkMkLst>
        </pc:inkChg>
        <pc:inkChg chg="mod">
          <ac:chgData name="Pi, Yalong" userId="c9a3dc08-26f0-490d-b190-2780270c58e1" providerId="ADAL" clId="{F398E26A-6AC4-4DD8-A7B3-CD9F6274E7E3}" dt="2025-04-13T21:03:12.414" v="3523"/>
          <ac:inkMkLst>
            <pc:docMk/>
            <pc:sldMk cId="604050894" sldId="319"/>
            <ac:inkMk id="247" creationId="{A8F8CB4C-B909-08D2-2786-0331532EC2AD}"/>
          </ac:inkMkLst>
        </pc:inkChg>
        <pc:inkChg chg="del">
          <ac:chgData name="Pi, Yalong" userId="c9a3dc08-26f0-490d-b190-2780270c58e1" providerId="ADAL" clId="{F398E26A-6AC4-4DD8-A7B3-CD9F6274E7E3}" dt="2025-04-13T21:03:12.414" v="3524"/>
          <ac:inkMkLst>
            <pc:docMk/>
            <pc:sldMk cId="604050894" sldId="319"/>
            <ac:inkMk id="248" creationId="{F113A527-7258-77C3-5BEA-2289C1E925B3}"/>
          </ac:inkMkLst>
        </pc:inkChg>
        <pc:inkChg chg="mod">
          <ac:chgData name="Pi, Yalong" userId="c9a3dc08-26f0-490d-b190-2780270c58e1" providerId="ADAL" clId="{F398E26A-6AC4-4DD8-A7B3-CD9F6274E7E3}" dt="2025-04-13T21:03:12.414" v="3523"/>
          <ac:inkMkLst>
            <pc:docMk/>
            <pc:sldMk cId="604050894" sldId="319"/>
            <ac:inkMk id="249" creationId="{BA2E1E5E-DE6A-F61A-6F16-953497718011}"/>
          </ac:inkMkLst>
        </pc:inkChg>
        <pc:inkChg chg="del mod">
          <ac:chgData name="Pi, Yalong" userId="c9a3dc08-26f0-490d-b190-2780270c58e1" providerId="ADAL" clId="{F398E26A-6AC4-4DD8-A7B3-CD9F6274E7E3}" dt="2025-04-13T21:03:12.416" v="3533"/>
          <ac:inkMkLst>
            <pc:docMk/>
            <pc:sldMk cId="604050894" sldId="319"/>
            <ac:inkMk id="250" creationId="{68D0A3D4-7F40-C29B-8D76-AB02B1949FF2}"/>
          </ac:inkMkLst>
        </pc:inkChg>
        <pc:inkChg chg="add del mod">
          <ac:chgData name="Pi, Yalong" userId="c9a3dc08-26f0-490d-b190-2780270c58e1" providerId="ADAL" clId="{F398E26A-6AC4-4DD8-A7B3-CD9F6274E7E3}" dt="2025-04-13T21:03:19.274" v="3549"/>
          <ac:inkMkLst>
            <pc:docMk/>
            <pc:sldMk cId="604050894" sldId="319"/>
            <ac:inkMk id="252" creationId="{280532B2-ADE3-359B-FED4-0CCD99C0BB1A}"/>
          </ac:inkMkLst>
        </pc:inkChg>
        <pc:inkChg chg="add del mod">
          <ac:chgData name="Pi, Yalong" userId="c9a3dc08-26f0-490d-b190-2780270c58e1" providerId="ADAL" clId="{F398E26A-6AC4-4DD8-A7B3-CD9F6274E7E3}" dt="2025-04-13T21:03:19.275" v="3551"/>
          <ac:inkMkLst>
            <pc:docMk/>
            <pc:sldMk cId="604050894" sldId="319"/>
            <ac:inkMk id="253" creationId="{1DAF5A6B-47BD-6584-1E41-2E107EDEF1EB}"/>
          </ac:inkMkLst>
        </pc:inkChg>
        <pc:inkChg chg="del mod">
          <ac:chgData name="Pi, Yalong" userId="c9a3dc08-26f0-490d-b190-2780270c58e1" providerId="ADAL" clId="{F398E26A-6AC4-4DD8-A7B3-CD9F6274E7E3}" dt="2025-04-13T21:03:12.415" v="3526"/>
          <ac:inkMkLst>
            <pc:docMk/>
            <pc:sldMk cId="604050894" sldId="319"/>
            <ac:inkMk id="254" creationId="{4B3F921C-7086-DEA6-2231-B4E1546787EE}"/>
          </ac:inkMkLst>
        </pc:inkChg>
        <pc:inkChg chg="add mod">
          <ac:chgData name="Pi, Yalong" userId="c9a3dc08-26f0-490d-b190-2780270c58e1" providerId="ADAL" clId="{F398E26A-6AC4-4DD8-A7B3-CD9F6274E7E3}" dt="2025-04-13T21:03:26.847" v="3563"/>
          <ac:inkMkLst>
            <pc:docMk/>
            <pc:sldMk cId="604050894" sldId="319"/>
            <ac:inkMk id="260" creationId="{CFD5E02D-1B32-64A3-2598-7BDDBB1669C4}"/>
          </ac:inkMkLst>
        </pc:inkChg>
        <pc:inkChg chg="del mod">
          <ac:chgData name="Pi, Yalong" userId="c9a3dc08-26f0-490d-b190-2780270c58e1" providerId="ADAL" clId="{F398E26A-6AC4-4DD8-A7B3-CD9F6274E7E3}" dt="2025-04-13T21:03:12.417" v="3537"/>
          <ac:inkMkLst>
            <pc:docMk/>
            <pc:sldMk cId="604050894" sldId="319"/>
            <ac:inkMk id="263" creationId="{2987E0F6-0589-B2B0-4D8F-96DD6E7C57AA}"/>
          </ac:inkMkLst>
        </pc:inkChg>
        <pc:inkChg chg="add mod">
          <ac:chgData name="Pi, Yalong" userId="c9a3dc08-26f0-490d-b190-2780270c58e1" providerId="ADAL" clId="{F398E26A-6AC4-4DD8-A7B3-CD9F6274E7E3}" dt="2025-04-13T21:03:26.847" v="3563"/>
          <ac:inkMkLst>
            <pc:docMk/>
            <pc:sldMk cId="604050894" sldId="319"/>
            <ac:inkMk id="266" creationId="{303118E4-6B9D-2BEB-7492-6CD89674856B}"/>
          </ac:inkMkLst>
        </pc:inkChg>
        <pc:inkChg chg="add">
          <ac:chgData name="Pi, Yalong" userId="c9a3dc08-26f0-490d-b190-2780270c58e1" providerId="ADAL" clId="{F398E26A-6AC4-4DD8-A7B3-CD9F6274E7E3}" dt="2025-04-13T21:03:22.440" v="3554" actId="9405"/>
          <ac:inkMkLst>
            <pc:docMk/>
            <pc:sldMk cId="604050894" sldId="319"/>
            <ac:inkMk id="267" creationId="{0F25C4F5-D10D-9800-379B-DCE662178485}"/>
          </ac:inkMkLst>
        </pc:inkChg>
        <pc:inkChg chg="add mod">
          <ac:chgData name="Pi, Yalong" userId="c9a3dc08-26f0-490d-b190-2780270c58e1" providerId="ADAL" clId="{F398E26A-6AC4-4DD8-A7B3-CD9F6274E7E3}" dt="2025-04-13T21:03:26.847" v="3563"/>
          <ac:inkMkLst>
            <pc:docMk/>
            <pc:sldMk cId="604050894" sldId="319"/>
            <ac:inkMk id="268" creationId="{07068FE2-4BFB-4806-A824-BBC3C54B6174}"/>
          </ac:inkMkLst>
        </pc:inkChg>
        <pc:inkChg chg="add mod">
          <ac:chgData name="Pi, Yalong" userId="c9a3dc08-26f0-490d-b190-2780270c58e1" providerId="ADAL" clId="{F398E26A-6AC4-4DD8-A7B3-CD9F6274E7E3}" dt="2025-04-13T21:03:26.847" v="3563"/>
          <ac:inkMkLst>
            <pc:docMk/>
            <pc:sldMk cId="604050894" sldId="319"/>
            <ac:inkMk id="269" creationId="{DE01C7AE-A2E4-2A75-5E99-38E43217D464}"/>
          </ac:inkMkLst>
        </pc:inkChg>
        <pc:inkChg chg="add mod">
          <ac:chgData name="Pi, Yalong" userId="c9a3dc08-26f0-490d-b190-2780270c58e1" providerId="ADAL" clId="{F398E26A-6AC4-4DD8-A7B3-CD9F6274E7E3}" dt="2025-04-13T21:03:26.847" v="3563"/>
          <ac:inkMkLst>
            <pc:docMk/>
            <pc:sldMk cId="604050894" sldId="319"/>
            <ac:inkMk id="270" creationId="{9BA9DEDF-77E4-0268-909E-A1A8DA22A62B}"/>
          </ac:inkMkLst>
        </pc:inkChg>
        <pc:inkChg chg="add">
          <ac:chgData name="Pi, Yalong" userId="c9a3dc08-26f0-490d-b190-2780270c58e1" providerId="ADAL" clId="{F398E26A-6AC4-4DD8-A7B3-CD9F6274E7E3}" dt="2025-04-13T21:03:24.410" v="3558" actId="9405"/>
          <ac:inkMkLst>
            <pc:docMk/>
            <pc:sldMk cId="604050894" sldId="319"/>
            <ac:inkMk id="271" creationId="{8C54E5AC-3F59-8F41-6212-71EBD659612D}"/>
          </ac:inkMkLst>
        </pc:inkChg>
        <pc:inkChg chg="add mod">
          <ac:chgData name="Pi, Yalong" userId="c9a3dc08-26f0-490d-b190-2780270c58e1" providerId="ADAL" clId="{F398E26A-6AC4-4DD8-A7B3-CD9F6274E7E3}" dt="2025-04-13T21:03:26.847" v="3563"/>
          <ac:inkMkLst>
            <pc:docMk/>
            <pc:sldMk cId="604050894" sldId="319"/>
            <ac:inkMk id="272" creationId="{C2F8C966-829A-1FDC-CBF6-BCAFC4817E6B}"/>
          </ac:inkMkLst>
        </pc:inkChg>
        <pc:inkChg chg="add mod">
          <ac:chgData name="Pi, Yalong" userId="c9a3dc08-26f0-490d-b190-2780270c58e1" providerId="ADAL" clId="{F398E26A-6AC4-4DD8-A7B3-CD9F6274E7E3}" dt="2025-04-13T21:03:26.847" v="3563"/>
          <ac:inkMkLst>
            <pc:docMk/>
            <pc:sldMk cId="604050894" sldId="319"/>
            <ac:inkMk id="273" creationId="{4056E9A5-F06C-9B34-C0B6-6CD9D342B29D}"/>
          </ac:inkMkLst>
        </pc:inkChg>
        <pc:inkChg chg="add mod">
          <ac:chgData name="Pi, Yalong" userId="c9a3dc08-26f0-490d-b190-2780270c58e1" providerId="ADAL" clId="{F398E26A-6AC4-4DD8-A7B3-CD9F6274E7E3}" dt="2025-04-13T21:03:26.847" v="3563"/>
          <ac:inkMkLst>
            <pc:docMk/>
            <pc:sldMk cId="604050894" sldId="319"/>
            <ac:inkMk id="274" creationId="{A156E42D-CB6F-9DF0-6D0F-3AFCEFC109F9}"/>
          </ac:inkMkLst>
        </pc:inkChg>
        <pc:inkChg chg="add">
          <ac:chgData name="Pi, Yalong" userId="c9a3dc08-26f0-490d-b190-2780270c58e1" providerId="ADAL" clId="{F398E26A-6AC4-4DD8-A7B3-CD9F6274E7E3}" dt="2025-04-13T21:03:25.893" v="3562" actId="9405"/>
          <ac:inkMkLst>
            <pc:docMk/>
            <pc:sldMk cId="604050894" sldId="319"/>
            <ac:inkMk id="275" creationId="{2F99BFD0-7871-7866-6145-397611AD87D5}"/>
          </ac:inkMkLst>
        </pc:inkChg>
        <pc:inkChg chg="add">
          <ac:chgData name="Pi, Yalong" userId="c9a3dc08-26f0-490d-b190-2780270c58e1" providerId="ADAL" clId="{F398E26A-6AC4-4DD8-A7B3-CD9F6274E7E3}" dt="2025-04-13T21:03:38.711" v="3564" actId="9405"/>
          <ac:inkMkLst>
            <pc:docMk/>
            <pc:sldMk cId="604050894" sldId="319"/>
            <ac:inkMk id="278" creationId="{C608F5CB-8198-37CD-C7DA-6185E4C2F75F}"/>
          </ac:inkMkLst>
        </pc:inkChg>
        <pc:inkChg chg="add mod">
          <ac:chgData name="Pi, Yalong" userId="c9a3dc08-26f0-490d-b190-2780270c58e1" providerId="ADAL" clId="{F398E26A-6AC4-4DD8-A7B3-CD9F6274E7E3}" dt="2025-04-13T21:03:41.763" v="3570"/>
          <ac:inkMkLst>
            <pc:docMk/>
            <pc:sldMk cId="604050894" sldId="319"/>
            <ac:inkMk id="279" creationId="{E14F5BD8-D449-5FFB-C2D6-5711463EF027}"/>
          </ac:inkMkLst>
        </pc:inkChg>
        <pc:inkChg chg="add mod">
          <ac:chgData name="Pi, Yalong" userId="c9a3dc08-26f0-490d-b190-2780270c58e1" providerId="ADAL" clId="{F398E26A-6AC4-4DD8-A7B3-CD9F6274E7E3}" dt="2025-04-13T21:03:41.763" v="3570"/>
          <ac:inkMkLst>
            <pc:docMk/>
            <pc:sldMk cId="604050894" sldId="319"/>
            <ac:inkMk id="280" creationId="{7EBF75AE-AB86-97B8-7CA2-90B2DE9E622E}"/>
          </ac:inkMkLst>
        </pc:inkChg>
        <pc:inkChg chg="add mod">
          <ac:chgData name="Pi, Yalong" userId="c9a3dc08-26f0-490d-b190-2780270c58e1" providerId="ADAL" clId="{F398E26A-6AC4-4DD8-A7B3-CD9F6274E7E3}" dt="2025-04-13T21:03:41.763" v="3570"/>
          <ac:inkMkLst>
            <pc:docMk/>
            <pc:sldMk cId="604050894" sldId="319"/>
            <ac:inkMk id="281" creationId="{1137CA46-DA79-6B49-4C47-0556E6D2C6BF}"/>
          </ac:inkMkLst>
        </pc:inkChg>
        <pc:inkChg chg="add mod">
          <ac:chgData name="Pi, Yalong" userId="c9a3dc08-26f0-490d-b190-2780270c58e1" providerId="ADAL" clId="{F398E26A-6AC4-4DD8-A7B3-CD9F6274E7E3}" dt="2025-04-13T21:03:41.763" v="3570"/>
          <ac:inkMkLst>
            <pc:docMk/>
            <pc:sldMk cId="604050894" sldId="319"/>
            <ac:inkMk id="282" creationId="{2849BF50-0D13-14DA-72FA-FCF3C42EB04C}"/>
          </ac:inkMkLst>
        </pc:inkChg>
        <pc:inkChg chg="add mod">
          <ac:chgData name="Pi, Yalong" userId="c9a3dc08-26f0-490d-b190-2780270c58e1" providerId="ADAL" clId="{F398E26A-6AC4-4DD8-A7B3-CD9F6274E7E3}" dt="2025-04-13T21:03:41.763" v="3570"/>
          <ac:inkMkLst>
            <pc:docMk/>
            <pc:sldMk cId="604050894" sldId="319"/>
            <ac:inkMk id="283" creationId="{1572ABB8-212A-7665-FFEC-6A8EA41F7DCF}"/>
          </ac:inkMkLst>
        </pc:inkChg>
        <pc:inkChg chg="add mod">
          <ac:chgData name="Pi, Yalong" userId="c9a3dc08-26f0-490d-b190-2780270c58e1" providerId="ADAL" clId="{F398E26A-6AC4-4DD8-A7B3-CD9F6274E7E3}" dt="2025-04-13T21:03:47.297" v="3581"/>
          <ac:inkMkLst>
            <pc:docMk/>
            <pc:sldMk cId="604050894" sldId="319"/>
            <ac:inkMk id="285" creationId="{ACE15468-5A88-1E1D-6FBE-80FDD8A8A4C6}"/>
          </ac:inkMkLst>
        </pc:inkChg>
        <pc:inkChg chg="add">
          <ac:chgData name="Pi, Yalong" userId="c9a3dc08-26f0-490d-b190-2780270c58e1" providerId="ADAL" clId="{F398E26A-6AC4-4DD8-A7B3-CD9F6274E7E3}" dt="2025-04-13T21:03:43.536" v="3572" actId="9405"/>
          <ac:inkMkLst>
            <pc:docMk/>
            <pc:sldMk cId="604050894" sldId="319"/>
            <ac:inkMk id="286" creationId="{FB97C5DB-87F5-832D-F264-8EB972536E10}"/>
          </ac:inkMkLst>
        </pc:inkChg>
        <pc:inkChg chg="add mod">
          <ac:chgData name="Pi, Yalong" userId="c9a3dc08-26f0-490d-b190-2780270c58e1" providerId="ADAL" clId="{F398E26A-6AC4-4DD8-A7B3-CD9F6274E7E3}" dt="2025-04-13T21:03:47.297" v="3581"/>
          <ac:inkMkLst>
            <pc:docMk/>
            <pc:sldMk cId="604050894" sldId="319"/>
            <ac:inkMk id="287" creationId="{2C867EA0-D125-2314-3191-7AFAAEBE6FCE}"/>
          </ac:inkMkLst>
        </pc:inkChg>
        <pc:inkChg chg="add mod">
          <ac:chgData name="Pi, Yalong" userId="c9a3dc08-26f0-490d-b190-2780270c58e1" providerId="ADAL" clId="{F398E26A-6AC4-4DD8-A7B3-CD9F6274E7E3}" dt="2025-04-13T21:03:47.297" v="3581"/>
          <ac:inkMkLst>
            <pc:docMk/>
            <pc:sldMk cId="604050894" sldId="319"/>
            <ac:inkMk id="288" creationId="{4BFC9734-46E3-A23F-5EB5-9C0C1DD5964A}"/>
          </ac:inkMkLst>
        </pc:inkChg>
        <pc:inkChg chg="add mod">
          <ac:chgData name="Pi, Yalong" userId="c9a3dc08-26f0-490d-b190-2780270c58e1" providerId="ADAL" clId="{F398E26A-6AC4-4DD8-A7B3-CD9F6274E7E3}" dt="2025-04-13T21:03:47.297" v="3581"/>
          <ac:inkMkLst>
            <pc:docMk/>
            <pc:sldMk cId="604050894" sldId="319"/>
            <ac:inkMk id="289" creationId="{25413AA9-B099-EA92-085F-EBF9EFCEA66F}"/>
          </ac:inkMkLst>
        </pc:inkChg>
        <pc:inkChg chg="add">
          <ac:chgData name="Pi, Yalong" userId="c9a3dc08-26f0-490d-b190-2780270c58e1" providerId="ADAL" clId="{F398E26A-6AC4-4DD8-A7B3-CD9F6274E7E3}" dt="2025-04-13T21:03:45.571" v="3576" actId="9405"/>
          <ac:inkMkLst>
            <pc:docMk/>
            <pc:sldMk cId="604050894" sldId="319"/>
            <ac:inkMk id="290" creationId="{3D91E446-9334-DD3F-C84C-7308C1EA9D26}"/>
          </ac:inkMkLst>
        </pc:inkChg>
        <pc:inkChg chg="add mod">
          <ac:chgData name="Pi, Yalong" userId="c9a3dc08-26f0-490d-b190-2780270c58e1" providerId="ADAL" clId="{F398E26A-6AC4-4DD8-A7B3-CD9F6274E7E3}" dt="2025-04-13T21:03:47.297" v="3581"/>
          <ac:inkMkLst>
            <pc:docMk/>
            <pc:sldMk cId="604050894" sldId="319"/>
            <ac:inkMk id="291" creationId="{90032E58-34B6-266A-23A0-6B1459B8A800}"/>
          </ac:inkMkLst>
        </pc:inkChg>
        <pc:inkChg chg="add mod">
          <ac:chgData name="Pi, Yalong" userId="c9a3dc08-26f0-490d-b190-2780270c58e1" providerId="ADAL" clId="{F398E26A-6AC4-4DD8-A7B3-CD9F6274E7E3}" dt="2025-04-13T21:03:47.297" v="3581"/>
          <ac:inkMkLst>
            <pc:docMk/>
            <pc:sldMk cId="604050894" sldId="319"/>
            <ac:inkMk id="292" creationId="{E1ADE175-2877-C9EF-8F54-E54321BDCC10}"/>
          </ac:inkMkLst>
        </pc:inkChg>
        <pc:inkChg chg="add mod">
          <ac:chgData name="Pi, Yalong" userId="c9a3dc08-26f0-490d-b190-2780270c58e1" providerId="ADAL" clId="{F398E26A-6AC4-4DD8-A7B3-CD9F6274E7E3}" dt="2025-04-13T21:03:47.297" v="3581"/>
          <ac:inkMkLst>
            <pc:docMk/>
            <pc:sldMk cId="604050894" sldId="319"/>
            <ac:inkMk id="293" creationId="{D0FDA8B1-46EC-9C0E-A1B0-3C7DA2BB02E9}"/>
          </ac:inkMkLst>
        </pc:inkChg>
        <pc:inkChg chg="add mod">
          <ac:chgData name="Pi, Yalong" userId="c9a3dc08-26f0-490d-b190-2780270c58e1" providerId="ADAL" clId="{F398E26A-6AC4-4DD8-A7B3-CD9F6274E7E3}" dt="2025-04-13T21:03:47.297" v="3581"/>
          <ac:inkMkLst>
            <pc:docMk/>
            <pc:sldMk cId="604050894" sldId="319"/>
            <ac:inkMk id="294" creationId="{D6AD5BC6-A7A5-A860-2958-E42A07633C7E}"/>
          </ac:inkMkLst>
        </pc:inkChg>
        <pc:inkChg chg="add mod">
          <ac:chgData name="Pi, Yalong" userId="c9a3dc08-26f0-490d-b190-2780270c58e1" providerId="ADAL" clId="{F398E26A-6AC4-4DD8-A7B3-CD9F6274E7E3}" dt="2025-04-13T21:03:54.786" v="3589"/>
          <ac:inkMkLst>
            <pc:docMk/>
            <pc:sldMk cId="604050894" sldId="319"/>
            <ac:inkMk id="297" creationId="{A46AB30D-26AC-4602-D67C-F34CA127CFAE}"/>
          </ac:inkMkLst>
        </pc:inkChg>
        <pc:inkChg chg="add mod">
          <ac:chgData name="Pi, Yalong" userId="c9a3dc08-26f0-490d-b190-2780270c58e1" providerId="ADAL" clId="{F398E26A-6AC4-4DD8-A7B3-CD9F6274E7E3}" dt="2025-04-13T21:03:54.786" v="3589"/>
          <ac:inkMkLst>
            <pc:docMk/>
            <pc:sldMk cId="604050894" sldId="319"/>
            <ac:inkMk id="298" creationId="{C18CB134-D48B-84D0-C2B2-7A62CB36060D}"/>
          </ac:inkMkLst>
        </pc:inkChg>
        <pc:inkChg chg="add mod">
          <ac:chgData name="Pi, Yalong" userId="c9a3dc08-26f0-490d-b190-2780270c58e1" providerId="ADAL" clId="{F398E26A-6AC4-4DD8-A7B3-CD9F6274E7E3}" dt="2025-04-13T21:03:54.786" v="3589"/>
          <ac:inkMkLst>
            <pc:docMk/>
            <pc:sldMk cId="604050894" sldId="319"/>
            <ac:inkMk id="299" creationId="{90CAA39E-02F7-B4A5-8989-F37FA367CA28}"/>
          </ac:inkMkLst>
        </pc:inkChg>
        <pc:inkChg chg="add mod">
          <ac:chgData name="Pi, Yalong" userId="c9a3dc08-26f0-490d-b190-2780270c58e1" providerId="ADAL" clId="{F398E26A-6AC4-4DD8-A7B3-CD9F6274E7E3}" dt="2025-04-13T21:03:54.786" v="3589"/>
          <ac:inkMkLst>
            <pc:docMk/>
            <pc:sldMk cId="604050894" sldId="319"/>
            <ac:inkMk id="301" creationId="{7A3BD4BE-74FE-D874-867A-A96AA6A9040A}"/>
          </ac:inkMkLst>
        </pc:inkChg>
        <pc:inkChg chg="add">
          <ac:chgData name="Pi, Yalong" userId="c9a3dc08-26f0-490d-b190-2780270c58e1" providerId="ADAL" clId="{F398E26A-6AC4-4DD8-A7B3-CD9F6274E7E3}" dt="2025-04-13T21:03:56.533" v="3590" actId="9405"/>
          <ac:inkMkLst>
            <pc:docMk/>
            <pc:sldMk cId="604050894" sldId="319"/>
            <ac:inkMk id="303" creationId="{DFAE0A7D-C56D-0CDA-72CD-44CF2FB7DBAD}"/>
          </ac:inkMkLst>
        </pc:inkChg>
        <pc:inkChg chg="add mod">
          <ac:chgData name="Pi, Yalong" userId="c9a3dc08-26f0-490d-b190-2780270c58e1" providerId="ADAL" clId="{F398E26A-6AC4-4DD8-A7B3-CD9F6274E7E3}" dt="2025-04-13T21:04:23.335" v="3595"/>
          <ac:inkMkLst>
            <pc:docMk/>
            <pc:sldMk cId="604050894" sldId="319"/>
            <ac:inkMk id="304" creationId="{DBB2AE33-DFEF-F87F-70D8-417F86FFD86F}"/>
          </ac:inkMkLst>
        </pc:inkChg>
        <pc:inkChg chg="add mod">
          <ac:chgData name="Pi, Yalong" userId="c9a3dc08-26f0-490d-b190-2780270c58e1" providerId="ADAL" clId="{F398E26A-6AC4-4DD8-A7B3-CD9F6274E7E3}" dt="2025-04-13T21:04:23.335" v="3595"/>
          <ac:inkMkLst>
            <pc:docMk/>
            <pc:sldMk cId="604050894" sldId="319"/>
            <ac:inkMk id="305" creationId="{57080C99-769A-B911-576F-FB81582B182E}"/>
          </ac:inkMkLst>
        </pc:inkChg>
        <pc:inkChg chg="add">
          <ac:chgData name="Pi, Yalong" userId="c9a3dc08-26f0-490d-b190-2780270c58e1" providerId="ADAL" clId="{F398E26A-6AC4-4DD8-A7B3-CD9F6274E7E3}" dt="2025-04-13T21:04:28.795" v="3596" actId="9405"/>
          <ac:inkMkLst>
            <pc:docMk/>
            <pc:sldMk cId="604050894" sldId="319"/>
            <ac:inkMk id="307" creationId="{D1DD09AF-C980-C6F9-B51F-02BA06D6A756}"/>
          </ac:inkMkLst>
        </pc:inkChg>
        <pc:inkChg chg="add del">
          <ac:chgData name="Pi, Yalong" userId="c9a3dc08-26f0-490d-b190-2780270c58e1" providerId="ADAL" clId="{F398E26A-6AC4-4DD8-A7B3-CD9F6274E7E3}" dt="2025-04-13T21:04:57.435" v="3612"/>
          <ac:inkMkLst>
            <pc:docMk/>
            <pc:sldMk cId="604050894" sldId="319"/>
            <ac:inkMk id="308" creationId="{8BB012E2-59C5-0B09-740F-EA0C0BC550E5}"/>
          </ac:inkMkLst>
        </pc:inkChg>
        <pc:inkChg chg="add">
          <ac:chgData name="Pi, Yalong" userId="c9a3dc08-26f0-490d-b190-2780270c58e1" providerId="ADAL" clId="{F398E26A-6AC4-4DD8-A7B3-CD9F6274E7E3}" dt="2025-04-13T21:04:38.403" v="3599" actId="9405"/>
          <ac:inkMkLst>
            <pc:docMk/>
            <pc:sldMk cId="604050894" sldId="319"/>
            <ac:inkMk id="309" creationId="{3CADC772-A2B7-17E0-0317-132413B0C263}"/>
          </ac:inkMkLst>
        </pc:inkChg>
        <pc:inkChg chg="add del mod">
          <ac:chgData name="Pi, Yalong" userId="c9a3dc08-26f0-490d-b190-2780270c58e1" providerId="ADAL" clId="{F398E26A-6AC4-4DD8-A7B3-CD9F6274E7E3}" dt="2025-04-13T21:04:57.436" v="3617"/>
          <ac:inkMkLst>
            <pc:docMk/>
            <pc:sldMk cId="604050894" sldId="319"/>
            <ac:inkMk id="310" creationId="{BDE68702-F189-E2AC-8E5C-534E845F0B3E}"/>
          </ac:inkMkLst>
        </pc:inkChg>
        <pc:inkChg chg="add del mod">
          <ac:chgData name="Pi, Yalong" userId="c9a3dc08-26f0-490d-b190-2780270c58e1" providerId="ADAL" clId="{F398E26A-6AC4-4DD8-A7B3-CD9F6274E7E3}" dt="2025-04-13T21:04:57.436" v="3621"/>
          <ac:inkMkLst>
            <pc:docMk/>
            <pc:sldMk cId="604050894" sldId="319"/>
            <ac:inkMk id="311" creationId="{6546FA3D-BF26-E2A2-EBD5-550F33137CF6}"/>
          </ac:inkMkLst>
        </pc:inkChg>
        <pc:inkChg chg="add del mod">
          <ac:chgData name="Pi, Yalong" userId="c9a3dc08-26f0-490d-b190-2780270c58e1" providerId="ADAL" clId="{F398E26A-6AC4-4DD8-A7B3-CD9F6274E7E3}" dt="2025-04-13T21:04:57.436" v="3620"/>
          <ac:inkMkLst>
            <pc:docMk/>
            <pc:sldMk cId="604050894" sldId="319"/>
            <ac:inkMk id="312" creationId="{4EFDB947-B128-77AE-A161-97C1C9AC0101}"/>
          </ac:inkMkLst>
        </pc:inkChg>
        <pc:inkChg chg="add del mod">
          <ac:chgData name="Pi, Yalong" userId="c9a3dc08-26f0-490d-b190-2780270c58e1" providerId="ADAL" clId="{F398E26A-6AC4-4DD8-A7B3-CD9F6274E7E3}" dt="2025-04-13T21:04:57.436" v="3622"/>
          <ac:inkMkLst>
            <pc:docMk/>
            <pc:sldMk cId="604050894" sldId="319"/>
            <ac:inkMk id="313" creationId="{D048439B-F1C1-8CA1-7C5F-18FD582BCCFD}"/>
          </ac:inkMkLst>
        </pc:inkChg>
        <pc:inkChg chg="add del">
          <ac:chgData name="Pi, Yalong" userId="c9a3dc08-26f0-490d-b190-2780270c58e1" providerId="ADAL" clId="{F398E26A-6AC4-4DD8-A7B3-CD9F6274E7E3}" dt="2025-04-13T21:04:57.435" v="3614"/>
          <ac:inkMkLst>
            <pc:docMk/>
            <pc:sldMk cId="604050894" sldId="319"/>
            <ac:inkMk id="314" creationId="{F7946BFD-5857-7958-6CC3-DC081A8E5021}"/>
          </ac:inkMkLst>
        </pc:inkChg>
        <pc:inkChg chg="add del mod">
          <ac:chgData name="Pi, Yalong" userId="c9a3dc08-26f0-490d-b190-2780270c58e1" providerId="ADAL" clId="{F398E26A-6AC4-4DD8-A7B3-CD9F6274E7E3}" dt="2025-04-13T21:04:57.436" v="3618"/>
          <ac:inkMkLst>
            <pc:docMk/>
            <pc:sldMk cId="604050894" sldId="319"/>
            <ac:inkMk id="315" creationId="{458A8918-9C5B-9FC0-85AB-CC1F2DDEF77C}"/>
          </ac:inkMkLst>
        </pc:inkChg>
        <pc:inkChg chg="add del mod">
          <ac:chgData name="Pi, Yalong" userId="c9a3dc08-26f0-490d-b190-2780270c58e1" providerId="ADAL" clId="{F398E26A-6AC4-4DD8-A7B3-CD9F6274E7E3}" dt="2025-04-13T21:04:57.436" v="3616"/>
          <ac:inkMkLst>
            <pc:docMk/>
            <pc:sldMk cId="604050894" sldId="319"/>
            <ac:inkMk id="316" creationId="{8CFB62F8-6FFE-E2D1-D0FF-7419A6F7F07E}"/>
          </ac:inkMkLst>
        </pc:inkChg>
        <pc:inkChg chg="add del mod">
          <ac:chgData name="Pi, Yalong" userId="c9a3dc08-26f0-490d-b190-2780270c58e1" providerId="ADAL" clId="{F398E26A-6AC4-4DD8-A7B3-CD9F6274E7E3}" dt="2025-04-13T21:04:57.436" v="3615"/>
          <ac:inkMkLst>
            <pc:docMk/>
            <pc:sldMk cId="604050894" sldId="319"/>
            <ac:inkMk id="317" creationId="{5CB68171-189F-C5DA-43C9-E19ECCD1E89F}"/>
          </ac:inkMkLst>
        </pc:inkChg>
        <pc:inkChg chg="add del mod">
          <ac:chgData name="Pi, Yalong" userId="c9a3dc08-26f0-490d-b190-2780270c58e1" providerId="ADAL" clId="{F398E26A-6AC4-4DD8-A7B3-CD9F6274E7E3}" dt="2025-04-13T21:04:57.435" v="3613"/>
          <ac:inkMkLst>
            <pc:docMk/>
            <pc:sldMk cId="604050894" sldId="319"/>
            <ac:inkMk id="318" creationId="{8414545F-36AA-42C7-0566-35B2E10EA696}"/>
          </ac:inkMkLst>
        </pc:inkChg>
        <pc:inkChg chg="add del mod">
          <ac:chgData name="Pi, Yalong" userId="c9a3dc08-26f0-490d-b190-2780270c58e1" providerId="ADAL" clId="{F398E26A-6AC4-4DD8-A7B3-CD9F6274E7E3}" dt="2025-04-13T21:04:57.436" v="3619"/>
          <ac:inkMkLst>
            <pc:docMk/>
            <pc:sldMk cId="604050894" sldId="319"/>
            <ac:inkMk id="319" creationId="{8EBFD012-CFF0-A120-69F3-E690511AF04C}"/>
          </ac:inkMkLst>
        </pc:inkChg>
        <pc:inkChg chg="add del mod">
          <ac:chgData name="Pi, Yalong" userId="c9a3dc08-26f0-490d-b190-2780270c58e1" providerId="ADAL" clId="{F398E26A-6AC4-4DD8-A7B3-CD9F6274E7E3}" dt="2025-04-13T21:04:57.436" v="3623"/>
          <ac:inkMkLst>
            <pc:docMk/>
            <pc:sldMk cId="604050894" sldId="319"/>
            <ac:inkMk id="320" creationId="{1CCEA188-A9D7-2A32-F10B-9ED3CB5C4A7C}"/>
          </ac:inkMkLst>
        </pc:inkChg>
        <pc:inkChg chg="add">
          <ac:chgData name="Pi, Yalong" userId="c9a3dc08-26f0-490d-b190-2780270c58e1" providerId="ADAL" clId="{F398E26A-6AC4-4DD8-A7B3-CD9F6274E7E3}" dt="2025-04-13T21:05:04.248" v="3629" actId="9405"/>
          <ac:inkMkLst>
            <pc:docMk/>
            <pc:sldMk cId="604050894" sldId="319"/>
            <ac:inkMk id="322" creationId="{1108AE24-47E2-A966-387B-7E675C98F599}"/>
          </ac:inkMkLst>
        </pc:inkChg>
        <pc:inkChg chg="add del">
          <ac:chgData name="Pi, Yalong" userId="c9a3dc08-26f0-490d-b190-2780270c58e1" providerId="ADAL" clId="{F398E26A-6AC4-4DD8-A7B3-CD9F6274E7E3}" dt="2025-04-13T21:18:37.326" v="3658"/>
          <ac:inkMkLst>
            <pc:docMk/>
            <pc:sldMk cId="604050894" sldId="319"/>
            <ac:inkMk id="323" creationId="{1511F190-DC6D-9694-99BA-74836BF98EFC}"/>
          </ac:inkMkLst>
        </pc:inkChg>
        <pc:inkChg chg="add del">
          <ac:chgData name="Pi, Yalong" userId="c9a3dc08-26f0-490d-b190-2780270c58e1" providerId="ADAL" clId="{F398E26A-6AC4-4DD8-A7B3-CD9F6274E7E3}" dt="2025-04-13T21:18:37.325" v="3657"/>
          <ac:inkMkLst>
            <pc:docMk/>
            <pc:sldMk cId="604050894" sldId="319"/>
            <ac:inkMk id="324" creationId="{7EEF1DE8-36DC-7E43-79F7-C14AD813B46B}"/>
          </ac:inkMkLst>
        </pc:inkChg>
        <pc:inkChg chg="add del">
          <ac:chgData name="Pi, Yalong" userId="c9a3dc08-26f0-490d-b190-2780270c58e1" providerId="ADAL" clId="{F398E26A-6AC4-4DD8-A7B3-CD9F6274E7E3}" dt="2025-04-13T21:18:37.326" v="3659"/>
          <ac:inkMkLst>
            <pc:docMk/>
            <pc:sldMk cId="604050894" sldId="319"/>
            <ac:inkMk id="325" creationId="{B7686037-BD7F-2F0B-3065-B89928D8DE9F}"/>
          </ac:inkMkLst>
        </pc:inkChg>
        <pc:inkChg chg="add mod">
          <ac:chgData name="Pi, Yalong" userId="c9a3dc08-26f0-490d-b190-2780270c58e1" providerId="ADAL" clId="{F398E26A-6AC4-4DD8-A7B3-CD9F6274E7E3}" dt="2025-04-13T21:09:54.654" v="3637"/>
          <ac:inkMkLst>
            <pc:docMk/>
            <pc:sldMk cId="604050894" sldId="319"/>
            <ac:inkMk id="326" creationId="{D9E86ADB-EEC0-20EB-CFCF-406B1030F2F0}"/>
          </ac:inkMkLst>
        </pc:inkChg>
        <pc:inkChg chg="add mod">
          <ac:chgData name="Pi, Yalong" userId="c9a3dc08-26f0-490d-b190-2780270c58e1" providerId="ADAL" clId="{F398E26A-6AC4-4DD8-A7B3-CD9F6274E7E3}" dt="2025-04-13T21:09:54.654" v="3637"/>
          <ac:inkMkLst>
            <pc:docMk/>
            <pc:sldMk cId="604050894" sldId="319"/>
            <ac:inkMk id="327" creationId="{6CA6F690-E0B9-C0B6-50E5-E8D4FB98CCA1}"/>
          </ac:inkMkLst>
        </pc:inkChg>
        <pc:inkChg chg="add">
          <ac:chgData name="Pi, Yalong" userId="c9a3dc08-26f0-490d-b190-2780270c58e1" providerId="ADAL" clId="{F398E26A-6AC4-4DD8-A7B3-CD9F6274E7E3}" dt="2025-04-13T21:09:54.981" v="3638" actId="9405"/>
          <ac:inkMkLst>
            <pc:docMk/>
            <pc:sldMk cId="604050894" sldId="319"/>
            <ac:inkMk id="329" creationId="{A332388B-77AA-2F6B-C209-3FD6FCD12C37}"/>
          </ac:inkMkLst>
        </pc:inkChg>
        <pc:inkChg chg="add mod">
          <ac:chgData name="Pi, Yalong" userId="c9a3dc08-26f0-490d-b190-2780270c58e1" providerId="ADAL" clId="{F398E26A-6AC4-4DD8-A7B3-CD9F6274E7E3}" dt="2025-04-13T21:17:25.046" v="3651"/>
          <ac:inkMkLst>
            <pc:docMk/>
            <pc:sldMk cId="604050894" sldId="319"/>
            <ac:inkMk id="330" creationId="{0A30FA23-7AE9-3525-37AA-2B1165E94BFC}"/>
          </ac:inkMkLst>
        </pc:inkChg>
        <pc:inkChg chg="add mod">
          <ac:chgData name="Pi, Yalong" userId="c9a3dc08-26f0-490d-b190-2780270c58e1" providerId="ADAL" clId="{F398E26A-6AC4-4DD8-A7B3-CD9F6274E7E3}" dt="2025-04-13T21:17:25.046" v="3651"/>
          <ac:inkMkLst>
            <pc:docMk/>
            <pc:sldMk cId="604050894" sldId="319"/>
            <ac:inkMk id="331" creationId="{538AAF82-3778-B8DA-BFE3-DECC52E5DA51}"/>
          </ac:inkMkLst>
        </pc:inkChg>
        <pc:inkChg chg="add">
          <ac:chgData name="Pi, Yalong" userId="c9a3dc08-26f0-490d-b190-2780270c58e1" providerId="ADAL" clId="{F398E26A-6AC4-4DD8-A7B3-CD9F6274E7E3}" dt="2025-04-13T21:17:21.313" v="3641" actId="9405"/>
          <ac:inkMkLst>
            <pc:docMk/>
            <pc:sldMk cId="604050894" sldId="319"/>
            <ac:inkMk id="332" creationId="{133871C3-D7F0-FCAD-D4EE-CF2109D97308}"/>
          </ac:inkMkLst>
        </pc:inkChg>
        <pc:inkChg chg="add">
          <ac:chgData name="Pi, Yalong" userId="c9a3dc08-26f0-490d-b190-2780270c58e1" providerId="ADAL" clId="{F398E26A-6AC4-4DD8-A7B3-CD9F6274E7E3}" dt="2025-04-13T21:17:21.646" v="3642" actId="9405"/>
          <ac:inkMkLst>
            <pc:docMk/>
            <pc:sldMk cId="604050894" sldId="319"/>
            <ac:inkMk id="333" creationId="{F6C414D3-7254-3CAD-3C08-86531BF3741B}"/>
          </ac:inkMkLst>
        </pc:inkChg>
        <pc:inkChg chg="add mod">
          <ac:chgData name="Pi, Yalong" userId="c9a3dc08-26f0-490d-b190-2780270c58e1" providerId="ADAL" clId="{F398E26A-6AC4-4DD8-A7B3-CD9F6274E7E3}" dt="2025-04-13T21:17:25.046" v="3651"/>
          <ac:inkMkLst>
            <pc:docMk/>
            <pc:sldMk cId="604050894" sldId="319"/>
            <ac:inkMk id="334" creationId="{C96EA725-D51A-AE0E-7399-F0BC261EA610}"/>
          </ac:inkMkLst>
        </pc:inkChg>
        <pc:inkChg chg="add mod">
          <ac:chgData name="Pi, Yalong" userId="c9a3dc08-26f0-490d-b190-2780270c58e1" providerId="ADAL" clId="{F398E26A-6AC4-4DD8-A7B3-CD9F6274E7E3}" dt="2025-04-13T21:17:25.046" v="3651"/>
          <ac:inkMkLst>
            <pc:docMk/>
            <pc:sldMk cId="604050894" sldId="319"/>
            <ac:inkMk id="335" creationId="{CA899C8A-D754-5437-935C-76489E151ECC}"/>
          </ac:inkMkLst>
        </pc:inkChg>
        <pc:inkChg chg="add mod">
          <ac:chgData name="Pi, Yalong" userId="c9a3dc08-26f0-490d-b190-2780270c58e1" providerId="ADAL" clId="{F398E26A-6AC4-4DD8-A7B3-CD9F6274E7E3}" dt="2025-04-13T21:17:25.046" v="3651"/>
          <ac:inkMkLst>
            <pc:docMk/>
            <pc:sldMk cId="604050894" sldId="319"/>
            <ac:inkMk id="336" creationId="{19756E7A-F207-AE68-440F-927BEBCDE981}"/>
          </ac:inkMkLst>
        </pc:inkChg>
        <pc:inkChg chg="add">
          <ac:chgData name="Pi, Yalong" userId="c9a3dc08-26f0-490d-b190-2780270c58e1" providerId="ADAL" clId="{F398E26A-6AC4-4DD8-A7B3-CD9F6274E7E3}" dt="2025-04-13T21:17:22.579" v="3646" actId="9405"/>
          <ac:inkMkLst>
            <pc:docMk/>
            <pc:sldMk cId="604050894" sldId="319"/>
            <ac:inkMk id="337" creationId="{1DAD8714-CEC0-1811-229F-DEBC10C6A0D5}"/>
          </ac:inkMkLst>
        </pc:inkChg>
        <pc:inkChg chg="add mod">
          <ac:chgData name="Pi, Yalong" userId="c9a3dc08-26f0-490d-b190-2780270c58e1" providerId="ADAL" clId="{F398E26A-6AC4-4DD8-A7B3-CD9F6274E7E3}" dt="2025-04-13T21:17:25.046" v="3651"/>
          <ac:inkMkLst>
            <pc:docMk/>
            <pc:sldMk cId="604050894" sldId="319"/>
            <ac:inkMk id="338" creationId="{2A988E74-41E4-A24F-696F-96ADBD674499}"/>
          </ac:inkMkLst>
        </pc:inkChg>
        <pc:inkChg chg="add mod">
          <ac:chgData name="Pi, Yalong" userId="c9a3dc08-26f0-490d-b190-2780270c58e1" providerId="ADAL" clId="{F398E26A-6AC4-4DD8-A7B3-CD9F6274E7E3}" dt="2025-04-13T21:17:25.046" v="3651"/>
          <ac:inkMkLst>
            <pc:docMk/>
            <pc:sldMk cId="604050894" sldId="319"/>
            <ac:inkMk id="339" creationId="{40EC4A25-EE38-017C-E0C7-3408F94EEDF2}"/>
          </ac:inkMkLst>
        </pc:inkChg>
        <pc:inkChg chg="add">
          <ac:chgData name="Pi, Yalong" userId="c9a3dc08-26f0-490d-b190-2780270c58e1" providerId="ADAL" clId="{F398E26A-6AC4-4DD8-A7B3-CD9F6274E7E3}" dt="2025-04-13T21:17:24.224" v="3649" actId="9405"/>
          <ac:inkMkLst>
            <pc:docMk/>
            <pc:sldMk cId="604050894" sldId="319"/>
            <ac:inkMk id="340" creationId="{BFECF10F-B61F-918C-D08A-3BA126375BE1}"/>
          </ac:inkMkLst>
        </pc:inkChg>
        <pc:inkChg chg="add mod">
          <ac:chgData name="Pi, Yalong" userId="c9a3dc08-26f0-490d-b190-2780270c58e1" providerId="ADAL" clId="{F398E26A-6AC4-4DD8-A7B3-CD9F6274E7E3}" dt="2025-04-13T21:17:25.046" v="3651"/>
          <ac:inkMkLst>
            <pc:docMk/>
            <pc:sldMk cId="604050894" sldId="319"/>
            <ac:inkMk id="341" creationId="{91D11B3C-2B8D-E7B0-A0C8-000049B438F5}"/>
          </ac:inkMkLst>
        </pc:inkChg>
        <pc:inkChg chg="add">
          <ac:chgData name="Pi, Yalong" userId="c9a3dc08-26f0-490d-b190-2780270c58e1" providerId="ADAL" clId="{F398E26A-6AC4-4DD8-A7B3-CD9F6274E7E3}" dt="2025-04-13T21:18:27.693" v="3652" actId="9405"/>
          <ac:inkMkLst>
            <pc:docMk/>
            <pc:sldMk cId="604050894" sldId="319"/>
            <ac:inkMk id="344" creationId="{54B49B5B-5EE3-D6BB-D281-0F1E73F4FE80}"/>
          </ac:inkMkLst>
        </pc:inkChg>
        <pc:inkChg chg="add mod">
          <ac:chgData name="Pi, Yalong" userId="c9a3dc08-26f0-490d-b190-2780270c58e1" providerId="ADAL" clId="{F398E26A-6AC4-4DD8-A7B3-CD9F6274E7E3}" dt="2025-04-13T21:18:37.358" v="3660"/>
          <ac:inkMkLst>
            <pc:docMk/>
            <pc:sldMk cId="604050894" sldId="319"/>
            <ac:inkMk id="345" creationId="{EAC69760-582C-6C54-4B93-B0300C87C63A}"/>
          </ac:inkMkLst>
        </pc:inkChg>
        <pc:inkChg chg="add mod">
          <ac:chgData name="Pi, Yalong" userId="c9a3dc08-26f0-490d-b190-2780270c58e1" providerId="ADAL" clId="{F398E26A-6AC4-4DD8-A7B3-CD9F6274E7E3}" dt="2025-04-13T21:18:37.358" v="3660"/>
          <ac:inkMkLst>
            <pc:docMk/>
            <pc:sldMk cId="604050894" sldId="319"/>
            <ac:inkMk id="346" creationId="{E0F6872A-B35D-8E63-4396-172448BC4DE8}"/>
          </ac:inkMkLst>
        </pc:inkChg>
        <pc:inkChg chg="add mod">
          <ac:chgData name="Pi, Yalong" userId="c9a3dc08-26f0-490d-b190-2780270c58e1" providerId="ADAL" clId="{F398E26A-6AC4-4DD8-A7B3-CD9F6274E7E3}" dt="2025-04-13T21:18:37.358" v="3660"/>
          <ac:inkMkLst>
            <pc:docMk/>
            <pc:sldMk cId="604050894" sldId="319"/>
            <ac:inkMk id="347" creationId="{4C9A891D-1217-C09B-8BEF-BE2C429BACC1}"/>
          </ac:inkMkLst>
        </pc:inkChg>
        <pc:inkChg chg="add mod">
          <ac:chgData name="Pi, Yalong" userId="c9a3dc08-26f0-490d-b190-2780270c58e1" providerId="ADAL" clId="{F398E26A-6AC4-4DD8-A7B3-CD9F6274E7E3}" dt="2025-04-13T21:18:37.358" v="3660"/>
          <ac:inkMkLst>
            <pc:docMk/>
            <pc:sldMk cId="604050894" sldId="319"/>
            <ac:inkMk id="348" creationId="{B4792B2D-A4AE-3B85-E283-DD220207AF18}"/>
          </ac:inkMkLst>
        </pc:inkChg>
        <pc:inkChg chg="add mod">
          <ac:chgData name="Pi, Yalong" userId="c9a3dc08-26f0-490d-b190-2780270c58e1" providerId="ADAL" clId="{F398E26A-6AC4-4DD8-A7B3-CD9F6274E7E3}" dt="2025-04-13T21:18:45.173" v="3672"/>
          <ac:inkMkLst>
            <pc:docMk/>
            <pc:sldMk cId="604050894" sldId="319"/>
            <ac:inkMk id="350" creationId="{0156D480-4488-7F26-D8BD-C7A1AA7597F7}"/>
          </ac:inkMkLst>
        </pc:inkChg>
        <pc:inkChg chg="add mod">
          <ac:chgData name="Pi, Yalong" userId="c9a3dc08-26f0-490d-b190-2780270c58e1" providerId="ADAL" clId="{F398E26A-6AC4-4DD8-A7B3-CD9F6274E7E3}" dt="2025-04-13T21:18:45.173" v="3672"/>
          <ac:inkMkLst>
            <pc:docMk/>
            <pc:sldMk cId="604050894" sldId="319"/>
            <ac:inkMk id="351" creationId="{F06CD43A-2887-13D5-3BC0-C05AE9FAB77B}"/>
          </ac:inkMkLst>
        </pc:inkChg>
        <pc:inkChg chg="add mod">
          <ac:chgData name="Pi, Yalong" userId="c9a3dc08-26f0-490d-b190-2780270c58e1" providerId="ADAL" clId="{F398E26A-6AC4-4DD8-A7B3-CD9F6274E7E3}" dt="2025-04-13T21:18:45.173" v="3672"/>
          <ac:inkMkLst>
            <pc:docMk/>
            <pc:sldMk cId="604050894" sldId="319"/>
            <ac:inkMk id="352" creationId="{DBC567BF-9603-3AEA-8A74-88BF5A25401B}"/>
          </ac:inkMkLst>
        </pc:inkChg>
        <pc:inkChg chg="add mod">
          <ac:chgData name="Pi, Yalong" userId="c9a3dc08-26f0-490d-b190-2780270c58e1" providerId="ADAL" clId="{F398E26A-6AC4-4DD8-A7B3-CD9F6274E7E3}" dt="2025-04-13T21:18:45.173" v="3672"/>
          <ac:inkMkLst>
            <pc:docMk/>
            <pc:sldMk cId="604050894" sldId="319"/>
            <ac:inkMk id="353" creationId="{EA7E8567-D295-C249-5171-27E35930E55E}"/>
          </ac:inkMkLst>
        </pc:inkChg>
        <pc:inkChg chg="add mod">
          <ac:chgData name="Pi, Yalong" userId="c9a3dc08-26f0-490d-b190-2780270c58e1" providerId="ADAL" clId="{F398E26A-6AC4-4DD8-A7B3-CD9F6274E7E3}" dt="2025-04-13T21:18:45.173" v="3672"/>
          <ac:inkMkLst>
            <pc:docMk/>
            <pc:sldMk cId="604050894" sldId="319"/>
            <ac:inkMk id="354" creationId="{A509B92F-E17F-8CFD-AFB0-F7CBCA6C849E}"/>
          </ac:inkMkLst>
        </pc:inkChg>
        <pc:inkChg chg="add">
          <ac:chgData name="Pi, Yalong" userId="c9a3dc08-26f0-490d-b190-2780270c58e1" providerId="ADAL" clId="{F398E26A-6AC4-4DD8-A7B3-CD9F6274E7E3}" dt="2025-04-13T21:18:42.353" v="3666" actId="9405"/>
          <ac:inkMkLst>
            <pc:docMk/>
            <pc:sldMk cId="604050894" sldId="319"/>
            <ac:inkMk id="355" creationId="{233A6CB5-D6AE-72D5-EC8A-744D130A0158}"/>
          </ac:inkMkLst>
        </pc:inkChg>
        <pc:inkChg chg="add">
          <ac:chgData name="Pi, Yalong" userId="c9a3dc08-26f0-490d-b190-2780270c58e1" providerId="ADAL" clId="{F398E26A-6AC4-4DD8-A7B3-CD9F6274E7E3}" dt="2025-04-13T21:18:42.784" v="3667" actId="9405"/>
          <ac:inkMkLst>
            <pc:docMk/>
            <pc:sldMk cId="604050894" sldId="319"/>
            <ac:inkMk id="356" creationId="{D6D553CC-3722-37F5-6248-261EDC855B0A}"/>
          </ac:inkMkLst>
        </pc:inkChg>
        <pc:inkChg chg="add">
          <ac:chgData name="Pi, Yalong" userId="c9a3dc08-26f0-490d-b190-2780270c58e1" providerId="ADAL" clId="{F398E26A-6AC4-4DD8-A7B3-CD9F6274E7E3}" dt="2025-04-13T21:18:43.300" v="3668" actId="9405"/>
          <ac:inkMkLst>
            <pc:docMk/>
            <pc:sldMk cId="604050894" sldId="319"/>
            <ac:inkMk id="357" creationId="{543F691B-707C-850A-468D-65DAF4FD086F}"/>
          </ac:inkMkLst>
        </pc:inkChg>
        <pc:inkChg chg="add mod">
          <ac:chgData name="Pi, Yalong" userId="c9a3dc08-26f0-490d-b190-2780270c58e1" providerId="ADAL" clId="{F398E26A-6AC4-4DD8-A7B3-CD9F6274E7E3}" dt="2025-04-13T21:18:45.173" v="3672"/>
          <ac:inkMkLst>
            <pc:docMk/>
            <pc:sldMk cId="604050894" sldId="319"/>
            <ac:inkMk id="358" creationId="{3C1F789B-EE83-C1E9-D860-C11E3744C191}"/>
          </ac:inkMkLst>
        </pc:inkChg>
        <pc:inkChg chg="add">
          <ac:chgData name="Pi, Yalong" userId="c9a3dc08-26f0-490d-b190-2780270c58e1" providerId="ADAL" clId="{F398E26A-6AC4-4DD8-A7B3-CD9F6274E7E3}" dt="2025-04-13T21:18:44.081" v="3670" actId="9405"/>
          <ac:inkMkLst>
            <pc:docMk/>
            <pc:sldMk cId="604050894" sldId="319"/>
            <ac:inkMk id="359" creationId="{4781E7BD-A6C6-6D90-6019-0F8ECB630E5F}"/>
          </ac:inkMkLst>
        </pc:inkChg>
        <pc:inkChg chg="add mod">
          <ac:chgData name="Pi, Yalong" userId="c9a3dc08-26f0-490d-b190-2780270c58e1" providerId="ADAL" clId="{F398E26A-6AC4-4DD8-A7B3-CD9F6274E7E3}" dt="2025-04-13T21:18:45.173" v="3672"/>
          <ac:inkMkLst>
            <pc:docMk/>
            <pc:sldMk cId="604050894" sldId="319"/>
            <ac:inkMk id="360" creationId="{A4D7B92A-7140-5EE0-8723-6258DCA11345}"/>
          </ac:inkMkLst>
        </pc:inkChg>
        <pc:inkChg chg="add mod">
          <ac:chgData name="Pi, Yalong" userId="c9a3dc08-26f0-490d-b190-2780270c58e1" providerId="ADAL" clId="{F398E26A-6AC4-4DD8-A7B3-CD9F6274E7E3}" dt="2025-04-13T21:18:55.915" v="3694"/>
          <ac:inkMkLst>
            <pc:docMk/>
            <pc:sldMk cId="604050894" sldId="319"/>
            <ac:inkMk id="364" creationId="{147E4195-86D9-F3E8-4D99-543693EAE650}"/>
          </ac:inkMkLst>
        </pc:inkChg>
        <pc:inkChg chg="add mod">
          <ac:chgData name="Pi, Yalong" userId="c9a3dc08-26f0-490d-b190-2780270c58e1" providerId="ADAL" clId="{F398E26A-6AC4-4DD8-A7B3-CD9F6274E7E3}" dt="2025-04-13T21:18:55.915" v="3694"/>
          <ac:inkMkLst>
            <pc:docMk/>
            <pc:sldMk cId="604050894" sldId="319"/>
            <ac:inkMk id="365" creationId="{CF60C5C8-D494-C62B-A7F0-3AC1F7E384B3}"/>
          </ac:inkMkLst>
        </pc:inkChg>
        <pc:inkChg chg="add mod">
          <ac:chgData name="Pi, Yalong" userId="c9a3dc08-26f0-490d-b190-2780270c58e1" providerId="ADAL" clId="{F398E26A-6AC4-4DD8-A7B3-CD9F6274E7E3}" dt="2025-04-13T21:18:55.915" v="3694"/>
          <ac:inkMkLst>
            <pc:docMk/>
            <pc:sldMk cId="604050894" sldId="319"/>
            <ac:inkMk id="366" creationId="{7FC511F4-8092-2CEB-C8DF-1EB8A4A5E124}"/>
          </ac:inkMkLst>
        </pc:inkChg>
        <pc:inkChg chg="add mod">
          <ac:chgData name="Pi, Yalong" userId="c9a3dc08-26f0-490d-b190-2780270c58e1" providerId="ADAL" clId="{F398E26A-6AC4-4DD8-A7B3-CD9F6274E7E3}" dt="2025-04-13T21:18:55.915" v="3694"/>
          <ac:inkMkLst>
            <pc:docMk/>
            <pc:sldMk cId="604050894" sldId="319"/>
            <ac:inkMk id="367" creationId="{08F5BC9F-7D32-6B59-B74F-539F020B46D0}"/>
          </ac:inkMkLst>
        </pc:inkChg>
        <pc:inkChg chg="add mod">
          <ac:chgData name="Pi, Yalong" userId="c9a3dc08-26f0-490d-b190-2780270c58e1" providerId="ADAL" clId="{F398E26A-6AC4-4DD8-A7B3-CD9F6274E7E3}" dt="2025-04-13T21:18:55.915" v="3694"/>
          <ac:inkMkLst>
            <pc:docMk/>
            <pc:sldMk cId="604050894" sldId="319"/>
            <ac:inkMk id="368" creationId="{5482545F-2B42-2D3F-5BE5-D9B7AC6FA810}"/>
          </ac:inkMkLst>
        </pc:inkChg>
        <pc:inkChg chg="add mod">
          <ac:chgData name="Pi, Yalong" userId="c9a3dc08-26f0-490d-b190-2780270c58e1" providerId="ADAL" clId="{F398E26A-6AC4-4DD8-A7B3-CD9F6274E7E3}" dt="2025-04-13T21:18:55.915" v="3694"/>
          <ac:inkMkLst>
            <pc:docMk/>
            <pc:sldMk cId="604050894" sldId="319"/>
            <ac:inkMk id="369" creationId="{4A319E29-6625-4AD0-2C99-49131DA75870}"/>
          </ac:inkMkLst>
        </pc:inkChg>
        <pc:inkChg chg="add mod">
          <ac:chgData name="Pi, Yalong" userId="c9a3dc08-26f0-490d-b190-2780270c58e1" providerId="ADAL" clId="{F398E26A-6AC4-4DD8-A7B3-CD9F6274E7E3}" dt="2025-04-13T21:18:55.915" v="3694"/>
          <ac:inkMkLst>
            <pc:docMk/>
            <pc:sldMk cId="604050894" sldId="319"/>
            <ac:inkMk id="370" creationId="{387104F2-2A63-58D9-0346-DFF3898556AB}"/>
          </ac:inkMkLst>
        </pc:inkChg>
        <pc:inkChg chg="add">
          <ac:chgData name="Pi, Yalong" userId="c9a3dc08-26f0-490d-b190-2780270c58e1" providerId="ADAL" clId="{F398E26A-6AC4-4DD8-A7B3-CD9F6274E7E3}" dt="2025-04-13T21:18:54.515" v="3691" actId="9405"/>
          <ac:inkMkLst>
            <pc:docMk/>
            <pc:sldMk cId="604050894" sldId="319"/>
            <ac:inkMk id="371" creationId="{BBB79C0E-F6F1-1FC7-AE8A-AA69332EF1D3}"/>
          </ac:inkMkLst>
        </pc:inkChg>
        <pc:inkChg chg="add mod">
          <ac:chgData name="Pi, Yalong" userId="c9a3dc08-26f0-490d-b190-2780270c58e1" providerId="ADAL" clId="{F398E26A-6AC4-4DD8-A7B3-CD9F6274E7E3}" dt="2025-04-13T21:18:55.915" v="3694"/>
          <ac:inkMkLst>
            <pc:docMk/>
            <pc:sldMk cId="604050894" sldId="319"/>
            <ac:inkMk id="372" creationId="{112BCF90-C832-0D02-BF47-3AB132B00A3F}"/>
          </ac:inkMkLst>
        </pc:inkChg>
        <pc:inkChg chg="add mod">
          <ac:chgData name="Pi, Yalong" userId="c9a3dc08-26f0-490d-b190-2780270c58e1" providerId="ADAL" clId="{F398E26A-6AC4-4DD8-A7B3-CD9F6274E7E3}" dt="2025-04-13T21:18:55.915" v="3694"/>
          <ac:inkMkLst>
            <pc:docMk/>
            <pc:sldMk cId="604050894" sldId="319"/>
            <ac:inkMk id="373" creationId="{D2358AC3-CF07-5620-3002-4DD10371AD41}"/>
          </ac:inkMkLst>
        </pc:inkChg>
        <pc:inkChg chg="add">
          <ac:chgData name="Pi, Yalong" userId="c9a3dc08-26f0-490d-b190-2780270c58e1" providerId="ADAL" clId="{F398E26A-6AC4-4DD8-A7B3-CD9F6274E7E3}" dt="2025-04-13T21:19:07.503" v="3695" actId="9405"/>
          <ac:inkMkLst>
            <pc:docMk/>
            <pc:sldMk cId="604050894" sldId="319"/>
            <ac:inkMk id="375" creationId="{D9544D22-79B3-2445-411B-6CB11D9DDED0}"/>
          </ac:inkMkLst>
        </pc:inkChg>
        <pc:inkChg chg="add mod">
          <ac:chgData name="Pi, Yalong" userId="c9a3dc08-26f0-490d-b190-2780270c58e1" providerId="ADAL" clId="{F398E26A-6AC4-4DD8-A7B3-CD9F6274E7E3}" dt="2025-04-13T21:19:10.036" v="3699"/>
          <ac:inkMkLst>
            <pc:docMk/>
            <pc:sldMk cId="604050894" sldId="319"/>
            <ac:inkMk id="376" creationId="{BF169FD4-1A01-A039-FF66-45E8AFDE30DA}"/>
          </ac:inkMkLst>
        </pc:inkChg>
        <pc:inkChg chg="add mod">
          <ac:chgData name="Pi, Yalong" userId="c9a3dc08-26f0-490d-b190-2780270c58e1" providerId="ADAL" clId="{F398E26A-6AC4-4DD8-A7B3-CD9F6274E7E3}" dt="2025-04-13T21:19:10.036" v="3699"/>
          <ac:inkMkLst>
            <pc:docMk/>
            <pc:sldMk cId="604050894" sldId="319"/>
            <ac:inkMk id="377" creationId="{5E96E92F-3CAF-B7C2-3F55-15C12D83BC69}"/>
          </ac:inkMkLst>
        </pc:inkChg>
        <pc:inkChg chg="add mod">
          <ac:chgData name="Pi, Yalong" userId="c9a3dc08-26f0-490d-b190-2780270c58e1" providerId="ADAL" clId="{F398E26A-6AC4-4DD8-A7B3-CD9F6274E7E3}" dt="2025-04-13T21:19:10.036" v="3699"/>
          <ac:inkMkLst>
            <pc:docMk/>
            <pc:sldMk cId="604050894" sldId="319"/>
            <ac:inkMk id="378" creationId="{43F04E32-64F8-A293-4700-57790BC9BF20}"/>
          </ac:inkMkLst>
        </pc:inkChg>
        <pc:inkChg chg="add mod">
          <ac:chgData name="Pi, Yalong" userId="c9a3dc08-26f0-490d-b190-2780270c58e1" providerId="ADAL" clId="{F398E26A-6AC4-4DD8-A7B3-CD9F6274E7E3}" dt="2025-04-13T21:20:29.050" v="3702"/>
          <ac:inkMkLst>
            <pc:docMk/>
            <pc:sldMk cId="604050894" sldId="319"/>
            <ac:inkMk id="380" creationId="{86E9E326-FC6A-9FF0-14CF-48673775720C}"/>
          </ac:inkMkLst>
        </pc:inkChg>
        <pc:inkChg chg="add mod">
          <ac:chgData name="Pi, Yalong" userId="c9a3dc08-26f0-490d-b190-2780270c58e1" providerId="ADAL" clId="{F398E26A-6AC4-4DD8-A7B3-CD9F6274E7E3}" dt="2025-04-13T21:20:29.050" v="3702"/>
          <ac:inkMkLst>
            <pc:docMk/>
            <pc:sldMk cId="604050894" sldId="319"/>
            <ac:inkMk id="381" creationId="{DA891653-14CB-9A5A-DDEF-F32BC7A3E6AE}"/>
          </ac:inkMkLst>
        </pc:inkChg>
        <pc:inkChg chg="add mod">
          <ac:chgData name="Pi, Yalong" userId="c9a3dc08-26f0-490d-b190-2780270c58e1" providerId="ADAL" clId="{F398E26A-6AC4-4DD8-A7B3-CD9F6274E7E3}" dt="2025-04-13T21:20:57.761" v="3705"/>
          <ac:inkMkLst>
            <pc:docMk/>
            <pc:sldMk cId="604050894" sldId="319"/>
            <ac:inkMk id="383" creationId="{76B75EDD-97BF-55A1-C51D-F4DD7FE70F67}"/>
          </ac:inkMkLst>
        </pc:inkChg>
        <pc:inkChg chg="add mod">
          <ac:chgData name="Pi, Yalong" userId="c9a3dc08-26f0-490d-b190-2780270c58e1" providerId="ADAL" clId="{F398E26A-6AC4-4DD8-A7B3-CD9F6274E7E3}" dt="2025-04-13T21:20:57.761" v="3705"/>
          <ac:inkMkLst>
            <pc:docMk/>
            <pc:sldMk cId="604050894" sldId="319"/>
            <ac:inkMk id="384" creationId="{2449988C-E11B-F943-4409-8EE0171F5A1F}"/>
          </ac:inkMkLst>
        </pc:inkChg>
        <pc:inkChg chg="add mod">
          <ac:chgData name="Pi, Yalong" userId="c9a3dc08-26f0-490d-b190-2780270c58e1" providerId="ADAL" clId="{F398E26A-6AC4-4DD8-A7B3-CD9F6274E7E3}" dt="2025-04-13T21:21:04.332" v="3713"/>
          <ac:inkMkLst>
            <pc:docMk/>
            <pc:sldMk cId="604050894" sldId="319"/>
            <ac:inkMk id="386" creationId="{0EBCFA00-86ED-C951-7A32-DCDF881B8BDC}"/>
          </ac:inkMkLst>
        </pc:inkChg>
        <pc:inkChg chg="add mod">
          <ac:chgData name="Pi, Yalong" userId="c9a3dc08-26f0-490d-b190-2780270c58e1" providerId="ADAL" clId="{F398E26A-6AC4-4DD8-A7B3-CD9F6274E7E3}" dt="2025-04-13T21:21:04.332" v="3713"/>
          <ac:inkMkLst>
            <pc:docMk/>
            <pc:sldMk cId="604050894" sldId="319"/>
            <ac:inkMk id="387" creationId="{C6CD870F-8961-D90A-0F7A-AA7BF18E01F1}"/>
          </ac:inkMkLst>
        </pc:inkChg>
        <pc:inkChg chg="add mod">
          <ac:chgData name="Pi, Yalong" userId="c9a3dc08-26f0-490d-b190-2780270c58e1" providerId="ADAL" clId="{F398E26A-6AC4-4DD8-A7B3-CD9F6274E7E3}" dt="2025-04-13T21:21:04.332" v="3713"/>
          <ac:inkMkLst>
            <pc:docMk/>
            <pc:sldMk cId="604050894" sldId="319"/>
            <ac:inkMk id="388" creationId="{8082974B-D52D-A3A3-17DE-493691D4E634}"/>
          </ac:inkMkLst>
        </pc:inkChg>
        <pc:inkChg chg="add mod">
          <ac:chgData name="Pi, Yalong" userId="c9a3dc08-26f0-490d-b190-2780270c58e1" providerId="ADAL" clId="{F398E26A-6AC4-4DD8-A7B3-CD9F6274E7E3}" dt="2025-04-13T21:21:04.332" v="3713"/>
          <ac:inkMkLst>
            <pc:docMk/>
            <pc:sldMk cId="604050894" sldId="319"/>
            <ac:inkMk id="389" creationId="{34D51FD7-2F6C-3189-CC00-567CC0B7AD5D}"/>
          </ac:inkMkLst>
        </pc:inkChg>
        <pc:inkChg chg="add mod">
          <ac:chgData name="Pi, Yalong" userId="c9a3dc08-26f0-490d-b190-2780270c58e1" providerId="ADAL" clId="{F398E26A-6AC4-4DD8-A7B3-CD9F6274E7E3}" dt="2025-04-13T21:21:04.332" v="3713"/>
          <ac:inkMkLst>
            <pc:docMk/>
            <pc:sldMk cId="604050894" sldId="319"/>
            <ac:inkMk id="392" creationId="{E9B12A2C-4DF8-8F24-8F4E-D64A317AEE8C}"/>
          </ac:inkMkLst>
        </pc:inkChg>
        <pc:inkChg chg="add mod">
          <ac:chgData name="Pi, Yalong" userId="c9a3dc08-26f0-490d-b190-2780270c58e1" providerId="ADAL" clId="{F398E26A-6AC4-4DD8-A7B3-CD9F6274E7E3}" dt="2025-04-13T21:21:04.332" v="3713"/>
          <ac:inkMkLst>
            <pc:docMk/>
            <pc:sldMk cId="604050894" sldId="319"/>
            <ac:inkMk id="393" creationId="{BD6F8805-BE6D-1B9B-87FB-BC32B39B7321}"/>
          </ac:inkMkLst>
        </pc:inkChg>
      </pc:sldChg>
      <pc:sldChg chg="modSp add">
        <pc:chgData name="Pi, Yalong" userId="c9a3dc08-26f0-490d-b190-2780270c58e1" providerId="ADAL" clId="{F398E26A-6AC4-4DD8-A7B3-CD9F6274E7E3}" dt="2025-04-13T18:17:28.968" v="2825" actId="1076"/>
        <pc:sldMkLst>
          <pc:docMk/>
          <pc:sldMk cId="1439047541" sldId="320"/>
        </pc:sldMkLst>
        <pc:picChg chg="mod">
          <ac:chgData name="Pi, Yalong" userId="c9a3dc08-26f0-490d-b190-2780270c58e1" providerId="ADAL" clId="{F398E26A-6AC4-4DD8-A7B3-CD9F6274E7E3}" dt="2025-04-13T18:17:28.968" v="2825" actId="1076"/>
          <ac:picMkLst>
            <pc:docMk/>
            <pc:sldMk cId="1439047541" sldId="320"/>
            <ac:picMk id="1028" creationId="{AF79A6BD-D04A-6AE8-FDDB-69CB24897C73}"/>
          </ac:picMkLst>
        </pc:picChg>
      </pc:sldChg>
      <pc:sldChg chg="add del">
        <pc:chgData name="Pi, Yalong" userId="c9a3dc08-26f0-490d-b190-2780270c58e1" providerId="ADAL" clId="{F398E26A-6AC4-4DD8-A7B3-CD9F6274E7E3}" dt="2025-04-13T17:32:03.323" v="2566" actId="47"/>
        <pc:sldMkLst>
          <pc:docMk/>
          <pc:sldMk cId="242935802" sldId="321"/>
        </pc:sldMkLst>
      </pc:sldChg>
      <pc:sldChg chg="addSp delSp modSp add mod ord">
        <pc:chgData name="Pi, Yalong" userId="c9a3dc08-26f0-490d-b190-2780270c58e1" providerId="ADAL" clId="{F398E26A-6AC4-4DD8-A7B3-CD9F6274E7E3}" dt="2025-04-13T21:35:53.444" v="4024"/>
        <pc:sldMkLst>
          <pc:docMk/>
          <pc:sldMk cId="2914365484" sldId="322"/>
        </pc:sldMkLst>
        <pc:grpChg chg="add del mod">
          <ac:chgData name="Pi, Yalong" userId="c9a3dc08-26f0-490d-b190-2780270c58e1" providerId="ADAL" clId="{F398E26A-6AC4-4DD8-A7B3-CD9F6274E7E3}" dt="2025-04-13T21:34:34.874" v="3979"/>
          <ac:grpSpMkLst>
            <pc:docMk/>
            <pc:sldMk cId="2914365484" sldId="322"/>
            <ac:grpSpMk id="17" creationId="{41BEC5B7-E880-FA0B-3260-8A610E75A323}"/>
          </ac:grpSpMkLst>
        </pc:grpChg>
        <pc:grpChg chg="del mod">
          <ac:chgData name="Pi, Yalong" userId="c9a3dc08-26f0-490d-b190-2780270c58e1" providerId="ADAL" clId="{F398E26A-6AC4-4DD8-A7B3-CD9F6274E7E3}" dt="2025-04-13T17:54:49.060" v="2693"/>
          <ac:grpSpMkLst>
            <pc:docMk/>
            <pc:sldMk cId="2914365484" sldId="322"/>
            <ac:grpSpMk id="29" creationId="{648739FC-ACBF-378C-E5E2-525F5DDD8F5C}"/>
          </ac:grpSpMkLst>
        </pc:grpChg>
        <pc:grpChg chg="del mod">
          <ac:chgData name="Pi, Yalong" userId="c9a3dc08-26f0-490d-b190-2780270c58e1" providerId="ADAL" clId="{F398E26A-6AC4-4DD8-A7B3-CD9F6274E7E3}" dt="2025-04-13T17:54:49.060" v="2693"/>
          <ac:grpSpMkLst>
            <pc:docMk/>
            <pc:sldMk cId="2914365484" sldId="322"/>
            <ac:grpSpMk id="56" creationId="{F8B4B3D8-C8F5-B6AC-DA23-6E0F8FE6E931}"/>
          </ac:grpSpMkLst>
        </pc:grpChg>
        <pc:grpChg chg="del mod">
          <ac:chgData name="Pi, Yalong" userId="c9a3dc08-26f0-490d-b190-2780270c58e1" providerId="ADAL" clId="{F398E26A-6AC4-4DD8-A7B3-CD9F6274E7E3}" dt="2025-04-13T17:54:49.060" v="2693"/>
          <ac:grpSpMkLst>
            <pc:docMk/>
            <pc:sldMk cId="2914365484" sldId="322"/>
            <ac:grpSpMk id="58" creationId="{09F1FF8C-0979-C6FD-307B-EC14E5F12FA8}"/>
          </ac:grpSpMkLst>
        </pc:grpChg>
        <pc:grpChg chg="del mod">
          <ac:chgData name="Pi, Yalong" userId="c9a3dc08-26f0-490d-b190-2780270c58e1" providerId="ADAL" clId="{F398E26A-6AC4-4DD8-A7B3-CD9F6274E7E3}" dt="2025-04-13T17:54:49.060" v="2693"/>
          <ac:grpSpMkLst>
            <pc:docMk/>
            <pc:sldMk cId="2914365484" sldId="322"/>
            <ac:grpSpMk id="62" creationId="{17577714-9272-A563-10FA-6C6D13D95F0C}"/>
          </ac:grpSpMkLst>
        </pc:grpChg>
        <pc:grpChg chg="del mod">
          <ac:chgData name="Pi, Yalong" userId="c9a3dc08-26f0-490d-b190-2780270c58e1" providerId="ADAL" clId="{F398E26A-6AC4-4DD8-A7B3-CD9F6274E7E3}" dt="2025-04-13T17:54:49.060" v="2693"/>
          <ac:grpSpMkLst>
            <pc:docMk/>
            <pc:sldMk cId="2914365484" sldId="322"/>
            <ac:grpSpMk id="63" creationId="{5E9EF69D-8D74-03DB-C01B-4CB0061A37D2}"/>
          </ac:grpSpMkLst>
        </pc:grpChg>
        <pc:grpChg chg="del mod">
          <ac:chgData name="Pi, Yalong" userId="c9a3dc08-26f0-490d-b190-2780270c58e1" providerId="ADAL" clId="{F398E26A-6AC4-4DD8-A7B3-CD9F6274E7E3}" dt="2025-04-13T17:53:57.139" v="2650"/>
          <ac:grpSpMkLst>
            <pc:docMk/>
            <pc:sldMk cId="2914365484" sldId="322"/>
            <ac:grpSpMk id="66" creationId="{50DB8BB2-5558-7D0D-C2A2-025DFE559471}"/>
          </ac:grpSpMkLst>
        </pc:grpChg>
        <pc:grpChg chg="add del mod">
          <ac:chgData name="Pi, Yalong" userId="c9a3dc08-26f0-490d-b190-2780270c58e1" providerId="ADAL" clId="{F398E26A-6AC4-4DD8-A7B3-CD9F6274E7E3}" dt="2025-04-13T21:33:12.501" v="3851"/>
          <ac:grpSpMkLst>
            <pc:docMk/>
            <pc:sldMk cId="2914365484" sldId="322"/>
            <ac:grpSpMk id="71" creationId="{A7EA0FDB-C2D1-928B-9F66-972B51DD5CE0}"/>
          </ac:grpSpMkLst>
        </pc:grpChg>
        <pc:grpChg chg="del mod">
          <ac:chgData name="Pi, Yalong" userId="c9a3dc08-26f0-490d-b190-2780270c58e1" providerId="ADAL" clId="{F398E26A-6AC4-4DD8-A7B3-CD9F6274E7E3}" dt="2025-04-13T17:54:49.060" v="2693"/>
          <ac:grpSpMkLst>
            <pc:docMk/>
            <pc:sldMk cId="2914365484" sldId="322"/>
            <ac:grpSpMk id="80" creationId="{FECB5C98-1B1B-431A-28B6-992E99FEC16C}"/>
          </ac:grpSpMkLst>
        </pc:grpChg>
        <pc:grpChg chg="add del mod">
          <ac:chgData name="Pi, Yalong" userId="c9a3dc08-26f0-490d-b190-2780270c58e1" providerId="ADAL" clId="{F398E26A-6AC4-4DD8-A7B3-CD9F6274E7E3}" dt="2025-04-13T21:35:09.284" v="4006"/>
          <ac:grpSpMkLst>
            <pc:docMk/>
            <pc:sldMk cId="2914365484" sldId="322"/>
            <ac:grpSpMk id="89" creationId="{0F065849-AC5E-985A-31FC-5956BA49419D}"/>
          </ac:grpSpMkLst>
        </pc:grpChg>
        <pc:grpChg chg="add del mod">
          <ac:chgData name="Pi, Yalong" userId="c9a3dc08-26f0-490d-b190-2780270c58e1" providerId="ADAL" clId="{F398E26A-6AC4-4DD8-A7B3-CD9F6274E7E3}" dt="2025-04-13T21:33:45.915" v="3898"/>
          <ac:grpSpMkLst>
            <pc:docMk/>
            <pc:sldMk cId="2914365484" sldId="322"/>
            <ac:grpSpMk id="99" creationId="{A7086E98-9273-711F-AC80-7A9313B865BE}"/>
          </ac:grpSpMkLst>
        </pc:grpChg>
        <pc:grpChg chg="add del mod">
          <ac:chgData name="Pi, Yalong" userId="c9a3dc08-26f0-490d-b190-2780270c58e1" providerId="ADAL" clId="{F398E26A-6AC4-4DD8-A7B3-CD9F6274E7E3}" dt="2025-04-13T21:33:45.916" v="3901"/>
          <ac:grpSpMkLst>
            <pc:docMk/>
            <pc:sldMk cId="2914365484" sldId="322"/>
            <ac:grpSpMk id="105" creationId="{3EDD962F-77C8-B3C5-2483-AB8E01AE8460}"/>
          </ac:grpSpMkLst>
        </pc:grpChg>
        <pc:grpChg chg="add del mod">
          <ac:chgData name="Pi, Yalong" userId="c9a3dc08-26f0-490d-b190-2780270c58e1" providerId="ADAL" clId="{F398E26A-6AC4-4DD8-A7B3-CD9F6274E7E3}" dt="2025-04-13T21:33:45.910" v="3875"/>
          <ac:grpSpMkLst>
            <pc:docMk/>
            <pc:sldMk cId="2914365484" sldId="322"/>
            <ac:grpSpMk id="114" creationId="{350E89D3-2535-6D78-AB2D-0F0E8D2B4F03}"/>
          </ac:grpSpMkLst>
        </pc:grpChg>
        <pc:grpChg chg="add del mod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2914365484" sldId="322"/>
            <ac:grpSpMk id="123" creationId="{DD7082A1-2101-3F11-5D12-67EC9003495D}"/>
          </ac:grpSpMkLst>
        </pc:grpChg>
        <pc:grpChg chg="del">
          <ac:chgData name="Pi, Yalong" userId="c9a3dc08-26f0-490d-b190-2780270c58e1" providerId="ADAL" clId="{F398E26A-6AC4-4DD8-A7B3-CD9F6274E7E3}" dt="2025-04-13T17:51:56.155" v="2597" actId="478"/>
          <ac:grpSpMkLst>
            <pc:docMk/>
            <pc:sldMk cId="2914365484" sldId="322"/>
            <ac:grpSpMk id="145" creationId="{B9F55649-9331-AFDE-E4AA-D588E774BD17}"/>
          </ac:grpSpMkLst>
        </pc:grpChg>
        <pc:grpChg chg="del mod">
          <ac:chgData name="Pi, Yalong" userId="c9a3dc08-26f0-490d-b190-2780270c58e1" providerId="ADAL" clId="{F398E26A-6AC4-4DD8-A7B3-CD9F6274E7E3}" dt="2025-04-13T17:54:34.755" v="2689"/>
          <ac:grpSpMkLst>
            <pc:docMk/>
            <pc:sldMk cId="2914365484" sldId="322"/>
            <ac:grpSpMk id="177" creationId="{C40A573B-7251-4C50-8A33-8264253136E0}"/>
          </ac:grpSpMkLst>
        </pc:grpChg>
        <pc:grpChg chg="add del mod">
          <ac:chgData name="Pi, Yalong" userId="c9a3dc08-26f0-490d-b190-2780270c58e1" providerId="ADAL" clId="{F398E26A-6AC4-4DD8-A7B3-CD9F6274E7E3}" dt="2025-04-13T21:34:28.617" v="3970"/>
          <ac:grpSpMkLst>
            <pc:docMk/>
            <pc:sldMk cId="2914365484" sldId="322"/>
            <ac:grpSpMk id="186" creationId="{B12B93D9-E36C-EA1E-FF81-41656C1E92DA}"/>
          </ac:grpSpMkLst>
        </pc:grpChg>
        <pc:grpChg chg="del">
          <ac:chgData name="Pi, Yalong" userId="c9a3dc08-26f0-490d-b190-2780270c58e1" providerId="ADAL" clId="{F398E26A-6AC4-4DD8-A7B3-CD9F6274E7E3}" dt="2025-04-13T17:51:56.155" v="2597" actId="478"/>
          <ac:grpSpMkLst>
            <pc:docMk/>
            <pc:sldMk cId="2914365484" sldId="322"/>
            <ac:grpSpMk id="192" creationId="{467D535B-C927-8B10-6635-3CB9E33EAFB3}"/>
          </ac:grpSpMkLst>
        </pc:grpChg>
        <pc:grpChg chg="mod">
          <ac:chgData name="Pi, Yalong" userId="c9a3dc08-26f0-490d-b190-2780270c58e1" providerId="ADAL" clId="{F398E26A-6AC4-4DD8-A7B3-CD9F6274E7E3}" dt="2025-04-13T17:54:52.536" v="2701"/>
          <ac:grpSpMkLst>
            <pc:docMk/>
            <pc:sldMk cId="2914365484" sldId="322"/>
            <ac:grpSpMk id="200" creationId="{D03BAA5E-D5BD-F0FA-1B8D-1941877CE91F}"/>
          </ac:grpSpMkLst>
        </pc:grpChg>
        <pc:grpChg chg="add del mod">
          <ac:chgData name="Pi, Yalong" userId="c9a3dc08-26f0-490d-b190-2780270c58e1" providerId="ADAL" clId="{F398E26A-6AC4-4DD8-A7B3-CD9F6274E7E3}" dt="2025-04-13T21:32:11.703" v="3795"/>
          <ac:grpSpMkLst>
            <pc:docMk/>
            <pc:sldMk cId="2914365484" sldId="322"/>
            <ac:grpSpMk id="201" creationId="{9F2E9F65-B397-2F83-7B5E-4A04D81506BE}"/>
          </ac:grpSpMkLst>
        </pc:grpChg>
        <pc:grpChg chg="del">
          <ac:chgData name="Pi, Yalong" userId="c9a3dc08-26f0-490d-b190-2780270c58e1" providerId="ADAL" clId="{F398E26A-6AC4-4DD8-A7B3-CD9F6274E7E3}" dt="2025-04-13T17:51:56.155" v="2597" actId="478"/>
          <ac:grpSpMkLst>
            <pc:docMk/>
            <pc:sldMk cId="2914365484" sldId="322"/>
            <ac:grpSpMk id="213" creationId="{DB7EF801-97AC-37B2-5652-4FB4ACD90A05}"/>
          </ac:grpSpMkLst>
        </pc:grpChg>
        <pc:grpChg chg="del">
          <ac:chgData name="Pi, Yalong" userId="c9a3dc08-26f0-490d-b190-2780270c58e1" providerId="ADAL" clId="{F398E26A-6AC4-4DD8-A7B3-CD9F6274E7E3}" dt="2025-04-13T17:51:56.155" v="2597" actId="478"/>
          <ac:grpSpMkLst>
            <pc:docMk/>
            <pc:sldMk cId="2914365484" sldId="322"/>
            <ac:grpSpMk id="223" creationId="{AFF1180E-CEE7-712D-2B99-FE43E5AA1E32}"/>
          </ac:grpSpMkLst>
        </pc:grpChg>
        <pc:grpChg chg="del">
          <ac:chgData name="Pi, Yalong" userId="c9a3dc08-26f0-490d-b190-2780270c58e1" providerId="ADAL" clId="{F398E26A-6AC4-4DD8-A7B3-CD9F6274E7E3}" dt="2025-04-13T17:51:56.155" v="2597" actId="478"/>
          <ac:grpSpMkLst>
            <pc:docMk/>
            <pc:sldMk cId="2914365484" sldId="322"/>
            <ac:grpSpMk id="244" creationId="{B409BCDB-003C-D188-179F-631AA48747B2}"/>
          </ac:grpSpMkLst>
        </pc:grpChg>
        <pc:grpChg chg="del mod">
          <ac:chgData name="Pi, Yalong" userId="c9a3dc08-26f0-490d-b190-2780270c58e1" providerId="ADAL" clId="{F398E26A-6AC4-4DD8-A7B3-CD9F6274E7E3}" dt="2025-04-13T17:55:09.296" v="2713"/>
          <ac:grpSpMkLst>
            <pc:docMk/>
            <pc:sldMk cId="2914365484" sldId="322"/>
            <ac:grpSpMk id="265" creationId="{E7049DE7-430C-77A8-ACC3-1143551BEB42}"/>
          </ac:grpSpMkLst>
        </pc:grpChg>
        <pc:grpChg chg="del">
          <ac:chgData name="Pi, Yalong" userId="c9a3dc08-26f0-490d-b190-2780270c58e1" providerId="ADAL" clId="{F398E26A-6AC4-4DD8-A7B3-CD9F6274E7E3}" dt="2025-04-13T17:51:56.155" v="2597" actId="478"/>
          <ac:grpSpMkLst>
            <pc:docMk/>
            <pc:sldMk cId="2914365484" sldId="322"/>
            <ac:grpSpMk id="284" creationId="{F9EB90DA-83CF-5BCA-9050-944FE70B032B}"/>
          </ac:grpSpMkLst>
        </pc:grpChg>
        <pc:grpChg chg="del mod">
          <ac:chgData name="Pi, Yalong" userId="c9a3dc08-26f0-490d-b190-2780270c58e1" providerId="ADAL" clId="{F398E26A-6AC4-4DD8-A7B3-CD9F6274E7E3}" dt="2025-04-13T17:55:15.355" v="2721"/>
          <ac:grpSpMkLst>
            <pc:docMk/>
            <pc:sldMk cId="2914365484" sldId="322"/>
            <ac:grpSpMk id="287" creationId="{F95F3449-B040-C211-7D25-8272B79C11F7}"/>
          </ac:grpSpMkLst>
        </pc:grpChg>
        <pc:grpChg chg="add del mod">
          <ac:chgData name="Pi, Yalong" userId="c9a3dc08-26f0-490d-b190-2780270c58e1" providerId="ADAL" clId="{F398E26A-6AC4-4DD8-A7B3-CD9F6274E7E3}" dt="2025-04-13T21:34:16.607" v="3953"/>
          <ac:grpSpMkLst>
            <pc:docMk/>
            <pc:sldMk cId="2914365484" sldId="322"/>
            <ac:grpSpMk id="293" creationId="{2B5B6974-5B61-EA6C-4324-D6C74D2C84F6}"/>
          </ac:grpSpMkLst>
        </pc:grpChg>
        <pc:grpChg chg="del">
          <ac:chgData name="Pi, Yalong" userId="c9a3dc08-26f0-490d-b190-2780270c58e1" providerId="ADAL" clId="{F398E26A-6AC4-4DD8-A7B3-CD9F6274E7E3}" dt="2025-04-13T17:51:56.155" v="2597" actId="478"/>
          <ac:grpSpMkLst>
            <pc:docMk/>
            <pc:sldMk cId="2914365484" sldId="322"/>
            <ac:grpSpMk id="306" creationId="{D5ACABB7-C477-5D29-5076-AB134DC1D534}"/>
          </ac:grpSpMkLst>
        </pc:grpChg>
        <pc:grpChg chg="del">
          <ac:chgData name="Pi, Yalong" userId="c9a3dc08-26f0-490d-b190-2780270c58e1" providerId="ADAL" clId="{F398E26A-6AC4-4DD8-A7B3-CD9F6274E7E3}" dt="2025-04-13T17:51:56.155" v="2597" actId="478"/>
          <ac:grpSpMkLst>
            <pc:docMk/>
            <pc:sldMk cId="2914365484" sldId="322"/>
            <ac:grpSpMk id="308" creationId="{391CD1C8-63FE-A9A1-AAD5-D6966A10C36D}"/>
          </ac:grpSpMkLst>
        </pc:grpChg>
        <pc:grpChg chg="del">
          <ac:chgData name="Pi, Yalong" userId="c9a3dc08-26f0-490d-b190-2780270c58e1" providerId="ADAL" clId="{F398E26A-6AC4-4DD8-A7B3-CD9F6274E7E3}" dt="2025-04-13T17:51:56.155" v="2597" actId="478"/>
          <ac:grpSpMkLst>
            <pc:docMk/>
            <pc:sldMk cId="2914365484" sldId="322"/>
            <ac:grpSpMk id="320" creationId="{E8C023FD-F78A-1B59-DF75-E47EAA06CA68}"/>
          </ac:grpSpMkLst>
        </pc:grpChg>
        <pc:grpChg chg="del">
          <ac:chgData name="Pi, Yalong" userId="c9a3dc08-26f0-490d-b190-2780270c58e1" providerId="ADAL" clId="{F398E26A-6AC4-4DD8-A7B3-CD9F6274E7E3}" dt="2025-04-13T17:51:56.155" v="2597" actId="478"/>
          <ac:grpSpMkLst>
            <pc:docMk/>
            <pc:sldMk cId="2914365484" sldId="322"/>
            <ac:grpSpMk id="321" creationId="{89530CE5-0242-6320-BDB0-CA7B605C908A}"/>
          </ac:grpSpMkLst>
        </pc:grpChg>
        <pc:grpChg chg="mod">
          <ac:chgData name="Pi, Yalong" userId="c9a3dc08-26f0-490d-b190-2780270c58e1" providerId="ADAL" clId="{F398E26A-6AC4-4DD8-A7B3-CD9F6274E7E3}" dt="2025-04-13T21:32:11.703" v="3795"/>
          <ac:grpSpMkLst>
            <pc:docMk/>
            <pc:sldMk cId="2914365484" sldId="322"/>
            <ac:grpSpMk id="322" creationId="{FCCFB7DC-E264-9CBA-3ACF-073EB0C723D1}"/>
          </ac:grpSpMkLst>
        </pc:grpChg>
        <pc:grpChg chg="del mod">
          <ac:chgData name="Pi, Yalong" userId="c9a3dc08-26f0-490d-b190-2780270c58e1" providerId="ADAL" clId="{F398E26A-6AC4-4DD8-A7B3-CD9F6274E7E3}" dt="2025-04-13T21:33:48.499" v="3921"/>
          <ac:grpSpMkLst>
            <pc:docMk/>
            <pc:sldMk cId="2914365484" sldId="322"/>
            <ac:grpSpMk id="331" creationId="{1E8BF8D7-ED4B-86D5-1695-0A00173CA388}"/>
          </ac:grpSpMkLst>
        </pc:grpChg>
        <pc:grpChg chg="del mod">
          <ac:chgData name="Pi, Yalong" userId="c9a3dc08-26f0-490d-b190-2780270c58e1" providerId="ADAL" clId="{F398E26A-6AC4-4DD8-A7B3-CD9F6274E7E3}" dt="2025-04-13T21:32:38.029" v="3824"/>
          <ac:grpSpMkLst>
            <pc:docMk/>
            <pc:sldMk cId="2914365484" sldId="322"/>
            <ac:grpSpMk id="348" creationId="{85393FFE-1EA8-9714-215F-932AF425196F}"/>
          </ac:grpSpMkLst>
        </pc:grpChg>
        <pc:grpChg chg="del mod">
          <ac:chgData name="Pi, Yalong" userId="c9a3dc08-26f0-490d-b190-2780270c58e1" providerId="ADAL" clId="{F398E26A-6AC4-4DD8-A7B3-CD9F6274E7E3}" dt="2025-04-13T21:33:48.496" v="3908"/>
          <ac:grpSpMkLst>
            <pc:docMk/>
            <pc:sldMk cId="2914365484" sldId="322"/>
            <ac:grpSpMk id="349" creationId="{B2B10122-A38A-35F1-8955-BB97502D8799}"/>
          </ac:grpSpMkLst>
        </pc:grpChg>
        <pc:grpChg chg="del mod">
          <ac:chgData name="Pi, Yalong" userId="c9a3dc08-26f0-490d-b190-2780270c58e1" providerId="ADAL" clId="{F398E26A-6AC4-4DD8-A7B3-CD9F6274E7E3}" dt="2025-04-13T21:33:48.499" v="3922"/>
          <ac:grpSpMkLst>
            <pc:docMk/>
            <pc:sldMk cId="2914365484" sldId="322"/>
            <ac:grpSpMk id="350" creationId="{80BDB59D-AE8D-3BEF-DA20-7637C5CF51BD}"/>
          </ac:grpSpMkLst>
        </pc:grpChg>
        <pc:grpChg chg="del mod">
          <ac:chgData name="Pi, Yalong" userId="c9a3dc08-26f0-490d-b190-2780270c58e1" providerId="ADAL" clId="{F398E26A-6AC4-4DD8-A7B3-CD9F6274E7E3}" dt="2025-04-13T21:32:58.405" v="3832"/>
          <ac:grpSpMkLst>
            <pc:docMk/>
            <pc:sldMk cId="2914365484" sldId="322"/>
            <ac:grpSpMk id="353" creationId="{23E94B5A-D1CC-A6B9-E661-05FCB993116B}"/>
          </ac:grpSpMkLst>
        </pc:grpChg>
        <pc:grpChg chg="del mod">
          <ac:chgData name="Pi, Yalong" userId="c9a3dc08-26f0-490d-b190-2780270c58e1" providerId="ADAL" clId="{F398E26A-6AC4-4DD8-A7B3-CD9F6274E7E3}" dt="2025-04-13T21:33:04.382" v="3842"/>
          <ac:grpSpMkLst>
            <pc:docMk/>
            <pc:sldMk cId="2914365484" sldId="322"/>
            <ac:grpSpMk id="356" creationId="{334C3EFE-BC48-20D5-5220-08119327F3EF}"/>
          </ac:grpSpMkLst>
        </pc:grpChg>
        <pc:grpChg chg="del mod">
          <ac:chgData name="Pi, Yalong" userId="c9a3dc08-26f0-490d-b190-2780270c58e1" providerId="ADAL" clId="{F398E26A-6AC4-4DD8-A7B3-CD9F6274E7E3}" dt="2025-04-13T21:33:09.112" v="3848"/>
          <ac:grpSpMkLst>
            <pc:docMk/>
            <pc:sldMk cId="2914365484" sldId="322"/>
            <ac:grpSpMk id="362" creationId="{A75C82D1-7C6E-5861-7149-BFF2EDCBD3EF}"/>
          </ac:grpSpMkLst>
        </pc:grpChg>
        <pc:grpChg chg="del mod">
          <ac:chgData name="Pi, Yalong" userId="c9a3dc08-26f0-490d-b190-2780270c58e1" providerId="ADAL" clId="{F398E26A-6AC4-4DD8-A7B3-CD9F6274E7E3}" dt="2025-04-13T21:33:48.499" v="3926"/>
          <ac:grpSpMkLst>
            <pc:docMk/>
            <pc:sldMk cId="2914365484" sldId="322"/>
            <ac:grpSpMk id="368" creationId="{A4EAB3BB-EEEB-132B-C321-B3D9C318510C}"/>
          </ac:grpSpMkLst>
        </pc:grpChg>
        <pc:grpChg chg="del mod">
          <ac:chgData name="Pi, Yalong" userId="c9a3dc08-26f0-490d-b190-2780270c58e1" providerId="ADAL" clId="{F398E26A-6AC4-4DD8-A7B3-CD9F6274E7E3}" dt="2025-04-13T21:35:09.284" v="4006"/>
          <ac:grpSpMkLst>
            <pc:docMk/>
            <pc:sldMk cId="2914365484" sldId="322"/>
            <ac:grpSpMk id="374" creationId="{F3B4C10F-D46A-2A53-2B4E-754C252A4ABC}"/>
          </ac:grpSpMkLst>
        </pc:grpChg>
        <pc:grpChg chg="del mod">
          <ac:chgData name="Pi, Yalong" userId="c9a3dc08-26f0-490d-b190-2780270c58e1" providerId="ADAL" clId="{F398E26A-6AC4-4DD8-A7B3-CD9F6274E7E3}" dt="2025-04-13T21:33:45.909" v="3872"/>
          <ac:grpSpMkLst>
            <pc:docMk/>
            <pc:sldMk cId="2914365484" sldId="322"/>
            <ac:grpSpMk id="377" creationId="{A2D96233-6D93-1A5B-B23F-CEECE670F3F7}"/>
          </ac:grpSpMkLst>
        </pc:grpChg>
        <pc:grpChg chg="del mod">
          <ac:chgData name="Pi, Yalong" userId="c9a3dc08-26f0-490d-b190-2780270c58e1" providerId="ADAL" clId="{F398E26A-6AC4-4DD8-A7B3-CD9F6274E7E3}" dt="2025-04-13T21:34:06.524" v="3944"/>
          <ac:grpSpMkLst>
            <pc:docMk/>
            <pc:sldMk cId="2914365484" sldId="322"/>
            <ac:grpSpMk id="380" creationId="{18136BD3-80BB-4CAA-320E-BF8904F242D9}"/>
          </ac:grpSpMkLst>
        </pc:grpChg>
        <pc:grpChg chg="del mod">
          <ac:chgData name="Pi, Yalong" userId="c9a3dc08-26f0-490d-b190-2780270c58e1" providerId="ADAL" clId="{F398E26A-6AC4-4DD8-A7B3-CD9F6274E7E3}" dt="2025-04-13T21:34:06.524" v="3944"/>
          <ac:grpSpMkLst>
            <pc:docMk/>
            <pc:sldMk cId="2914365484" sldId="322"/>
            <ac:grpSpMk id="385" creationId="{7951A85E-2B33-CCCD-6885-FD262E4F06BF}"/>
          </ac:grpSpMkLst>
        </pc:grpChg>
        <pc:grpChg chg="del mod">
          <ac:chgData name="Pi, Yalong" userId="c9a3dc08-26f0-490d-b190-2780270c58e1" providerId="ADAL" clId="{F398E26A-6AC4-4DD8-A7B3-CD9F6274E7E3}" dt="2025-04-13T21:34:49.552" v="3987"/>
          <ac:grpSpMkLst>
            <pc:docMk/>
            <pc:sldMk cId="2914365484" sldId="322"/>
            <ac:grpSpMk id="393" creationId="{8C8298CC-047F-BD47-C1AA-8397CA274F0D}"/>
          </ac:grpSpMkLst>
        </pc:grpChg>
        <pc:grpChg chg="del mod">
          <ac:chgData name="Pi, Yalong" userId="c9a3dc08-26f0-490d-b190-2780270c58e1" providerId="ADAL" clId="{F398E26A-6AC4-4DD8-A7B3-CD9F6274E7E3}" dt="2025-04-13T21:34:25.934" v="3964"/>
          <ac:grpSpMkLst>
            <pc:docMk/>
            <pc:sldMk cId="2914365484" sldId="322"/>
            <ac:grpSpMk id="398" creationId="{1B47C53D-A7EB-FE88-032E-EC78463DD6E0}"/>
          </ac:grpSpMkLst>
        </pc:grpChg>
        <pc:grpChg chg="del mod">
          <ac:chgData name="Pi, Yalong" userId="c9a3dc08-26f0-490d-b190-2780270c58e1" providerId="ADAL" clId="{F398E26A-6AC4-4DD8-A7B3-CD9F6274E7E3}" dt="2025-04-13T21:34:49.552" v="3987"/>
          <ac:grpSpMkLst>
            <pc:docMk/>
            <pc:sldMk cId="2914365484" sldId="322"/>
            <ac:grpSpMk id="404" creationId="{29DC5FF0-E95A-BB3C-6792-8DF033DF5B74}"/>
          </ac:grpSpMkLst>
        </pc:grpChg>
        <pc:grpChg chg="del mod">
          <ac:chgData name="Pi, Yalong" userId="c9a3dc08-26f0-490d-b190-2780270c58e1" providerId="ADAL" clId="{F398E26A-6AC4-4DD8-A7B3-CD9F6274E7E3}" dt="2025-04-13T21:34:49.552" v="3987"/>
          <ac:grpSpMkLst>
            <pc:docMk/>
            <pc:sldMk cId="2914365484" sldId="322"/>
            <ac:grpSpMk id="408" creationId="{46A333A6-A4F9-82EC-9619-A8EA31B08F7F}"/>
          </ac:grpSpMkLst>
        </pc:grpChg>
        <pc:grpChg chg="mod">
          <ac:chgData name="Pi, Yalong" userId="c9a3dc08-26f0-490d-b190-2780270c58e1" providerId="ADAL" clId="{F398E26A-6AC4-4DD8-A7B3-CD9F6274E7E3}" dt="2025-04-13T21:34:31.919" v="3974"/>
          <ac:grpSpMkLst>
            <pc:docMk/>
            <pc:sldMk cId="2914365484" sldId="322"/>
            <ac:grpSpMk id="412" creationId="{F9B99078-417E-E458-06D3-DFFA8C3E2FFA}"/>
          </ac:grpSpMkLst>
        </pc:grpChg>
        <pc:grpChg chg="del mod">
          <ac:chgData name="Pi, Yalong" userId="c9a3dc08-26f0-490d-b190-2780270c58e1" providerId="ADAL" clId="{F398E26A-6AC4-4DD8-A7B3-CD9F6274E7E3}" dt="2025-04-13T21:34:35.390" v="3981"/>
          <ac:grpSpMkLst>
            <pc:docMk/>
            <pc:sldMk cId="2914365484" sldId="322"/>
            <ac:grpSpMk id="415" creationId="{44DBAB20-6A28-F714-A7E1-71F39887D32B}"/>
          </ac:grpSpMkLst>
        </pc:grpChg>
        <pc:grpChg chg="mod">
          <ac:chgData name="Pi, Yalong" userId="c9a3dc08-26f0-490d-b190-2780270c58e1" providerId="ADAL" clId="{F398E26A-6AC4-4DD8-A7B3-CD9F6274E7E3}" dt="2025-04-13T21:34:35.390" v="3981"/>
          <ac:grpSpMkLst>
            <pc:docMk/>
            <pc:sldMk cId="2914365484" sldId="322"/>
            <ac:grpSpMk id="417" creationId="{135E8203-E2A5-264C-A820-92FF461AF759}"/>
          </ac:grpSpMkLst>
        </pc:grpChg>
        <pc:grpChg chg="del mod">
          <ac:chgData name="Pi, Yalong" userId="c9a3dc08-26f0-490d-b190-2780270c58e1" providerId="ADAL" clId="{F398E26A-6AC4-4DD8-A7B3-CD9F6274E7E3}" dt="2025-04-13T21:34:56.078" v="3996"/>
          <ac:grpSpMkLst>
            <pc:docMk/>
            <pc:sldMk cId="2914365484" sldId="322"/>
            <ac:grpSpMk id="420" creationId="{B6D323CD-F200-2DD1-0864-BDFD7A05AAE7}"/>
          </ac:grpSpMkLst>
        </pc:grpChg>
        <pc:grpChg chg="del mod">
          <ac:chgData name="Pi, Yalong" userId="c9a3dc08-26f0-490d-b190-2780270c58e1" providerId="ADAL" clId="{F398E26A-6AC4-4DD8-A7B3-CD9F6274E7E3}" dt="2025-04-13T21:34:56.078" v="3996"/>
          <ac:grpSpMkLst>
            <pc:docMk/>
            <pc:sldMk cId="2914365484" sldId="322"/>
            <ac:grpSpMk id="425" creationId="{976F927C-6A01-B9B7-AC39-B31565D2A14A}"/>
          </ac:grpSpMkLst>
        </pc:grpChg>
        <pc:grpChg chg="mod">
          <ac:chgData name="Pi, Yalong" userId="c9a3dc08-26f0-490d-b190-2780270c58e1" providerId="ADAL" clId="{F398E26A-6AC4-4DD8-A7B3-CD9F6274E7E3}" dt="2025-04-13T21:34:56.078" v="3996"/>
          <ac:grpSpMkLst>
            <pc:docMk/>
            <pc:sldMk cId="2914365484" sldId="322"/>
            <ac:grpSpMk id="429" creationId="{73673CCF-A599-4ACD-B341-398301015798}"/>
          </ac:grpSpMkLst>
        </pc:grpChg>
        <pc:grpChg chg="del mod">
          <ac:chgData name="Pi, Yalong" userId="c9a3dc08-26f0-490d-b190-2780270c58e1" providerId="ADAL" clId="{F398E26A-6AC4-4DD8-A7B3-CD9F6274E7E3}" dt="2025-04-13T21:35:04.884" v="4002"/>
          <ac:grpSpMkLst>
            <pc:docMk/>
            <pc:sldMk cId="2914365484" sldId="322"/>
            <ac:grpSpMk id="432" creationId="{A1643165-8F45-3CC6-44C1-9D2C32E3F643}"/>
          </ac:grpSpMkLst>
        </pc:grpChg>
        <pc:grpChg chg="mod">
          <ac:chgData name="Pi, Yalong" userId="c9a3dc08-26f0-490d-b190-2780270c58e1" providerId="ADAL" clId="{F398E26A-6AC4-4DD8-A7B3-CD9F6274E7E3}" dt="2025-04-13T21:35:04.884" v="4002"/>
          <ac:grpSpMkLst>
            <pc:docMk/>
            <pc:sldMk cId="2914365484" sldId="322"/>
            <ac:grpSpMk id="435" creationId="{BE34F645-669C-6627-401A-A4EDB62F9696}"/>
          </ac:grpSpMkLst>
        </pc:grpChg>
        <pc:grpChg chg="del mod">
          <ac:chgData name="Pi, Yalong" userId="c9a3dc08-26f0-490d-b190-2780270c58e1" providerId="ADAL" clId="{F398E26A-6AC4-4DD8-A7B3-CD9F6274E7E3}" dt="2025-04-13T21:35:12.712" v="4013"/>
          <ac:grpSpMkLst>
            <pc:docMk/>
            <pc:sldMk cId="2914365484" sldId="322"/>
            <ac:grpSpMk id="439" creationId="{76D7215D-51AB-2D1D-F279-14FF9DF18347}"/>
          </ac:grpSpMkLst>
        </pc:grpChg>
        <pc:grpChg chg="del mod">
          <ac:chgData name="Pi, Yalong" userId="c9a3dc08-26f0-490d-b190-2780270c58e1" providerId="ADAL" clId="{F398E26A-6AC4-4DD8-A7B3-CD9F6274E7E3}" dt="2025-04-13T21:35:17.343" v="4020"/>
          <ac:grpSpMkLst>
            <pc:docMk/>
            <pc:sldMk cId="2914365484" sldId="322"/>
            <ac:grpSpMk id="446" creationId="{802D8DD1-AC48-FAFA-B337-554CAC630751}"/>
          </ac:grpSpMkLst>
        </pc:grpChg>
        <pc:grpChg chg="mod">
          <ac:chgData name="Pi, Yalong" userId="c9a3dc08-26f0-490d-b190-2780270c58e1" providerId="ADAL" clId="{F398E26A-6AC4-4DD8-A7B3-CD9F6274E7E3}" dt="2025-04-13T21:35:17.343" v="4020"/>
          <ac:grpSpMkLst>
            <pc:docMk/>
            <pc:sldMk cId="2914365484" sldId="322"/>
            <ac:grpSpMk id="453" creationId="{087F65F5-6D50-2CDE-B3B1-B1E841970DB0}"/>
          </ac:grpSpMkLst>
        </pc:grpChg>
        <pc:grpChg chg="mod">
          <ac:chgData name="Pi, Yalong" userId="c9a3dc08-26f0-490d-b190-2780270c58e1" providerId="ADAL" clId="{F398E26A-6AC4-4DD8-A7B3-CD9F6274E7E3}" dt="2025-04-13T21:35:53.444" v="4024"/>
          <ac:grpSpMkLst>
            <pc:docMk/>
            <pc:sldMk cId="2914365484" sldId="322"/>
            <ac:grpSpMk id="457" creationId="{C3EBE1F1-48F7-5F41-27D0-9A54D00276DB}"/>
          </ac:grpSpMkLst>
        </pc:grpChg>
        <pc:inkChg chg="add mod">
          <ac:chgData name="Pi, Yalong" userId="c9a3dc08-26f0-490d-b190-2780270c58e1" providerId="ADAL" clId="{F398E26A-6AC4-4DD8-A7B3-CD9F6274E7E3}" dt="2025-04-13T21:34:35.390" v="3981"/>
          <ac:inkMkLst>
            <pc:docMk/>
            <pc:sldMk cId="2914365484" sldId="322"/>
            <ac:inkMk id="2" creationId="{3C7FAA3C-5B9E-B7FD-B496-E5B1949E52C8}"/>
          </ac:inkMkLst>
        </pc:inkChg>
        <pc:inkChg chg="add mod">
          <ac:chgData name="Pi, Yalong" userId="c9a3dc08-26f0-490d-b190-2780270c58e1" providerId="ADAL" clId="{F398E26A-6AC4-4DD8-A7B3-CD9F6274E7E3}" dt="2025-04-13T21:34:35.390" v="3981"/>
          <ac:inkMkLst>
            <pc:docMk/>
            <pc:sldMk cId="2914365484" sldId="322"/>
            <ac:inkMk id="3" creationId="{22074720-FA44-E427-6D9D-A245F3D319AB}"/>
          </ac:inkMkLst>
        </pc:inkChg>
        <pc:inkChg chg="mod">
          <ac:chgData name="Pi, Yalong" userId="c9a3dc08-26f0-490d-b190-2780270c58e1" providerId="ADAL" clId="{F398E26A-6AC4-4DD8-A7B3-CD9F6274E7E3}" dt="2025-04-13T17:52:24.759" v="2613"/>
          <ac:inkMkLst>
            <pc:docMk/>
            <pc:sldMk cId="2914365484" sldId="322"/>
            <ac:inkMk id="6" creationId="{21C4D79C-7198-F87C-9C6D-A9C2003F6424}"/>
          </ac:inkMkLst>
        </pc:inkChg>
        <pc:inkChg chg="mod">
          <ac:chgData name="Pi, Yalong" userId="c9a3dc08-26f0-490d-b190-2780270c58e1" providerId="ADAL" clId="{F398E26A-6AC4-4DD8-A7B3-CD9F6274E7E3}" dt="2025-04-13T17:52:26.228" v="2615"/>
          <ac:inkMkLst>
            <pc:docMk/>
            <pc:sldMk cId="2914365484" sldId="322"/>
            <ac:inkMk id="9" creationId="{19895459-5F58-13D8-F058-EEE02D0274A9}"/>
          </ac:inkMkLst>
        </pc:inkChg>
        <pc:inkChg chg="mod">
          <ac:chgData name="Pi, Yalong" userId="c9a3dc08-26f0-490d-b190-2780270c58e1" providerId="ADAL" clId="{F398E26A-6AC4-4DD8-A7B3-CD9F6274E7E3}" dt="2025-04-13T17:52:24.759" v="2613"/>
          <ac:inkMkLst>
            <pc:docMk/>
            <pc:sldMk cId="2914365484" sldId="322"/>
            <ac:inkMk id="11" creationId="{59A896C3-2B31-0018-5CA5-8339C88A8204}"/>
          </ac:inkMkLst>
        </pc:inkChg>
        <pc:inkChg chg="mod">
          <ac:chgData name="Pi, Yalong" userId="c9a3dc08-26f0-490d-b190-2780270c58e1" providerId="ADAL" clId="{F398E26A-6AC4-4DD8-A7B3-CD9F6274E7E3}" dt="2025-04-13T17:52:24.759" v="2613"/>
          <ac:inkMkLst>
            <pc:docMk/>
            <pc:sldMk cId="2914365484" sldId="322"/>
            <ac:inkMk id="12" creationId="{0AA900FB-590F-864D-522F-87421C120F09}"/>
          </ac:inkMkLst>
        </pc:inkChg>
        <pc:inkChg chg="mod">
          <ac:chgData name="Pi, Yalong" userId="c9a3dc08-26f0-490d-b190-2780270c58e1" providerId="ADAL" clId="{F398E26A-6AC4-4DD8-A7B3-CD9F6274E7E3}" dt="2025-04-13T17:52:26.228" v="2615"/>
          <ac:inkMkLst>
            <pc:docMk/>
            <pc:sldMk cId="2914365484" sldId="322"/>
            <ac:inkMk id="13" creationId="{AF3BC7D4-3949-8429-5C72-0E7FEA524F97}"/>
          </ac:inkMkLst>
        </pc:inkChg>
        <pc:inkChg chg="add mod">
          <ac:chgData name="Pi, Yalong" userId="c9a3dc08-26f0-490d-b190-2780270c58e1" providerId="ADAL" clId="{F398E26A-6AC4-4DD8-A7B3-CD9F6274E7E3}" dt="2025-04-13T21:34:35.390" v="3981"/>
          <ac:inkMkLst>
            <pc:docMk/>
            <pc:sldMk cId="2914365484" sldId="322"/>
            <ac:inkMk id="14" creationId="{12D692BA-4DB8-20BD-59D9-C6B79024CE44}"/>
          </ac:inkMkLst>
        </pc:inkChg>
        <pc:inkChg chg="add del mod">
          <ac:chgData name="Pi, Yalong" userId="c9a3dc08-26f0-490d-b190-2780270c58e1" providerId="ADAL" clId="{F398E26A-6AC4-4DD8-A7B3-CD9F6274E7E3}" dt="2025-04-13T21:34:32.251" v="3975"/>
          <ac:inkMkLst>
            <pc:docMk/>
            <pc:sldMk cId="2914365484" sldId="322"/>
            <ac:inkMk id="15" creationId="{1EA1A6CF-EDE3-AD84-5BC0-956A4F50DBEE}"/>
          </ac:inkMkLst>
        </pc:inkChg>
        <pc:inkChg chg="add del mod">
          <ac:chgData name="Pi, Yalong" userId="c9a3dc08-26f0-490d-b190-2780270c58e1" providerId="ADAL" clId="{F398E26A-6AC4-4DD8-A7B3-CD9F6274E7E3}" dt="2025-04-13T21:34:32.251" v="3976"/>
          <ac:inkMkLst>
            <pc:docMk/>
            <pc:sldMk cId="2914365484" sldId="322"/>
            <ac:inkMk id="16" creationId="{830C3181-7B12-928A-9FEB-751630777404}"/>
          </ac:inkMkLst>
        </pc:inkChg>
        <pc:inkChg chg="mod">
          <ac:chgData name="Pi, Yalong" userId="c9a3dc08-26f0-490d-b190-2780270c58e1" providerId="ADAL" clId="{F398E26A-6AC4-4DD8-A7B3-CD9F6274E7E3}" dt="2025-04-13T17:52:24.759" v="2613"/>
          <ac:inkMkLst>
            <pc:docMk/>
            <pc:sldMk cId="2914365484" sldId="322"/>
            <ac:inkMk id="19" creationId="{E5A24D06-A970-8C61-F4CC-1D922114DF55}"/>
          </ac:inkMkLst>
        </pc:inkChg>
        <pc:inkChg chg="add">
          <ac:chgData name="Pi, Yalong" userId="c9a3dc08-26f0-490d-b190-2780270c58e1" providerId="ADAL" clId="{F398E26A-6AC4-4DD8-A7B3-CD9F6274E7E3}" dt="2025-04-13T17:53:35.081" v="2622" actId="9405"/>
          <ac:inkMkLst>
            <pc:docMk/>
            <pc:sldMk cId="2914365484" sldId="322"/>
            <ac:inkMk id="20" creationId="{5F089ACB-A014-8B04-1829-BB7CF31ACD59}"/>
          </ac:inkMkLst>
        </pc:inkChg>
        <pc:inkChg chg="add mod">
          <ac:chgData name="Pi, Yalong" userId="c9a3dc08-26f0-490d-b190-2780270c58e1" providerId="ADAL" clId="{F398E26A-6AC4-4DD8-A7B3-CD9F6274E7E3}" dt="2025-04-13T17:53:39.528" v="2625"/>
          <ac:inkMkLst>
            <pc:docMk/>
            <pc:sldMk cId="2914365484" sldId="322"/>
            <ac:inkMk id="22" creationId="{F401D683-4EE0-8828-1B18-04EC76C41DEA}"/>
          </ac:inkMkLst>
        </pc:inkChg>
        <pc:inkChg chg="add del mod">
          <ac:chgData name="Pi, Yalong" userId="c9a3dc08-26f0-490d-b190-2780270c58e1" providerId="ADAL" clId="{F398E26A-6AC4-4DD8-A7B3-CD9F6274E7E3}" dt="2025-04-13T17:52:24.759" v="2613"/>
          <ac:inkMkLst>
            <pc:docMk/>
            <pc:sldMk cId="2914365484" sldId="322"/>
            <ac:inkMk id="24" creationId="{B68B6079-2CA0-1BF9-E7EF-94A9EC38EF2E}"/>
          </ac:inkMkLst>
        </pc:inkChg>
        <pc:inkChg chg="add mod">
          <ac:chgData name="Pi, Yalong" userId="c9a3dc08-26f0-490d-b190-2780270c58e1" providerId="ADAL" clId="{F398E26A-6AC4-4DD8-A7B3-CD9F6274E7E3}" dt="2025-04-13T17:53:39.528" v="2625"/>
          <ac:inkMkLst>
            <pc:docMk/>
            <pc:sldMk cId="2914365484" sldId="322"/>
            <ac:inkMk id="25" creationId="{ADD3D07E-894E-33D2-9A3B-20C5AFCD343C}"/>
          </ac:inkMkLst>
        </pc:inkChg>
        <pc:inkChg chg="mod">
          <ac:chgData name="Pi, Yalong" userId="c9a3dc08-26f0-490d-b190-2780270c58e1" providerId="ADAL" clId="{F398E26A-6AC4-4DD8-A7B3-CD9F6274E7E3}" dt="2025-04-13T17:52:26.228" v="2615"/>
          <ac:inkMkLst>
            <pc:docMk/>
            <pc:sldMk cId="2914365484" sldId="322"/>
            <ac:inkMk id="27" creationId="{043B3225-8089-A09D-ECA0-BCD830A6A1D6}"/>
          </ac:inkMkLst>
        </pc:inkChg>
        <pc:inkChg chg="add del mod">
          <ac:chgData name="Pi, Yalong" userId="c9a3dc08-26f0-490d-b190-2780270c58e1" providerId="ADAL" clId="{F398E26A-6AC4-4DD8-A7B3-CD9F6274E7E3}" dt="2025-04-13T17:52:26.228" v="2615"/>
          <ac:inkMkLst>
            <pc:docMk/>
            <pc:sldMk cId="2914365484" sldId="322"/>
            <ac:inkMk id="30" creationId="{195F215A-0726-B58C-120C-B9DCECDE5923}"/>
          </ac:inkMkLst>
        </pc:inkChg>
        <pc:inkChg chg="add del mod">
          <ac:chgData name="Pi, Yalong" userId="c9a3dc08-26f0-490d-b190-2780270c58e1" providerId="ADAL" clId="{F398E26A-6AC4-4DD8-A7B3-CD9F6274E7E3}" dt="2025-04-13T17:52:26.228" v="2615"/>
          <ac:inkMkLst>
            <pc:docMk/>
            <pc:sldMk cId="2914365484" sldId="322"/>
            <ac:inkMk id="31" creationId="{1CD0DCFD-9A3A-D961-9D2B-941C3A6DE393}"/>
          </ac:inkMkLst>
        </pc:inkChg>
        <pc:inkChg chg="del mod">
          <ac:chgData name="Pi, Yalong" userId="c9a3dc08-26f0-490d-b190-2780270c58e1" providerId="ADAL" clId="{F398E26A-6AC4-4DD8-A7B3-CD9F6274E7E3}" dt="2025-04-13T17:52:09.709" v="2604"/>
          <ac:inkMkLst>
            <pc:docMk/>
            <pc:sldMk cId="2914365484" sldId="322"/>
            <ac:inkMk id="32" creationId="{D038BBF7-0927-4455-FC25-5FA5B51B9DBA}"/>
          </ac:inkMkLst>
        </pc:inkChg>
        <pc:inkChg chg="add del mod">
          <ac:chgData name="Pi, Yalong" userId="c9a3dc08-26f0-490d-b190-2780270c58e1" providerId="ADAL" clId="{F398E26A-6AC4-4DD8-A7B3-CD9F6274E7E3}" dt="2025-04-13T17:52:26.228" v="2615"/>
          <ac:inkMkLst>
            <pc:docMk/>
            <pc:sldMk cId="2914365484" sldId="322"/>
            <ac:inkMk id="33" creationId="{2C681AA0-3D3D-66E0-FEBC-B90CBD67CF57}"/>
          </ac:inkMkLst>
        </pc:inkChg>
        <pc:inkChg chg="add mod">
          <ac:chgData name="Pi, Yalong" userId="c9a3dc08-26f0-490d-b190-2780270c58e1" providerId="ADAL" clId="{F398E26A-6AC4-4DD8-A7B3-CD9F6274E7E3}" dt="2025-04-13T21:34:28.617" v="3970"/>
          <ac:inkMkLst>
            <pc:docMk/>
            <pc:sldMk cId="2914365484" sldId="322"/>
            <ac:inkMk id="34" creationId="{483CE914-67EA-CABC-DDBB-7DCFE0A83A17}"/>
          </ac:inkMkLst>
        </pc:inkChg>
        <pc:inkChg chg="mod">
          <ac:chgData name="Pi, Yalong" userId="c9a3dc08-26f0-490d-b190-2780270c58e1" providerId="ADAL" clId="{F398E26A-6AC4-4DD8-A7B3-CD9F6274E7E3}" dt="2025-04-13T17:52:24.759" v="2613"/>
          <ac:inkMkLst>
            <pc:docMk/>
            <pc:sldMk cId="2914365484" sldId="322"/>
            <ac:inkMk id="35" creationId="{5E646D02-A621-544F-D492-B95B5B7F55AA}"/>
          </ac:inkMkLst>
        </pc:inkChg>
        <pc:inkChg chg="add mod">
          <ac:chgData name="Pi, Yalong" userId="c9a3dc08-26f0-490d-b190-2780270c58e1" providerId="ADAL" clId="{F398E26A-6AC4-4DD8-A7B3-CD9F6274E7E3}" dt="2025-04-13T21:34:28.617" v="3970"/>
          <ac:inkMkLst>
            <pc:docMk/>
            <pc:sldMk cId="2914365484" sldId="322"/>
            <ac:inkMk id="37" creationId="{8172E613-10C4-F918-75D9-F335549BF2DD}"/>
          </ac:inkMkLst>
        </pc:inkChg>
        <pc:inkChg chg="add mod">
          <ac:chgData name="Pi, Yalong" userId="c9a3dc08-26f0-490d-b190-2780270c58e1" providerId="ADAL" clId="{F398E26A-6AC4-4DD8-A7B3-CD9F6274E7E3}" dt="2025-04-13T21:34:28.617" v="3970"/>
          <ac:inkMkLst>
            <pc:docMk/>
            <pc:sldMk cId="2914365484" sldId="322"/>
            <ac:inkMk id="38" creationId="{8D27C5D7-5382-1FB0-EB90-EB6C486D51FA}"/>
          </ac:inkMkLst>
        </pc:inkChg>
        <pc:inkChg chg="del">
          <ac:chgData name="Pi, Yalong" userId="c9a3dc08-26f0-490d-b190-2780270c58e1" providerId="ADAL" clId="{F398E26A-6AC4-4DD8-A7B3-CD9F6274E7E3}" dt="2025-04-13T21:33:16.524" v="3853"/>
          <ac:inkMkLst>
            <pc:docMk/>
            <pc:sldMk cId="2914365484" sldId="322"/>
            <ac:inkMk id="39" creationId="{BA00E315-8111-C51B-79CC-DD38FF1E168B}"/>
          </ac:inkMkLst>
        </pc:inkChg>
        <pc:inkChg chg="add mod">
          <ac:chgData name="Pi, Yalong" userId="c9a3dc08-26f0-490d-b190-2780270c58e1" providerId="ADAL" clId="{F398E26A-6AC4-4DD8-A7B3-CD9F6274E7E3}" dt="2025-04-13T21:34:28.617" v="3970"/>
          <ac:inkMkLst>
            <pc:docMk/>
            <pc:sldMk cId="2914365484" sldId="322"/>
            <ac:inkMk id="40" creationId="{6489C8A4-C1F8-9FB8-AB30-DA656887A685}"/>
          </ac:inkMkLst>
        </pc:inkChg>
        <pc:inkChg chg="add mod">
          <ac:chgData name="Pi, Yalong" userId="c9a3dc08-26f0-490d-b190-2780270c58e1" providerId="ADAL" clId="{F398E26A-6AC4-4DD8-A7B3-CD9F6274E7E3}" dt="2025-04-13T17:53:46.470" v="2638"/>
          <ac:inkMkLst>
            <pc:docMk/>
            <pc:sldMk cId="2914365484" sldId="322"/>
            <ac:inkMk id="41" creationId="{D06A2296-8CB3-71FA-AAD0-8BCED5D3F4F5}"/>
          </ac:inkMkLst>
        </pc:inkChg>
        <pc:inkChg chg="add mod">
          <ac:chgData name="Pi, Yalong" userId="c9a3dc08-26f0-490d-b190-2780270c58e1" providerId="ADAL" clId="{F398E26A-6AC4-4DD8-A7B3-CD9F6274E7E3}" dt="2025-04-13T17:53:46.470" v="2638"/>
          <ac:inkMkLst>
            <pc:docMk/>
            <pc:sldMk cId="2914365484" sldId="322"/>
            <ac:inkMk id="42" creationId="{F96ECE4C-5F34-5480-6E59-FEE3C523CD30}"/>
          </ac:inkMkLst>
        </pc:inkChg>
        <pc:inkChg chg="add mod">
          <ac:chgData name="Pi, Yalong" userId="c9a3dc08-26f0-490d-b190-2780270c58e1" providerId="ADAL" clId="{F398E26A-6AC4-4DD8-A7B3-CD9F6274E7E3}" dt="2025-04-13T21:34:28.617" v="3970"/>
          <ac:inkMkLst>
            <pc:docMk/>
            <pc:sldMk cId="2914365484" sldId="322"/>
            <ac:inkMk id="45" creationId="{9D983E71-F3F7-B075-35FE-2240CDEDE5FB}"/>
          </ac:inkMkLst>
        </pc:inkChg>
        <pc:inkChg chg="del">
          <ac:chgData name="Pi, Yalong" userId="c9a3dc08-26f0-490d-b190-2780270c58e1" providerId="ADAL" clId="{F398E26A-6AC4-4DD8-A7B3-CD9F6274E7E3}" dt="2025-04-13T17:54:16.628" v="2652"/>
          <ac:inkMkLst>
            <pc:docMk/>
            <pc:sldMk cId="2914365484" sldId="322"/>
            <ac:inkMk id="46" creationId="{841CA0B2-A1E4-FEB3-5A4A-8189BF095C8E}"/>
          </ac:inkMkLst>
        </pc:inkChg>
        <pc:inkChg chg="del">
          <ac:chgData name="Pi, Yalong" userId="c9a3dc08-26f0-490d-b190-2780270c58e1" providerId="ADAL" clId="{F398E26A-6AC4-4DD8-A7B3-CD9F6274E7E3}" dt="2025-04-13T17:54:16.628" v="2651"/>
          <ac:inkMkLst>
            <pc:docMk/>
            <pc:sldMk cId="2914365484" sldId="322"/>
            <ac:inkMk id="47" creationId="{15C9DA37-C689-241B-F7FA-3945C130C566}"/>
          </ac:inkMkLst>
        </pc:inkChg>
        <pc:inkChg chg="add">
          <ac:chgData name="Pi, Yalong" userId="c9a3dc08-26f0-490d-b190-2780270c58e1" providerId="ADAL" clId="{F398E26A-6AC4-4DD8-A7B3-CD9F6274E7E3}" dt="2025-04-13T17:53:42.328" v="2633" actId="9405"/>
          <ac:inkMkLst>
            <pc:docMk/>
            <pc:sldMk cId="2914365484" sldId="322"/>
            <ac:inkMk id="48" creationId="{D8C273D1-B45E-8D2B-0BBA-FFC8EC0D81A4}"/>
          </ac:inkMkLst>
        </pc:inkChg>
        <pc:inkChg chg="add mod">
          <ac:chgData name="Pi, Yalong" userId="c9a3dc08-26f0-490d-b190-2780270c58e1" providerId="ADAL" clId="{F398E26A-6AC4-4DD8-A7B3-CD9F6274E7E3}" dt="2025-04-13T21:34:28.617" v="3970"/>
          <ac:inkMkLst>
            <pc:docMk/>
            <pc:sldMk cId="2914365484" sldId="322"/>
            <ac:inkMk id="49" creationId="{BC3C2C4B-CA41-E625-4470-22F01FE4F5F1}"/>
          </ac:inkMkLst>
        </pc:inkChg>
        <pc:inkChg chg="add mod">
          <ac:chgData name="Pi, Yalong" userId="c9a3dc08-26f0-490d-b190-2780270c58e1" providerId="ADAL" clId="{F398E26A-6AC4-4DD8-A7B3-CD9F6274E7E3}" dt="2025-04-13T17:53:46.470" v="2638"/>
          <ac:inkMkLst>
            <pc:docMk/>
            <pc:sldMk cId="2914365484" sldId="322"/>
            <ac:inkMk id="50" creationId="{0C478236-0074-E895-D964-68E08EDBAD7C}"/>
          </ac:inkMkLst>
        </pc:inkChg>
        <pc:inkChg chg="del">
          <ac:chgData name="Pi, Yalong" userId="c9a3dc08-26f0-490d-b190-2780270c58e1" providerId="ADAL" clId="{F398E26A-6AC4-4DD8-A7B3-CD9F6274E7E3}" dt="2025-04-13T21:33:45.915" v="3892"/>
          <ac:inkMkLst>
            <pc:docMk/>
            <pc:sldMk cId="2914365484" sldId="322"/>
            <ac:inkMk id="51" creationId="{F7BED87B-48ED-21D0-8CE0-B442878D6EAA}"/>
          </ac:inkMkLst>
        </pc:inkChg>
        <pc:inkChg chg="del">
          <ac:chgData name="Pi, Yalong" userId="c9a3dc08-26f0-490d-b190-2780270c58e1" providerId="ADAL" clId="{F398E26A-6AC4-4DD8-A7B3-CD9F6274E7E3}" dt="2025-04-13T21:33:41.027" v="3870"/>
          <ac:inkMkLst>
            <pc:docMk/>
            <pc:sldMk cId="2914365484" sldId="322"/>
            <ac:inkMk id="52" creationId="{BDE39414-8D7C-A443-E09C-11424F061ADF}"/>
          </ac:inkMkLst>
        </pc:inkChg>
        <pc:inkChg chg="add">
          <ac:chgData name="Pi, Yalong" userId="c9a3dc08-26f0-490d-b190-2780270c58e1" providerId="ADAL" clId="{F398E26A-6AC4-4DD8-A7B3-CD9F6274E7E3}" dt="2025-04-13T17:53:43.534" v="2636" actId="9405"/>
          <ac:inkMkLst>
            <pc:docMk/>
            <pc:sldMk cId="2914365484" sldId="322"/>
            <ac:inkMk id="53" creationId="{F7D4D53B-80A3-E669-3F2D-4FD4A49B3BA0}"/>
          </ac:inkMkLst>
        </pc:inkChg>
        <pc:inkChg chg="add mod">
          <ac:chgData name="Pi, Yalong" userId="c9a3dc08-26f0-490d-b190-2780270c58e1" providerId="ADAL" clId="{F398E26A-6AC4-4DD8-A7B3-CD9F6274E7E3}" dt="2025-04-13T17:53:50.458" v="2642"/>
          <ac:inkMkLst>
            <pc:docMk/>
            <pc:sldMk cId="2914365484" sldId="322"/>
            <ac:inkMk id="54" creationId="{3A66E075-6256-9B5A-8508-DBDF1BC2425F}"/>
          </ac:inkMkLst>
        </pc:inkChg>
        <pc:inkChg chg="del mod">
          <ac:chgData name="Pi, Yalong" userId="c9a3dc08-26f0-490d-b190-2780270c58e1" providerId="ADAL" clId="{F398E26A-6AC4-4DD8-A7B3-CD9F6274E7E3}" dt="2025-04-13T21:33:45.915" v="3893"/>
          <ac:inkMkLst>
            <pc:docMk/>
            <pc:sldMk cId="2914365484" sldId="322"/>
            <ac:inkMk id="55" creationId="{A0A6A253-CD44-764D-58A3-AA58F9E7100A}"/>
          </ac:inkMkLst>
        </pc:inkChg>
        <pc:inkChg chg="del mod">
          <ac:chgData name="Pi, Yalong" userId="c9a3dc08-26f0-490d-b190-2780270c58e1" providerId="ADAL" clId="{F398E26A-6AC4-4DD8-A7B3-CD9F6274E7E3}" dt="2025-04-13T21:33:45.914" v="3887"/>
          <ac:inkMkLst>
            <pc:docMk/>
            <pc:sldMk cId="2914365484" sldId="322"/>
            <ac:inkMk id="57" creationId="{B726E25A-66D5-0CE1-5839-A7F514BBE286}"/>
          </ac:inkMkLst>
        </pc:inkChg>
        <pc:inkChg chg="add mod">
          <ac:chgData name="Pi, Yalong" userId="c9a3dc08-26f0-490d-b190-2780270c58e1" providerId="ADAL" clId="{F398E26A-6AC4-4DD8-A7B3-CD9F6274E7E3}" dt="2025-04-13T21:34:28.617" v="3970"/>
          <ac:inkMkLst>
            <pc:docMk/>
            <pc:sldMk cId="2914365484" sldId="322"/>
            <ac:inkMk id="59" creationId="{361C6094-49AB-2FEE-CF37-3AAC8DF93955}"/>
          </ac:inkMkLst>
        </pc:inkChg>
        <pc:inkChg chg="add mod">
          <ac:chgData name="Pi, Yalong" userId="c9a3dc08-26f0-490d-b190-2780270c58e1" providerId="ADAL" clId="{F398E26A-6AC4-4DD8-A7B3-CD9F6274E7E3}" dt="2025-04-13T17:53:50.458" v="2642"/>
          <ac:inkMkLst>
            <pc:docMk/>
            <pc:sldMk cId="2914365484" sldId="322"/>
            <ac:inkMk id="60" creationId="{D5587E0D-94B5-6491-7E4A-5C24CA165C35}"/>
          </ac:inkMkLst>
        </pc:inkChg>
        <pc:inkChg chg="add mod">
          <ac:chgData name="Pi, Yalong" userId="c9a3dc08-26f0-490d-b190-2780270c58e1" providerId="ADAL" clId="{F398E26A-6AC4-4DD8-A7B3-CD9F6274E7E3}" dt="2025-04-13T21:34:28.617" v="3970"/>
          <ac:inkMkLst>
            <pc:docMk/>
            <pc:sldMk cId="2914365484" sldId="322"/>
            <ac:inkMk id="61" creationId="{2B34E710-AD56-DF1C-50D2-5215AF78D871}"/>
          </ac:inkMkLst>
        </pc:inkChg>
        <pc:inkChg chg="add del mod">
          <ac:chgData name="Pi, Yalong" userId="c9a3dc08-26f0-490d-b190-2780270c58e1" providerId="ADAL" clId="{F398E26A-6AC4-4DD8-A7B3-CD9F6274E7E3}" dt="2025-04-13T21:33:12.501" v="3850"/>
          <ac:inkMkLst>
            <pc:docMk/>
            <pc:sldMk cId="2914365484" sldId="322"/>
            <ac:inkMk id="64" creationId="{06C0D94E-1835-1BE8-0BDC-9012E716FEF6}"/>
          </ac:inkMkLst>
        </pc:inkChg>
        <pc:inkChg chg="add del mod">
          <ac:chgData name="Pi, Yalong" userId="c9a3dc08-26f0-490d-b190-2780270c58e1" providerId="ADAL" clId="{F398E26A-6AC4-4DD8-A7B3-CD9F6274E7E3}" dt="2025-04-13T21:33:12.501" v="3851"/>
          <ac:inkMkLst>
            <pc:docMk/>
            <pc:sldMk cId="2914365484" sldId="322"/>
            <ac:inkMk id="65" creationId="{4A09DFAA-D7E6-BC0F-51F7-4DE905554816}"/>
          </ac:inkMkLst>
        </pc:inkChg>
        <pc:inkChg chg="add mod">
          <ac:chgData name="Pi, Yalong" userId="c9a3dc08-26f0-490d-b190-2780270c58e1" providerId="ADAL" clId="{F398E26A-6AC4-4DD8-A7B3-CD9F6274E7E3}" dt="2025-04-13T17:53:57.139" v="2650"/>
          <ac:inkMkLst>
            <pc:docMk/>
            <pc:sldMk cId="2914365484" sldId="322"/>
            <ac:inkMk id="67" creationId="{2D5F3FE3-2FD1-E38D-E363-DBF4D41A1BD7}"/>
          </ac:inkMkLst>
        </pc:inkChg>
        <pc:inkChg chg="add del mod">
          <ac:chgData name="Pi, Yalong" userId="c9a3dc08-26f0-490d-b190-2780270c58e1" providerId="ADAL" clId="{F398E26A-6AC4-4DD8-A7B3-CD9F6274E7E3}" dt="2025-04-13T21:34:28.617" v="3970"/>
          <ac:inkMkLst>
            <pc:docMk/>
            <pc:sldMk cId="2914365484" sldId="322"/>
            <ac:inkMk id="68" creationId="{F13EE5E3-8E6A-1967-7691-42A3F914703A}"/>
          </ac:inkMkLst>
        </pc:inkChg>
        <pc:inkChg chg="add del mod">
          <ac:chgData name="Pi, Yalong" userId="c9a3dc08-26f0-490d-b190-2780270c58e1" providerId="ADAL" clId="{F398E26A-6AC4-4DD8-A7B3-CD9F6274E7E3}" dt="2025-04-13T21:33:12.501" v="3852"/>
          <ac:inkMkLst>
            <pc:docMk/>
            <pc:sldMk cId="2914365484" sldId="322"/>
            <ac:inkMk id="69" creationId="{CE37FF8C-B9CD-A2E5-BBB6-32AA857BF693}"/>
          </ac:inkMkLst>
        </pc:inkChg>
        <pc:inkChg chg="add del mod">
          <ac:chgData name="Pi, Yalong" userId="c9a3dc08-26f0-490d-b190-2780270c58e1" providerId="ADAL" clId="{F398E26A-6AC4-4DD8-A7B3-CD9F6274E7E3}" dt="2025-04-13T21:33:12.501" v="3849"/>
          <ac:inkMkLst>
            <pc:docMk/>
            <pc:sldMk cId="2914365484" sldId="322"/>
            <ac:inkMk id="70" creationId="{0CDB1FCE-E64E-BA8A-146E-BA1444695FA6}"/>
          </ac:inkMkLst>
        </pc:inkChg>
        <pc:inkChg chg="del mod">
          <ac:chgData name="Pi, Yalong" userId="c9a3dc08-26f0-490d-b190-2780270c58e1" providerId="ADAL" clId="{F398E26A-6AC4-4DD8-A7B3-CD9F6274E7E3}" dt="2025-04-13T21:33:45.914" v="3886"/>
          <ac:inkMkLst>
            <pc:docMk/>
            <pc:sldMk cId="2914365484" sldId="322"/>
            <ac:inkMk id="72" creationId="{6E1133D9-99C9-99D0-8FDC-605048F7C65F}"/>
          </ac:inkMkLst>
        </pc:inkChg>
        <pc:inkChg chg="del mod">
          <ac:chgData name="Pi, Yalong" userId="c9a3dc08-26f0-490d-b190-2780270c58e1" providerId="ADAL" clId="{F398E26A-6AC4-4DD8-A7B3-CD9F6274E7E3}" dt="2025-04-13T21:33:45.915" v="3898"/>
          <ac:inkMkLst>
            <pc:docMk/>
            <pc:sldMk cId="2914365484" sldId="322"/>
            <ac:inkMk id="73" creationId="{9A930886-EE58-D97F-F7B9-C0ED49F231CD}"/>
          </ac:inkMkLst>
        </pc:inkChg>
        <pc:inkChg chg="del mod">
          <ac:chgData name="Pi, Yalong" userId="c9a3dc08-26f0-490d-b190-2780270c58e1" providerId="ADAL" clId="{F398E26A-6AC4-4DD8-A7B3-CD9F6274E7E3}" dt="2025-04-13T21:33:45.915" v="3889"/>
          <ac:inkMkLst>
            <pc:docMk/>
            <pc:sldMk cId="2914365484" sldId="322"/>
            <ac:inkMk id="74" creationId="{88628E6A-70F3-7C4C-8D3E-C1668824F0F0}"/>
          </ac:inkMkLst>
        </pc:inkChg>
        <pc:inkChg chg="del mod">
          <ac:chgData name="Pi, Yalong" userId="c9a3dc08-26f0-490d-b190-2780270c58e1" providerId="ADAL" clId="{F398E26A-6AC4-4DD8-A7B3-CD9F6274E7E3}" dt="2025-04-13T21:33:45.916" v="3903"/>
          <ac:inkMkLst>
            <pc:docMk/>
            <pc:sldMk cId="2914365484" sldId="322"/>
            <ac:inkMk id="77" creationId="{0523F17F-1928-ECB9-7440-0C937D627D85}"/>
          </ac:inkMkLst>
        </pc:inkChg>
        <pc:inkChg chg="del mod">
          <ac:chgData name="Pi, Yalong" userId="c9a3dc08-26f0-490d-b190-2780270c58e1" providerId="ADAL" clId="{F398E26A-6AC4-4DD8-A7B3-CD9F6274E7E3}" dt="2025-04-13T21:33:45.914" v="3884"/>
          <ac:inkMkLst>
            <pc:docMk/>
            <pc:sldMk cId="2914365484" sldId="322"/>
            <ac:inkMk id="78" creationId="{D5887A8C-8333-A064-181D-CB25DFD8D20B}"/>
          </ac:inkMkLst>
        </pc:inkChg>
        <pc:inkChg chg="del">
          <ac:chgData name="Pi, Yalong" userId="c9a3dc08-26f0-490d-b190-2780270c58e1" providerId="ADAL" clId="{F398E26A-6AC4-4DD8-A7B3-CD9F6274E7E3}" dt="2025-04-13T17:55:27.202" v="2722"/>
          <ac:inkMkLst>
            <pc:docMk/>
            <pc:sldMk cId="2914365484" sldId="322"/>
            <ac:inkMk id="81" creationId="{90EDE252-9747-1383-579F-9A89871064B0}"/>
          </ac:inkMkLst>
        </pc:inkChg>
        <pc:inkChg chg="del mod">
          <ac:chgData name="Pi, Yalong" userId="c9a3dc08-26f0-490d-b190-2780270c58e1" providerId="ADAL" clId="{F398E26A-6AC4-4DD8-A7B3-CD9F6274E7E3}" dt="2025-04-13T21:33:45.913" v="3882"/>
          <ac:inkMkLst>
            <pc:docMk/>
            <pc:sldMk cId="2914365484" sldId="322"/>
            <ac:inkMk id="82" creationId="{C58D83FE-5292-7A63-9830-9E0BEFF46CA7}"/>
          </ac:inkMkLst>
        </pc:inkChg>
        <pc:inkChg chg="add mod">
          <ac:chgData name="Pi, Yalong" userId="c9a3dc08-26f0-490d-b190-2780270c58e1" providerId="ADAL" clId="{F398E26A-6AC4-4DD8-A7B3-CD9F6274E7E3}" dt="2025-04-13T21:35:12.712" v="4013"/>
          <ac:inkMkLst>
            <pc:docMk/>
            <pc:sldMk cId="2914365484" sldId="322"/>
            <ac:inkMk id="84" creationId="{5C61C675-FE50-E79E-62A4-46EFCF21E35D}"/>
          </ac:inkMkLst>
        </pc:inkChg>
        <pc:inkChg chg="add mod">
          <ac:chgData name="Pi, Yalong" userId="c9a3dc08-26f0-490d-b190-2780270c58e1" providerId="ADAL" clId="{F398E26A-6AC4-4DD8-A7B3-CD9F6274E7E3}" dt="2025-04-13T21:35:12.712" v="4013"/>
          <ac:inkMkLst>
            <pc:docMk/>
            <pc:sldMk cId="2914365484" sldId="322"/>
            <ac:inkMk id="86" creationId="{CDBF641C-9020-936D-B261-82D90686FFC8}"/>
          </ac:inkMkLst>
        </pc:inkChg>
        <pc:inkChg chg="del mod">
          <ac:chgData name="Pi, Yalong" userId="c9a3dc08-26f0-490d-b190-2780270c58e1" providerId="ADAL" clId="{F398E26A-6AC4-4DD8-A7B3-CD9F6274E7E3}" dt="2025-04-13T21:33:45.915" v="3891"/>
          <ac:inkMkLst>
            <pc:docMk/>
            <pc:sldMk cId="2914365484" sldId="322"/>
            <ac:inkMk id="87" creationId="{CFBB99FA-62D0-F54A-B8A0-334C4B8B3116}"/>
          </ac:inkMkLst>
        </pc:inkChg>
        <pc:inkChg chg="del mod">
          <ac:chgData name="Pi, Yalong" userId="c9a3dc08-26f0-490d-b190-2780270c58e1" providerId="ADAL" clId="{F398E26A-6AC4-4DD8-A7B3-CD9F6274E7E3}" dt="2025-04-13T21:33:45.914" v="3888"/>
          <ac:inkMkLst>
            <pc:docMk/>
            <pc:sldMk cId="2914365484" sldId="322"/>
            <ac:inkMk id="88" creationId="{3B7B889D-4F08-61CC-A561-D9657BB51824}"/>
          </ac:inkMkLst>
        </pc:inkChg>
        <pc:inkChg chg="del mod">
          <ac:chgData name="Pi, Yalong" userId="c9a3dc08-26f0-490d-b190-2780270c58e1" providerId="ADAL" clId="{F398E26A-6AC4-4DD8-A7B3-CD9F6274E7E3}" dt="2025-04-13T21:33:45.915" v="3896"/>
          <ac:inkMkLst>
            <pc:docMk/>
            <pc:sldMk cId="2914365484" sldId="322"/>
            <ac:inkMk id="90" creationId="{5279657E-4DDC-0278-45C6-9C3E3D402EEC}"/>
          </ac:inkMkLst>
        </pc:inkChg>
        <pc:inkChg chg="del mod">
          <ac:chgData name="Pi, Yalong" userId="c9a3dc08-26f0-490d-b190-2780270c58e1" providerId="ADAL" clId="{F398E26A-6AC4-4DD8-A7B3-CD9F6274E7E3}" dt="2025-04-13T21:33:45.915" v="3897"/>
          <ac:inkMkLst>
            <pc:docMk/>
            <pc:sldMk cId="2914365484" sldId="322"/>
            <ac:inkMk id="91" creationId="{398E2C68-2761-7164-124A-7713A509416F}"/>
          </ac:inkMkLst>
        </pc:inkChg>
        <pc:inkChg chg="del">
          <ac:chgData name="Pi, Yalong" userId="c9a3dc08-26f0-490d-b190-2780270c58e1" providerId="ADAL" clId="{F398E26A-6AC4-4DD8-A7B3-CD9F6274E7E3}" dt="2025-04-13T21:33:45.914" v="3885"/>
          <ac:inkMkLst>
            <pc:docMk/>
            <pc:sldMk cId="2914365484" sldId="322"/>
            <ac:inkMk id="92" creationId="{96DA2D7D-6B09-58EC-8AE9-6D01B7987199}"/>
          </ac:inkMkLst>
        </pc:inkChg>
        <pc:inkChg chg="add del mod">
          <ac:chgData name="Pi, Yalong" userId="c9a3dc08-26f0-490d-b190-2780270c58e1" providerId="ADAL" clId="{F398E26A-6AC4-4DD8-A7B3-CD9F6274E7E3}" dt="2025-04-13T17:54:34.755" v="2690"/>
          <ac:inkMkLst>
            <pc:docMk/>
            <pc:sldMk cId="2914365484" sldId="322"/>
            <ac:inkMk id="93" creationId="{53AE0C39-D392-C438-EB80-8F7D0896AA6B}"/>
          </ac:inkMkLst>
        </pc:inkChg>
        <pc:inkChg chg="add">
          <ac:chgData name="Pi, Yalong" userId="c9a3dc08-26f0-490d-b190-2780270c58e1" providerId="ADAL" clId="{F398E26A-6AC4-4DD8-A7B3-CD9F6274E7E3}" dt="2025-04-13T17:54:25.770" v="2657" actId="9405"/>
          <ac:inkMkLst>
            <pc:docMk/>
            <pc:sldMk cId="2914365484" sldId="322"/>
            <ac:inkMk id="94" creationId="{131AC942-364C-2163-D7ED-92DDB4DCD70C}"/>
          </ac:inkMkLst>
        </pc:inkChg>
        <pc:inkChg chg="add del mod">
          <ac:chgData name="Pi, Yalong" userId="c9a3dc08-26f0-490d-b190-2780270c58e1" providerId="ADAL" clId="{F398E26A-6AC4-4DD8-A7B3-CD9F6274E7E3}" dt="2025-04-13T17:54:34.755" v="2687"/>
          <ac:inkMkLst>
            <pc:docMk/>
            <pc:sldMk cId="2914365484" sldId="322"/>
            <ac:inkMk id="95" creationId="{D334F367-2C17-B40B-D007-6CA0D53949E1}"/>
          </ac:inkMkLst>
        </pc:inkChg>
        <pc:inkChg chg="add del mod">
          <ac:chgData name="Pi, Yalong" userId="c9a3dc08-26f0-490d-b190-2780270c58e1" providerId="ADAL" clId="{F398E26A-6AC4-4DD8-A7B3-CD9F6274E7E3}" dt="2025-04-13T17:54:34.754" v="2676"/>
          <ac:inkMkLst>
            <pc:docMk/>
            <pc:sldMk cId="2914365484" sldId="322"/>
            <ac:inkMk id="96" creationId="{13EC6765-ED64-824A-6D69-6DB127B6C04F}"/>
          </ac:inkMkLst>
        </pc:inkChg>
        <pc:inkChg chg="add del mod">
          <ac:chgData name="Pi, Yalong" userId="c9a3dc08-26f0-490d-b190-2780270c58e1" providerId="ADAL" clId="{F398E26A-6AC4-4DD8-A7B3-CD9F6274E7E3}" dt="2025-04-13T17:54:34.755" v="2682"/>
          <ac:inkMkLst>
            <pc:docMk/>
            <pc:sldMk cId="2914365484" sldId="322"/>
            <ac:inkMk id="97" creationId="{04703E2F-573E-E287-B7AD-97770D392F46}"/>
          </ac:inkMkLst>
        </pc:inkChg>
        <pc:inkChg chg="add del mod">
          <ac:chgData name="Pi, Yalong" userId="c9a3dc08-26f0-490d-b190-2780270c58e1" providerId="ADAL" clId="{F398E26A-6AC4-4DD8-A7B3-CD9F6274E7E3}" dt="2025-04-13T17:54:34.755" v="2686"/>
          <ac:inkMkLst>
            <pc:docMk/>
            <pc:sldMk cId="2914365484" sldId="322"/>
            <ac:inkMk id="98" creationId="{EDCD3C00-E5FC-AA3A-42D4-C8CBF779C6DD}"/>
          </ac:inkMkLst>
        </pc:inkChg>
        <pc:inkChg chg="del mod">
          <ac:chgData name="Pi, Yalong" userId="c9a3dc08-26f0-490d-b190-2780270c58e1" providerId="ADAL" clId="{F398E26A-6AC4-4DD8-A7B3-CD9F6274E7E3}" dt="2025-04-13T21:33:45.916" v="3901"/>
          <ac:inkMkLst>
            <pc:docMk/>
            <pc:sldMk cId="2914365484" sldId="322"/>
            <ac:inkMk id="100" creationId="{0D0D8426-F833-7AE7-44DD-0B750C7EAC22}"/>
          </ac:inkMkLst>
        </pc:inkChg>
        <pc:inkChg chg="del mod">
          <ac:chgData name="Pi, Yalong" userId="c9a3dc08-26f0-490d-b190-2780270c58e1" providerId="ADAL" clId="{F398E26A-6AC4-4DD8-A7B3-CD9F6274E7E3}" dt="2025-04-13T21:33:45.915" v="3890"/>
          <ac:inkMkLst>
            <pc:docMk/>
            <pc:sldMk cId="2914365484" sldId="322"/>
            <ac:inkMk id="101" creationId="{283C3834-914B-C844-D4A2-6E02CF9CC74E}"/>
          </ac:inkMkLst>
        </pc:inkChg>
        <pc:inkChg chg="del mod">
          <ac:chgData name="Pi, Yalong" userId="c9a3dc08-26f0-490d-b190-2780270c58e1" providerId="ADAL" clId="{F398E26A-6AC4-4DD8-A7B3-CD9F6274E7E3}" dt="2025-04-13T21:33:45.913" v="3883"/>
          <ac:inkMkLst>
            <pc:docMk/>
            <pc:sldMk cId="2914365484" sldId="322"/>
            <ac:inkMk id="102" creationId="{30E18165-7E74-BCBA-3D21-70612EAECF6E}"/>
          </ac:inkMkLst>
        </pc:inkChg>
        <pc:inkChg chg="del mod">
          <ac:chgData name="Pi, Yalong" userId="c9a3dc08-26f0-490d-b190-2780270c58e1" providerId="ADAL" clId="{F398E26A-6AC4-4DD8-A7B3-CD9F6274E7E3}" dt="2025-04-13T21:33:45.916" v="3902"/>
          <ac:inkMkLst>
            <pc:docMk/>
            <pc:sldMk cId="2914365484" sldId="322"/>
            <ac:inkMk id="103" creationId="{9D78D8CC-15E5-648D-61F6-C849B38BC381}"/>
          </ac:inkMkLst>
        </pc:inkChg>
        <pc:inkChg chg="del">
          <ac:chgData name="Pi, Yalong" userId="c9a3dc08-26f0-490d-b190-2780270c58e1" providerId="ADAL" clId="{F398E26A-6AC4-4DD8-A7B3-CD9F6274E7E3}" dt="2025-04-13T21:33:45.911" v="3879"/>
          <ac:inkMkLst>
            <pc:docMk/>
            <pc:sldMk cId="2914365484" sldId="322"/>
            <ac:inkMk id="104" creationId="{188173E3-E520-8371-C997-EF3E55B8FF0D}"/>
          </ac:inkMkLst>
        </pc:inkChg>
        <pc:inkChg chg="del mod">
          <ac:chgData name="Pi, Yalong" userId="c9a3dc08-26f0-490d-b190-2780270c58e1" providerId="ADAL" clId="{F398E26A-6AC4-4DD8-A7B3-CD9F6274E7E3}" dt="2025-04-13T21:33:41.027" v="3869"/>
          <ac:inkMkLst>
            <pc:docMk/>
            <pc:sldMk cId="2914365484" sldId="322"/>
            <ac:inkMk id="106" creationId="{7926611B-0E07-6133-CEC7-8FE6F23D0D5E}"/>
          </ac:inkMkLst>
        </pc:inkChg>
        <pc:inkChg chg="del mod">
          <ac:chgData name="Pi, Yalong" userId="c9a3dc08-26f0-490d-b190-2780270c58e1" providerId="ADAL" clId="{F398E26A-6AC4-4DD8-A7B3-CD9F6274E7E3}" dt="2025-04-13T21:33:41.026" v="3868"/>
          <ac:inkMkLst>
            <pc:docMk/>
            <pc:sldMk cId="2914365484" sldId="322"/>
            <ac:inkMk id="107" creationId="{EFB075E5-DFC2-357C-1E55-B1C61418FB25}"/>
          </ac:inkMkLst>
        </pc:inkChg>
        <pc:inkChg chg="del mod">
          <ac:chgData name="Pi, Yalong" userId="c9a3dc08-26f0-490d-b190-2780270c58e1" providerId="ADAL" clId="{F398E26A-6AC4-4DD8-A7B3-CD9F6274E7E3}" dt="2025-04-13T21:33:41.026" v="3865"/>
          <ac:inkMkLst>
            <pc:docMk/>
            <pc:sldMk cId="2914365484" sldId="322"/>
            <ac:inkMk id="108" creationId="{CBCC4634-4E02-2822-DC52-C52EEA79EFC0}"/>
          </ac:inkMkLst>
        </pc:inkChg>
        <pc:inkChg chg="del mod">
          <ac:chgData name="Pi, Yalong" userId="c9a3dc08-26f0-490d-b190-2780270c58e1" providerId="ADAL" clId="{F398E26A-6AC4-4DD8-A7B3-CD9F6274E7E3}" dt="2025-04-13T21:33:41.026" v="3867"/>
          <ac:inkMkLst>
            <pc:docMk/>
            <pc:sldMk cId="2914365484" sldId="322"/>
            <ac:inkMk id="109" creationId="{C3C706E2-6124-B032-03B1-B074DB6915F2}"/>
          </ac:inkMkLst>
        </pc:inkChg>
        <pc:inkChg chg="del">
          <ac:chgData name="Pi, Yalong" userId="c9a3dc08-26f0-490d-b190-2780270c58e1" providerId="ADAL" clId="{F398E26A-6AC4-4DD8-A7B3-CD9F6274E7E3}" dt="2025-04-13T21:33:41.026" v="3864"/>
          <ac:inkMkLst>
            <pc:docMk/>
            <pc:sldMk cId="2914365484" sldId="322"/>
            <ac:inkMk id="110" creationId="{0F6E5E78-A0D1-3E14-8B06-D4F088B2C3C3}"/>
          </ac:inkMkLst>
        </pc:inkChg>
        <pc:inkChg chg="del mod">
          <ac:chgData name="Pi, Yalong" userId="c9a3dc08-26f0-490d-b190-2780270c58e1" providerId="ADAL" clId="{F398E26A-6AC4-4DD8-A7B3-CD9F6274E7E3}" dt="2025-04-13T21:33:45.910" v="3875"/>
          <ac:inkMkLst>
            <pc:docMk/>
            <pc:sldMk cId="2914365484" sldId="322"/>
            <ac:inkMk id="111" creationId="{B30D1FEC-8530-A42A-9569-1ED0A329AE66}"/>
          </ac:inkMkLst>
        </pc:inkChg>
        <pc:inkChg chg="del mod">
          <ac:chgData name="Pi, Yalong" userId="c9a3dc08-26f0-490d-b190-2780270c58e1" providerId="ADAL" clId="{F398E26A-6AC4-4DD8-A7B3-CD9F6274E7E3}" dt="2025-04-13T21:33:41.027" v="3871"/>
          <ac:inkMkLst>
            <pc:docMk/>
            <pc:sldMk cId="2914365484" sldId="322"/>
            <ac:inkMk id="112" creationId="{FE424192-0AD5-FC5E-D55A-B7BCC9956917}"/>
          </ac:inkMkLst>
        </pc:inkChg>
        <pc:inkChg chg="del mod">
          <ac:chgData name="Pi, Yalong" userId="c9a3dc08-26f0-490d-b190-2780270c58e1" providerId="ADAL" clId="{F398E26A-6AC4-4DD8-A7B3-CD9F6274E7E3}" dt="2025-04-13T21:33:45.915" v="3895"/>
          <ac:inkMkLst>
            <pc:docMk/>
            <pc:sldMk cId="2914365484" sldId="322"/>
            <ac:inkMk id="113" creationId="{19FD2831-D65A-9A7D-665B-058BAC68778C}"/>
          </ac:inkMkLst>
        </pc:inkChg>
        <pc:inkChg chg="del mod">
          <ac:chgData name="Pi, Yalong" userId="c9a3dc08-26f0-490d-b190-2780270c58e1" providerId="ADAL" clId="{F398E26A-6AC4-4DD8-A7B3-CD9F6274E7E3}" dt="2025-04-13T17:52:09.710" v="2605"/>
          <ac:inkMkLst>
            <pc:docMk/>
            <pc:sldMk cId="2914365484" sldId="322"/>
            <ac:inkMk id="115" creationId="{968D477D-FDF3-88AF-0920-0954497D1EFE}"/>
          </ac:inkMkLst>
        </pc:inkChg>
        <pc:inkChg chg="add del mod">
          <ac:chgData name="Pi, Yalong" userId="c9a3dc08-26f0-490d-b190-2780270c58e1" providerId="ADAL" clId="{F398E26A-6AC4-4DD8-A7B3-CD9F6274E7E3}" dt="2025-04-13T17:52:26.228" v="2615"/>
          <ac:inkMkLst>
            <pc:docMk/>
            <pc:sldMk cId="2914365484" sldId="322"/>
            <ac:inkMk id="116" creationId="{6F9814C3-B560-D58D-C809-DA744FF19F2B}"/>
          </ac:inkMkLst>
        </pc:inkChg>
        <pc:inkChg chg="add del mod">
          <ac:chgData name="Pi, Yalong" userId="c9a3dc08-26f0-490d-b190-2780270c58e1" providerId="ADAL" clId="{F398E26A-6AC4-4DD8-A7B3-CD9F6274E7E3}" dt="2025-04-13T17:52:26.228" v="2615"/>
          <ac:inkMkLst>
            <pc:docMk/>
            <pc:sldMk cId="2914365484" sldId="322"/>
            <ac:inkMk id="117" creationId="{F63A838F-552C-3B40-7B00-8BDD3D775CE5}"/>
          </ac:inkMkLst>
        </pc:inkChg>
        <pc:inkChg chg="add del mod">
          <ac:chgData name="Pi, Yalong" userId="c9a3dc08-26f0-490d-b190-2780270c58e1" providerId="ADAL" clId="{F398E26A-6AC4-4DD8-A7B3-CD9F6274E7E3}" dt="2025-04-13T17:52:26.228" v="2615"/>
          <ac:inkMkLst>
            <pc:docMk/>
            <pc:sldMk cId="2914365484" sldId="322"/>
            <ac:inkMk id="120" creationId="{ED5D451E-96E9-D741-14B9-13D69232344E}"/>
          </ac:inkMkLst>
        </pc:inkChg>
        <pc:inkChg chg="del mod">
          <ac:chgData name="Pi, Yalong" userId="c9a3dc08-26f0-490d-b190-2780270c58e1" providerId="ADAL" clId="{F398E26A-6AC4-4DD8-A7B3-CD9F6274E7E3}" dt="2025-04-13T17:52:09.709" v="2603"/>
          <ac:inkMkLst>
            <pc:docMk/>
            <pc:sldMk cId="2914365484" sldId="322"/>
            <ac:inkMk id="121" creationId="{E16EC241-93AC-7B7B-F27C-D051C3868A8F}"/>
          </ac:inkMkLst>
        </pc:inkChg>
        <pc:inkChg chg="add del mod">
          <ac:chgData name="Pi, Yalong" userId="c9a3dc08-26f0-490d-b190-2780270c58e1" providerId="ADAL" clId="{F398E26A-6AC4-4DD8-A7B3-CD9F6274E7E3}" dt="2025-04-13T17:54:34.754" v="2679"/>
          <ac:inkMkLst>
            <pc:docMk/>
            <pc:sldMk cId="2914365484" sldId="322"/>
            <ac:inkMk id="126" creationId="{8F959A3C-12FB-0A36-72E8-DC8735D13666}"/>
          </ac:inkMkLst>
        </pc:inkChg>
        <pc:inkChg chg="add del mod">
          <ac:chgData name="Pi, Yalong" userId="c9a3dc08-26f0-490d-b190-2780270c58e1" providerId="ADAL" clId="{F398E26A-6AC4-4DD8-A7B3-CD9F6274E7E3}" dt="2025-04-13T17:54:34.754" v="2680"/>
          <ac:inkMkLst>
            <pc:docMk/>
            <pc:sldMk cId="2914365484" sldId="322"/>
            <ac:inkMk id="131" creationId="{6EAF54A2-0AC0-EB69-E927-7E8FA1C7A2DD}"/>
          </ac:inkMkLst>
        </pc:inkChg>
        <pc:inkChg chg="add del mod">
          <ac:chgData name="Pi, Yalong" userId="c9a3dc08-26f0-490d-b190-2780270c58e1" providerId="ADAL" clId="{F398E26A-6AC4-4DD8-A7B3-CD9F6274E7E3}" dt="2025-04-13T17:54:34.754" v="2678"/>
          <ac:inkMkLst>
            <pc:docMk/>
            <pc:sldMk cId="2914365484" sldId="322"/>
            <ac:inkMk id="153" creationId="{2A77ABE9-BF40-FB98-67ED-40855633F572}"/>
          </ac:inkMkLst>
        </pc:inkChg>
        <pc:inkChg chg="add del mod">
          <ac:chgData name="Pi, Yalong" userId="c9a3dc08-26f0-490d-b190-2780270c58e1" providerId="ADAL" clId="{F398E26A-6AC4-4DD8-A7B3-CD9F6274E7E3}" dt="2025-04-13T17:54:34.755" v="2683"/>
          <ac:inkMkLst>
            <pc:docMk/>
            <pc:sldMk cId="2914365484" sldId="322"/>
            <ac:inkMk id="156" creationId="{045DAFED-9C89-CE35-7981-ADA7A3D9DDAA}"/>
          </ac:inkMkLst>
        </pc:inkChg>
        <pc:inkChg chg="add del mod">
          <ac:chgData name="Pi, Yalong" userId="c9a3dc08-26f0-490d-b190-2780270c58e1" providerId="ADAL" clId="{F398E26A-6AC4-4DD8-A7B3-CD9F6274E7E3}" dt="2025-04-13T17:54:34.755" v="2685"/>
          <ac:inkMkLst>
            <pc:docMk/>
            <pc:sldMk cId="2914365484" sldId="322"/>
            <ac:inkMk id="162" creationId="{2E71176F-4B82-DE94-FB6A-80B43E83374D}"/>
          </ac:inkMkLst>
        </pc:inkChg>
        <pc:inkChg chg="add del mod">
          <ac:chgData name="Pi, Yalong" userId="c9a3dc08-26f0-490d-b190-2780270c58e1" providerId="ADAL" clId="{F398E26A-6AC4-4DD8-A7B3-CD9F6274E7E3}" dt="2025-04-13T17:54:34.755" v="2688"/>
          <ac:inkMkLst>
            <pc:docMk/>
            <pc:sldMk cId="2914365484" sldId="322"/>
            <ac:inkMk id="163" creationId="{32CEFD9F-71FA-0C75-A6F8-84C02F0501CF}"/>
          </ac:inkMkLst>
        </pc:inkChg>
        <pc:inkChg chg="add">
          <ac:chgData name="Pi, Yalong" userId="c9a3dc08-26f0-490d-b190-2780270c58e1" providerId="ADAL" clId="{F398E26A-6AC4-4DD8-A7B3-CD9F6274E7E3}" dt="2025-04-13T17:54:28.933" v="2668" actId="9405"/>
          <ac:inkMkLst>
            <pc:docMk/>
            <pc:sldMk cId="2914365484" sldId="322"/>
            <ac:inkMk id="165" creationId="{83CFB9F4-F73D-829E-92A8-E686A0E98EE5}"/>
          </ac:inkMkLst>
        </pc:inkChg>
        <pc:inkChg chg="add del mod">
          <ac:chgData name="Pi, Yalong" userId="c9a3dc08-26f0-490d-b190-2780270c58e1" providerId="ADAL" clId="{F398E26A-6AC4-4DD8-A7B3-CD9F6274E7E3}" dt="2025-04-13T17:54:34.755" v="2684"/>
          <ac:inkMkLst>
            <pc:docMk/>
            <pc:sldMk cId="2914365484" sldId="322"/>
            <ac:inkMk id="166" creationId="{666A81F0-B4FC-2469-C082-98BE43522FE5}"/>
          </ac:inkMkLst>
        </pc:inkChg>
        <pc:inkChg chg="add del mod">
          <ac:chgData name="Pi, Yalong" userId="c9a3dc08-26f0-490d-b190-2780270c58e1" providerId="ADAL" clId="{F398E26A-6AC4-4DD8-A7B3-CD9F6274E7E3}" dt="2025-04-13T17:54:34.755" v="2681"/>
          <ac:inkMkLst>
            <pc:docMk/>
            <pc:sldMk cId="2914365484" sldId="322"/>
            <ac:inkMk id="167" creationId="{7EAC1ACC-2EC6-634D-633C-29F5F8B01745}"/>
          </ac:inkMkLst>
        </pc:inkChg>
        <pc:inkChg chg="add del mod">
          <ac:chgData name="Pi, Yalong" userId="c9a3dc08-26f0-490d-b190-2780270c58e1" providerId="ADAL" clId="{F398E26A-6AC4-4DD8-A7B3-CD9F6274E7E3}" dt="2025-04-13T17:54:34.755" v="2689"/>
          <ac:inkMkLst>
            <pc:docMk/>
            <pc:sldMk cId="2914365484" sldId="322"/>
            <ac:inkMk id="169" creationId="{AD89B148-EC45-1B35-7C50-970CD33DCC86}"/>
          </ac:inkMkLst>
        </pc:inkChg>
        <pc:inkChg chg="add del mod">
          <ac:chgData name="Pi, Yalong" userId="c9a3dc08-26f0-490d-b190-2780270c58e1" providerId="ADAL" clId="{F398E26A-6AC4-4DD8-A7B3-CD9F6274E7E3}" dt="2025-04-13T17:54:34.753" v="2674"/>
          <ac:inkMkLst>
            <pc:docMk/>
            <pc:sldMk cId="2914365484" sldId="322"/>
            <ac:inkMk id="171" creationId="{BD44A2AD-75B1-6397-C621-D0D9C9189B97}"/>
          </ac:inkMkLst>
        </pc:inkChg>
        <pc:inkChg chg="add">
          <ac:chgData name="Pi, Yalong" userId="c9a3dc08-26f0-490d-b190-2780270c58e1" providerId="ADAL" clId="{F398E26A-6AC4-4DD8-A7B3-CD9F6274E7E3}" dt="2025-04-13T17:54:45.609" v="2691" actId="9405"/>
          <ac:inkMkLst>
            <pc:docMk/>
            <pc:sldMk cId="2914365484" sldId="322"/>
            <ac:inkMk id="184" creationId="{74FEA04C-2199-9208-98B9-0676AEE6BCE9}"/>
          </ac:inkMkLst>
        </pc:inkChg>
        <pc:inkChg chg="add">
          <ac:chgData name="Pi, Yalong" userId="c9a3dc08-26f0-490d-b190-2780270c58e1" providerId="ADAL" clId="{F398E26A-6AC4-4DD8-A7B3-CD9F6274E7E3}" dt="2025-04-13T17:54:48.358" v="2692" actId="9405"/>
          <ac:inkMkLst>
            <pc:docMk/>
            <pc:sldMk cId="2914365484" sldId="322"/>
            <ac:inkMk id="185" creationId="{96CB1411-494B-9A06-E5CF-4FE323BBE5B7}"/>
          </ac:inkMkLst>
        </pc:inkChg>
        <pc:inkChg chg="add mod">
          <ac:chgData name="Pi, Yalong" userId="c9a3dc08-26f0-490d-b190-2780270c58e1" providerId="ADAL" clId="{F398E26A-6AC4-4DD8-A7B3-CD9F6274E7E3}" dt="2025-04-13T21:32:11.703" v="3795"/>
          <ac:inkMkLst>
            <pc:docMk/>
            <pc:sldMk cId="2914365484" sldId="322"/>
            <ac:inkMk id="193" creationId="{BA3FD07E-A6FF-D2B6-CD27-BF5A7ED9F7AE}"/>
          </ac:inkMkLst>
        </pc:inkChg>
        <pc:inkChg chg="add mod">
          <ac:chgData name="Pi, Yalong" userId="c9a3dc08-26f0-490d-b190-2780270c58e1" providerId="ADAL" clId="{F398E26A-6AC4-4DD8-A7B3-CD9F6274E7E3}" dt="2025-04-13T21:32:11.703" v="3795"/>
          <ac:inkMkLst>
            <pc:docMk/>
            <pc:sldMk cId="2914365484" sldId="322"/>
            <ac:inkMk id="194" creationId="{7B643C6C-20E1-F3B7-275A-2CD4C879DAEC}"/>
          </ac:inkMkLst>
        </pc:inkChg>
        <pc:inkChg chg="add mod">
          <ac:chgData name="Pi, Yalong" userId="c9a3dc08-26f0-490d-b190-2780270c58e1" providerId="ADAL" clId="{F398E26A-6AC4-4DD8-A7B3-CD9F6274E7E3}" dt="2025-04-13T17:54:52.536" v="2701"/>
          <ac:inkMkLst>
            <pc:docMk/>
            <pc:sldMk cId="2914365484" sldId="322"/>
            <ac:inkMk id="195" creationId="{EFD84D73-DB30-3470-7961-54692A4CD556}"/>
          </ac:inkMkLst>
        </pc:inkChg>
        <pc:inkChg chg="add mod">
          <ac:chgData name="Pi, Yalong" userId="c9a3dc08-26f0-490d-b190-2780270c58e1" providerId="ADAL" clId="{F398E26A-6AC4-4DD8-A7B3-CD9F6274E7E3}" dt="2025-04-13T17:54:52.536" v="2701"/>
          <ac:inkMkLst>
            <pc:docMk/>
            <pc:sldMk cId="2914365484" sldId="322"/>
            <ac:inkMk id="196" creationId="{0C991630-4286-DD25-82D6-F316F7212D08}"/>
          </ac:inkMkLst>
        </pc:inkChg>
        <pc:inkChg chg="add mod">
          <ac:chgData name="Pi, Yalong" userId="c9a3dc08-26f0-490d-b190-2780270c58e1" providerId="ADAL" clId="{F398E26A-6AC4-4DD8-A7B3-CD9F6274E7E3}" dt="2025-04-13T17:54:52.536" v="2701"/>
          <ac:inkMkLst>
            <pc:docMk/>
            <pc:sldMk cId="2914365484" sldId="322"/>
            <ac:inkMk id="197" creationId="{6C89A8B5-1E62-A147-3B01-690A9A0F2579}"/>
          </ac:inkMkLst>
        </pc:inkChg>
        <pc:inkChg chg="add mod">
          <ac:chgData name="Pi, Yalong" userId="c9a3dc08-26f0-490d-b190-2780270c58e1" providerId="ADAL" clId="{F398E26A-6AC4-4DD8-A7B3-CD9F6274E7E3}" dt="2025-04-13T17:54:52.536" v="2701"/>
          <ac:inkMkLst>
            <pc:docMk/>
            <pc:sldMk cId="2914365484" sldId="322"/>
            <ac:inkMk id="198" creationId="{664FD63F-12F3-CEE3-4F97-7B5BA324EA78}"/>
          </ac:inkMkLst>
        </pc:inkChg>
        <pc:inkChg chg="add mod">
          <ac:chgData name="Pi, Yalong" userId="c9a3dc08-26f0-490d-b190-2780270c58e1" providerId="ADAL" clId="{F398E26A-6AC4-4DD8-A7B3-CD9F6274E7E3}" dt="2025-04-13T17:54:52.536" v="2701"/>
          <ac:inkMkLst>
            <pc:docMk/>
            <pc:sldMk cId="2914365484" sldId="322"/>
            <ac:inkMk id="199" creationId="{189FA913-2C35-7161-7727-D56AC86B9821}"/>
          </ac:inkMkLst>
        </pc:inkChg>
        <pc:inkChg chg="add del mod">
          <ac:chgData name="Pi, Yalong" userId="c9a3dc08-26f0-490d-b190-2780270c58e1" providerId="ADAL" clId="{F398E26A-6AC4-4DD8-A7B3-CD9F6274E7E3}" dt="2025-04-13T17:55:11.495" v="2715"/>
          <ac:inkMkLst>
            <pc:docMk/>
            <pc:sldMk cId="2914365484" sldId="322"/>
            <ac:inkMk id="202" creationId="{F6A86222-0B67-4F8D-BC44-24DA471E562B}"/>
          </ac:inkMkLst>
        </pc:inkChg>
        <pc:inkChg chg="add del mod">
          <ac:chgData name="Pi, Yalong" userId="c9a3dc08-26f0-490d-b190-2780270c58e1" providerId="ADAL" clId="{F398E26A-6AC4-4DD8-A7B3-CD9F6274E7E3}" dt="2025-04-13T17:55:11.494" v="2714"/>
          <ac:inkMkLst>
            <pc:docMk/>
            <pc:sldMk cId="2914365484" sldId="322"/>
            <ac:inkMk id="205" creationId="{9F62EC45-3CA4-4687-AD39-5486727CC00D}"/>
          </ac:inkMkLst>
        </pc:inkChg>
        <pc:inkChg chg="add del mod">
          <ac:chgData name="Pi, Yalong" userId="c9a3dc08-26f0-490d-b190-2780270c58e1" providerId="ADAL" clId="{F398E26A-6AC4-4DD8-A7B3-CD9F6274E7E3}" dt="2025-04-13T17:55:11.495" v="2717"/>
          <ac:inkMkLst>
            <pc:docMk/>
            <pc:sldMk cId="2914365484" sldId="322"/>
            <ac:inkMk id="242" creationId="{3848D824-AB9C-85C2-BF34-5410EE898A16}"/>
          </ac:inkMkLst>
        </pc:inkChg>
        <pc:inkChg chg="add del mod">
          <ac:chgData name="Pi, Yalong" userId="c9a3dc08-26f0-490d-b190-2780270c58e1" providerId="ADAL" clId="{F398E26A-6AC4-4DD8-A7B3-CD9F6274E7E3}" dt="2025-04-13T17:55:11.495" v="2716"/>
          <ac:inkMkLst>
            <pc:docMk/>
            <pc:sldMk cId="2914365484" sldId="322"/>
            <ac:inkMk id="243" creationId="{B1DAD491-C4F2-758C-3513-C8DB2CEE5421}"/>
          </ac:inkMkLst>
        </pc:inkChg>
        <pc:inkChg chg="add del mod">
          <ac:chgData name="Pi, Yalong" userId="c9a3dc08-26f0-490d-b190-2780270c58e1" providerId="ADAL" clId="{F398E26A-6AC4-4DD8-A7B3-CD9F6274E7E3}" dt="2025-04-13T21:34:15.075" v="3946"/>
          <ac:inkMkLst>
            <pc:docMk/>
            <pc:sldMk cId="2914365484" sldId="322"/>
            <ac:inkMk id="254" creationId="{CEBAB29C-2866-A114-656E-B0FACE432788}"/>
          </ac:inkMkLst>
        </pc:inkChg>
        <pc:inkChg chg="add del mod">
          <ac:chgData name="Pi, Yalong" userId="c9a3dc08-26f0-490d-b190-2780270c58e1" providerId="ADAL" clId="{F398E26A-6AC4-4DD8-A7B3-CD9F6274E7E3}" dt="2025-04-13T21:34:16.099" v="3950"/>
          <ac:inkMkLst>
            <pc:docMk/>
            <pc:sldMk cId="2914365484" sldId="322"/>
            <ac:inkMk id="258" creationId="{D717A67E-789C-237C-D59B-3FBDBE8A52EC}"/>
          </ac:inkMkLst>
        </pc:inkChg>
        <pc:inkChg chg="add del mod">
          <ac:chgData name="Pi, Yalong" userId="c9a3dc08-26f0-490d-b190-2780270c58e1" providerId="ADAL" clId="{F398E26A-6AC4-4DD8-A7B3-CD9F6274E7E3}" dt="2025-04-13T21:34:16.100" v="3952"/>
          <ac:inkMkLst>
            <pc:docMk/>
            <pc:sldMk cId="2914365484" sldId="322"/>
            <ac:inkMk id="271" creationId="{4C1B9A2E-DB8A-A7A3-3482-F5867046D674}"/>
          </ac:inkMkLst>
        </pc:inkChg>
        <pc:inkChg chg="add del mod">
          <ac:chgData name="Pi, Yalong" userId="c9a3dc08-26f0-490d-b190-2780270c58e1" providerId="ADAL" clId="{F398E26A-6AC4-4DD8-A7B3-CD9F6274E7E3}" dt="2025-04-13T21:34:16.099" v="3949"/>
          <ac:inkMkLst>
            <pc:docMk/>
            <pc:sldMk cId="2914365484" sldId="322"/>
            <ac:inkMk id="273" creationId="{EE16BF01-4EC8-A76A-7428-E647BD4119A6}"/>
          </ac:inkMkLst>
        </pc:inkChg>
        <pc:inkChg chg="del">
          <ac:chgData name="Pi, Yalong" userId="c9a3dc08-26f0-490d-b190-2780270c58e1" providerId="ADAL" clId="{F398E26A-6AC4-4DD8-A7B3-CD9F6274E7E3}" dt="2025-04-13T17:51:59.730" v="2598" actId="478"/>
          <ac:inkMkLst>
            <pc:docMk/>
            <pc:sldMk cId="2914365484" sldId="322"/>
            <ac:inkMk id="274" creationId="{F0B90A5C-6DEF-7F18-2A89-188EC45B6B7D}"/>
          </ac:inkMkLst>
        </pc:inkChg>
        <pc:inkChg chg="add del mod">
          <ac:chgData name="Pi, Yalong" userId="c9a3dc08-26f0-490d-b190-2780270c58e1" providerId="ADAL" clId="{F398E26A-6AC4-4DD8-A7B3-CD9F6274E7E3}" dt="2025-04-13T21:34:16.607" v="3953"/>
          <ac:inkMkLst>
            <pc:docMk/>
            <pc:sldMk cId="2914365484" sldId="322"/>
            <ac:inkMk id="275" creationId="{A4054798-80DF-2915-AB65-EB5547A97C26}"/>
          </ac:inkMkLst>
        </pc:inkChg>
        <pc:inkChg chg="del">
          <ac:chgData name="Pi, Yalong" userId="c9a3dc08-26f0-490d-b190-2780270c58e1" providerId="ADAL" clId="{F398E26A-6AC4-4DD8-A7B3-CD9F6274E7E3}" dt="2025-04-13T21:33:16.524" v="3854"/>
          <ac:inkMkLst>
            <pc:docMk/>
            <pc:sldMk cId="2914365484" sldId="322"/>
            <ac:inkMk id="285" creationId="{E1C64FF4-04EB-32EF-20C9-88CA0148FD0F}"/>
          </ac:inkMkLst>
        </pc:inkChg>
        <pc:inkChg chg="add del mod">
          <ac:chgData name="Pi, Yalong" userId="c9a3dc08-26f0-490d-b190-2780270c58e1" providerId="ADAL" clId="{F398E26A-6AC4-4DD8-A7B3-CD9F6274E7E3}" dt="2025-04-13T21:34:16.607" v="3954"/>
          <ac:inkMkLst>
            <pc:docMk/>
            <pc:sldMk cId="2914365484" sldId="322"/>
            <ac:inkMk id="286" creationId="{982D1C47-1C05-9792-5227-5917F65001CA}"/>
          </ac:inkMkLst>
        </pc:inkChg>
        <pc:inkChg chg="add del mod">
          <ac:chgData name="Pi, Yalong" userId="c9a3dc08-26f0-490d-b190-2780270c58e1" providerId="ADAL" clId="{F398E26A-6AC4-4DD8-A7B3-CD9F6274E7E3}" dt="2025-04-13T21:34:15.075" v="3948"/>
          <ac:inkMkLst>
            <pc:docMk/>
            <pc:sldMk cId="2914365484" sldId="322"/>
            <ac:inkMk id="288" creationId="{2E30F8F9-0080-FD13-3F07-C163FA4805FE}"/>
          </ac:inkMkLst>
        </pc:inkChg>
        <pc:inkChg chg="add del mod">
          <ac:chgData name="Pi, Yalong" userId="c9a3dc08-26f0-490d-b190-2780270c58e1" providerId="ADAL" clId="{F398E26A-6AC4-4DD8-A7B3-CD9F6274E7E3}" dt="2025-04-13T21:34:16.100" v="3951"/>
          <ac:inkMkLst>
            <pc:docMk/>
            <pc:sldMk cId="2914365484" sldId="322"/>
            <ac:inkMk id="289" creationId="{002F6DC9-C5CA-3A47-14D1-29FE79640B07}"/>
          </ac:inkMkLst>
        </pc:inkChg>
        <pc:inkChg chg="add del mod">
          <ac:chgData name="Pi, Yalong" userId="c9a3dc08-26f0-490d-b190-2780270c58e1" providerId="ADAL" clId="{F398E26A-6AC4-4DD8-A7B3-CD9F6274E7E3}" dt="2025-04-13T21:34:15.075" v="3947"/>
          <ac:inkMkLst>
            <pc:docMk/>
            <pc:sldMk cId="2914365484" sldId="322"/>
            <ac:inkMk id="292" creationId="{573F9051-1C79-3762-31AF-42099D965444}"/>
          </ac:inkMkLst>
        </pc:inkChg>
        <pc:inkChg chg="add">
          <ac:chgData name="Pi, Yalong" userId="c9a3dc08-26f0-490d-b190-2780270c58e1" providerId="ADAL" clId="{F398E26A-6AC4-4DD8-A7B3-CD9F6274E7E3}" dt="2025-04-13T21:32:09.751" v="3793" actId="9405"/>
          <ac:inkMkLst>
            <pc:docMk/>
            <pc:sldMk cId="2914365484" sldId="322"/>
            <ac:inkMk id="303" creationId="{A035A7C0-F8A3-8E36-C99A-84D7B4734485}"/>
          </ac:inkMkLst>
        </pc:inkChg>
        <pc:inkChg chg="add mod">
          <ac:chgData name="Pi, Yalong" userId="c9a3dc08-26f0-490d-b190-2780270c58e1" providerId="ADAL" clId="{F398E26A-6AC4-4DD8-A7B3-CD9F6274E7E3}" dt="2025-04-13T21:32:11.703" v="3795"/>
          <ac:inkMkLst>
            <pc:docMk/>
            <pc:sldMk cId="2914365484" sldId="322"/>
            <ac:inkMk id="304" creationId="{9ED01A73-DF80-D66D-16E1-1BB5CE6A369D}"/>
          </ac:inkMkLst>
        </pc:inkChg>
        <pc:inkChg chg="add del mod">
          <ac:chgData name="Pi, Yalong" userId="c9a3dc08-26f0-490d-b190-2780270c58e1" providerId="ADAL" clId="{F398E26A-6AC4-4DD8-A7B3-CD9F6274E7E3}" dt="2025-04-13T21:33:45.916" v="3900"/>
          <ac:inkMkLst>
            <pc:docMk/>
            <pc:sldMk cId="2914365484" sldId="322"/>
            <ac:inkMk id="323" creationId="{7B478089-80F9-56DA-FB7E-8D2A8675CFDF}"/>
          </ac:inkMkLst>
        </pc:inkChg>
        <pc:inkChg chg="add del mod">
          <ac:chgData name="Pi, Yalong" userId="c9a3dc08-26f0-490d-b190-2780270c58e1" providerId="ADAL" clId="{F398E26A-6AC4-4DD8-A7B3-CD9F6274E7E3}" dt="2025-04-13T21:33:45.915" v="3894"/>
          <ac:inkMkLst>
            <pc:docMk/>
            <pc:sldMk cId="2914365484" sldId="322"/>
            <ac:inkMk id="324" creationId="{DBA984D1-EB43-A3DE-FB31-D9108F84059B}"/>
          </ac:inkMkLst>
        </pc:inkChg>
        <pc:inkChg chg="add del mod">
          <ac:chgData name="Pi, Yalong" userId="c9a3dc08-26f0-490d-b190-2780270c58e1" providerId="ADAL" clId="{F398E26A-6AC4-4DD8-A7B3-CD9F6274E7E3}" dt="2025-04-13T21:33:45.909" v="3873"/>
          <ac:inkMkLst>
            <pc:docMk/>
            <pc:sldMk cId="2914365484" sldId="322"/>
            <ac:inkMk id="325" creationId="{6D58D6F4-6A86-72F6-6AA9-89FAF9265167}"/>
          </ac:inkMkLst>
        </pc:inkChg>
        <pc:inkChg chg="add del mod">
          <ac:chgData name="Pi, Yalong" userId="c9a3dc08-26f0-490d-b190-2780270c58e1" providerId="ADAL" clId="{F398E26A-6AC4-4DD8-A7B3-CD9F6274E7E3}" dt="2025-04-13T21:33:45.916" v="3899"/>
          <ac:inkMkLst>
            <pc:docMk/>
            <pc:sldMk cId="2914365484" sldId="322"/>
            <ac:inkMk id="326" creationId="{E9FAD908-0BF7-751F-DCDB-783EF42B0210}"/>
          </ac:inkMkLst>
        </pc:inkChg>
        <pc:inkChg chg="add del mod">
          <ac:chgData name="Pi, Yalong" userId="c9a3dc08-26f0-490d-b190-2780270c58e1" providerId="ADAL" clId="{F398E26A-6AC4-4DD8-A7B3-CD9F6274E7E3}" dt="2025-04-13T21:33:48.497" v="3910"/>
          <ac:inkMkLst>
            <pc:docMk/>
            <pc:sldMk cId="2914365484" sldId="322"/>
            <ac:inkMk id="327" creationId="{E3DB2AE7-5E72-426C-1FA7-20239F8C75A4}"/>
          </ac:inkMkLst>
        </pc:inkChg>
        <pc:inkChg chg="add del mod">
          <ac:chgData name="Pi, Yalong" userId="c9a3dc08-26f0-490d-b190-2780270c58e1" providerId="ADAL" clId="{F398E26A-6AC4-4DD8-A7B3-CD9F6274E7E3}" dt="2025-04-13T21:33:48.499" v="3921"/>
          <ac:inkMkLst>
            <pc:docMk/>
            <pc:sldMk cId="2914365484" sldId="322"/>
            <ac:inkMk id="328" creationId="{8049E1F3-D185-9482-D97F-4EA4C186A8CB}"/>
          </ac:inkMkLst>
        </pc:inkChg>
        <pc:inkChg chg="add del mod">
          <ac:chgData name="Pi, Yalong" userId="c9a3dc08-26f0-490d-b190-2780270c58e1" providerId="ADAL" clId="{F398E26A-6AC4-4DD8-A7B3-CD9F6274E7E3}" dt="2025-04-13T21:33:48.497" v="3917"/>
          <ac:inkMkLst>
            <pc:docMk/>
            <pc:sldMk cId="2914365484" sldId="322"/>
            <ac:inkMk id="329" creationId="{2DCD0F02-BAEF-C407-29B4-F1D6C6CF842B}"/>
          </ac:inkMkLst>
        </pc:inkChg>
        <pc:inkChg chg="add del mod">
          <ac:chgData name="Pi, Yalong" userId="c9a3dc08-26f0-490d-b190-2780270c58e1" providerId="ADAL" clId="{F398E26A-6AC4-4DD8-A7B3-CD9F6274E7E3}" dt="2025-04-13T21:33:48.499" v="3928"/>
          <ac:inkMkLst>
            <pc:docMk/>
            <pc:sldMk cId="2914365484" sldId="322"/>
            <ac:inkMk id="330" creationId="{9B41FA20-00E7-2C41-B052-A50728EE5314}"/>
          </ac:inkMkLst>
        </pc:inkChg>
        <pc:inkChg chg="add del mod">
          <ac:chgData name="Pi, Yalong" userId="c9a3dc08-26f0-490d-b190-2780270c58e1" providerId="ADAL" clId="{F398E26A-6AC4-4DD8-A7B3-CD9F6274E7E3}" dt="2025-04-13T21:33:48.496" v="3905"/>
          <ac:inkMkLst>
            <pc:docMk/>
            <pc:sldMk cId="2914365484" sldId="322"/>
            <ac:inkMk id="332" creationId="{11A3DB34-01BD-BFC7-A3D4-6528666DAFFE}"/>
          </ac:inkMkLst>
        </pc:inkChg>
        <pc:inkChg chg="add del mod">
          <ac:chgData name="Pi, Yalong" userId="c9a3dc08-26f0-490d-b190-2780270c58e1" providerId="ADAL" clId="{F398E26A-6AC4-4DD8-A7B3-CD9F6274E7E3}" dt="2025-04-13T21:33:48.497" v="3912"/>
          <ac:inkMkLst>
            <pc:docMk/>
            <pc:sldMk cId="2914365484" sldId="322"/>
            <ac:inkMk id="333" creationId="{8D67FF07-BD29-CCF5-20C4-F57AB1C72FEB}"/>
          </ac:inkMkLst>
        </pc:inkChg>
        <pc:inkChg chg="add del mod">
          <ac:chgData name="Pi, Yalong" userId="c9a3dc08-26f0-490d-b190-2780270c58e1" providerId="ADAL" clId="{F398E26A-6AC4-4DD8-A7B3-CD9F6274E7E3}" dt="2025-04-13T21:33:48.499" v="3922"/>
          <ac:inkMkLst>
            <pc:docMk/>
            <pc:sldMk cId="2914365484" sldId="322"/>
            <ac:inkMk id="334" creationId="{34C86B66-DECB-757E-6C35-A4EC63853DC0}"/>
          </ac:inkMkLst>
        </pc:inkChg>
        <pc:inkChg chg="add del mod">
          <ac:chgData name="Pi, Yalong" userId="c9a3dc08-26f0-490d-b190-2780270c58e1" providerId="ADAL" clId="{F398E26A-6AC4-4DD8-A7B3-CD9F6274E7E3}" dt="2025-04-13T21:33:48.499" v="3923"/>
          <ac:inkMkLst>
            <pc:docMk/>
            <pc:sldMk cId="2914365484" sldId="322"/>
            <ac:inkMk id="335" creationId="{71EA283F-F1D0-60E6-B343-C64B66D4E26C}"/>
          </ac:inkMkLst>
        </pc:inkChg>
        <pc:inkChg chg="add del mod">
          <ac:chgData name="Pi, Yalong" userId="c9a3dc08-26f0-490d-b190-2780270c58e1" providerId="ADAL" clId="{F398E26A-6AC4-4DD8-A7B3-CD9F6274E7E3}" dt="2025-04-13T21:33:48.497" v="3919"/>
          <ac:inkMkLst>
            <pc:docMk/>
            <pc:sldMk cId="2914365484" sldId="322"/>
            <ac:inkMk id="336" creationId="{16B0C233-0B55-7CD9-DE7E-2F408F663D9B}"/>
          </ac:inkMkLst>
        </pc:inkChg>
        <pc:inkChg chg="add del mod">
          <ac:chgData name="Pi, Yalong" userId="c9a3dc08-26f0-490d-b190-2780270c58e1" providerId="ADAL" clId="{F398E26A-6AC4-4DD8-A7B3-CD9F6274E7E3}" dt="2025-04-13T21:33:48.497" v="3916"/>
          <ac:inkMkLst>
            <pc:docMk/>
            <pc:sldMk cId="2914365484" sldId="322"/>
            <ac:inkMk id="337" creationId="{11C4E817-E062-2168-BC09-24CFBC798A47}"/>
          </ac:inkMkLst>
        </pc:inkChg>
        <pc:inkChg chg="add del">
          <ac:chgData name="Pi, Yalong" userId="c9a3dc08-26f0-490d-b190-2780270c58e1" providerId="ADAL" clId="{F398E26A-6AC4-4DD8-A7B3-CD9F6274E7E3}" dt="2025-04-13T21:33:48.496" v="3904"/>
          <ac:inkMkLst>
            <pc:docMk/>
            <pc:sldMk cId="2914365484" sldId="322"/>
            <ac:inkMk id="338" creationId="{30F36D9E-EAB2-0642-69B3-855E684D123B}"/>
          </ac:inkMkLst>
        </pc:inkChg>
        <pc:inkChg chg="add del">
          <ac:chgData name="Pi, Yalong" userId="c9a3dc08-26f0-490d-b190-2780270c58e1" providerId="ADAL" clId="{F398E26A-6AC4-4DD8-A7B3-CD9F6274E7E3}" dt="2025-04-13T21:33:48.496" v="3908"/>
          <ac:inkMkLst>
            <pc:docMk/>
            <pc:sldMk cId="2914365484" sldId="322"/>
            <ac:inkMk id="339" creationId="{6725C696-B152-D101-E1C1-DB419714D853}"/>
          </ac:inkMkLst>
        </pc:inkChg>
        <pc:inkChg chg="add del mod">
          <ac:chgData name="Pi, Yalong" userId="c9a3dc08-26f0-490d-b190-2780270c58e1" providerId="ADAL" clId="{F398E26A-6AC4-4DD8-A7B3-CD9F6274E7E3}" dt="2025-04-13T21:33:48.499" v="3924"/>
          <ac:inkMkLst>
            <pc:docMk/>
            <pc:sldMk cId="2914365484" sldId="322"/>
            <ac:inkMk id="340" creationId="{64498DB7-AE07-830A-7B32-C36AB70528BA}"/>
          </ac:inkMkLst>
        </pc:inkChg>
        <pc:inkChg chg="add del mod">
          <ac:chgData name="Pi, Yalong" userId="c9a3dc08-26f0-490d-b190-2780270c58e1" providerId="ADAL" clId="{F398E26A-6AC4-4DD8-A7B3-CD9F6274E7E3}" dt="2025-04-13T21:32:58.405" v="3833"/>
          <ac:inkMkLst>
            <pc:docMk/>
            <pc:sldMk cId="2914365484" sldId="322"/>
            <ac:inkMk id="341" creationId="{5BBAA366-DDFE-F56E-D78D-29EA3999E8A0}"/>
          </ac:inkMkLst>
        </pc:inkChg>
        <pc:inkChg chg="add del mod">
          <ac:chgData name="Pi, Yalong" userId="c9a3dc08-26f0-490d-b190-2780270c58e1" providerId="ADAL" clId="{F398E26A-6AC4-4DD8-A7B3-CD9F6274E7E3}" dt="2025-04-13T21:32:58.405" v="3832"/>
          <ac:inkMkLst>
            <pc:docMk/>
            <pc:sldMk cId="2914365484" sldId="322"/>
            <ac:inkMk id="342" creationId="{33747AB6-D29F-8653-21CB-2109E6729A63}"/>
          </ac:inkMkLst>
        </pc:inkChg>
        <pc:inkChg chg="add del mod">
          <ac:chgData name="Pi, Yalong" userId="c9a3dc08-26f0-490d-b190-2780270c58e1" providerId="ADAL" clId="{F398E26A-6AC4-4DD8-A7B3-CD9F6274E7E3}" dt="2025-04-13T21:32:58.404" v="3826"/>
          <ac:inkMkLst>
            <pc:docMk/>
            <pc:sldMk cId="2914365484" sldId="322"/>
            <ac:inkMk id="343" creationId="{31B40FBF-48A7-1BFF-CE54-14810CCB9164}"/>
          </ac:inkMkLst>
        </pc:inkChg>
        <pc:inkChg chg="add del mod">
          <ac:chgData name="Pi, Yalong" userId="c9a3dc08-26f0-490d-b190-2780270c58e1" providerId="ADAL" clId="{F398E26A-6AC4-4DD8-A7B3-CD9F6274E7E3}" dt="2025-04-13T21:32:58.405" v="3831"/>
          <ac:inkMkLst>
            <pc:docMk/>
            <pc:sldMk cId="2914365484" sldId="322"/>
            <ac:inkMk id="344" creationId="{7BB0B24E-E539-534E-5947-DD8179C6C6B7}"/>
          </ac:inkMkLst>
        </pc:inkChg>
        <pc:inkChg chg="add del mod">
          <ac:chgData name="Pi, Yalong" userId="c9a3dc08-26f0-490d-b190-2780270c58e1" providerId="ADAL" clId="{F398E26A-6AC4-4DD8-A7B3-CD9F6274E7E3}" dt="2025-04-13T21:32:58.405" v="3830"/>
          <ac:inkMkLst>
            <pc:docMk/>
            <pc:sldMk cId="2914365484" sldId="322"/>
            <ac:inkMk id="345" creationId="{30B0DC70-3A4A-7755-615B-757F4592C2BA}"/>
          </ac:inkMkLst>
        </pc:inkChg>
        <pc:inkChg chg="add del mod">
          <ac:chgData name="Pi, Yalong" userId="c9a3dc08-26f0-490d-b190-2780270c58e1" providerId="ADAL" clId="{F398E26A-6AC4-4DD8-A7B3-CD9F6274E7E3}" dt="2025-04-13T21:32:58.405" v="3829"/>
          <ac:inkMkLst>
            <pc:docMk/>
            <pc:sldMk cId="2914365484" sldId="322"/>
            <ac:inkMk id="346" creationId="{3A2C292A-7F39-E406-D3EE-886EF3DA119B}"/>
          </ac:inkMkLst>
        </pc:inkChg>
        <pc:inkChg chg="add del mod">
          <ac:chgData name="Pi, Yalong" userId="c9a3dc08-26f0-490d-b190-2780270c58e1" providerId="ADAL" clId="{F398E26A-6AC4-4DD8-A7B3-CD9F6274E7E3}" dt="2025-04-13T21:32:58.405" v="3828"/>
          <ac:inkMkLst>
            <pc:docMk/>
            <pc:sldMk cId="2914365484" sldId="322"/>
            <ac:inkMk id="347" creationId="{1D431119-58C1-10CA-5BC6-9303BE149431}"/>
          </ac:inkMkLst>
        </pc:inkChg>
        <pc:inkChg chg="add del mod">
          <ac:chgData name="Pi, Yalong" userId="c9a3dc08-26f0-490d-b190-2780270c58e1" providerId="ADAL" clId="{F398E26A-6AC4-4DD8-A7B3-CD9F6274E7E3}" dt="2025-04-13T21:32:58.404" v="3827"/>
          <ac:inkMkLst>
            <pc:docMk/>
            <pc:sldMk cId="2914365484" sldId="322"/>
            <ac:inkMk id="351" creationId="{CFA32CB0-FDD5-96AB-0C26-6F57BEA9C5D1}"/>
          </ac:inkMkLst>
        </pc:inkChg>
        <pc:inkChg chg="add del mod">
          <ac:chgData name="Pi, Yalong" userId="c9a3dc08-26f0-490d-b190-2780270c58e1" providerId="ADAL" clId="{F398E26A-6AC4-4DD8-A7B3-CD9F6274E7E3}" dt="2025-04-13T21:32:58.404" v="3825"/>
          <ac:inkMkLst>
            <pc:docMk/>
            <pc:sldMk cId="2914365484" sldId="322"/>
            <ac:inkMk id="352" creationId="{FFF5FBDA-B915-5560-7714-DD269193E738}"/>
          </ac:inkMkLst>
        </pc:inkChg>
        <pc:inkChg chg="add mod">
          <ac:chgData name="Pi, Yalong" userId="c9a3dc08-26f0-490d-b190-2780270c58e1" providerId="ADAL" clId="{F398E26A-6AC4-4DD8-A7B3-CD9F6274E7E3}" dt="2025-04-13T21:33:04.382" v="3842"/>
          <ac:inkMkLst>
            <pc:docMk/>
            <pc:sldMk cId="2914365484" sldId="322"/>
            <ac:inkMk id="354" creationId="{176B29C6-E4D1-BC8B-9AEE-43F6D37D9FB8}"/>
          </ac:inkMkLst>
        </pc:inkChg>
        <pc:inkChg chg="add del mod">
          <ac:chgData name="Pi, Yalong" userId="c9a3dc08-26f0-490d-b190-2780270c58e1" providerId="ADAL" clId="{F398E26A-6AC4-4DD8-A7B3-CD9F6274E7E3}" dt="2025-04-13T21:33:48.497" v="3911"/>
          <ac:inkMkLst>
            <pc:docMk/>
            <pc:sldMk cId="2914365484" sldId="322"/>
            <ac:inkMk id="355" creationId="{A0DE3A38-1750-7E08-4450-B76DB9FCFA82}"/>
          </ac:inkMkLst>
        </pc:inkChg>
        <pc:inkChg chg="add del mod">
          <ac:chgData name="Pi, Yalong" userId="c9a3dc08-26f0-490d-b190-2780270c58e1" providerId="ADAL" clId="{F398E26A-6AC4-4DD8-A7B3-CD9F6274E7E3}" dt="2025-04-13T21:33:48.497" v="3915"/>
          <ac:inkMkLst>
            <pc:docMk/>
            <pc:sldMk cId="2914365484" sldId="322"/>
            <ac:inkMk id="357" creationId="{2A360FF8-F428-5805-4099-B79FC66CB5D0}"/>
          </ac:inkMkLst>
        </pc:inkChg>
        <pc:inkChg chg="add del mod">
          <ac:chgData name="Pi, Yalong" userId="c9a3dc08-26f0-490d-b190-2780270c58e1" providerId="ADAL" clId="{F398E26A-6AC4-4DD8-A7B3-CD9F6274E7E3}" dt="2025-04-13T21:33:48.496" v="3906"/>
          <ac:inkMkLst>
            <pc:docMk/>
            <pc:sldMk cId="2914365484" sldId="322"/>
            <ac:inkMk id="358" creationId="{AF80730B-F07D-E50F-CDD9-D7554E848BF5}"/>
          </ac:inkMkLst>
        </pc:inkChg>
        <pc:inkChg chg="add del mod">
          <ac:chgData name="Pi, Yalong" userId="c9a3dc08-26f0-490d-b190-2780270c58e1" providerId="ADAL" clId="{F398E26A-6AC4-4DD8-A7B3-CD9F6274E7E3}" dt="2025-04-13T21:33:48.499" v="3920"/>
          <ac:inkMkLst>
            <pc:docMk/>
            <pc:sldMk cId="2914365484" sldId="322"/>
            <ac:inkMk id="359" creationId="{D5ACE633-D3FF-46A1-4698-14C1409534F9}"/>
          </ac:inkMkLst>
        </pc:inkChg>
        <pc:inkChg chg="add del mod">
          <ac:chgData name="Pi, Yalong" userId="c9a3dc08-26f0-490d-b190-2780270c58e1" providerId="ADAL" clId="{F398E26A-6AC4-4DD8-A7B3-CD9F6274E7E3}" dt="2025-04-13T21:33:48.499" v="3925"/>
          <ac:inkMkLst>
            <pc:docMk/>
            <pc:sldMk cId="2914365484" sldId="322"/>
            <ac:inkMk id="360" creationId="{D13DFF49-FAD3-FBAF-9CD6-CAA449F48EF1}"/>
          </ac:inkMkLst>
        </pc:inkChg>
        <pc:inkChg chg="add del mod">
          <ac:chgData name="Pi, Yalong" userId="c9a3dc08-26f0-490d-b190-2780270c58e1" providerId="ADAL" clId="{F398E26A-6AC4-4DD8-A7B3-CD9F6274E7E3}" dt="2025-04-13T21:33:48.499" v="3927"/>
          <ac:inkMkLst>
            <pc:docMk/>
            <pc:sldMk cId="2914365484" sldId="322"/>
            <ac:inkMk id="361" creationId="{5CE70668-78C6-41AC-E009-439D2EE0E7E8}"/>
          </ac:inkMkLst>
        </pc:inkChg>
        <pc:inkChg chg="add del mod">
          <ac:chgData name="Pi, Yalong" userId="c9a3dc08-26f0-490d-b190-2780270c58e1" providerId="ADAL" clId="{F398E26A-6AC4-4DD8-A7B3-CD9F6274E7E3}" dt="2025-04-13T21:33:48.496" v="3909"/>
          <ac:inkMkLst>
            <pc:docMk/>
            <pc:sldMk cId="2914365484" sldId="322"/>
            <ac:inkMk id="363" creationId="{604E9329-D568-E29A-8005-42CD16CCA855}"/>
          </ac:inkMkLst>
        </pc:inkChg>
        <pc:inkChg chg="add del mod">
          <ac:chgData name="Pi, Yalong" userId="c9a3dc08-26f0-490d-b190-2780270c58e1" providerId="ADAL" clId="{F398E26A-6AC4-4DD8-A7B3-CD9F6274E7E3}" dt="2025-04-13T21:33:48.499" v="3926"/>
          <ac:inkMkLst>
            <pc:docMk/>
            <pc:sldMk cId="2914365484" sldId="322"/>
            <ac:inkMk id="364" creationId="{E3B9FEDC-E17D-33EC-703E-D453F61E1099}"/>
          </ac:inkMkLst>
        </pc:inkChg>
        <pc:inkChg chg="add del mod">
          <ac:chgData name="Pi, Yalong" userId="c9a3dc08-26f0-490d-b190-2780270c58e1" providerId="ADAL" clId="{F398E26A-6AC4-4DD8-A7B3-CD9F6274E7E3}" dt="2025-04-13T21:33:48.497" v="3913"/>
          <ac:inkMkLst>
            <pc:docMk/>
            <pc:sldMk cId="2914365484" sldId="322"/>
            <ac:inkMk id="365" creationId="{2083F033-F5C9-3617-C67F-9DDDA8C7FE9F}"/>
          </ac:inkMkLst>
        </pc:inkChg>
        <pc:inkChg chg="add del mod">
          <ac:chgData name="Pi, Yalong" userId="c9a3dc08-26f0-490d-b190-2780270c58e1" providerId="ADAL" clId="{F398E26A-6AC4-4DD8-A7B3-CD9F6274E7E3}" dt="2025-04-13T21:33:48.497" v="3914"/>
          <ac:inkMkLst>
            <pc:docMk/>
            <pc:sldMk cId="2914365484" sldId="322"/>
            <ac:inkMk id="366" creationId="{B9225545-CA42-7B61-A9BE-C2822A51E7B0}"/>
          </ac:inkMkLst>
        </pc:inkChg>
        <pc:inkChg chg="add del mod">
          <ac:chgData name="Pi, Yalong" userId="c9a3dc08-26f0-490d-b190-2780270c58e1" providerId="ADAL" clId="{F398E26A-6AC4-4DD8-A7B3-CD9F6274E7E3}" dt="2025-04-13T21:33:48.497" v="3918"/>
          <ac:inkMkLst>
            <pc:docMk/>
            <pc:sldMk cId="2914365484" sldId="322"/>
            <ac:inkMk id="367" creationId="{F778F3DB-C26C-54E7-1BE2-8C13EBA4439E}"/>
          </ac:inkMkLst>
        </pc:inkChg>
        <pc:inkChg chg="add mod">
          <ac:chgData name="Pi, Yalong" userId="c9a3dc08-26f0-490d-b190-2780270c58e1" providerId="ADAL" clId="{F398E26A-6AC4-4DD8-A7B3-CD9F6274E7E3}" dt="2025-04-13T21:35:12.712" v="4013"/>
          <ac:inkMkLst>
            <pc:docMk/>
            <pc:sldMk cId="2914365484" sldId="322"/>
            <ac:inkMk id="369" creationId="{ABB6AB66-79B2-EB3C-2EA1-921DC4C33E75}"/>
          </ac:inkMkLst>
        </pc:inkChg>
        <pc:inkChg chg="add mod">
          <ac:chgData name="Pi, Yalong" userId="c9a3dc08-26f0-490d-b190-2780270c58e1" providerId="ADAL" clId="{F398E26A-6AC4-4DD8-A7B3-CD9F6274E7E3}" dt="2025-04-13T21:35:17.343" v="4020"/>
          <ac:inkMkLst>
            <pc:docMk/>
            <pc:sldMk cId="2914365484" sldId="322"/>
            <ac:inkMk id="370" creationId="{2C8F2ED8-19D6-8FEE-4B3D-8481BB43A02C}"/>
          </ac:inkMkLst>
        </pc:inkChg>
        <pc:inkChg chg="add mod">
          <ac:chgData name="Pi, Yalong" userId="c9a3dc08-26f0-490d-b190-2780270c58e1" providerId="ADAL" clId="{F398E26A-6AC4-4DD8-A7B3-CD9F6274E7E3}" dt="2025-04-13T21:35:12.712" v="4013"/>
          <ac:inkMkLst>
            <pc:docMk/>
            <pc:sldMk cId="2914365484" sldId="322"/>
            <ac:inkMk id="371" creationId="{09796296-3CC8-657C-E67E-1CBD50B64050}"/>
          </ac:inkMkLst>
        </pc:inkChg>
        <pc:inkChg chg="add mod">
          <ac:chgData name="Pi, Yalong" userId="c9a3dc08-26f0-490d-b190-2780270c58e1" providerId="ADAL" clId="{F398E26A-6AC4-4DD8-A7B3-CD9F6274E7E3}" dt="2025-04-13T21:35:17.343" v="4020"/>
          <ac:inkMkLst>
            <pc:docMk/>
            <pc:sldMk cId="2914365484" sldId="322"/>
            <ac:inkMk id="372" creationId="{478E5FFD-CFC1-A352-A8BD-57EA86335053}"/>
          </ac:inkMkLst>
        </pc:inkChg>
        <pc:inkChg chg="add mod">
          <ac:chgData name="Pi, Yalong" userId="c9a3dc08-26f0-490d-b190-2780270c58e1" providerId="ADAL" clId="{F398E26A-6AC4-4DD8-A7B3-CD9F6274E7E3}" dt="2025-04-13T21:33:22.075" v="3860"/>
          <ac:inkMkLst>
            <pc:docMk/>
            <pc:sldMk cId="2914365484" sldId="322"/>
            <ac:inkMk id="373" creationId="{B7BE60F0-55B8-773F-B4A6-73880B98E401}"/>
          </ac:inkMkLst>
        </pc:inkChg>
        <pc:inkChg chg="add del mod">
          <ac:chgData name="Pi, Yalong" userId="c9a3dc08-26f0-490d-b190-2780270c58e1" providerId="ADAL" clId="{F398E26A-6AC4-4DD8-A7B3-CD9F6274E7E3}" dt="2025-04-13T21:33:45.909" v="3872"/>
          <ac:inkMkLst>
            <pc:docMk/>
            <pc:sldMk cId="2914365484" sldId="322"/>
            <ac:inkMk id="375" creationId="{4DE5CEEE-A179-C64D-CE4E-1FFC3965B979}"/>
          </ac:inkMkLst>
        </pc:inkChg>
        <pc:inkChg chg="add del mod">
          <ac:chgData name="Pi, Yalong" userId="c9a3dc08-26f0-490d-b190-2780270c58e1" providerId="ADAL" clId="{F398E26A-6AC4-4DD8-A7B3-CD9F6274E7E3}" dt="2025-04-13T21:33:45.910" v="3876"/>
          <ac:inkMkLst>
            <pc:docMk/>
            <pc:sldMk cId="2914365484" sldId="322"/>
            <ac:inkMk id="376" creationId="{58D810D9-7CBE-D031-2FD9-AFC3ABFF7AE4}"/>
          </ac:inkMkLst>
        </pc:inkChg>
        <pc:inkChg chg="add mod">
          <ac:chgData name="Pi, Yalong" userId="c9a3dc08-26f0-490d-b190-2780270c58e1" providerId="ADAL" clId="{F398E26A-6AC4-4DD8-A7B3-CD9F6274E7E3}" dt="2025-04-13T21:35:04.884" v="4002"/>
          <ac:inkMkLst>
            <pc:docMk/>
            <pc:sldMk cId="2914365484" sldId="322"/>
            <ac:inkMk id="378" creationId="{EBC06DC7-EB9C-B7CB-64B4-CA77F7F0B49C}"/>
          </ac:inkMkLst>
        </pc:inkChg>
        <pc:inkChg chg="add mod">
          <ac:chgData name="Pi, Yalong" userId="c9a3dc08-26f0-490d-b190-2780270c58e1" providerId="ADAL" clId="{F398E26A-6AC4-4DD8-A7B3-CD9F6274E7E3}" dt="2025-04-13T21:33:55.380" v="3931"/>
          <ac:inkMkLst>
            <pc:docMk/>
            <pc:sldMk cId="2914365484" sldId="322"/>
            <ac:inkMk id="379" creationId="{3F59BDE3-8367-9E35-8755-AC362F8BCE71}"/>
          </ac:inkMkLst>
        </pc:inkChg>
        <pc:inkChg chg="add mod">
          <ac:chgData name="Pi, Yalong" userId="c9a3dc08-26f0-490d-b190-2780270c58e1" providerId="ADAL" clId="{F398E26A-6AC4-4DD8-A7B3-CD9F6274E7E3}" dt="2025-04-13T21:35:04.884" v="4002"/>
          <ac:inkMkLst>
            <pc:docMk/>
            <pc:sldMk cId="2914365484" sldId="322"/>
            <ac:inkMk id="381" creationId="{D03C367E-2640-C419-265F-BEFCEDF65BCD}"/>
          </ac:inkMkLst>
        </pc:inkChg>
        <pc:inkChg chg="add mod">
          <ac:chgData name="Pi, Yalong" userId="c9a3dc08-26f0-490d-b190-2780270c58e1" providerId="ADAL" clId="{F398E26A-6AC4-4DD8-A7B3-CD9F6274E7E3}" dt="2025-04-13T21:35:04.884" v="4002"/>
          <ac:inkMkLst>
            <pc:docMk/>
            <pc:sldMk cId="2914365484" sldId="322"/>
            <ac:inkMk id="382" creationId="{2A401E9F-46A1-D621-5B5D-5246F230FAF1}"/>
          </ac:inkMkLst>
        </pc:inkChg>
        <pc:inkChg chg="add mod">
          <ac:chgData name="Pi, Yalong" userId="c9a3dc08-26f0-490d-b190-2780270c58e1" providerId="ADAL" clId="{F398E26A-6AC4-4DD8-A7B3-CD9F6274E7E3}" dt="2025-04-13T21:35:04.884" v="4002"/>
          <ac:inkMkLst>
            <pc:docMk/>
            <pc:sldMk cId="2914365484" sldId="322"/>
            <ac:inkMk id="383" creationId="{6CA1A816-AEB4-011F-514E-FF50EA2A2025}"/>
          </ac:inkMkLst>
        </pc:inkChg>
        <pc:inkChg chg="add mod">
          <ac:chgData name="Pi, Yalong" userId="c9a3dc08-26f0-490d-b190-2780270c58e1" providerId="ADAL" clId="{F398E26A-6AC4-4DD8-A7B3-CD9F6274E7E3}" dt="2025-04-13T21:33:59.867" v="3936"/>
          <ac:inkMkLst>
            <pc:docMk/>
            <pc:sldMk cId="2914365484" sldId="322"/>
            <ac:inkMk id="384" creationId="{5594D0EC-00B8-8331-2999-4D0748819FB7}"/>
          </ac:inkMkLst>
        </pc:inkChg>
        <pc:inkChg chg="add mod">
          <ac:chgData name="Pi, Yalong" userId="c9a3dc08-26f0-490d-b190-2780270c58e1" providerId="ADAL" clId="{F398E26A-6AC4-4DD8-A7B3-CD9F6274E7E3}" dt="2025-04-13T21:34:06.524" v="3944"/>
          <ac:inkMkLst>
            <pc:docMk/>
            <pc:sldMk cId="2914365484" sldId="322"/>
            <ac:inkMk id="386" creationId="{92CD1B18-E83D-BA05-67BB-44B916D20017}"/>
          </ac:inkMkLst>
        </pc:inkChg>
        <pc:inkChg chg="add">
          <ac:chgData name="Pi, Yalong" userId="c9a3dc08-26f0-490d-b190-2780270c58e1" providerId="ADAL" clId="{F398E26A-6AC4-4DD8-A7B3-CD9F6274E7E3}" dt="2025-04-13T21:34:03.183" v="3938" actId="9405"/>
          <ac:inkMkLst>
            <pc:docMk/>
            <pc:sldMk cId="2914365484" sldId="322"/>
            <ac:inkMk id="387" creationId="{F5B29CA7-5469-3101-E2AC-910C47ACCBEC}"/>
          </ac:inkMkLst>
        </pc:inkChg>
        <pc:inkChg chg="add mod">
          <ac:chgData name="Pi, Yalong" userId="c9a3dc08-26f0-490d-b190-2780270c58e1" providerId="ADAL" clId="{F398E26A-6AC4-4DD8-A7B3-CD9F6274E7E3}" dt="2025-04-13T21:35:04.884" v="4002"/>
          <ac:inkMkLst>
            <pc:docMk/>
            <pc:sldMk cId="2914365484" sldId="322"/>
            <ac:inkMk id="388" creationId="{20057095-5390-DA5A-46A0-503819829746}"/>
          </ac:inkMkLst>
        </pc:inkChg>
        <pc:inkChg chg="add mod">
          <ac:chgData name="Pi, Yalong" userId="c9a3dc08-26f0-490d-b190-2780270c58e1" providerId="ADAL" clId="{F398E26A-6AC4-4DD8-A7B3-CD9F6274E7E3}" dt="2025-04-13T21:35:03.037" v="3999"/>
          <ac:inkMkLst>
            <pc:docMk/>
            <pc:sldMk cId="2914365484" sldId="322"/>
            <ac:inkMk id="389" creationId="{DF491031-0691-22FC-992A-7D3FE366BB66}"/>
          </ac:inkMkLst>
        </pc:inkChg>
        <pc:inkChg chg="add mod">
          <ac:chgData name="Pi, Yalong" userId="c9a3dc08-26f0-490d-b190-2780270c58e1" providerId="ADAL" clId="{F398E26A-6AC4-4DD8-A7B3-CD9F6274E7E3}" dt="2025-04-13T21:35:04.884" v="4002"/>
          <ac:inkMkLst>
            <pc:docMk/>
            <pc:sldMk cId="2914365484" sldId="322"/>
            <ac:inkMk id="390" creationId="{4AD754B9-FE3C-AC31-FE12-3AF0DC028358}"/>
          </ac:inkMkLst>
        </pc:inkChg>
        <pc:inkChg chg="add">
          <ac:chgData name="Pi, Yalong" userId="c9a3dc08-26f0-490d-b190-2780270c58e1" providerId="ADAL" clId="{F398E26A-6AC4-4DD8-A7B3-CD9F6274E7E3}" dt="2025-04-13T21:34:05.215" v="3942" actId="9405"/>
          <ac:inkMkLst>
            <pc:docMk/>
            <pc:sldMk cId="2914365484" sldId="322"/>
            <ac:inkMk id="391" creationId="{7026B976-20BF-45D1-57F4-05B175010EAD}"/>
          </ac:inkMkLst>
        </pc:inkChg>
        <pc:inkChg chg="add mod">
          <ac:chgData name="Pi, Yalong" userId="c9a3dc08-26f0-490d-b190-2780270c58e1" providerId="ADAL" clId="{F398E26A-6AC4-4DD8-A7B3-CD9F6274E7E3}" dt="2025-04-13T21:35:03.037" v="3999"/>
          <ac:inkMkLst>
            <pc:docMk/>
            <pc:sldMk cId="2914365484" sldId="322"/>
            <ac:inkMk id="392" creationId="{34FCBDAD-AB16-C2C0-6D36-AD59B31AFA3C}"/>
          </ac:inkMkLst>
        </pc:inkChg>
        <pc:inkChg chg="add del">
          <ac:chgData name="Pi, Yalong" userId="c9a3dc08-26f0-490d-b190-2780270c58e1" providerId="ADAL" clId="{F398E26A-6AC4-4DD8-A7B3-CD9F6274E7E3}" dt="2025-04-13T21:34:37.458" v="3982"/>
          <ac:inkMkLst>
            <pc:docMk/>
            <pc:sldMk cId="2914365484" sldId="322"/>
            <ac:inkMk id="394" creationId="{5959B725-89F0-6DFE-51D3-665F55D0E9D3}"/>
          </ac:inkMkLst>
        </pc:inkChg>
        <pc:inkChg chg="add mod">
          <ac:chgData name="Pi, Yalong" userId="c9a3dc08-26f0-490d-b190-2780270c58e1" providerId="ADAL" clId="{F398E26A-6AC4-4DD8-A7B3-CD9F6274E7E3}" dt="2025-04-13T21:34:49.552" v="3987"/>
          <ac:inkMkLst>
            <pc:docMk/>
            <pc:sldMk cId="2914365484" sldId="322"/>
            <ac:inkMk id="395" creationId="{F9987A09-511D-4E1D-038D-B6D4E0EF3856}"/>
          </ac:inkMkLst>
        </pc:inkChg>
        <pc:inkChg chg="add del mod">
          <ac:chgData name="Pi, Yalong" userId="c9a3dc08-26f0-490d-b190-2780270c58e1" providerId="ADAL" clId="{F398E26A-6AC4-4DD8-A7B3-CD9F6274E7E3}" dt="2025-04-13T21:34:43.375" v="3983"/>
          <ac:inkMkLst>
            <pc:docMk/>
            <pc:sldMk cId="2914365484" sldId="322"/>
            <ac:inkMk id="396" creationId="{77B345FA-7202-FEC5-D214-05B905A5364D}"/>
          </ac:inkMkLst>
        </pc:inkChg>
        <pc:inkChg chg="add del mod">
          <ac:chgData name="Pi, Yalong" userId="c9a3dc08-26f0-490d-b190-2780270c58e1" providerId="ADAL" clId="{F398E26A-6AC4-4DD8-A7B3-CD9F6274E7E3}" dt="2025-04-13T21:34:44.246" v="3984"/>
          <ac:inkMkLst>
            <pc:docMk/>
            <pc:sldMk cId="2914365484" sldId="322"/>
            <ac:inkMk id="397" creationId="{F58F4B4A-078E-4A1E-8FAF-59F034300EC5}"/>
          </ac:inkMkLst>
        </pc:inkChg>
        <pc:inkChg chg="add mod">
          <ac:chgData name="Pi, Yalong" userId="c9a3dc08-26f0-490d-b190-2780270c58e1" providerId="ADAL" clId="{F398E26A-6AC4-4DD8-A7B3-CD9F6274E7E3}" dt="2025-04-13T21:34:44.246" v="3984"/>
          <ac:inkMkLst>
            <pc:docMk/>
            <pc:sldMk cId="2914365484" sldId="322"/>
            <ac:inkMk id="399" creationId="{D014D01F-4249-439D-254A-5BD79F147C41}"/>
          </ac:inkMkLst>
        </pc:inkChg>
        <pc:inkChg chg="add mod">
          <ac:chgData name="Pi, Yalong" userId="c9a3dc08-26f0-490d-b190-2780270c58e1" providerId="ADAL" clId="{F398E26A-6AC4-4DD8-A7B3-CD9F6274E7E3}" dt="2025-04-13T21:34:44.246" v="3984"/>
          <ac:inkMkLst>
            <pc:docMk/>
            <pc:sldMk cId="2914365484" sldId="322"/>
            <ac:inkMk id="400" creationId="{C28D5381-373C-4C7D-40EE-6A0FFACEFE24}"/>
          </ac:inkMkLst>
        </pc:inkChg>
        <pc:inkChg chg="add mod">
          <ac:chgData name="Pi, Yalong" userId="c9a3dc08-26f0-490d-b190-2780270c58e1" providerId="ADAL" clId="{F398E26A-6AC4-4DD8-A7B3-CD9F6274E7E3}" dt="2025-04-13T21:34:44.246" v="3984"/>
          <ac:inkMkLst>
            <pc:docMk/>
            <pc:sldMk cId="2914365484" sldId="322"/>
            <ac:inkMk id="401" creationId="{1DC94782-1620-EEC3-9DDB-A8DDA940D626}"/>
          </ac:inkMkLst>
        </pc:inkChg>
        <pc:inkChg chg="add mod">
          <ac:chgData name="Pi, Yalong" userId="c9a3dc08-26f0-490d-b190-2780270c58e1" providerId="ADAL" clId="{F398E26A-6AC4-4DD8-A7B3-CD9F6274E7E3}" dt="2025-04-13T21:34:44.246" v="3984"/>
          <ac:inkMkLst>
            <pc:docMk/>
            <pc:sldMk cId="2914365484" sldId="322"/>
            <ac:inkMk id="402" creationId="{66C5675B-097C-7CDC-7725-8403D7A70926}"/>
          </ac:inkMkLst>
        </pc:inkChg>
        <pc:inkChg chg="add mod">
          <ac:chgData name="Pi, Yalong" userId="c9a3dc08-26f0-490d-b190-2780270c58e1" providerId="ADAL" clId="{F398E26A-6AC4-4DD8-A7B3-CD9F6274E7E3}" dt="2025-04-13T21:34:44.246" v="3984"/>
          <ac:inkMkLst>
            <pc:docMk/>
            <pc:sldMk cId="2914365484" sldId="322"/>
            <ac:inkMk id="403" creationId="{EDF1D356-C1CC-2E0C-9147-F35A4FE92FBF}"/>
          </ac:inkMkLst>
        </pc:inkChg>
        <pc:inkChg chg="add mod">
          <ac:chgData name="Pi, Yalong" userId="c9a3dc08-26f0-490d-b190-2780270c58e1" providerId="ADAL" clId="{F398E26A-6AC4-4DD8-A7B3-CD9F6274E7E3}" dt="2025-04-13T21:34:27.943" v="3968"/>
          <ac:inkMkLst>
            <pc:docMk/>
            <pc:sldMk cId="2914365484" sldId="322"/>
            <ac:inkMk id="405" creationId="{CF081BB1-C56F-E956-D846-84128D3513DE}"/>
          </ac:inkMkLst>
        </pc:inkChg>
        <pc:inkChg chg="add mod">
          <ac:chgData name="Pi, Yalong" userId="c9a3dc08-26f0-490d-b190-2780270c58e1" providerId="ADAL" clId="{F398E26A-6AC4-4DD8-A7B3-CD9F6274E7E3}" dt="2025-04-13T21:34:27.943" v="3968"/>
          <ac:inkMkLst>
            <pc:docMk/>
            <pc:sldMk cId="2914365484" sldId="322"/>
            <ac:inkMk id="406" creationId="{2550B097-A12F-0C04-DFD1-3CD1F7D7CD0F}"/>
          </ac:inkMkLst>
        </pc:inkChg>
        <pc:inkChg chg="add mod">
          <ac:chgData name="Pi, Yalong" userId="c9a3dc08-26f0-490d-b190-2780270c58e1" providerId="ADAL" clId="{F398E26A-6AC4-4DD8-A7B3-CD9F6274E7E3}" dt="2025-04-13T21:34:56.078" v="3996"/>
          <ac:inkMkLst>
            <pc:docMk/>
            <pc:sldMk cId="2914365484" sldId="322"/>
            <ac:inkMk id="407" creationId="{C5E3C90C-93A2-3E40-D061-33B98D492721}"/>
          </ac:inkMkLst>
        </pc:inkChg>
        <pc:inkChg chg="add mod">
          <ac:chgData name="Pi, Yalong" userId="c9a3dc08-26f0-490d-b190-2780270c58e1" providerId="ADAL" clId="{F398E26A-6AC4-4DD8-A7B3-CD9F6274E7E3}" dt="2025-04-13T21:34:31.919" v="3974"/>
          <ac:inkMkLst>
            <pc:docMk/>
            <pc:sldMk cId="2914365484" sldId="322"/>
            <ac:inkMk id="409" creationId="{5526A7F0-1929-6D27-8BE5-8DA9A5EADE44}"/>
          </ac:inkMkLst>
        </pc:inkChg>
        <pc:inkChg chg="add mod">
          <ac:chgData name="Pi, Yalong" userId="c9a3dc08-26f0-490d-b190-2780270c58e1" providerId="ADAL" clId="{F398E26A-6AC4-4DD8-A7B3-CD9F6274E7E3}" dt="2025-04-13T21:34:31.919" v="3974"/>
          <ac:inkMkLst>
            <pc:docMk/>
            <pc:sldMk cId="2914365484" sldId="322"/>
            <ac:inkMk id="410" creationId="{3C4744C5-7201-F25E-4BE3-E5A92D38C1DF}"/>
          </ac:inkMkLst>
        </pc:inkChg>
        <pc:inkChg chg="add mod">
          <ac:chgData name="Pi, Yalong" userId="c9a3dc08-26f0-490d-b190-2780270c58e1" providerId="ADAL" clId="{F398E26A-6AC4-4DD8-A7B3-CD9F6274E7E3}" dt="2025-04-13T21:34:31.919" v="3974"/>
          <ac:inkMkLst>
            <pc:docMk/>
            <pc:sldMk cId="2914365484" sldId="322"/>
            <ac:inkMk id="411" creationId="{22685B29-9562-3F0D-66D9-39A1AD664B02}"/>
          </ac:inkMkLst>
        </pc:inkChg>
        <pc:inkChg chg="add mod">
          <ac:chgData name="Pi, Yalong" userId="c9a3dc08-26f0-490d-b190-2780270c58e1" providerId="ADAL" clId="{F398E26A-6AC4-4DD8-A7B3-CD9F6274E7E3}" dt="2025-04-13T21:34:35.390" v="3981"/>
          <ac:inkMkLst>
            <pc:docMk/>
            <pc:sldMk cId="2914365484" sldId="322"/>
            <ac:inkMk id="413" creationId="{4E2EF8B5-372F-21E4-94B4-2625E1317F9C}"/>
          </ac:inkMkLst>
        </pc:inkChg>
        <pc:inkChg chg="add mod">
          <ac:chgData name="Pi, Yalong" userId="c9a3dc08-26f0-490d-b190-2780270c58e1" providerId="ADAL" clId="{F398E26A-6AC4-4DD8-A7B3-CD9F6274E7E3}" dt="2025-04-13T21:34:35.390" v="3981"/>
          <ac:inkMkLst>
            <pc:docMk/>
            <pc:sldMk cId="2914365484" sldId="322"/>
            <ac:inkMk id="414" creationId="{1BC16FF9-A325-D177-0D33-37F3C5A60AF3}"/>
          </ac:inkMkLst>
        </pc:inkChg>
        <pc:inkChg chg="add mod">
          <ac:chgData name="Pi, Yalong" userId="c9a3dc08-26f0-490d-b190-2780270c58e1" providerId="ADAL" clId="{F398E26A-6AC4-4DD8-A7B3-CD9F6274E7E3}" dt="2025-04-13T21:34:35.390" v="3981"/>
          <ac:inkMkLst>
            <pc:docMk/>
            <pc:sldMk cId="2914365484" sldId="322"/>
            <ac:inkMk id="416" creationId="{62763DA5-D0EB-8E63-85A9-6F9058ECD0D9}"/>
          </ac:inkMkLst>
        </pc:inkChg>
        <pc:inkChg chg="add">
          <ac:chgData name="Pi, Yalong" userId="c9a3dc08-26f0-490d-b190-2780270c58e1" providerId="ADAL" clId="{F398E26A-6AC4-4DD8-A7B3-CD9F6274E7E3}" dt="2025-04-13T21:34:47.092" v="3985" actId="9405"/>
          <ac:inkMkLst>
            <pc:docMk/>
            <pc:sldMk cId="2914365484" sldId="322"/>
            <ac:inkMk id="418" creationId="{60B569BE-E32A-0E87-364F-1ABC6CB5C698}"/>
          </ac:inkMkLst>
        </pc:inkChg>
        <pc:inkChg chg="add mod">
          <ac:chgData name="Pi, Yalong" userId="c9a3dc08-26f0-490d-b190-2780270c58e1" providerId="ADAL" clId="{F398E26A-6AC4-4DD8-A7B3-CD9F6274E7E3}" dt="2025-04-13T21:34:56.078" v="3996"/>
          <ac:inkMkLst>
            <pc:docMk/>
            <pc:sldMk cId="2914365484" sldId="322"/>
            <ac:inkMk id="419" creationId="{8660E1C2-A507-AFA1-4871-19A8239E238A}"/>
          </ac:inkMkLst>
        </pc:inkChg>
        <pc:inkChg chg="add mod">
          <ac:chgData name="Pi, Yalong" userId="c9a3dc08-26f0-490d-b190-2780270c58e1" providerId="ADAL" clId="{F398E26A-6AC4-4DD8-A7B3-CD9F6274E7E3}" dt="2025-04-13T21:34:53.638" v="3992"/>
          <ac:inkMkLst>
            <pc:docMk/>
            <pc:sldMk cId="2914365484" sldId="322"/>
            <ac:inkMk id="421" creationId="{009C07D0-5BD3-E186-21E5-C4F6F0DF866E}"/>
          </ac:inkMkLst>
        </pc:inkChg>
        <pc:inkChg chg="add mod">
          <ac:chgData name="Pi, Yalong" userId="c9a3dc08-26f0-490d-b190-2780270c58e1" providerId="ADAL" clId="{F398E26A-6AC4-4DD8-A7B3-CD9F6274E7E3}" dt="2025-04-13T21:34:56.078" v="3996"/>
          <ac:inkMkLst>
            <pc:docMk/>
            <pc:sldMk cId="2914365484" sldId="322"/>
            <ac:inkMk id="422" creationId="{13E5B354-9A68-52B0-07F9-BCCB985796A3}"/>
          </ac:inkMkLst>
        </pc:inkChg>
        <pc:inkChg chg="add mod">
          <ac:chgData name="Pi, Yalong" userId="c9a3dc08-26f0-490d-b190-2780270c58e1" providerId="ADAL" clId="{F398E26A-6AC4-4DD8-A7B3-CD9F6274E7E3}" dt="2025-04-13T21:34:53.638" v="3992"/>
          <ac:inkMkLst>
            <pc:docMk/>
            <pc:sldMk cId="2914365484" sldId="322"/>
            <ac:inkMk id="423" creationId="{43CAF130-D0ED-316E-D586-84D069D47279}"/>
          </ac:inkMkLst>
        </pc:inkChg>
        <pc:inkChg chg="add mod">
          <ac:chgData name="Pi, Yalong" userId="c9a3dc08-26f0-490d-b190-2780270c58e1" providerId="ADAL" clId="{F398E26A-6AC4-4DD8-A7B3-CD9F6274E7E3}" dt="2025-04-13T21:34:56.078" v="3996"/>
          <ac:inkMkLst>
            <pc:docMk/>
            <pc:sldMk cId="2914365484" sldId="322"/>
            <ac:inkMk id="424" creationId="{BAA24E01-7F95-4426-1ED4-58E32272BEE5}"/>
          </ac:inkMkLst>
        </pc:inkChg>
        <pc:inkChg chg="add">
          <ac:chgData name="Pi, Yalong" userId="c9a3dc08-26f0-490d-b190-2780270c58e1" providerId="ADAL" clId="{F398E26A-6AC4-4DD8-A7B3-CD9F6274E7E3}" dt="2025-04-13T21:34:54.011" v="3993" actId="9405"/>
          <ac:inkMkLst>
            <pc:docMk/>
            <pc:sldMk cId="2914365484" sldId="322"/>
            <ac:inkMk id="426" creationId="{F9C10DF6-5C4F-1AA1-DAA7-2AC53CF6986F}"/>
          </ac:inkMkLst>
        </pc:inkChg>
        <pc:inkChg chg="add mod">
          <ac:chgData name="Pi, Yalong" userId="c9a3dc08-26f0-490d-b190-2780270c58e1" providerId="ADAL" clId="{F398E26A-6AC4-4DD8-A7B3-CD9F6274E7E3}" dt="2025-04-13T21:34:56.078" v="3996"/>
          <ac:inkMkLst>
            <pc:docMk/>
            <pc:sldMk cId="2914365484" sldId="322"/>
            <ac:inkMk id="427" creationId="{6714B02E-3E60-A190-2623-D44C5905733C}"/>
          </ac:inkMkLst>
        </pc:inkChg>
        <pc:inkChg chg="add">
          <ac:chgData name="Pi, Yalong" userId="c9a3dc08-26f0-490d-b190-2780270c58e1" providerId="ADAL" clId="{F398E26A-6AC4-4DD8-A7B3-CD9F6274E7E3}" dt="2025-04-13T21:34:55.509" v="3995" actId="9405"/>
          <ac:inkMkLst>
            <pc:docMk/>
            <pc:sldMk cId="2914365484" sldId="322"/>
            <ac:inkMk id="428" creationId="{45801B4D-2F02-2B45-8A40-5DFFA2B72259}"/>
          </ac:inkMkLst>
        </pc:inkChg>
        <pc:inkChg chg="add">
          <ac:chgData name="Pi, Yalong" userId="c9a3dc08-26f0-490d-b190-2780270c58e1" providerId="ADAL" clId="{F398E26A-6AC4-4DD8-A7B3-CD9F6274E7E3}" dt="2025-04-13T21:35:02.039" v="3997" actId="9405"/>
          <ac:inkMkLst>
            <pc:docMk/>
            <pc:sldMk cId="2914365484" sldId="322"/>
            <ac:inkMk id="430" creationId="{5F091710-BE90-7922-2316-22DFAB02F383}"/>
          </ac:inkMkLst>
        </pc:inkChg>
        <pc:inkChg chg="add mod">
          <ac:chgData name="Pi, Yalong" userId="c9a3dc08-26f0-490d-b190-2780270c58e1" providerId="ADAL" clId="{F398E26A-6AC4-4DD8-A7B3-CD9F6274E7E3}" dt="2025-04-13T21:35:04.884" v="4002"/>
          <ac:inkMkLst>
            <pc:docMk/>
            <pc:sldMk cId="2914365484" sldId="322"/>
            <ac:inkMk id="431" creationId="{6C8B6BC7-7A52-527A-EC06-AA4427D336F7}"/>
          </ac:inkMkLst>
        </pc:inkChg>
        <pc:inkChg chg="add">
          <ac:chgData name="Pi, Yalong" userId="c9a3dc08-26f0-490d-b190-2780270c58e1" providerId="ADAL" clId="{F398E26A-6AC4-4DD8-A7B3-CD9F6274E7E3}" dt="2025-04-13T21:35:03.843" v="4000" actId="9405"/>
          <ac:inkMkLst>
            <pc:docMk/>
            <pc:sldMk cId="2914365484" sldId="322"/>
            <ac:inkMk id="433" creationId="{96806713-6C13-40DD-D38D-DCF884E47BFE}"/>
          </ac:inkMkLst>
        </pc:inkChg>
        <pc:inkChg chg="add mod">
          <ac:chgData name="Pi, Yalong" userId="c9a3dc08-26f0-490d-b190-2780270c58e1" providerId="ADAL" clId="{F398E26A-6AC4-4DD8-A7B3-CD9F6274E7E3}" dt="2025-04-13T21:35:04.884" v="4002"/>
          <ac:inkMkLst>
            <pc:docMk/>
            <pc:sldMk cId="2914365484" sldId="322"/>
            <ac:inkMk id="434" creationId="{510961EB-A493-6B2C-E934-2A162CE15F7B}"/>
          </ac:inkMkLst>
        </pc:inkChg>
        <pc:inkChg chg="add mod">
          <ac:chgData name="Pi, Yalong" userId="c9a3dc08-26f0-490d-b190-2780270c58e1" providerId="ADAL" clId="{F398E26A-6AC4-4DD8-A7B3-CD9F6274E7E3}" dt="2025-04-13T21:35:09.284" v="4006"/>
          <ac:inkMkLst>
            <pc:docMk/>
            <pc:sldMk cId="2914365484" sldId="322"/>
            <ac:inkMk id="436" creationId="{E3FA8998-D016-56E0-FAAA-765882C6E4A2}"/>
          </ac:inkMkLst>
        </pc:inkChg>
        <pc:inkChg chg="add mod">
          <ac:chgData name="Pi, Yalong" userId="c9a3dc08-26f0-490d-b190-2780270c58e1" providerId="ADAL" clId="{F398E26A-6AC4-4DD8-A7B3-CD9F6274E7E3}" dt="2025-04-13T21:35:17.343" v="4020"/>
          <ac:inkMkLst>
            <pc:docMk/>
            <pc:sldMk cId="2914365484" sldId="322"/>
            <ac:inkMk id="437" creationId="{5264266F-7672-CB77-5FFD-0FA4C965A69C}"/>
          </ac:inkMkLst>
        </pc:inkChg>
        <pc:inkChg chg="add">
          <ac:chgData name="Pi, Yalong" userId="c9a3dc08-26f0-490d-b190-2780270c58e1" providerId="ADAL" clId="{F398E26A-6AC4-4DD8-A7B3-CD9F6274E7E3}" dt="2025-04-13T21:35:08.748" v="4005" actId="9405"/>
          <ac:inkMkLst>
            <pc:docMk/>
            <pc:sldMk cId="2914365484" sldId="322"/>
            <ac:inkMk id="438" creationId="{F6D79CBA-5207-E059-D086-3380D1C03A99}"/>
          </ac:inkMkLst>
        </pc:inkChg>
        <pc:inkChg chg="add">
          <ac:chgData name="Pi, Yalong" userId="c9a3dc08-26f0-490d-b190-2780270c58e1" providerId="ADAL" clId="{F398E26A-6AC4-4DD8-A7B3-CD9F6274E7E3}" dt="2025-04-13T21:35:09.630" v="4007" actId="9405"/>
          <ac:inkMkLst>
            <pc:docMk/>
            <pc:sldMk cId="2914365484" sldId="322"/>
            <ac:inkMk id="440" creationId="{AED5D0E9-ABEE-5300-9CB0-DAFEDE502B67}"/>
          </ac:inkMkLst>
        </pc:inkChg>
        <pc:inkChg chg="add mod">
          <ac:chgData name="Pi, Yalong" userId="c9a3dc08-26f0-490d-b190-2780270c58e1" providerId="ADAL" clId="{F398E26A-6AC4-4DD8-A7B3-CD9F6274E7E3}" dt="2025-04-13T21:35:12.712" v="4013"/>
          <ac:inkMkLst>
            <pc:docMk/>
            <pc:sldMk cId="2914365484" sldId="322"/>
            <ac:inkMk id="441" creationId="{30BC6467-4B6F-33BE-97BC-31ECBF0538B4}"/>
          </ac:inkMkLst>
        </pc:inkChg>
        <pc:inkChg chg="add mod">
          <ac:chgData name="Pi, Yalong" userId="c9a3dc08-26f0-490d-b190-2780270c58e1" providerId="ADAL" clId="{F398E26A-6AC4-4DD8-A7B3-CD9F6274E7E3}" dt="2025-04-13T21:35:17.343" v="4020"/>
          <ac:inkMkLst>
            <pc:docMk/>
            <pc:sldMk cId="2914365484" sldId="322"/>
            <ac:inkMk id="442" creationId="{A00B2A95-8DC4-002C-1F49-C76578622C09}"/>
          </ac:inkMkLst>
        </pc:inkChg>
        <pc:inkChg chg="add mod">
          <ac:chgData name="Pi, Yalong" userId="c9a3dc08-26f0-490d-b190-2780270c58e1" providerId="ADAL" clId="{F398E26A-6AC4-4DD8-A7B3-CD9F6274E7E3}" dt="2025-04-13T21:35:12.712" v="4013"/>
          <ac:inkMkLst>
            <pc:docMk/>
            <pc:sldMk cId="2914365484" sldId="322"/>
            <ac:inkMk id="443" creationId="{5FEC669D-54F7-4723-4D92-B27422EA1C08}"/>
          </ac:inkMkLst>
        </pc:inkChg>
        <pc:inkChg chg="add mod">
          <ac:chgData name="Pi, Yalong" userId="c9a3dc08-26f0-490d-b190-2780270c58e1" providerId="ADAL" clId="{F398E26A-6AC4-4DD8-A7B3-CD9F6274E7E3}" dt="2025-04-13T21:35:12.712" v="4013"/>
          <ac:inkMkLst>
            <pc:docMk/>
            <pc:sldMk cId="2914365484" sldId="322"/>
            <ac:inkMk id="444" creationId="{AC1AD648-BBB3-A843-D7C6-BEAB6018DAFD}"/>
          </ac:inkMkLst>
        </pc:inkChg>
        <pc:inkChg chg="add mod">
          <ac:chgData name="Pi, Yalong" userId="c9a3dc08-26f0-490d-b190-2780270c58e1" providerId="ADAL" clId="{F398E26A-6AC4-4DD8-A7B3-CD9F6274E7E3}" dt="2025-04-13T21:35:17.343" v="4020"/>
          <ac:inkMkLst>
            <pc:docMk/>
            <pc:sldMk cId="2914365484" sldId="322"/>
            <ac:inkMk id="445" creationId="{C6F10C05-A7BE-3967-D2C4-07FAC7FA5464}"/>
          </ac:inkMkLst>
        </pc:inkChg>
        <pc:inkChg chg="add mod">
          <ac:chgData name="Pi, Yalong" userId="c9a3dc08-26f0-490d-b190-2780270c58e1" providerId="ADAL" clId="{F398E26A-6AC4-4DD8-A7B3-CD9F6274E7E3}" dt="2025-04-13T21:35:17.343" v="4020"/>
          <ac:inkMkLst>
            <pc:docMk/>
            <pc:sldMk cId="2914365484" sldId="322"/>
            <ac:inkMk id="447" creationId="{39CC4AA9-857D-41EB-F2C5-27E2144CE51B}"/>
          </ac:inkMkLst>
        </pc:inkChg>
        <pc:inkChg chg="add">
          <ac:chgData name="Pi, Yalong" userId="c9a3dc08-26f0-490d-b190-2780270c58e1" providerId="ADAL" clId="{F398E26A-6AC4-4DD8-A7B3-CD9F6274E7E3}" dt="2025-04-13T21:35:14.692" v="4015" actId="9405"/>
          <ac:inkMkLst>
            <pc:docMk/>
            <pc:sldMk cId="2914365484" sldId="322"/>
            <ac:inkMk id="448" creationId="{E94BB215-A4E1-1B15-3D82-F37E433A4EFD}"/>
          </ac:inkMkLst>
        </pc:inkChg>
        <pc:inkChg chg="add mod">
          <ac:chgData name="Pi, Yalong" userId="c9a3dc08-26f0-490d-b190-2780270c58e1" providerId="ADAL" clId="{F398E26A-6AC4-4DD8-A7B3-CD9F6274E7E3}" dt="2025-04-13T21:35:17.343" v="4020"/>
          <ac:inkMkLst>
            <pc:docMk/>
            <pc:sldMk cId="2914365484" sldId="322"/>
            <ac:inkMk id="449" creationId="{74A606B2-150E-387C-6CCD-C5A77EC4C4CC}"/>
          </ac:inkMkLst>
        </pc:inkChg>
        <pc:inkChg chg="add">
          <ac:chgData name="Pi, Yalong" userId="c9a3dc08-26f0-490d-b190-2780270c58e1" providerId="ADAL" clId="{F398E26A-6AC4-4DD8-A7B3-CD9F6274E7E3}" dt="2025-04-13T21:35:15.161" v="4017" actId="9405"/>
          <ac:inkMkLst>
            <pc:docMk/>
            <pc:sldMk cId="2914365484" sldId="322"/>
            <ac:inkMk id="450" creationId="{28AF9E2B-B813-2E69-C37F-4E875E3F1B2A}"/>
          </ac:inkMkLst>
        </pc:inkChg>
        <pc:inkChg chg="add">
          <ac:chgData name="Pi, Yalong" userId="c9a3dc08-26f0-490d-b190-2780270c58e1" providerId="ADAL" clId="{F398E26A-6AC4-4DD8-A7B3-CD9F6274E7E3}" dt="2025-04-13T21:35:15.380" v="4018" actId="9405"/>
          <ac:inkMkLst>
            <pc:docMk/>
            <pc:sldMk cId="2914365484" sldId="322"/>
            <ac:inkMk id="451" creationId="{EA00E4B2-FFAC-EC53-F4AB-CF1809EC471F}"/>
          </ac:inkMkLst>
        </pc:inkChg>
        <pc:inkChg chg="add mod">
          <ac:chgData name="Pi, Yalong" userId="c9a3dc08-26f0-490d-b190-2780270c58e1" providerId="ADAL" clId="{F398E26A-6AC4-4DD8-A7B3-CD9F6274E7E3}" dt="2025-04-13T21:35:17.343" v="4020"/>
          <ac:inkMkLst>
            <pc:docMk/>
            <pc:sldMk cId="2914365484" sldId="322"/>
            <ac:inkMk id="452" creationId="{401A80F9-5F09-3DBB-A79E-DDA2A0AC12C0}"/>
          </ac:inkMkLst>
        </pc:inkChg>
        <pc:inkChg chg="add mod">
          <ac:chgData name="Pi, Yalong" userId="c9a3dc08-26f0-490d-b190-2780270c58e1" providerId="ADAL" clId="{F398E26A-6AC4-4DD8-A7B3-CD9F6274E7E3}" dt="2025-04-13T21:35:53.444" v="4024"/>
          <ac:inkMkLst>
            <pc:docMk/>
            <pc:sldMk cId="2914365484" sldId="322"/>
            <ac:inkMk id="454" creationId="{75712A72-9445-DA72-1E68-5684C4E15EC3}"/>
          </ac:inkMkLst>
        </pc:inkChg>
        <pc:inkChg chg="add mod">
          <ac:chgData name="Pi, Yalong" userId="c9a3dc08-26f0-490d-b190-2780270c58e1" providerId="ADAL" clId="{F398E26A-6AC4-4DD8-A7B3-CD9F6274E7E3}" dt="2025-04-13T21:35:53.444" v="4024"/>
          <ac:inkMkLst>
            <pc:docMk/>
            <pc:sldMk cId="2914365484" sldId="322"/>
            <ac:inkMk id="455" creationId="{354B67CE-AA26-494A-DE14-59E0CE7F2BD2}"/>
          </ac:inkMkLst>
        </pc:inkChg>
        <pc:inkChg chg="add mod">
          <ac:chgData name="Pi, Yalong" userId="c9a3dc08-26f0-490d-b190-2780270c58e1" providerId="ADAL" clId="{F398E26A-6AC4-4DD8-A7B3-CD9F6274E7E3}" dt="2025-04-13T21:35:53.444" v="4024"/>
          <ac:inkMkLst>
            <pc:docMk/>
            <pc:sldMk cId="2914365484" sldId="322"/>
            <ac:inkMk id="456" creationId="{A37ADACB-3563-159C-EA4B-A008734073C0}"/>
          </ac:inkMkLst>
        </pc:inkChg>
      </pc:sldChg>
      <pc:sldChg chg="add del">
        <pc:chgData name="Pi, Yalong" userId="c9a3dc08-26f0-490d-b190-2780270c58e1" providerId="ADAL" clId="{F398E26A-6AC4-4DD8-A7B3-CD9F6274E7E3}" dt="2025-04-12T19:34:16.514" v="3" actId="47"/>
        <pc:sldMkLst>
          <pc:docMk/>
          <pc:sldMk cId="644687863" sldId="324"/>
        </pc:sldMkLst>
      </pc:sldChg>
      <pc:sldChg chg="modSp add mod">
        <pc:chgData name="Pi, Yalong" userId="c9a3dc08-26f0-490d-b190-2780270c58e1" providerId="ADAL" clId="{F398E26A-6AC4-4DD8-A7B3-CD9F6274E7E3}" dt="2025-04-13T14:38:24.422" v="572" actId="20577"/>
        <pc:sldMkLst>
          <pc:docMk/>
          <pc:sldMk cId="3926108431" sldId="326"/>
        </pc:sldMkLst>
        <pc:spChg chg="mod">
          <ac:chgData name="Pi, Yalong" userId="c9a3dc08-26f0-490d-b190-2780270c58e1" providerId="ADAL" clId="{F398E26A-6AC4-4DD8-A7B3-CD9F6274E7E3}" dt="2025-04-13T14:38:24.422" v="572" actId="20577"/>
          <ac:spMkLst>
            <pc:docMk/>
            <pc:sldMk cId="3926108431" sldId="326"/>
            <ac:spMk id="3" creationId="{7B0CC256-7F12-C3AD-E226-0DF200F41EB1}"/>
          </ac:spMkLst>
        </pc:spChg>
      </pc:sldChg>
      <pc:sldChg chg="add">
        <pc:chgData name="Pi, Yalong" userId="c9a3dc08-26f0-490d-b190-2780270c58e1" providerId="ADAL" clId="{F398E26A-6AC4-4DD8-A7B3-CD9F6274E7E3}" dt="2025-04-12T19:32:35.756" v="1"/>
        <pc:sldMkLst>
          <pc:docMk/>
          <pc:sldMk cId="2922370902" sldId="327"/>
        </pc:sldMkLst>
      </pc:sldChg>
      <pc:sldChg chg="add">
        <pc:chgData name="Pi, Yalong" userId="c9a3dc08-26f0-490d-b190-2780270c58e1" providerId="ADAL" clId="{F398E26A-6AC4-4DD8-A7B3-CD9F6274E7E3}" dt="2025-04-12T19:32:35.756" v="1"/>
        <pc:sldMkLst>
          <pc:docMk/>
          <pc:sldMk cId="4167386934" sldId="328"/>
        </pc:sldMkLst>
      </pc:sldChg>
      <pc:sldChg chg="addSp delSp modSp add mod">
        <pc:chgData name="Pi, Yalong" userId="c9a3dc08-26f0-490d-b190-2780270c58e1" providerId="ADAL" clId="{F398E26A-6AC4-4DD8-A7B3-CD9F6274E7E3}" dt="2025-04-13T14:47:00.712" v="780" actId="114"/>
        <pc:sldMkLst>
          <pc:docMk/>
          <pc:sldMk cId="623377238" sldId="329"/>
        </pc:sldMkLst>
        <pc:spChg chg="mod">
          <ac:chgData name="Pi, Yalong" userId="c9a3dc08-26f0-490d-b190-2780270c58e1" providerId="ADAL" clId="{F398E26A-6AC4-4DD8-A7B3-CD9F6274E7E3}" dt="2025-04-13T14:44:40.207" v="684"/>
          <ac:spMkLst>
            <pc:docMk/>
            <pc:sldMk cId="623377238" sldId="329"/>
            <ac:spMk id="2" creationId="{25E81EB2-4AF5-ECCF-8CD1-AECC0C49F263}"/>
          </ac:spMkLst>
        </pc:spChg>
        <pc:spChg chg="mod">
          <ac:chgData name="Pi, Yalong" userId="c9a3dc08-26f0-490d-b190-2780270c58e1" providerId="ADAL" clId="{F398E26A-6AC4-4DD8-A7B3-CD9F6274E7E3}" dt="2025-04-13T14:47:00.712" v="780" actId="114"/>
          <ac:spMkLst>
            <pc:docMk/>
            <pc:sldMk cId="623377238" sldId="329"/>
            <ac:spMk id="3" creationId="{8F1A687B-D5F6-BE7E-086F-DFF953CB63FA}"/>
          </ac:spMkLst>
        </pc:spChg>
        <pc:spChg chg="add del mod">
          <ac:chgData name="Pi, Yalong" userId="c9a3dc08-26f0-490d-b190-2780270c58e1" providerId="ADAL" clId="{F398E26A-6AC4-4DD8-A7B3-CD9F6274E7E3}" dt="2025-04-13T14:39:41.973" v="584" actId="478"/>
          <ac:spMkLst>
            <pc:docMk/>
            <pc:sldMk cId="623377238" sldId="329"/>
            <ac:spMk id="4" creationId="{9472A48D-11FB-B6D5-219F-74E94D12DDA0}"/>
          </ac:spMkLst>
        </pc:spChg>
        <pc:spChg chg="add mod">
          <ac:chgData name="Pi, Yalong" userId="c9a3dc08-26f0-490d-b190-2780270c58e1" providerId="ADAL" clId="{F398E26A-6AC4-4DD8-A7B3-CD9F6274E7E3}" dt="2025-04-13T14:44:47.417" v="685" actId="1076"/>
          <ac:spMkLst>
            <pc:docMk/>
            <pc:sldMk cId="623377238" sldId="329"/>
            <ac:spMk id="5" creationId="{7F21CD32-A9D6-3A43-AFEE-79EC7AF319A9}"/>
          </ac:spMkLst>
        </pc:spChg>
        <pc:spChg chg="add mod">
          <ac:chgData name="Pi, Yalong" userId="c9a3dc08-26f0-490d-b190-2780270c58e1" providerId="ADAL" clId="{F398E26A-6AC4-4DD8-A7B3-CD9F6274E7E3}" dt="2025-04-13T14:46:01.795" v="765" actId="1076"/>
          <ac:spMkLst>
            <pc:docMk/>
            <pc:sldMk cId="623377238" sldId="329"/>
            <ac:spMk id="6" creationId="{BB5FFE81-3CB2-20E3-8E83-8C78C836D059}"/>
          </ac:spMkLst>
        </pc:spChg>
      </pc:sldChg>
      <pc:sldChg chg="add del">
        <pc:chgData name="Pi, Yalong" userId="c9a3dc08-26f0-490d-b190-2780270c58e1" providerId="ADAL" clId="{F398E26A-6AC4-4DD8-A7B3-CD9F6274E7E3}" dt="2025-04-13T15:02:36.870" v="1041" actId="47"/>
        <pc:sldMkLst>
          <pc:docMk/>
          <pc:sldMk cId="1613572876" sldId="330"/>
        </pc:sldMkLst>
      </pc:sldChg>
      <pc:sldChg chg="addSp delSp modSp add mod ord">
        <pc:chgData name="Pi, Yalong" userId="c9a3dc08-26f0-490d-b190-2780270c58e1" providerId="ADAL" clId="{F398E26A-6AC4-4DD8-A7B3-CD9F6274E7E3}" dt="2025-04-13T20:45:45.745" v="3195"/>
        <pc:sldMkLst>
          <pc:docMk/>
          <pc:sldMk cId="1760829719" sldId="331"/>
        </pc:sldMkLst>
        <pc:grpChg chg="del mod">
          <ac:chgData name="Pi, Yalong" userId="c9a3dc08-26f0-490d-b190-2780270c58e1" providerId="ADAL" clId="{F398E26A-6AC4-4DD8-A7B3-CD9F6274E7E3}" dt="2025-04-13T20:45:25.100" v="3183"/>
          <ac:grpSpMkLst>
            <pc:docMk/>
            <pc:sldMk cId="1760829719" sldId="331"/>
            <ac:grpSpMk id="9" creationId="{9252318F-650C-DDBB-E7CA-4B7809D4CEAD}"/>
          </ac:grpSpMkLst>
        </pc:grpChg>
        <pc:grpChg chg="del mod">
          <ac:chgData name="Pi, Yalong" userId="c9a3dc08-26f0-490d-b190-2780270c58e1" providerId="ADAL" clId="{F398E26A-6AC4-4DD8-A7B3-CD9F6274E7E3}" dt="2025-04-13T20:45:30.226" v="3186"/>
          <ac:grpSpMkLst>
            <pc:docMk/>
            <pc:sldMk cId="1760829719" sldId="331"/>
            <ac:grpSpMk id="11" creationId="{A6AC1F81-10AC-B6AF-79BC-5459C4983A13}"/>
          </ac:grpSpMkLst>
        </pc:grpChg>
        <pc:grpChg chg="del mod">
          <ac:chgData name="Pi, Yalong" userId="c9a3dc08-26f0-490d-b190-2780270c58e1" providerId="ADAL" clId="{F398E26A-6AC4-4DD8-A7B3-CD9F6274E7E3}" dt="2025-04-13T20:45:32.496" v="3191"/>
          <ac:grpSpMkLst>
            <pc:docMk/>
            <pc:sldMk cId="1760829719" sldId="331"/>
            <ac:grpSpMk id="14" creationId="{1CBB017C-3208-FC2C-880A-89FCFCBB0F86}"/>
          </ac:grpSpMkLst>
        </pc:grpChg>
        <pc:grpChg chg="mod">
          <ac:chgData name="Pi, Yalong" userId="c9a3dc08-26f0-490d-b190-2780270c58e1" providerId="ADAL" clId="{F398E26A-6AC4-4DD8-A7B3-CD9F6274E7E3}" dt="2025-04-13T20:45:34.035" v="3193"/>
          <ac:grpSpMkLst>
            <pc:docMk/>
            <pc:sldMk cId="1760829719" sldId="331"/>
            <ac:grpSpMk id="19" creationId="{63E45A76-DB61-1E5A-B984-FC650916C570}"/>
          </ac:grpSpMkLst>
        </pc:grpChg>
        <pc:inkChg chg="add mod">
          <ac:chgData name="Pi, Yalong" userId="c9a3dc08-26f0-490d-b190-2780270c58e1" providerId="ADAL" clId="{F398E26A-6AC4-4DD8-A7B3-CD9F6274E7E3}" dt="2025-04-13T20:45:34.035" v="3193"/>
          <ac:inkMkLst>
            <pc:docMk/>
            <pc:sldMk cId="1760829719" sldId="331"/>
            <ac:inkMk id="4" creationId="{AACE5A5B-773E-E222-7E40-1897413EAFB4}"/>
          </ac:inkMkLst>
        </pc:inkChg>
        <pc:inkChg chg="add mod">
          <ac:chgData name="Pi, Yalong" userId="c9a3dc08-26f0-490d-b190-2780270c58e1" providerId="ADAL" clId="{F398E26A-6AC4-4DD8-A7B3-CD9F6274E7E3}" dt="2025-04-13T20:45:34.035" v="3193"/>
          <ac:inkMkLst>
            <pc:docMk/>
            <pc:sldMk cId="1760829719" sldId="331"/>
            <ac:inkMk id="5" creationId="{52D42299-6801-11F0-7CF6-2AA0D3D87FAB}"/>
          </ac:inkMkLst>
        </pc:inkChg>
        <pc:inkChg chg="add mod">
          <ac:chgData name="Pi, Yalong" userId="c9a3dc08-26f0-490d-b190-2780270c58e1" providerId="ADAL" clId="{F398E26A-6AC4-4DD8-A7B3-CD9F6274E7E3}" dt="2025-04-13T20:45:34.035" v="3193"/>
          <ac:inkMkLst>
            <pc:docMk/>
            <pc:sldMk cId="1760829719" sldId="331"/>
            <ac:inkMk id="6" creationId="{D73E15D1-1DE4-C36A-4800-B252590FE7DB}"/>
          </ac:inkMkLst>
        </pc:inkChg>
        <pc:inkChg chg="add mod">
          <ac:chgData name="Pi, Yalong" userId="c9a3dc08-26f0-490d-b190-2780270c58e1" providerId="ADAL" clId="{F398E26A-6AC4-4DD8-A7B3-CD9F6274E7E3}" dt="2025-04-13T20:45:34.035" v="3193"/>
          <ac:inkMkLst>
            <pc:docMk/>
            <pc:sldMk cId="1760829719" sldId="331"/>
            <ac:inkMk id="7" creationId="{8B4B2971-F8EE-6690-AD13-8FD61A0A1F5B}"/>
          </ac:inkMkLst>
        </pc:inkChg>
        <pc:inkChg chg="add mod">
          <ac:chgData name="Pi, Yalong" userId="c9a3dc08-26f0-490d-b190-2780270c58e1" providerId="ADAL" clId="{F398E26A-6AC4-4DD8-A7B3-CD9F6274E7E3}" dt="2025-04-13T20:45:30.226" v="3186"/>
          <ac:inkMkLst>
            <pc:docMk/>
            <pc:sldMk cId="1760829719" sldId="331"/>
            <ac:inkMk id="8" creationId="{0E9C2FFB-250D-4329-5678-AC854387C9CB}"/>
          </ac:inkMkLst>
        </pc:inkChg>
        <pc:inkChg chg="add mod">
          <ac:chgData name="Pi, Yalong" userId="c9a3dc08-26f0-490d-b190-2780270c58e1" providerId="ADAL" clId="{F398E26A-6AC4-4DD8-A7B3-CD9F6274E7E3}" dt="2025-04-13T20:45:30.226" v="3186"/>
          <ac:inkMkLst>
            <pc:docMk/>
            <pc:sldMk cId="1760829719" sldId="331"/>
            <ac:inkMk id="10" creationId="{94764B60-CB00-A635-C5AB-BE520B7DB7D7}"/>
          </ac:inkMkLst>
        </pc:inkChg>
        <pc:inkChg chg="add mod">
          <ac:chgData name="Pi, Yalong" userId="c9a3dc08-26f0-490d-b190-2780270c58e1" providerId="ADAL" clId="{F398E26A-6AC4-4DD8-A7B3-CD9F6274E7E3}" dt="2025-04-13T20:45:34.035" v="3193"/>
          <ac:inkMkLst>
            <pc:docMk/>
            <pc:sldMk cId="1760829719" sldId="331"/>
            <ac:inkMk id="12" creationId="{C7841249-C35E-538C-15C8-2EA7DC99C90D}"/>
          </ac:inkMkLst>
        </pc:inkChg>
        <pc:inkChg chg="add mod">
          <ac:chgData name="Pi, Yalong" userId="c9a3dc08-26f0-490d-b190-2780270c58e1" providerId="ADAL" clId="{F398E26A-6AC4-4DD8-A7B3-CD9F6274E7E3}" dt="2025-04-13T20:45:34.035" v="3193"/>
          <ac:inkMkLst>
            <pc:docMk/>
            <pc:sldMk cId="1760829719" sldId="331"/>
            <ac:inkMk id="13" creationId="{E0A2C194-1303-CCCA-D525-3575C794E4BF}"/>
          </ac:inkMkLst>
        </pc:inkChg>
        <pc:inkChg chg="add mod">
          <ac:chgData name="Pi, Yalong" userId="c9a3dc08-26f0-490d-b190-2780270c58e1" providerId="ADAL" clId="{F398E26A-6AC4-4DD8-A7B3-CD9F6274E7E3}" dt="2025-04-13T20:45:34.035" v="3193"/>
          <ac:inkMkLst>
            <pc:docMk/>
            <pc:sldMk cId="1760829719" sldId="331"/>
            <ac:inkMk id="15" creationId="{A4453FA2-8C1D-A2F5-7B9E-5318B683BDD4}"/>
          </ac:inkMkLst>
        </pc:inkChg>
        <pc:inkChg chg="add mod">
          <ac:chgData name="Pi, Yalong" userId="c9a3dc08-26f0-490d-b190-2780270c58e1" providerId="ADAL" clId="{F398E26A-6AC4-4DD8-A7B3-CD9F6274E7E3}" dt="2025-04-13T20:45:34.035" v="3193"/>
          <ac:inkMkLst>
            <pc:docMk/>
            <pc:sldMk cId="1760829719" sldId="331"/>
            <ac:inkMk id="16" creationId="{0361BBE7-D296-FD85-4019-A9648623F54C}"/>
          </ac:inkMkLst>
        </pc:inkChg>
        <pc:inkChg chg="add del mod">
          <ac:chgData name="Pi, Yalong" userId="c9a3dc08-26f0-490d-b190-2780270c58e1" providerId="ADAL" clId="{F398E26A-6AC4-4DD8-A7B3-CD9F6274E7E3}" dt="2025-04-13T20:45:34.035" v="3193"/>
          <ac:inkMkLst>
            <pc:docMk/>
            <pc:sldMk cId="1760829719" sldId="331"/>
            <ac:inkMk id="17" creationId="{08EFF5F0-1CD0-DAEB-8D6E-015052C96F45}"/>
          </ac:inkMkLst>
        </pc:inkChg>
        <pc:inkChg chg="add del mod">
          <ac:chgData name="Pi, Yalong" userId="c9a3dc08-26f0-490d-b190-2780270c58e1" providerId="ADAL" clId="{F398E26A-6AC4-4DD8-A7B3-CD9F6274E7E3}" dt="2025-04-13T20:45:34.035" v="3192"/>
          <ac:inkMkLst>
            <pc:docMk/>
            <pc:sldMk cId="1760829719" sldId="331"/>
            <ac:inkMk id="18" creationId="{D8A8D7FF-9121-3B41-7E30-CD009FF528C8}"/>
          </ac:inkMkLst>
        </pc:inkChg>
      </pc:sldChg>
      <pc:sldChg chg="addSp delSp add del mod">
        <pc:chgData name="Pi, Yalong" userId="c9a3dc08-26f0-490d-b190-2780270c58e1" providerId="ADAL" clId="{F398E26A-6AC4-4DD8-A7B3-CD9F6274E7E3}" dt="2025-04-13T18:15:37.521" v="2824" actId="47"/>
        <pc:sldMkLst>
          <pc:docMk/>
          <pc:sldMk cId="2057451405" sldId="332"/>
        </pc:sldMkLst>
        <pc:grpChg chg="add del">
          <ac:chgData name="Pi, Yalong" userId="c9a3dc08-26f0-490d-b190-2780270c58e1" providerId="ADAL" clId="{F398E26A-6AC4-4DD8-A7B3-CD9F6274E7E3}" dt="2025-04-13T17:33:56.982" v="2594" actId="478"/>
          <ac:grpSpMkLst>
            <pc:docMk/>
            <pc:sldMk cId="2057451405" sldId="332"/>
            <ac:grpSpMk id="14" creationId="{B35D0B8E-22FF-EF46-F393-6CC712744E23}"/>
          </ac:grpSpMkLst>
        </pc:grpChg>
      </pc:sldChg>
      <pc:sldChg chg="modSp add mod">
        <pc:chgData name="Pi, Yalong" userId="c9a3dc08-26f0-490d-b190-2780270c58e1" providerId="ADAL" clId="{F398E26A-6AC4-4DD8-A7B3-CD9F6274E7E3}" dt="2025-04-13T14:20:34.788" v="457" actId="20577"/>
        <pc:sldMkLst>
          <pc:docMk/>
          <pc:sldMk cId="1837931256" sldId="333"/>
        </pc:sldMkLst>
        <pc:graphicFrameChg chg="modGraphic">
          <ac:chgData name="Pi, Yalong" userId="c9a3dc08-26f0-490d-b190-2780270c58e1" providerId="ADAL" clId="{F398E26A-6AC4-4DD8-A7B3-CD9F6274E7E3}" dt="2025-04-13T14:20:34.788" v="457" actId="20577"/>
          <ac:graphicFrameMkLst>
            <pc:docMk/>
            <pc:sldMk cId="1837931256" sldId="333"/>
            <ac:graphicFrameMk id="2" creationId="{0CB4CB1F-E381-58E5-09F1-83CD1CA2CF53}"/>
          </ac:graphicFrameMkLst>
        </pc:graphicFrameChg>
      </pc:sldChg>
      <pc:sldChg chg="add del">
        <pc:chgData name="Pi, Yalong" userId="c9a3dc08-26f0-490d-b190-2780270c58e1" providerId="ADAL" clId="{F398E26A-6AC4-4DD8-A7B3-CD9F6274E7E3}" dt="2025-04-13T17:32:51.207" v="2584" actId="47"/>
        <pc:sldMkLst>
          <pc:docMk/>
          <pc:sldMk cId="195537075" sldId="334"/>
        </pc:sldMkLst>
      </pc:sldChg>
      <pc:sldChg chg="modSp new mod ord">
        <pc:chgData name="Pi, Yalong" userId="c9a3dc08-26f0-490d-b190-2780270c58e1" providerId="ADAL" clId="{F398E26A-6AC4-4DD8-A7B3-CD9F6274E7E3}" dt="2025-04-13T17:25:30.205" v="2244"/>
        <pc:sldMkLst>
          <pc:docMk/>
          <pc:sldMk cId="3616239276" sldId="335"/>
        </pc:sldMkLst>
        <pc:spChg chg="mod">
          <ac:chgData name="Pi, Yalong" userId="c9a3dc08-26f0-490d-b190-2780270c58e1" providerId="ADAL" clId="{F398E26A-6AC4-4DD8-A7B3-CD9F6274E7E3}" dt="2025-04-12T19:47:39.543" v="140" actId="20577"/>
          <ac:spMkLst>
            <pc:docMk/>
            <pc:sldMk cId="3616239276" sldId="335"/>
            <ac:spMk id="2" creationId="{560CE5A0-A620-4E8D-E188-FFF5CEA2BF4F}"/>
          </ac:spMkLst>
        </pc:spChg>
        <pc:spChg chg="mod">
          <ac:chgData name="Pi, Yalong" userId="c9a3dc08-26f0-490d-b190-2780270c58e1" providerId="ADAL" clId="{F398E26A-6AC4-4DD8-A7B3-CD9F6274E7E3}" dt="2025-04-12T19:48:00.014" v="153" actId="20577"/>
          <ac:spMkLst>
            <pc:docMk/>
            <pc:sldMk cId="3616239276" sldId="335"/>
            <ac:spMk id="3" creationId="{1C959537-CE61-7FA9-8D66-8598CA70B155}"/>
          </ac:spMkLst>
        </pc:spChg>
      </pc:sldChg>
      <pc:sldChg chg="addSp modSp new mod">
        <pc:chgData name="Pi, Yalong" userId="c9a3dc08-26f0-490d-b190-2780270c58e1" providerId="ADAL" clId="{F398E26A-6AC4-4DD8-A7B3-CD9F6274E7E3}" dt="2025-04-13T20:46:00.177" v="3196" actId="9405"/>
        <pc:sldMkLst>
          <pc:docMk/>
          <pc:sldMk cId="556867858" sldId="336"/>
        </pc:sldMkLst>
        <pc:spChg chg="mod">
          <ac:chgData name="Pi, Yalong" userId="c9a3dc08-26f0-490d-b190-2780270c58e1" providerId="ADAL" clId="{F398E26A-6AC4-4DD8-A7B3-CD9F6274E7E3}" dt="2025-04-12T19:48:17.088" v="171" actId="20577"/>
          <ac:spMkLst>
            <pc:docMk/>
            <pc:sldMk cId="556867858" sldId="336"/>
            <ac:spMk id="2" creationId="{A0C2217E-23F0-02A4-7570-4110E09539B8}"/>
          </ac:spMkLst>
        </pc:spChg>
        <pc:spChg chg="mod">
          <ac:chgData name="Pi, Yalong" userId="c9a3dc08-26f0-490d-b190-2780270c58e1" providerId="ADAL" clId="{F398E26A-6AC4-4DD8-A7B3-CD9F6274E7E3}" dt="2025-04-13T16:13:23.648" v="1316"/>
          <ac:spMkLst>
            <pc:docMk/>
            <pc:sldMk cId="556867858" sldId="336"/>
            <ac:spMk id="3" creationId="{05686263-5E3E-984C-5162-0B22A1911B8B}"/>
          </ac:spMkLst>
        </pc:spChg>
        <pc:inkChg chg="add">
          <ac:chgData name="Pi, Yalong" userId="c9a3dc08-26f0-490d-b190-2780270c58e1" providerId="ADAL" clId="{F398E26A-6AC4-4DD8-A7B3-CD9F6274E7E3}" dt="2025-04-13T20:46:00.177" v="3196" actId="9405"/>
          <ac:inkMkLst>
            <pc:docMk/>
            <pc:sldMk cId="556867858" sldId="336"/>
            <ac:inkMk id="4" creationId="{9C2D4D40-9320-C98F-C8EC-D79E38DE8E57}"/>
          </ac:inkMkLst>
        </pc:inkChg>
      </pc:sldChg>
      <pc:sldChg chg="modSp new add del mod">
        <pc:chgData name="Pi, Yalong" userId="c9a3dc08-26f0-490d-b190-2780270c58e1" providerId="ADAL" clId="{F398E26A-6AC4-4DD8-A7B3-CD9F6274E7E3}" dt="2025-04-13T15:02:28.594" v="1040" actId="5793"/>
        <pc:sldMkLst>
          <pc:docMk/>
          <pc:sldMk cId="467792884" sldId="337"/>
        </pc:sldMkLst>
        <pc:spChg chg="mod">
          <ac:chgData name="Pi, Yalong" userId="c9a3dc08-26f0-490d-b190-2780270c58e1" providerId="ADAL" clId="{F398E26A-6AC4-4DD8-A7B3-CD9F6274E7E3}" dt="2025-04-13T15:02:13.377" v="1023" actId="20577"/>
          <ac:spMkLst>
            <pc:docMk/>
            <pc:sldMk cId="467792884" sldId="337"/>
            <ac:spMk id="2" creationId="{EA84993E-092C-7D08-17FB-68D14B318418}"/>
          </ac:spMkLst>
        </pc:spChg>
        <pc:spChg chg="mod">
          <ac:chgData name="Pi, Yalong" userId="c9a3dc08-26f0-490d-b190-2780270c58e1" providerId="ADAL" clId="{F398E26A-6AC4-4DD8-A7B3-CD9F6274E7E3}" dt="2025-04-13T15:02:28.594" v="1040" actId="5793"/>
          <ac:spMkLst>
            <pc:docMk/>
            <pc:sldMk cId="467792884" sldId="337"/>
            <ac:spMk id="3" creationId="{83A2F126-9E21-5079-4338-85112B03666E}"/>
          </ac:spMkLst>
        </pc:spChg>
      </pc:sldChg>
      <pc:sldChg chg="add del">
        <pc:chgData name="Pi, Yalong" userId="c9a3dc08-26f0-490d-b190-2780270c58e1" providerId="ADAL" clId="{F398E26A-6AC4-4DD8-A7B3-CD9F6274E7E3}" dt="2025-04-13T03:20:01.912" v="325"/>
        <pc:sldMkLst>
          <pc:docMk/>
          <pc:sldMk cId="3237875136" sldId="337"/>
        </pc:sldMkLst>
      </pc:sldChg>
      <pc:sldChg chg="modSp new mod">
        <pc:chgData name="Pi, Yalong" userId="c9a3dc08-26f0-490d-b190-2780270c58e1" providerId="ADAL" clId="{F398E26A-6AC4-4DD8-A7B3-CD9F6274E7E3}" dt="2025-04-13T22:59:02.794" v="5341" actId="20577"/>
        <pc:sldMkLst>
          <pc:docMk/>
          <pc:sldMk cId="3910495181" sldId="338"/>
        </pc:sldMkLst>
        <pc:spChg chg="mod">
          <ac:chgData name="Pi, Yalong" userId="c9a3dc08-26f0-490d-b190-2780270c58e1" providerId="ADAL" clId="{F398E26A-6AC4-4DD8-A7B3-CD9F6274E7E3}" dt="2025-04-13T22:58:33.198" v="5329" actId="20577"/>
          <ac:spMkLst>
            <pc:docMk/>
            <pc:sldMk cId="3910495181" sldId="338"/>
            <ac:spMk id="2" creationId="{36C64B4E-5C5A-021D-181B-26687C0A12F1}"/>
          </ac:spMkLst>
        </pc:spChg>
        <pc:spChg chg="mod">
          <ac:chgData name="Pi, Yalong" userId="c9a3dc08-26f0-490d-b190-2780270c58e1" providerId="ADAL" clId="{F398E26A-6AC4-4DD8-A7B3-CD9F6274E7E3}" dt="2025-04-13T22:59:02.794" v="5341" actId="20577"/>
          <ac:spMkLst>
            <pc:docMk/>
            <pc:sldMk cId="3910495181" sldId="338"/>
            <ac:spMk id="3" creationId="{CFC0B3AF-2EF6-E21F-1833-7EB7FB9EB6CC}"/>
          </ac:spMkLst>
        </pc:spChg>
      </pc:sldChg>
      <pc:sldChg chg="modSp new add del mod ord">
        <pc:chgData name="Pi, Yalong" userId="c9a3dc08-26f0-490d-b190-2780270c58e1" providerId="ADAL" clId="{F398E26A-6AC4-4DD8-A7B3-CD9F6274E7E3}" dt="2025-04-13T21:59:29.640" v="4104"/>
        <pc:sldMkLst>
          <pc:docMk/>
          <pc:sldMk cId="1107997767" sldId="339"/>
        </pc:sldMkLst>
        <pc:spChg chg="mod">
          <ac:chgData name="Pi, Yalong" userId="c9a3dc08-26f0-490d-b190-2780270c58e1" providerId="ADAL" clId="{F398E26A-6AC4-4DD8-A7B3-CD9F6274E7E3}" dt="2025-04-13T14:31:04.805" v="497" actId="20577"/>
          <ac:spMkLst>
            <pc:docMk/>
            <pc:sldMk cId="1107997767" sldId="339"/>
            <ac:spMk id="2" creationId="{F5907B89-5F93-9E60-B9DE-4CBB27C80395}"/>
          </ac:spMkLst>
        </pc:spChg>
        <pc:spChg chg="mod">
          <ac:chgData name="Pi, Yalong" userId="c9a3dc08-26f0-490d-b190-2780270c58e1" providerId="ADAL" clId="{F398E26A-6AC4-4DD8-A7B3-CD9F6274E7E3}" dt="2025-04-13T21:59:29.640" v="4104"/>
          <ac:spMkLst>
            <pc:docMk/>
            <pc:sldMk cId="1107997767" sldId="339"/>
            <ac:spMk id="3" creationId="{4CFD6828-233E-312A-9ACE-C4008CD8A15C}"/>
          </ac:spMkLst>
        </pc:spChg>
      </pc:sldChg>
      <pc:sldChg chg="modSp new del mod">
        <pc:chgData name="Pi, Yalong" userId="c9a3dc08-26f0-490d-b190-2780270c58e1" providerId="ADAL" clId="{F398E26A-6AC4-4DD8-A7B3-CD9F6274E7E3}" dt="2025-04-13T17:32:59.405" v="2589" actId="47"/>
        <pc:sldMkLst>
          <pc:docMk/>
          <pc:sldMk cId="3701832921" sldId="340"/>
        </pc:sldMkLst>
        <pc:spChg chg="mod">
          <ac:chgData name="Pi, Yalong" userId="c9a3dc08-26f0-490d-b190-2780270c58e1" providerId="ADAL" clId="{F398E26A-6AC4-4DD8-A7B3-CD9F6274E7E3}" dt="2025-04-13T14:19:48.358" v="401" actId="20577"/>
          <ac:spMkLst>
            <pc:docMk/>
            <pc:sldMk cId="3701832921" sldId="340"/>
            <ac:spMk id="2" creationId="{381E6691-2C66-B369-E4C2-44391745AE10}"/>
          </ac:spMkLst>
        </pc:spChg>
      </pc:sldChg>
      <pc:sldChg chg="modSp new del mod">
        <pc:chgData name="Pi, Yalong" userId="c9a3dc08-26f0-490d-b190-2780270c58e1" providerId="ADAL" clId="{F398E26A-6AC4-4DD8-A7B3-CD9F6274E7E3}" dt="2025-04-13T17:32:58.149" v="2588" actId="47"/>
        <pc:sldMkLst>
          <pc:docMk/>
          <pc:sldMk cId="229288400" sldId="341"/>
        </pc:sldMkLst>
        <pc:spChg chg="mod">
          <ac:chgData name="Pi, Yalong" userId="c9a3dc08-26f0-490d-b190-2780270c58e1" providerId="ADAL" clId="{F398E26A-6AC4-4DD8-A7B3-CD9F6274E7E3}" dt="2025-04-13T14:20:01.769" v="411" actId="20577"/>
          <ac:spMkLst>
            <pc:docMk/>
            <pc:sldMk cId="229288400" sldId="341"/>
            <ac:spMk id="2" creationId="{57355BD1-FDE1-C6A8-FF76-A00188C6CB1F}"/>
          </ac:spMkLst>
        </pc:spChg>
      </pc:sldChg>
      <pc:sldChg chg="addSp delSp modSp new mod ord">
        <pc:chgData name="Pi, Yalong" userId="c9a3dc08-26f0-490d-b190-2780270c58e1" providerId="ADAL" clId="{F398E26A-6AC4-4DD8-A7B3-CD9F6274E7E3}" dt="2025-04-13T22:10:19.542" v="4332"/>
        <pc:sldMkLst>
          <pc:docMk/>
          <pc:sldMk cId="2250123793" sldId="342"/>
        </pc:sldMkLst>
        <pc:spChg chg="mod">
          <ac:chgData name="Pi, Yalong" userId="c9a3dc08-26f0-490d-b190-2780270c58e1" providerId="ADAL" clId="{F398E26A-6AC4-4DD8-A7B3-CD9F6274E7E3}" dt="2025-04-13T14:33:52.860" v="518" actId="20577"/>
          <ac:spMkLst>
            <pc:docMk/>
            <pc:sldMk cId="2250123793" sldId="342"/>
            <ac:spMk id="2" creationId="{3755BA90-0341-8B13-9130-71030633D835}"/>
          </ac:spMkLst>
        </pc:spChg>
        <pc:spChg chg="add">
          <ac:chgData name="Pi, Yalong" userId="c9a3dc08-26f0-490d-b190-2780270c58e1" providerId="ADAL" clId="{F398E26A-6AC4-4DD8-A7B3-CD9F6274E7E3}" dt="2025-04-13T14:33:41.751" v="506"/>
          <ac:spMkLst>
            <pc:docMk/>
            <pc:sldMk cId="2250123793" sldId="342"/>
            <ac:spMk id="3" creationId="{A7820695-FDCF-F1B5-7A6E-C9A33882722B}"/>
          </ac:spMkLst>
        </pc:spChg>
        <pc:spChg chg="add">
          <ac:chgData name="Pi, Yalong" userId="c9a3dc08-26f0-490d-b190-2780270c58e1" providerId="ADAL" clId="{F398E26A-6AC4-4DD8-A7B3-CD9F6274E7E3}" dt="2025-04-13T14:33:43.517" v="507"/>
          <ac:spMkLst>
            <pc:docMk/>
            <pc:sldMk cId="2250123793" sldId="342"/>
            <ac:spMk id="4" creationId="{661D1B66-4B6D-B4FF-9137-D42CC0B10FB1}"/>
          </ac:spMkLst>
        </pc:spChg>
        <pc:grpChg chg="del mod">
          <ac:chgData name="Pi, Yalong" userId="c9a3dc08-26f0-490d-b190-2780270c58e1" providerId="ADAL" clId="{F398E26A-6AC4-4DD8-A7B3-CD9F6274E7E3}" dt="2025-04-13T21:40:38.436" v="4061"/>
          <ac:grpSpMkLst>
            <pc:docMk/>
            <pc:sldMk cId="2250123793" sldId="342"/>
            <ac:grpSpMk id="19" creationId="{F52AA365-4981-F6E9-CE04-B49CEC592574}"/>
          </ac:grpSpMkLst>
        </pc:grpChg>
        <pc:grpChg chg="del mod">
          <ac:chgData name="Pi, Yalong" userId="c9a3dc08-26f0-490d-b190-2780270c58e1" providerId="ADAL" clId="{F398E26A-6AC4-4DD8-A7B3-CD9F6274E7E3}" dt="2025-04-13T21:40:36.787" v="4055"/>
          <ac:grpSpMkLst>
            <pc:docMk/>
            <pc:sldMk cId="2250123793" sldId="342"/>
            <ac:grpSpMk id="20" creationId="{080A9A6D-593A-8BBD-E61B-0E6855759959}"/>
          </ac:grpSpMkLst>
        </pc:grpChg>
        <pc:grpChg chg="del mod">
          <ac:chgData name="Pi, Yalong" userId="c9a3dc08-26f0-490d-b190-2780270c58e1" providerId="ADAL" clId="{F398E26A-6AC4-4DD8-A7B3-CD9F6274E7E3}" dt="2025-04-13T21:39:18.461" v="4050"/>
          <ac:grpSpMkLst>
            <pc:docMk/>
            <pc:sldMk cId="2250123793" sldId="342"/>
            <ac:grpSpMk id="24" creationId="{8985AA40-5FBB-3E1E-4902-B85E178A93D5}"/>
          </ac:grpSpMkLst>
        </pc:grpChg>
        <pc:grpChg chg="mod">
          <ac:chgData name="Pi, Yalong" userId="c9a3dc08-26f0-490d-b190-2780270c58e1" providerId="ADAL" clId="{F398E26A-6AC4-4DD8-A7B3-CD9F6274E7E3}" dt="2025-04-13T21:39:18.461" v="4050"/>
          <ac:grpSpMkLst>
            <pc:docMk/>
            <pc:sldMk cId="2250123793" sldId="342"/>
            <ac:grpSpMk id="32" creationId="{D9F5ACFC-D169-CF24-A733-EB00586BE234}"/>
          </ac:grpSpMkLst>
        </pc:grpChg>
        <pc:grpChg chg="del mod">
          <ac:chgData name="Pi, Yalong" userId="c9a3dc08-26f0-490d-b190-2780270c58e1" providerId="ADAL" clId="{F398E26A-6AC4-4DD8-A7B3-CD9F6274E7E3}" dt="2025-04-13T21:59:57.879" v="4110"/>
          <ac:grpSpMkLst>
            <pc:docMk/>
            <pc:sldMk cId="2250123793" sldId="342"/>
            <ac:grpSpMk id="45" creationId="{9A92DD4C-ABEB-7B21-5831-533B5E237CBD}"/>
          </ac:grpSpMkLst>
        </pc:grpChg>
        <pc:grpChg chg="del mod">
          <ac:chgData name="Pi, Yalong" userId="c9a3dc08-26f0-490d-b190-2780270c58e1" providerId="ADAL" clId="{F398E26A-6AC4-4DD8-A7B3-CD9F6274E7E3}" dt="2025-04-13T21:59:57.879" v="4110"/>
          <ac:grpSpMkLst>
            <pc:docMk/>
            <pc:sldMk cId="2250123793" sldId="342"/>
            <ac:grpSpMk id="46" creationId="{7A2B6436-00A3-D83E-B13F-A22DD19C74F8}"/>
          </ac:grpSpMkLst>
        </pc:grpChg>
        <pc:grpChg chg="mod">
          <ac:chgData name="Pi, Yalong" userId="c9a3dc08-26f0-490d-b190-2780270c58e1" providerId="ADAL" clId="{F398E26A-6AC4-4DD8-A7B3-CD9F6274E7E3}" dt="2025-04-13T21:41:23.826" v="4088"/>
          <ac:grpSpMkLst>
            <pc:docMk/>
            <pc:sldMk cId="2250123793" sldId="342"/>
            <ac:grpSpMk id="58" creationId="{DC383490-72FC-CF6B-EF11-EA95164D2BDA}"/>
          </ac:grpSpMkLst>
        </pc:grpChg>
        <pc:grpChg chg="mod">
          <ac:chgData name="Pi, Yalong" userId="c9a3dc08-26f0-490d-b190-2780270c58e1" providerId="ADAL" clId="{F398E26A-6AC4-4DD8-A7B3-CD9F6274E7E3}" dt="2025-04-13T21:41:23.826" v="4088"/>
          <ac:grpSpMkLst>
            <pc:docMk/>
            <pc:sldMk cId="2250123793" sldId="342"/>
            <ac:grpSpMk id="59" creationId="{79F3A03D-7DD0-7DF6-51AA-FE71DAE17A38}"/>
          </ac:grpSpMkLst>
        </pc:grpChg>
        <pc:grpChg chg="mod">
          <ac:chgData name="Pi, Yalong" userId="c9a3dc08-26f0-490d-b190-2780270c58e1" providerId="ADAL" clId="{F398E26A-6AC4-4DD8-A7B3-CD9F6274E7E3}" dt="2025-04-13T21:59:57.879" v="4110"/>
          <ac:grpSpMkLst>
            <pc:docMk/>
            <pc:sldMk cId="2250123793" sldId="342"/>
            <ac:grpSpMk id="65" creationId="{B376962C-E06E-1D85-2D0E-4D58AD27966D}"/>
          </ac:grpSpMkLst>
        </pc:grpChg>
        <pc:grpChg chg="del mod">
          <ac:chgData name="Pi, Yalong" userId="c9a3dc08-26f0-490d-b190-2780270c58e1" providerId="ADAL" clId="{F398E26A-6AC4-4DD8-A7B3-CD9F6274E7E3}" dt="2025-04-13T21:59:57.879" v="4110"/>
          <ac:grpSpMkLst>
            <pc:docMk/>
            <pc:sldMk cId="2250123793" sldId="342"/>
            <ac:grpSpMk id="66" creationId="{733A5EC3-BE38-CE3B-5C01-F4059875412F}"/>
          </ac:grpSpMkLst>
        </pc:grpChg>
        <pc:grpChg chg="mod">
          <ac:chgData name="Pi, Yalong" userId="c9a3dc08-26f0-490d-b190-2780270c58e1" providerId="ADAL" clId="{F398E26A-6AC4-4DD8-A7B3-CD9F6274E7E3}" dt="2025-04-13T21:59:57.879" v="4110"/>
          <ac:grpSpMkLst>
            <pc:docMk/>
            <pc:sldMk cId="2250123793" sldId="342"/>
            <ac:grpSpMk id="67" creationId="{617AC17B-1BEA-7A42-8ADA-EB496A8A07C9}"/>
          </ac:grpSpMkLst>
        </pc:grpChg>
        <pc:grpChg chg="mod">
          <ac:chgData name="Pi, Yalong" userId="c9a3dc08-26f0-490d-b190-2780270c58e1" providerId="ADAL" clId="{F398E26A-6AC4-4DD8-A7B3-CD9F6274E7E3}" dt="2025-04-13T22:09:01.226" v="4310"/>
          <ac:grpSpMkLst>
            <pc:docMk/>
            <pc:sldMk cId="2250123793" sldId="342"/>
            <ac:grpSpMk id="86" creationId="{C28D4B4B-B63F-ED14-F526-D6DEFC16A807}"/>
          </ac:grpSpMkLst>
        </pc:grpChg>
        <pc:grpChg chg="mod">
          <ac:chgData name="Pi, Yalong" userId="c9a3dc08-26f0-490d-b190-2780270c58e1" providerId="ADAL" clId="{F398E26A-6AC4-4DD8-A7B3-CD9F6274E7E3}" dt="2025-04-13T22:10:13.862" v="4325"/>
          <ac:grpSpMkLst>
            <pc:docMk/>
            <pc:sldMk cId="2250123793" sldId="342"/>
            <ac:grpSpMk id="101" creationId="{184EF8BD-EB57-942E-A49D-38A2B987C7F8}"/>
          </ac:grpSpMkLst>
        </pc:grpChg>
        <pc:grpChg chg="mod">
          <ac:chgData name="Pi, Yalong" userId="c9a3dc08-26f0-490d-b190-2780270c58e1" providerId="ADAL" clId="{F398E26A-6AC4-4DD8-A7B3-CD9F6274E7E3}" dt="2025-04-13T22:10:13.862" v="4325"/>
          <ac:grpSpMkLst>
            <pc:docMk/>
            <pc:sldMk cId="2250123793" sldId="342"/>
            <ac:grpSpMk id="102" creationId="{2AE047B6-C430-B1CB-F9E0-28BDAFC7A679}"/>
          </ac:grpSpMkLst>
        </pc:grpChg>
        <pc:grpChg chg="mod">
          <ac:chgData name="Pi, Yalong" userId="c9a3dc08-26f0-490d-b190-2780270c58e1" providerId="ADAL" clId="{F398E26A-6AC4-4DD8-A7B3-CD9F6274E7E3}" dt="2025-04-13T22:10:13.862" v="4325"/>
          <ac:grpSpMkLst>
            <pc:docMk/>
            <pc:sldMk cId="2250123793" sldId="342"/>
            <ac:grpSpMk id="103" creationId="{E41C6223-BD8C-EEC4-E03D-278254F57121}"/>
          </ac:grpSpMkLst>
        </pc:grpChg>
        <pc:grpChg chg="mod">
          <ac:chgData name="Pi, Yalong" userId="c9a3dc08-26f0-490d-b190-2780270c58e1" providerId="ADAL" clId="{F398E26A-6AC4-4DD8-A7B3-CD9F6274E7E3}" dt="2025-04-13T22:10:19.542" v="4332"/>
          <ac:grpSpMkLst>
            <pc:docMk/>
            <pc:sldMk cId="2250123793" sldId="342"/>
            <ac:grpSpMk id="110" creationId="{802EDAD1-C72B-4D26-7482-BB2B5630C800}"/>
          </ac:grpSpMkLst>
        </pc:grpChg>
        <pc:picChg chg="add mod">
          <ac:chgData name="Pi, Yalong" userId="c9a3dc08-26f0-490d-b190-2780270c58e1" providerId="ADAL" clId="{F398E26A-6AC4-4DD8-A7B3-CD9F6274E7E3}" dt="2025-04-13T14:33:46.227" v="509" actId="1076"/>
          <ac:picMkLst>
            <pc:docMk/>
            <pc:sldMk cId="2250123793" sldId="342"/>
            <ac:picMk id="5" creationId="{9FE4BF21-2829-9BF5-7E90-1AAD1629F8E0}"/>
          </ac:picMkLst>
        </pc:picChg>
        <pc:inkChg chg="add del">
          <ac:chgData name="Pi, Yalong" userId="c9a3dc08-26f0-490d-b190-2780270c58e1" providerId="ADAL" clId="{F398E26A-6AC4-4DD8-A7B3-CD9F6274E7E3}" dt="2025-04-13T21:40:35.283" v="4051"/>
          <ac:inkMkLst>
            <pc:docMk/>
            <pc:sldMk cId="2250123793" sldId="342"/>
            <ac:inkMk id="6" creationId="{4AA4B9EA-1142-D2EF-8BD5-C11CEFE4D6F6}"/>
          </ac:inkMkLst>
        </pc:inkChg>
        <pc:inkChg chg="add del mod">
          <ac:chgData name="Pi, Yalong" userId="c9a3dc08-26f0-490d-b190-2780270c58e1" providerId="ADAL" clId="{F398E26A-6AC4-4DD8-A7B3-CD9F6274E7E3}" dt="2025-04-13T21:40:36.440" v="4052"/>
          <ac:inkMkLst>
            <pc:docMk/>
            <pc:sldMk cId="2250123793" sldId="342"/>
            <ac:inkMk id="7" creationId="{089B9BE3-18E3-D4E0-A212-4396BA3B5A0E}"/>
          </ac:inkMkLst>
        </pc:inkChg>
        <pc:inkChg chg="add del mod">
          <ac:chgData name="Pi, Yalong" userId="c9a3dc08-26f0-490d-b190-2780270c58e1" providerId="ADAL" clId="{F398E26A-6AC4-4DD8-A7B3-CD9F6274E7E3}" dt="2025-04-13T21:40:36.787" v="4054"/>
          <ac:inkMkLst>
            <pc:docMk/>
            <pc:sldMk cId="2250123793" sldId="342"/>
            <ac:inkMk id="8" creationId="{8C1A0749-30B9-1669-33FE-480492F46547}"/>
          </ac:inkMkLst>
        </pc:inkChg>
        <pc:inkChg chg="add del mod">
          <ac:chgData name="Pi, Yalong" userId="c9a3dc08-26f0-490d-b190-2780270c58e1" providerId="ADAL" clId="{F398E26A-6AC4-4DD8-A7B3-CD9F6274E7E3}" dt="2025-04-13T21:40:36.787" v="4055"/>
          <ac:inkMkLst>
            <pc:docMk/>
            <pc:sldMk cId="2250123793" sldId="342"/>
            <ac:inkMk id="9" creationId="{427E0229-9CA9-0631-CB0D-F6ACE3D70566}"/>
          </ac:inkMkLst>
        </pc:inkChg>
        <pc:inkChg chg="add del mod">
          <ac:chgData name="Pi, Yalong" userId="c9a3dc08-26f0-490d-b190-2780270c58e1" providerId="ADAL" clId="{F398E26A-6AC4-4DD8-A7B3-CD9F6274E7E3}" dt="2025-04-13T21:40:36.440" v="4053"/>
          <ac:inkMkLst>
            <pc:docMk/>
            <pc:sldMk cId="2250123793" sldId="342"/>
            <ac:inkMk id="10" creationId="{3D7260F2-56DF-B207-7E98-33D2A1CC6025}"/>
          </ac:inkMkLst>
        </pc:inkChg>
        <pc:inkChg chg="add del mod">
          <ac:chgData name="Pi, Yalong" userId="c9a3dc08-26f0-490d-b190-2780270c58e1" providerId="ADAL" clId="{F398E26A-6AC4-4DD8-A7B3-CD9F6274E7E3}" dt="2025-04-13T21:40:39.742" v="4063"/>
          <ac:inkMkLst>
            <pc:docMk/>
            <pc:sldMk cId="2250123793" sldId="342"/>
            <ac:inkMk id="11" creationId="{82DB583F-3835-D465-6A07-21401A743401}"/>
          </ac:inkMkLst>
        </pc:inkChg>
        <pc:inkChg chg="add del mod">
          <ac:chgData name="Pi, Yalong" userId="c9a3dc08-26f0-490d-b190-2780270c58e1" providerId="ADAL" clId="{F398E26A-6AC4-4DD8-A7B3-CD9F6274E7E3}" dt="2025-04-13T21:40:37.655" v="4056"/>
          <ac:inkMkLst>
            <pc:docMk/>
            <pc:sldMk cId="2250123793" sldId="342"/>
            <ac:inkMk id="12" creationId="{9B34F7D9-83BE-208D-0FB5-F176FBE54D82}"/>
          </ac:inkMkLst>
        </pc:inkChg>
        <pc:inkChg chg="add del mod">
          <ac:chgData name="Pi, Yalong" userId="c9a3dc08-26f0-490d-b190-2780270c58e1" providerId="ADAL" clId="{F398E26A-6AC4-4DD8-A7B3-CD9F6274E7E3}" dt="2025-04-13T21:40:38.436" v="4060"/>
          <ac:inkMkLst>
            <pc:docMk/>
            <pc:sldMk cId="2250123793" sldId="342"/>
            <ac:inkMk id="13" creationId="{0C6F3C0E-146E-28BB-FE16-7B4510D67936}"/>
          </ac:inkMkLst>
        </pc:inkChg>
        <pc:inkChg chg="add del mod">
          <ac:chgData name="Pi, Yalong" userId="c9a3dc08-26f0-490d-b190-2780270c58e1" providerId="ADAL" clId="{F398E26A-6AC4-4DD8-A7B3-CD9F6274E7E3}" dt="2025-04-13T21:40:38.436" v="4058"/>
          <ac:inkMkLst>
            <pc:docMk/>
            <pc:sldMk cId="2250123793" sldId="342"/>
            <ac:inkMk id="14" creationId="{A5AB8F8C-81EA-4FF1-29EF-706F7A972B28}"/>
          </ac:inkMkLst>
        </pc:inkChg>
        <pc:inkChg chg="add del mod">
          <ac:chgData name="Pi, Yalong" userId="c9a3dc08-26f0-490d-b190-2780270c58e1" providerId="ADAL" clId="{F398E26A-6AC4-4DD8-A7B3-CD9F6274E7E3}" dt="2025-04-13T21:40:38.106" v="4057"/>
          <ac:inkMkLst>
            <pc:docMk/>
            <pc:sldMk cId="2250123793" sldId="342"/>
            <ac:inkMk id="15" creationId="{5FFA3539-B259-258B-5687-7EF3B8247E76}"/>
          </ac:inkMkLst>
        </pc:inkChg>
        <pc:inkChg chg="add del mod">
          <ac:chgData name="Pi, Yalong" userId="c9a3dc08-26f0-490d-b190-2780270c58e1" providerId="ADAL" clId="{F398E26A-6AC4-4DD8-A7B3-CD9F6274E7E3}" dt="2025-04-13T21:40:38.436" v="4059"/>
          <ac:inkMkLst>
            <pc:docMk/>
            <pc:sldMk cId="2250123793" sldId="342"/>
            <ac:inkMk id="16" creationId="{556E334E-9BE3-2841-1D86-77F5901F0F66}"/>
          </ac:inkMkLst>
        </pc:inkChg>
        <pc:inkChg chg="add del mod">
          <ac:chgData name="Pi, Yalong" userId="c9a3dc08-26f0-490d-b190-2780270c58e1" providerId="ADAL" clId="{F398E26A-6AC4-4DD8-A7B3-CD9F6274E7E3}" dt="2025-04-13T21:40:38.436" v="4061"/>
          <ac:inkMkLst>
            <pc:docMk/>
            <pc:sldMk cId="2250123793" sldId="342"/>
            <ac:inkMk id="17" creationId="{72CE40C2-0DC3-DAB4-9199-3FD8B6CE2732}"/>
          </ac:inkMkLst>
        </pc:inkChg>
        <pc:inkChg chg="add del mod">
          <ac:chgData name="Pi, Yalong" userId="c9a3dc08-26f0-490d-b190-2780270c58e1" providerId="ADAL" clId="{F398E26A-6AC4-4DD8-A7B3-CD9F6274E7E3}" dt="2025-04-13T21:40:38.917" v="4062"/>
          <ac:inkMkLst>
            <pc:docMk/>
            <pc:sldMk cId="2250123793" sldId="342"/>
            <ac:inkMk id="18" creationId="{7D9CB415-D4FD-1218-F7DF-BDBB48E1845A}"/>
          </ac:inkMkLst>
        </pc:inkChg>
        <pc:inkChg chg="add mod">
          <ac:chgData name="Pi, Yalong" userId="c9a3dc08-26f0-490d-b190-2780270c58e1" providerId="ADAL" clId="{F398E26A-6AC4-4DD8-A7B3-CD9F6274E7E3}" dt="2025-04-13T21:39:18.461" v="4050"/>
          <ac:inkMkLst>
            <pc:docMk/>
            <pc:sldMk cId="2250123793" sldId="342"/>
            <ac:inkMk id="21" creationId="{35F5E180-E8C7-CD18-2869-3659425241A5}"/>
          </ac:inkMkLst>
        </pc:inkChg>
        <pc:inkChg chg="add mod">
          <ac:chgData name="Pi, Yalong" userId="c9a3dc08-26f0-490d-b190-2780270c58e1" providerId="ADAL" clId="{F398E26A-6AC4-4DD8-A7B3-CD9F6274E7E3}" dt="2025-04-13T21:39:18.461" v="4050"/>
          <ac:inkMkLst>
            <pc:docMk/>
            <pc:sldMk cId="2250123793" sldId="342"/>
            <ac:inkMk id="22" creationId="{DE0BA846-BB02-4380-85F8-F333C598CA72}"/>
          </ac:inkMkLst>
        </pc:inkChg>
        <pc:inkChg chg="add mod">
          <ac:chgData name="Pi, Yalong" userId="c9a3dc08-26f0-490d-b190-2780270c58e1" providerId="ADAL" clId="{F398E26A-6AC4-4DD8-A7B3-CD9F6274E7E3}" dt="2025-04-13T21:39:18.461" v="4050"/>
          <ac:inkMkLst>
            <pc:docMk/>
            <pc:sldMk cId="2250123793" sldId="342"/>
            <ac:inkMk id="23" creationId="{426C0B24-32C0-EB76-DB2B-2075938D4C78}"/>
          </ac:inkMkLst>
        </pc:inkChg>
        <pc:inkChg chg="add mod">
          <ac:chgData name="Pi, Yalong" userId="c9a3dc08-26f0-490d-b190-2780270c58e1" providerId="ADAL" clId="{F398E26A-6AC4-4DD8-A7B3-CD9F6274E7E3}" dt="2025-04-13T21:39:18.461" v="4050"/>
          <ac:inkMkLst>
            <pc:docMk/>
            <pc:sldMk cId="2250123793" sldId="342"/>
            <ac:inkMk id="25" creationId="{C9279DB9-B04D-F5BB-6BA5-8C9ADB8C4266}"/>
          </ac:inkMkLst>
        </pc:inkChg>
        <pc:inkChg chg="add">
          <ac:chgData name="Pi, Yalong" userId="c9a3dc08-26f0-490d-b190-2780270c58e1" providerId="ADAL" clId="{F398E26A-6AC4-4DD8-A7B3-CD9F6274E7E3}" dt="2025-04-13T21:39:15.486" v="4044" actId="9405"/>
          <ac:inkMkLst>
            <pc:docMk/>
            <pc:sldMk cId="2250123793" sldId="342"/>
            <ac:inkMk id="26" creationId="{96D4B944-BB4F-F0F6-F317-B8DA28EFD761}"/>
          </ac:inkMkLst>
        </pc:inkChg>
        <pc:inkChg chg="add mod">
          <ac:chgData name="Pi, Yalong" userId="c9a3dc08-26f0-490d-b190-2780270c58e1" providerId="ADAL" clId="{F398E26A-6AC4-4DD8-A7B3-CD9F6274E7E3}" dt="2025-04-13T21:39:18.461" v="4050"/>
          <ac:inkMkLst>
            <pc:docMk/>
            <pc:sldMk cId="2250123793" sldId="342"/>
            <ac:inkMk id="27" creationId="{4A650224-1FF9-3D97-B290-A3C00D1F3C79}"/>
          </ac:inkMkLst>
        </pc:inkChg>
        <pc:inkChg chg="add mod">
          <ac:chgData name="Pi, Yalong" userId="c9a3dc08-26f0-490d-b190-2780270c58e1" providerId="ADAL" clId="{F398E26A-6AC4-4DD8-A7B3-CD9F6274E7E3}" dt="2025-04-13T21:39:18.461" v="4050"/>
          <ac:inkMkLst>
            <pc:docMk/>
            <pc:sldMk cId="2250123793" sldId="342"/>
            <ac:inkMk id="28" creationId="{2CCE839D-9D4A-0007-A049-C65FFD62E4DE}"/>
          </ac:inkMkLst>
        </pc:inkChg>
        <pc:inkChg chg="add mod">
          <ac:chgData name="Pi, Yalong" userId="c9a3dc08-26f0-490d-b190-2780270c58e1" providerId="ADAL" clId="{F398E26A-6AC4-4DD8-A7B3-CD9F6274E7E3}" dt="2025-04-13T21:39:18.461" v="4050"/>
          <ac:inkMkLst>
            <pc:docMk/>
            <pc:sldMk cId="2250123793" sldId="342"/>
            <ac:inkMk id="29" creationId="{83BA6117-B9E6-4B2D-DE1C-7E8495A5C736}"/>
          </ac:inkMkLst>
        </pc:inkChg>
        <pc:inkChg chg="add mod">
          <ac:chgData name="Pi, Yalong" userId="c9a3dc08-26f0-490d-b190-2780270c58e1" providerId="ADAL" clId="{F398E26A-6AC4-4DD8-A7B3-CD9F6274E7E3}" dt="2025-04-13T21:39:18.461" v="4050"/>
          <ac:inkMkLst>
            <pc:docMk/>
            <pc:sldMk cId="2250123793" sldId="342"/>
            <ac:inkMk id="30" creationId="{2155AC0F-3FFE-6488-ADF3-44A514F004A5}"/>
          </ac:inkMkLst>
        </pc:inkChg>
        <pc:inkChg chg="add">
          <ac:chgData name="Pi, Yalong" userId="c9a3dc08-26f0-490d-b190-2780270c58e1" providerId="ADAL" clId="{F398E26A-6AC4-4DD8-A7B3-CD9F6274E7E3}" dt="2025-04-13T21:39:17.684" v="4049" actId="9405"/>
          <ac:inkMkLst>
            <pc:docMk/>
            <pc:sldMk cId="2250123793" sldId="342"/>
            <ac:inkMk id="31" creationId="{11B62F7E-11BB-9680-805C-B1569BC9910C}"/>
          </ac:inkMkLst>
        </pc:inkChg>
        <pc:inkChg chg="add mod">
          <ac:chgData name="Pi, Yalong" userId="c9a3dc08-26f0-490d-b190-2780270c58e1" providerId="ADAL" clId="{F398E26A-6AC4-4DD8-A7B3-CD9F6274E7E3}" dt="2025-04-13T21:59:57.879" v="4110"/>
          <ac:inkMkLst>
            <pc:docMk/>
            <pc:sldMk cId="2250123793" sldId="342"/>
            <ac:inkMk id="33" creationId="{275434DA-9E46-3024-6DEC-EE0832B2E4DD}"/>
          </ac:inkMkLst>
        </pc:inkChg>
        <pc:inkChg chg="add mod">
          <ac:chgData name="Pi, Yalong" userId="c9a3dc08-26f0-490d-b190-2780270c58e1" providerId="ADAL" clId="{F398E26A-6AC4-4DD8-A7B3-CD9F6274E7E3}" dt="2025-04-13T21:40:47.260" v="4076"/>
          <ac:inkMkLst>
            <pc:docMk/>
            <pc:sldMk cId="2250123793" sldId="342"/>
            <ac:inkMk id="34" creationId="{4BB51BF5-6CB0-1BF5-802A-F95A95B76C29}"/>
          </ac:inkMkLst>
        </pc:inkChg>
        <pc:inkChg chg="add mod">
          <ac:chgData name="Pi, Yalong" userId="c9a3dc08-26f0-490d-b190-2780270c58e1" providerId="ADAL" clId="{F398E26A-6AC4-4DD8-A7B3-CD9F6274E7E3}" dt="2025-04-13T21:40:47.260" v="4076"/>
          <ac:inkMkLst>
            <pc:docMk/>
            <pc:sldMk cId="2250123793" sldId="342"/>
            <ac:inkMk id="35" creationId="{4B0DC2E4-0C92-3E77-9545-E1BD136F7472}"/>
          </ac:inkMkLst>
        </pc:inkChg>
        <pc:inkChg chg="add mod">
          <ac:chgData name="Pi, Yalong" userId="c9a3dc08-26f0-490d-b190-2780270c58e1" providerId="ADAL" clId="{F398E26A-6AC4-4DD8-A7B3-CD9F6274E7E3}" dt="2025-04-13T21:40:47.260" v="4076"/>
          <ac:inkMkLst>
            <pc:docMk/>
            <pc:sldMk cId="2250123793" sldId="342"/>
            <ac:inkMk id="36" creationId="{9AE12550-3708-F441-FC23-AD6769362CC7}"/>
          </ac:inkMkLst>
        </pc:inkChg>
        <pc:inkChg chg="add mod">
          <ac:chgData name="Pi, Yalong" userId="c9a3dc08-26f0-490d-b190-2780270c58e1" providerId="ADAL" clId="{F398E26A-6AC4-4DD8-A7B3-CD9F6274E7E3}" dt="2025-04-13T21:59:57.879" v="4110"/>
          <ac:inkMkLst>
            <pc:docMk/>
            <pc:sldMk cId="2250123793" sldId="342"/>
            <ac:inkMk id="37" creationId="{698A3ABE-F4F3-2D90-8387-10D048268CD5}"/>
          </ac:inkMkLst>
        </pc:inkChg>
        <pc:inkChg chg="add mod">
          <ac:chgData name="Pi, Yalong" userId="c9a3dc08-26f0-490d-b190-2780270c58e1" providerId="ADAL" clId="{F398E26A-6AC4-4DD8-A7B3-CD9F6274E7E3}" dt="2025-04-13T21:40:47.260" v="4076"/>
          <ac:inkMkLst>
            <pc:docMk/>
            <pc:sldMk cId="2250123793" sldId="342"/>
            <ac:inkMk id="38" creationId="{7638A234-2BBE-F101-9D80-85D5E66A2FA8}"/>
          </ac:inkMkLst>
        </pc:inkChg>
        <pc:inkChg chg="add mod">
          <ac:chgData name="Pi, Yalong" userId="c9a3dc08-26f0-490d-b190-2780270c58e1" providerId="ADAL" clId="{F398E26A-6AC4-4DD8-A7B3-CD9F6274E7E3}" dt="2025-04-13T21:40:47.260" v="4076"/>
          <ac:inkMkLst>
            <pc:docMk/>
            <pc:sldMk cId="2250123793" sldId="342"/>
            <ac:inkMk id="39" creationId="{2A61057A-3CB3-5637-3F76-BF076A246733}"/>
          </ac:inkMkLst>
        </pc:inkChg>
        <pc:inkChg chg="add mod">
          <ac:chgData name="Pi, Yalong" userId="c9a3dc08-26f0-490d-b190-2780270c58e1" providerId="ADAL" clId="{F398E26A-6AC4-4DD8-A7B3-CD9F6274E7E3}" dt="2025-04-13T21:59:57.879" v="4110"/>
          <ac:inkMkLst>
            <pc:docMk/>
            <pc:sldMk cId="2250123793" sldId="342"/>
            <ac:inkMk id="40" creationId="{487031F3-839A-6BF5-80E7-843913E92C95}"/>
          </ac:inkMkLst>
        </pc:inkChg>
        <pc:inkChg chg="add mod">
          <ac:chgData name="Pi, Yalong" userId="c9a3dc08-26f0-490d-b190-2780270c58e1" providerId="ADAL" clId="{F398E26A-6AC4-4DD8-A7B3-CD9F6274E7E3}" dt="2025-04-13T21:40:47.260" v="4076"/>
          <ac:inkMkLst>
            <pc:docMk/>
            <pc:sldMk cId="2250123793" sldId="342"/>
            <ac:inkMk id="41" creationId="{C0A7861C-4C22-FE5D-98CD-C88144A83E3E}"/>
          </ac:inkMkLst>
        </pc:inkChg>
        <pc:inkChg chg="add">
          <ac:chgData name="Pi, Yalong" userId="c9a3dc08-26f0-490d-b190-2780270c58e1" providerId="ADAL" clId="{F398E26A-6AC4-4DD8-A7B3-CD9F6274E7E3}" dt="2025-04-13T21:40:45.447" v="4073" actId="9405"/>
          <ac:inkMkLst>
            <pc:docMk/>
            <pc:sldMk cId="2250123793" sldId="342"/>
            <ac:inkMk id="42" creationId="{5B659C5F-6606-538E-9206-7EE3C22261CF}"/>
          </ac:inkMkLst>
        </pc:inkChg>
        <pc:inkChg chg="add">
          <ac:chgData name="Pi, Yalong" userId="c9a3dc08-26f0-490d-b190-2780270c58e1" providerId="ADAL" clId="{F398E26A-6AC4-4DD8-A7B3-CD9F6274E7E3}" dt="2025-04-13T21:40:45.824" v="4074" actId="9405"/>
          <ac:inkMkLst>
            <pc:docMk/>
            <pc:sldMk cId="2250123793" sldId="342"/>
            <ac:inkMk id="43" creationId="{97B484B6-0D97-34B5-5CFE-3AEBADF57324}"/>
          </ac:inkMkLst>
        </pc:inkChg>
        <pc:inkChg chg="add">
          <ac:chgData name="Pi, Yalong" userId="c9a3dc08-26f0-490d-b190-2780270c58e1" providerId="ADAL" clId="{F398E26A-6AC4-4DD8-A7B3-CD9F6274E7E3}" dt="2025-04-13T21:40:46.644" v="4075" actId="9405"/>
          <ac:inkMkLst>
            <pc:docMk/>
            <pc:sldMk cId="2250123793" sldId="342"/>
            <ac:inkMk id="44" creationId="{2F1609BE-8A26-7970-CF98-168F6C434AFF}"/>
          </ac:inkMkLst>
        </pc:inkChg>
        <pc:inkChg chg="add">
          <ac:chgData name="Pi, Yalong" userId="c9a3dc08-26f0-490d-b190-2780270c58e1" providerId="ADAL" clId="{F398E26A-6AC4-4DD8-A7B3-CD9F6274E7E3}" dt="2025-04-13T21:41:14.667" v="4077" actId="9405"/>
          <ac:inkMkLst>
            <pc:docMk/>
            <pc:sldMk cId="2250123793" sldId="342"/>
            <ac:inkMk id="47" creationId="{821C8A70-E7FE-C18C-F781-39BFF8F2529D}"/>
          </ac:inkMkLst>
        </pc:inkChg>
        <pc:inkChg chg="add mod">
          <ac:chgData name="Pi, Yalong" userId="c9a3dc08-26f0-490d-b190-2780270c58e1" providerId="ADAL" clId="{F398E26A-6AC4-4DD8-A7B3-CD9F6274E7E3}" dt="2025-04-13T21:41:23.826" v="4088"/>
          <ac:inkMkLst>
            <pc:docMk/>
            <pc:sldMk cId="2250123793" sldId="342"/>
            <ac:inkMk id="48" creationId="{806A2536-B821-E23D-9870-DDD52825B2AE}"/>
          </ac:inkMkLst>
        </pc:inkChg>
        <pc:inkChg chg="add mod">
          <ac:chgData name="Pi, Yalong" userId="c9a3dc08-26f0-490d-b190-2780270c58e1" providerId="ADAL" clId="{F398E26A-6AC4-4DD8-A7B3-CD9F6274E7E3}" dt="2025-04-13T21:41:23.826" v="4088"/>
          <ac:inkMkLst>
            <pc:docMk/>
            <pc:sldMk cId="2250123793" sldId="342"/>
            <ac:inkMk id="49" creationId="{3386ECC9-71A1-80A0-B951-78642C83DFF7}"/>
          </ac:inkMkLst>
        </pc:inkChg>
        <pc:inkChg chg="add">
          <ac:chgData name="Pi, Yalong" userId="c9a3dc08-26f0-490d-b190-2780270c58e1" providerId="ADAL" clId="{F398E26A-6AC4-4DD8-A7B3-CD9F6274E7E3}" dt="2025-04-13T21:41:19.700" v="4080" actId="9405"/>
          <ac:inkMkLst>
            <pc:docMk/>
            <pc:sldMk cId="2250123793" sldId="342"/>
            <ac:inkMk id="50" creationId="{69856426-6884-6B75-9802-9DC3F6260057}"/>
          </ac:inkMkLst>
        </pc:inkChg>
        <pc:inkChg chg="add mod">
          <ac:chgData name="Pi, Yalong" userId="c9a3dc08-26f0-490d-b190-2780270c58e1" providerId="ADAL" clId="{F398E26A-6AC4-4DD8-A7B3-CD9F6274E7E3}" dt="2025-04-13T21:41:23.826" v="4088"/>
          <ac:inkMkLst>
            <pc:docMk/>
            <pc:sldMk cId="2250123793" sldId="342"/>
            <ac:inkMk id="51" creationId="{D35B2AC6-1CCE-D432-4CD1-CB65DE849D57}"/>
          </ac:inkMkLst>
        </pc:inkChg>
        <pc:inkChg chg="add mod">
          <ac:chgData name="Pi, Yalong" userId="c9a3dc08-26f0-490d-b190-2780270c58e1" providerId="ADAL" clId="{F398E26A-6AC4-4DD8-A7B3-CD9F6274E7E3}" dt="2025-04-13T21:41:23.826" v="4088"/>
          <ac:inkMkLst>
            <pc:docMk/>
            <pc:sldMk cId="2250123793" sldId="342"/>
            <ac:inkMk id="52" creationId="{5433DA2F-BF42-DE6D-5C15-B4E17EDBE5ED}"/>
          </ac:inkMkLst>
        </pc:inkChg>
        <pc:inkChg chg="add mod">
          <ac:chgData name="Pi, Yalong" userId="c9a3dc08-26f0-490d-b190-2780270c58e1" providerId="ADAL" clId="{F398E26A-6AC4-4DD8-A7B3-CD9F6274E7E3}" dt="2025-04-13T21:41:23.826" v="4088"/>
          <ac:inkMkLst>
            <pc:docMk/>
            <pc:sldMk cId="2250123793" sldId="342"/>
            <ac:inkMk id="53" creationId="{1961CB22-AB04-DF6D-8C6E-ABE267DB2357}"/>
          </ac:inkMkLst>
        </pc:inkChg>
        <pc:inkChg chg="add mod">
          <ac:chgData name="Pi, Yalong" userId="c9a3dc08-26f0-490d-b190-2780270c58e1" providerId="ADAL" clId="{F398E26A-6AC4-4DD8-A7B3-CD9F6274E7E3}" dt="2025-04-13T21:41:23.826" v="4088"/>
          <ac:inkMkLst>
            <pc:docMk/>
            <pc:sldMk cId="2250123793" sldId="342"/>
            <ac:inkMk id="54" creationId="{5BDC60CB-2418-0304-13B5-07CC87534859}"/>
          </ac:inkMkLst>
        </pc:inkChg>
        <pc:inkChg chg="add">
          <ac:chgData name="Pi, Yalong" userId="c9a3dc08-26f0-490d-b190-2780270c58e1" providerId="ADAL" clId="{F398E26A-6AC4-4DD8-A7B3-CD9F6274E7E3}" dt="2025-04-13T21:41:21.607" v="4085" actId="9405"/>
          <ac:inkMkLst>
            <pc:docMk/>
            <pc:sldMk cId="2250123793" sldId="342"/>
            <ac:inkMk id="55" creationId="{0D1AED96-0DD3-2E71-8FF7-DE352F3911BC}"/>
          </ac:inkMkLst>
        </pc:inkChg>
        <pc:inkChg chg="add mod">
          <ac:chgData name="Pi, Yalong" userId="c9a3dc08-26f0-490d-b190-2780270c58e1" providerId="ADAL" clId="{F398E26A-6AC4-4DD8-A7B3-CD9F6274E7E3}" dt="2025-04-13T21:41:23.826" v="4088"/>
          <ac:inkMkLst>
            <pc:docMk/>
            <pc:sldMk cId="2250123793" sldId="342"/>
            <ac:inkMk id="56" creationId="{6047D3F8-A53D-A821-9410-C65512A4AEC3}"/>
          </ac:inkMkLst>
        </pc:inkChg>
        <pc:inkChg chg="add mod">
          <ac:chgData name="Pi, Yalong" userId="c9a3dc08-26f0-490d-b190-2780270c58e1" providerId="ADAL" clId="{F398E26A-6AC4-4DD8-A7B3-CD9F6274E7E3}" dt="2025-04-13T21:41:23.826" v="4088"/>
          <ac:inkMkLst>
            <pc:docMk/>
            <pc:sldMk cId="2250123793" sldId="342"/>
            <ac:inkMk id="57" creationId="{EFB6BB79-A49B-746D-2AA0-66EA7E7F9A6E}"/>
          </ac:inkMkLst>
        </pc:inkChg>
        <pc:inkChg chg="add">
          <ac:chgData name="Pi, Yalong" userId="c9a3dc08-26f0-490d-b190-2780270c58e1" providerId="ADAL" clId="{F398E26A-6AC4-4DD8-A7B3-CD9F6274E7E3}" dt="2025-04-13T21:59:49.915" v="4105" actId="9405"/>
          <ac:inkMkLst>
            <pc:docMk/>
            <pc:sldMk cId="2250123793" sldId="342"/>
            <ac:inkMk id="60" creationId="{4B60D6FE-F6BC-D1FD-F226-A5E5BDF0B8B3}"/>
          </ac:inkMkLst>
        </pc:inkChg>
        <pc:inkChg chg="add">
          <ac:chgData name="Pi, Yalong" userId="c9a3dc08-26f0-490d-b190-2780270c58e1" providerId="ADAL" clId="{F398E26A-6AC4-4DD8-A7B3-CD9F6274E7E3}" dt="2025-04-13T21:59:53.533" v="4106" actId="9405"/>
          <ac:inkMkLst>
            <pc:docMk/>
            <pc:sldMk cId="2250123793" sldId="342"/>
            <ac:inkMk id="61" creationId="{48664C33-0376-CCE4-83ED-84DF0B8EE938}"/>
          </ac:inkMkLst>
        </pc:inkChg>
        <pc:inkChg chg="add">
          <ac:chgData name="Pi, Yalong" userId="c9a3dc08-26f0-490d-b190-2780270c58e1" providerId="ADAL" clId="{F398E26A-6AC4-4DD8-A7B3-CD9F6274E7E3}" dt="2025-04-13T21:59:54.548" v="4107" actId="9405"/>
          <ac:inkMkLst>
            <pc:docMk/>
            <pc:sldMk cId="2250123793" sldId="342"/>
            <ac:inkMk id="62" creationId="{0685D863-CC92-919B-E4FE-EA5387362BDB}"/>
          </ac:inkMkLst>
        </pc:inkChg>
        <pc:inkChg chg="add mod">
          <ac:chgData name="Pi, Yalong" userId="c9a3dc08-26f0-490d-b190-2780270c58e1" providerId="ADAL" clId="{F398E26A-6AC4-4DD8-A7B3-CD9F6274E7E3}" dt="2025-04-13T21:59:57.879" v="4110"/>
          <ac:inkMkLst>
            <pc:docMk/>
            <pc:sldMk cId="2250123793" sldId="342"/>
            <ac:inkMk id="63" creationId="{BBB115DC-37F4-1553-563C-15A3BED302BA}"/>
          </ac:inkMkLst>
        </pc:inkChg>
        <pc:inkChg chg="add mod">
          <ac:chgData name="Pi, Yalong" userId="c9a3dc08-26f0-490d-b190-2780270c58e1" providerId="ADAL" clId="{F398E26A-6AC4-4DD8-A7B3-CD9F6274E7E3}" dt="2025-04-13T21:59:57.879" v="4110"/>
          <ac:inkMkLst>
            <pc:docMk/>
            <pc:sldMk cId="2250123793" sldId="342"/>
            <ac:inkMk id="64" creationId="{1D1E6250-3F24-DAB7-CA13-110F3D4DCCC4}"/>
          </ac:inkMkLst>
        </pc:inkChg>
        <pc:inkChg chg="add">
          <ac:chgData name="Pi, Yalong" userId="c9a3dc08-26f0-490d-b190-2780270c58e1" providerId="ADAL" clId="{F398E26A-6AC4-4DD8-A7B3-CD9F6274E7E3}" dt="2025-04-13T22:00:06.982" v="4111" actId="9405"/>
          <ac:inkMkLst>
            <pc:docMk/>
            <pc:sldMk cId="2250123793" sldId="342"/>
            <ac:inkMk id="68" creationId="{460864D8-9572-2CDD-39C1-65F83A54DFA7}"/>
          </ac:inkMkLst>
        </pc:inkChg>
        <pc:inkChg chg="add">
          <ac:chgData name="Pi, Yalong" userId="c9a3dc08-26f0-490d-b190-2780270c58e1" providerId="ADAL" clId="{F398E26A-6AC4-4DD8-A7B3-CD9F6274E7E3}" dt="2025-04-13T22:00:07.750" v="4112" actId="9405"/>
          <ac:inkMkLst>
            <pc:docMk/>
            <pc:sldMk cId="2250123793" sldId="342"/>
            <ac:inkMk id="69" creationId="{A7802495-1255-7201-CB78-A170D47EAAC6}"/>
          </ac:inkMkLst>
        </pc:inkChg>
        <pc:inkChg chg="add">
          <ac:chgData name="Pi, Yalong" userId="c9a3dc08-26f0-490d-b190-2780270c58e1" providerId="ADAL" clId="{F398E26A-6AC4-4DD8-A7B3-CD9F6274E7E3}" dt="2025-04-13T22:00:08.372" v="4113" actId="9405"/>
          <ac:inkMkLst>
            <pc:docMk/>
            <pc:sldMk cId="2250123793" sldId="342"/>
            <ac:inkMk id="70" creationId="{4C85645D-423B-5A4E-4258-B90A741F0C7F}"/>
          </ac:inkMkLst>
        </pc:inkChg>
        <pc:inkChg chg="add">
          <ac:chgData name="Pi, Yalong" userId="c9a3dc08-26f0-490d-b190-2780270c58e1" providerId="ADAL" clId="{F398E26A-6AC4-4DD8-A7B3-CD9F6274E7E3}" dt="2025-04-13T22:08:55.745" v="4295" actId="9405"/>
          <ac:inkMkLst>
            <pc:docMk/>
            <pc:sldMk cId="2250123793" sldId="342"/>
            <ac:inkMk id="71" creationId="{A1B9FD63-63EB-4B8D-89F2-9A6160A99CCF}"/>
          </ac:inkMkLst>
        </pc:inkChg>
        <pc:inkChg chg="add mod">
          <ac:chgData name="Pi, Yalong" userId="c9a3dc08-26f0-490d-b190-2780270c58e1" providerId="ADAL" clId="{F398E26A-6AC4-4DD8-A7B3-CD9F6274E7E3}" dt="2025-04-13T22:09:01.226" v="4310"/>
          <ac:inkMkLst>
            <pc:docMk/>
            <pc:sldMk cId="2250123793" sldId="342"/>
            <ac:inkMk id="72" creationId="{41A2AA41-198C-B981-41D8-7B0AB80576F1}"/>
          </ac:inkMkLst>
        </pc:inkChg>
        <pc:inkChg chg="add">
          <ac:chgData name="Pi, Yalong" userId="c9a3dc08-26f0-490d-b190-2780270c58e1" providerId="ADAL" clId="{F398E26A-6AC4-4DD8-A7B3-CD9F6274E7E3}" dt="2025-04-13T22:08:56.460" v="4297" actId="9405"/>
          <ac:inkMkLst>
            <pc:docMk/>
            <pc:sldMk cId="2250123793" sldId="342"/>
            <ac:inkMk id="73" creationId="{9EAF917D-5773-5878-3C1F-809218732BB4}"/>
          </ac:inkMkLst>
        </pc:inkChg>
        <pc:inkChg chg="add mod">
          <ac:chgData name="Pi, Yalong" userId="c9a3dc08-26f0-490d-b190-2780270c58e1" providerId="ADAL" clId="{F398E26A-6AC4-4DD8-A7B3-CD9F6274E7E3}" dt="2025-04-13T22:09:01.226" v="4310"/>
          <ac:inkMkLst>
            <pc:docMk/>
            <pc:sldMk cId="2250123793" sldId="342"/>
            <ac:inkMk id="74" creationId="{40952443-D5FD-D940-A9D5-7BB8C0144FB1}"/>
          </ac:inkMkLst>
        </pc:inkChg>
        <pc:inkChg chg="add">
          <ac:chgData name="Pi, Yalong" userId="c9a3dc08-26f0-490d-b190-2780270c58e1" providerId="ADAL" clId="{F398E26A-6AC4-4DD8-A7B3-CD9F6274E7E3}" dt="2025-04-13T22:08:57.163" v="4299" actId="9405"/>
          <ac:inkMkLst>
            <pc:docMk/>
            <pc:sldMk cId="2250123793" sldId="342"/>
            <ac:inkMk id="75" creationId="{56112067-F107-5BBF-5744-47F69A37342D}"/>
          </ac:inkMkLst>
        </pc:inkChg>
        <pc:inkChg chg="add mod">
          <ac:chgData name="Pi, Yalong" userId="c9a3dc08-26f0-490d-b190-2780270c58e1" providerId="ADAL" clId="{F398E26A-6AC4-4DD8-A7B3-CD9F6274E7E3}" dt="2025-04-13T22:09:01.226" v="4310"/>
          <ac:inkMkLst>
            <pc:docMk/>
            <pc:sldMk cId="2250123793" sldId="342"/>
            <ac:inkMk id="76" creationId="{9071879D-3319-101C-E746-2D9618D47EB5}"/>
          </ac:inkMkLst>
        </pc:inkChg>
        <pc:inkChg chg="add">
          <ac:chgData name="Pi, Yalong" userId="c9a3dc08-26f0-490d-b190-2780270c58e1" providerId="ADAL" clId="{F398E26A-6AC4-4DD8-A7B3-CD9F6274E7E3}" dt="2025-04-13T22:08:57.507" v="4301" actId="9405"/>
          <ac:inkMkLst>
            <pc:docMk/>
            <pc:sldMk cId="2250123793" sldId="342"/>
            <ac:inkMk id="77" creationId="{77635771-FCE9-2AEA-3AA6-CE90F22271D3}"/>
          </ac:inkMkLst>
        </pc:inkChg>
        <pc:inkChg chg="add">
          <ac:chgData name="Pi, Yalong" userId="c9a3dc08-26f0-490d-b190-2780270c58e1" providerId="ADAL" clId="{F398E26A-6AC4-4DD8-A7B3-CD9F6274E7E3}" dt="2025-04-13T22:08:57.849" v="4302" actId="9405"/>
          <ac:inkMkLst>
            <pc:docMk/>
            <pc:sldMk cId="2250123793" sldId="342"/>
            <ac:inkMk id="78" creationId="{EE817640-2347-0F13-04DF-4D8C64E7946C}"/>
          </ac:inkMkLst>
        </pc:inkChg>
        <pc:inkChg chg="add mod">
          <ac:chgData name="Pi, Yalong" userId="c9a3dc08-26f0-490d-b190-2780270c58e1" providerId="ADAL" clId="{F398E26A-6AC4-4DD8-A7B3-CD9F6274E7E3}" dt="2025-04-13T22:09:01.226" v="4310"/>
          <ac:inkMkLst>
            <pc:docMk/>
            <pc:sldMk cId="2250123793" sldId="342"/>
            <ac:inkMk id="79" creationId="{81E27A7F-4F1E-752E-E70D-67FDB78FB90F}"/>
          </ac:inkMkLst>
        </pc:inkChg>
        <pc:inkChg chg="add">
          <ac:chgData name="Pi, Yalong" userId="c9a3dc08-26f0-490d-b190-2780270c58e1" providerId="ADAL" clId="{F398E26A-6AC4-4DD8-A7B3-CD9F6274E7E3}" dt="2025-04-13T22:08:58.348" v="4304" actId="9405"/>
          <ac:inkMkLst>
            <pc:docMk/>
            <pc:sldMk cId="2250123793" sldId="342"/>
            <ac:inkMk id="80" creationId="{975EFE68-6834-EB2E-B737-E61FB27CC321}"/>
          </ac:inkMkLst>
        </pc:inkChg>
        <pc:inkChg chg="add mod">
          <ac:chgData name="Pi, Yalong" userId="c9a3dc08-26f0-490d-b190-2780270c58e1" providerId="ADAL" clId="{F398E26A-6AC4-4DD8-A7B3-CD9F6274E7E3}" dt="2025-04-13T22:09:01.226" v="4310"/>
          <ac:inkMkLst>
            <pc:docMk/>
            <pc:sldMk cId="2250123793" sldId="342"/>
            <ac:inkMk id="81" creationId="{B7FBACE0-A53E-D79A-B090-86F2BCBC0EB2}"/>
          </ac:inkMkLst>
        </pc:inkChg>
        <pc:inkChg chg="add mod">
          <ac:chgData name="Pi, Yalong" userId="c9a3dc08-26f0-490d-b190-2780270c58e1" providerId="ADAL" clId="{F398E26A-6AC4-4DD8-A7B3-CD9F6274E7E3}" dt="2025-04-13T22:09:01.226" v="4310"/>
          <ac:inkMkLst>
            <pc:docMk/>
            <pc:sldMk cId="2250123793" sldId="342"/>
            <ac:inkMk id="82" creationId="{E06D8097-8754-89E2-5D3A-371D7D5D280E}"/>
          </ac:inkMkLst>
        </pc:inkChg>
        <pc:inkChg chg="add mod">
          <ac:chgData name="Pi, Yalong" userId="c9a3dc08-26f0-490d-b190-2780270c58e1" providerId="ADAL" clId="{F398E26A-6AC4-4DD8-A7B3-CD9F6274E7E3}" dt="2025-04-13T22:09:01.226" v="4310"/>
          <ac:inkMkLst>
            <pc:docMk/>
            <pc:sldMk cId="2250123793" sldId="342"/>
            <ac:inkMk id="83" creationId="{34F3A49F-C707-D552-3D65-5ADED9546D5E}"/>
          </ac:inkMkLst>
        </pc:inkChg>
        <pc:inkChg chg="add mod">
          <ac:chgData name="Pi, Yalong" userId="c9a3dc08-26f0-490d-b190-2780270c58e1" providerId="ADAL" clId="{F398E26A-6AC4-4DD8-A7B3-CD9F6274E7E3}" dt="2025-04-13T22:09:01.226" v="4310"/>
          <ac:inkMkLst>
            <pc:docMk/>
            <pc:sldMk cId="2250123793" sldId="342"/>
            <ac:inkMk id="84" creationId="{09B69DF4-604F-0552-A687-409D8E18D031}"/>
          </ac:inkMkLst>
        </pc:inkChg>
        <pc:inkChg chg="add mod">
          <ac:chgData name="Pi, Yalong" userId="c9a3dc08-26f0-490d-b190-2780270c58e1" providerId="ADAL" clId="{F398E26A-6AC4-4DD8-A7B3-CD9F6274E7E3}" dt="2025-04-13T22:09:01.226" v="4310"/>
          <ac:inkMkLst>
            <pc:docMk/>
            <pc:sldMk cId="2250123793" sldId="342"/>
            <ac:inkMk id="85" creationId="{3183D8C5-B571-D7FF-C9C5-1E96385DEA8B}"/>
          </ac:inkMkLst>
        </pc:inkChg>
        <pc:inkChg chg="add">
          <ac:chgData name="Pi, Yalong" userId="c9a3dc08-26f0-490d-b190-2780270c58e1" providerId="ADAL" clId="{F398E26A-6AC4-4DD8-A7B3-CD9F6274E7E3}" dt="2025-04-13T22:10:07.412" v="4311" actId="9405"/>
          <ac:inkMkLst>
            <pc:docMk/>
            <pc:sldMk cId="2250123793" sldId="342"/>
            <ac:inkMk id="87" creationId="{7F5E997E-B5FC-5C6B-82AF-ED56F4934CF4}"/>
          </ac:inkMkLst>
        </pc:inkChg>
        <pc:inkChg chg="add mod">
          <ac:chgData name="Pi, Yalong" userId="c9a3dc08-26f0-490d-b190-2780270c58e1" providerId="ADAL" clId="{F398E26A-6AC4-4DD8-A7B3-CD9F6274E7E3}" dt="2025-04-13T22:10:13.862" v="4325"/>
          <ac:inkMkLst>
            <pc:docMk/>
            <pc:sldMk cId="2250123793" sldId="342"/>
            <ac:inkMk id="88" creationId="{199143B6-3A26-54D0-1E3F-F5D49ECFCC5F}"/>
          </ac:inkMkLst>
        </pc:inkChg>
        <pc:inkChg chg="add mod">
          <ac:chgData name="Pi, Yalong" userId="c9a3dc08-26f0-490d-b190-2780270c58e1" providerId="ADAL" clId="{F398E26A-6AC4-4DD8-A7B3-CD9F6274E7E3}" dt="2025-04-13T22:10:13.862" v="4325"/>
          <ac:inkMkLst>
            <pc:docMk/>
            <pc:sldMk cId="2250123793" sldId="342"/>
            <ac:inkMk id="89" creationId="{40AA4F48-EDA7-91CF-FC2B-5F1C79CBFBD3}"/>
          </ac:inkMkLst>
        </pc:inkChg>
        <pc:inkChg chg="add">
          <ac:chgData name="Pi, Yalong" userId="c9a3dc08-26f0-490d-b190-2780270c58e1" providerId="ADAL" clId="{F398E26A-6AC4-4DD8-A7B3-CD9F6274E7E3}" dt="2025-04-13T22:10:08.855" v="4314" actId="9405"/>
          <ac:inkMkLst>
            <pc:docMk/>
            <pc:sldMk cId="2250123793" sldId="342"/>
            <ac:inkMk id="90" creationId="{54EAF1A9-CC71-8092-BE28-8D509F497DF4}"/>
          </ac:inkMkLst>
        </pc:inkChg>
        <pc:inkChg chg="add">
          <ac:chgData name="Pi, Yalong" userId="c9a3dc08-26f0-490d-b190-2780270c58e1" providerId="ADAL" clId="{F398E26A-6AC4-4DD8-A7B3-CD9F6274E7E3}" dt="2025-04-13T22:10:09.054" v="4315" actId="9405"/>
          <ac:inkMkLst>
            <pc:docMk/>
            <pc:sldMk cId="2250123793" sldId="342"/>
            <ac:inkMk id="91" creationId="{8D5D79B2-8F27-325B-4B38-1143711FE215}"/>
          </ac:inkMkLst>
        </pc:inkChg>
        <pc:inkChg chg="add mod">
          <ac:chgData name="Pi, Yalong" userId="c9a3dc08-26f0-490d-b190-2780270c58e1" providerId="ADAL" clId="{F398E26A-6AC4-4DD8-A7B3-CD9F6274E7E3}" dt="2025-04-13T22:10:13.862" v="4325"/>
          <ac:inkMkLst>
            <pc:docMk/>
            <pc:sldMk cId="2250123793" sldId="342"/>
            <ac:inkMk id="92" creationId="{869625B0-0962-2B72-2FC4-A962233039A8}"/>
          </ac:inkMkLst>
        </pc:inkChg>
        <pc:inkChg chg="add mod">
          <ac:chgData name="Pi, Yalong" userId="c9a3dc08-26f0-490d-b190-2780270c58e1" providerId="ADAL" clId="{F398E26A-6AC4-4DD8-A7B3-CD9F6274E7E3}" dt="2025-04-13T22:10:13.862" v="4325"/>
          <ac:inkMkLst>
            <pc:docMk/>
            <pc:sldMk cId="2250123793" sldId="342"/>
            <ac:inkMk id="93" creationId="{9C0FFFB7-3A35-E1E0-5DF7-A661D6731E4D}"/>
          </ac:inkMkLst>
        </pc:inkChg>
        <pc:inkChg chg="add mod">
          <ac:chgData name="Pi, Yalong" userId="c9a3dc08-26f0-490d-b190-2780270c58e1" providerId="ADAL" clId="{F398E26A-6AC4-4DD8-A7B3-CD9F6274E7E3}" dt="2025-04-13T22:10:13.862" v="4325"/>
          <ac:inkMkLst>
            <pc:docMk/>
            <pc:sldMk cId="2250123793" sldId="342"/>
            <ac:inkMk id="94" creationId="{D16BEDE9-F6B0-7564-0ADA-C2F7FF58F27E}"/>
          </ac:inkMkLst>
        </pc:inkChg>
        <pc:inkChg chg="add">
          <ac:chgData name="Pi, Yalong" userId="c9a3dc08-26f0-490d-b190-2780270c58e1" providerId="ADAL" clId="{F398E26A-6AC4-4DD8-A7B3-CD9F6274E7E3}" dt="2025-04-13T22:10:10.372" v="4319" actId="9405"/>
          <ac:inkMkLst>
            <pc:docMk/>
            <pc:sldMk cId="2250123793" sldId="342"/>
            <ac:inkMk id="95" creationId="{DBCC4430-D090-02E4-F7BA-1B512FCD6EAD}"/>
          </ac:inkMkLst>
        </pc:inkChg>
        <pc:inkChg chg="add">
          <ac:chgData name="Pi, Yalong" userId="c9a3dc08-26f0-490d-b190-2780270c58e1" providerId="ADAL" clId="{F398E26A-6AC4-4DD8-A7B3-CD9F6274E7E3}" dt="2025-04-13T22:10:10.575" v="4320" actId="9405"/>
          <ac:inkMkLst>
            <pc:docMk/>
            <pc:sldMk cId="2250123793" sldId="342"/>
            <ac:inkMk id="96" creationId="{23CB4A40-6BC1-794B-FF47-F609836FAF6F}"/>
          </ac:inkMkLst>
        </pc:inkChg>
        <pc:inkChg chg="add mod">
          <ac:chgData name="Pi, Yalong" userId="c9a3dc08-26f0-490d-b190-2780270c58e1" providerId="ADAL" clId="{F398E26A-6AC4-4DD8-A7B3-CD9F6274E7E3}" dt="2025-04-13T22:10:13.862" v="4325"/>
          <ac:inkMkLst>
            <pc:docMk/>
            <pc:sldMk cId="2250123793" sldId="342"/>
            <ac:inkMk id="97" creationId="{4A758F7C-E544-EDB0-5722-01B21C8AA966}"/>
          </ac:inkMkLst>
        </pc:inkChg>
        <pc:inkChg chg="add mod">
          <ac:chgData name="Pi, Yalong" userId="c9a3dc08-26f0-490d-b190-2780270c58e1" providerId="ADAL" clId="{F398E26A-6AC4-4DD8-A7B3-CD9F6274E7E3}" dt="2025-04-13T22:10:13.862" v="4325"/>
          <ac:inkMkLst>
            <pc:docMk/>
            <pc:sldMk cId="2250123793" sldId="342"/>
            <ac:inkMk id="98" creationId="{B486DD72-090C-A70D-F5A1-2F10FFEC80A6}"/>
          </ac:inkMkLst>
        </pc:inkChg>
        <pc:inkChg chg="add">
          <ac:chgData name="Pi, Yalong" userId="c9a3dc08-26f0-490d-b190-2780270c58e1" providerId="ADAL" clId="{F398E26A-6AC4-4DD8-A7B3-CD9F6274E7E3}" dt="2025-04-13T22:10:12.212" v="4323" actId="9405"/>
          <ac:inkMkLst>
            <pc:docMk/>
            <pc:sldMk cId="2250123793" sldId="342"/>
            <ac:inkMk id="99" creationId="{7ED95888-1A55-91F9-6EF9-459DEC13A385}"/>
          </ac:inkMkLst>
        </pc:inkChg>
        <pc:inkChg chg="add">
          <ac:chgData name="Pi, Yalong" userId="c9a3dc08-26f0-490d-b190-2780270c58e1" providerId="ADAL" clId="{F398E26A-6AC4-4DD8-A7B3-CD9F6274E7E3}" dt="2025-04-13T22:10:13.100" v="4324" actId="9405"/>
          <ac:inkMkLst>
            <pc:docMk/>
            <pc:sldMk cId="2250123793" sldId="342"/>
            <ac:inkMk id="100" creationId="{1E25A483-7463-118E-6DA6-54F744D2332E}"/>
          </ac:inkMkLst>
        </pc:inkChg>
        <pc:inkChg chg="add mod">
          <ac:chgData name="Pi, Yalong" userId="c9a3dc08-26f0-490d-b190-2780270c58e1" providerId="ADAL" clId="{F398E26A-6AC4-4DD8-A7B3-CD9F6274E7E3}" dt="2025-04-13T22:10:19.542" v="4332"/>
          <ac:inkMkLst>
            <pc:docMk/>
            <pc:sldMk cId="2250123793" sldId="342"/>
            <ac:inkMk id="104" creationId="{9AF1D179-067A-55F2-355C-68071D2F1FA6}"/>
          </ac:inkMkLst>
        </pc:inkChg>
        <pc:inkChg chg="add mod">
          <ac:chgData name="Pi, Yalong" userId="c9a3dc08-26f0-490d-b190-2780270c58e1" providerId="ADAL" clId="{F398E26A-6AC4-4DD8-A7B3-CD9F6274E7E3}" dt="2025-04-13T22:10:19.542" v="4332"/>
          <ac:inkMkLst>
            <pc:docMk/>
            <pc:sldMk cId="2250123793" sldId="342"/>
            <ac:inkMk id="105" creationId="{B1CE6468-3567-4EAA-45DA-3F777B4FD7D0}"/>
          </ac:inkMkLst>
        </pc:inkChg>
        <pc:inkChg chg="add mod">
          <ac:chgData name="Pi, Yalong" userId="c9a3dc08-26f0-490d-b190-2780270c58e1" providerId="ADAL" clId="{F398E26A-6AC4-4DD8-A7B3-CD9F6274E7E3}" dt="2025-04-13T22:10:19.542" v="4332"/>
          <ac:inkMkLst>
            <pc:docMk/>
            <pc:sldMk cId="2250123793" sldId="342"/>
            <ac:inkMk id="106" creationId="{C14EE291-0DD5-CA9C-2FFF-E94D7AB9A088}"/>
          </ac:inkMkLst>
        </pc:inkChg>
        <pc:inkChg chg="add mod">
          <ac:chgData name="Pi, Yalong" userId="c9a3dc08-26f0-490d-b190-2780270c58e1" providerId="ADAL" clId="{F398E26A-6AC4-4DD8-A7B3-CD9F6274E7E3}" dt="2025-04-13T22:10:19.542" v="4332"/>
          <ac:inkMkLst>
            <pc:docMk/>
            <pc:sldMk cId="2250123793" sldId="342"/>
            <ac:inkMk id="107" creationId="{D73BE757-BFEB-8302-42FC-2E8110541CA3}"/>
          </ac:inkMkLst>
        </pc:inkChg>
        <pc:inkChg chg="add mod">
          <ac:chgData name="Pi, Yalong" userId="c9a3dc08-26f0-490d-b190-2780270c58e1" providerId="ADAL" clId="{F398E26A-6AC4-4DD8-A7B3-CD9F6274E7E3}" dt="2025-04-13T22:10:19.542" v="4332"/>
          <ac:inkMkLst>
            <pc:docMk/>
            <pc:sldMk cId="2250123793" sldId="342"/>
            <ac:inkMk id="108" creationId="{65916BF8-947A-F026-39E4-530BF45A0FA7}"/>
          </ac:inkMkLst>
        </pc:inkChg>
        <pc:inkChg chg="add mod">
          <ac:chgData name="Pi, Yalong" userId="c9a3dc08-26f0-490d-b190-2780270c58e1" providerId="ADAL" clId="{F398E26A-6AC4-4DD8-A7B3-CD9F6274E7E3}" dt="2025-04-13T22:10:19.542" v="4332"/>
          <ac:inkMkLst>
            <pc:docMk/>
            <pc:sldMk cId="2250123793" sldId="342"/>
            <ac:inkMk id="109" creationId="{15C71781-A0DE-AAA0-4F98-4AE209306066}"/>
          </ac:inkMkLst>
        </pc:inkChg>
      </pc:sldChg>
      <pc:sldChg chg="addSp delSp modSp new del mod ord">
        <pc:chgData name="Pi, Yalong" userId="c9a3dc08-26f0-490d-b190-2780270c58e1" providerId="ADAL" clId="{F398E26A-6AC4-4DD8-A7B3-CD9F6274E7E3}" dt="2025-04-13T21:59:06.272" v="4097" actId="2696"/>
        <pc:sldMkLst>
          <pc:docMk/>
          <pc:sldMk cId="154851133" sldId="343"/>
        </pc:sldMkLst>
        <pc:spChg chg="mod">
          <ac:chgData name="Pi, Yalong" userId="c9a3dc08-26f0-490d-b190-2780270c58e1" providerId="ADAL" clId="{F398E26A-6AC4-4DD8-A7B3-CD9F6274E7E3}" dt="2025-04-13T14:35:05.078" v="530" actId="20577"/>
          <ac:spMkLst>
            <pc:docMk/>
            <pc:sldMk cId="154851133" sldId="343"/>
            <ac:spMk id="2" creationId="{B63E333A-60DC-8C70-7850-520BCA452070}"/>
          </ac:spMkLst>
        </pc:spChg>
        <pc:spChg chg="del">
          <ac:chgData name="Pi, Yalong" userId="c9a3dc08-26f0-490d-b190-2780270c58e1" providerId="ADAL" clId="{F398E26A-6AC4-4DD8-A7B3-CD9F6274E7E3}" dt="2025-04-13T14:34:59.709" v="524" actId="478"/>
          <ac:spMkLst>
            <pc:docMk/>
            <pc:sldMk cId="154851133" sldId="343"/>
            <ac:spMk id="3" creationId="{28CF6D38-C34E-609D-B077-8B29AFB48ADB}"/>
          </ac:spMkLst>
        </pc:spChg>
        <pc:grpChg chg="mod">
          <ac:chgData name="Pi, Yalong" userId="c9a3dc08-26f0-490d-b190-2780270c58e1" providerId="ADAL" clId="{F398E26A-6AC4-4DD8-A7B3-CD9F6274E7E3}" dt="2025-04-13T21:42:14.927" v="4096"/>
          <ac:grpSpMkLst>
            <pc:docMk/>
            <pc:sldMk cId="154851133" sldId="343"/>
            <ac:grpSpMk id="11" creationId="{2A5C78AF-62A6-BC67-9CE0-A68FCF558ADA}"/>
          </ac:grpSpMkLst>
        </pc:grpChg>
        <pc:picChg chg="add mod">
          <ac:chgData name="Pi, Yalong" userId="c9a3dc08-26f0-490d-b190-2780270c58e1" providerId="ADAL" clId="{F398E26A-6AC4-4DD8-A7B3-CD9F6274E7E3}" dt="2025-04-13T14:35:03.041" v="526" actId="1076"/>
          <ac:picMkLst>
            <pc:docMk/>
            <pc:sldMk cId="154851133" sldId="343"/>
            <ac:picMk id="2050" creationId="{327197EA-7D8B-D8CA-5D52-635020C479C1}"/>
          </ac:picMkLst>
        </pc:picChg>
        <pc:inkChg chg="add mod">
          <ac:chgData name="Pi, Yalong" userId="c9a3dc08-26f0-490d-b190-2780270c58e1" providerId="ADAL" clId="{F398E26A-6AC4-4DD8-A7B3-CD9F6274E7E3}" dt="2025-04-13T21:42:14.927" v="4096"/>
          <ac:inkMkLst>
            <pc:docMk/>
            <pc:sldMk cId="154851133" sldId="343"/>
            <ac:inkMk id="4" creationId="{DD75FE75-EF83-6783-DC20-356FB51E6A12}"/>
          </ac:inkMkLst>
        </pc:inkChg>
        <pc:inkChg chg="add mod">
          <ac:chgData name="Pi, Yalong" userId="c9a3dc08-26f0-490d-b190-2780270c58e1" providerId="ADAL" clId="{F398E26A-6AC4-4DD8-A7B3-CD9F6274E7E3}" dt="2025-04-13T21:42:14.927" v="4096"/>
          <ac:inkMkLst>
            <pc:docMk/>
            <pc:sldMk cId="154851133" sldId="343"/>
            <ac:inkMk id="5" creationId="{4124BEDA-1FA0-5309-2628-30396C7EA463}"/>
          </ac:inkMkLst>
        </pc:inkChg>
        <pc:inkChg chg="add mod">
          <ac:chgData name="Pi, Yalong" userId="c9a3dc08-26f0-490d-b190-2780270c58e1" providerId="ADAL" clId="{F398E26A-6AC4-4DD8-A7B3-CD9F6274E7E3}" dt="2025-04-13T21:42:14.927" v="4096"/>
          <ac:inkMkLst>
            <pc:docMk/>
            <pc:sldMk cId="154851133" sldId="343"/>
            <ac:inkMk id="6" creationId="{F7AD0BDC-1694-B2E0-B551-9927C507D6C5}"/>
          </ac:inkMkLst>
        </pc:inkChg>
        <pc:inkChg chg="add mod">
          <ac:chgData name="Pi, Yalong" userId="c9a3dc08-26f0-490d-b190-2780270c58e1" providerId="ADAL" clId="{F398E26A-6AC4-4DD8-A7B3-CD9F6274E7E3}" dt="2025-04-13T21:42:14.927" v="4096"/>
          <ac:inkMkLst>
            <pc:docMk/>
            <pc:sldMk cId="154851133" sldId="343"/>
            <ac:inkMk id="7" creationId="{1C1465AD-B0C9-E4A8-CFAA-10DE36F7C7C9}"/>
          </ac:inkMkLst>
        </pc:inkChg>
        <pc:inkChg chg="add mod">
          <ac:chgData name="Pi, Yalong" userId="c9a3dc08-26f0-490d-b190-2780270c58e1" providerId="ADAL" clId="{F398E26A-6AC4-4DD8-A7B3-CD9F6274E7E3}" dt="2025-04-13T21:42:14.927" v="4096"/>
          <ac:inkMkLst>
            <pc:docMk/>
            <pc:sldMk cId="154851133" sldId="343"/>
            <ac:inkMk id="8" creationId="{36FC5BF3-1B9E-94C6-5060-AFD7405550C2}"/>
          </ac:inkMkLst>
        </pc:inkChg>
        <pc:inkChg chg="add mod">
          <ac:chgData name="Pi, Yalong" userId="c9a3dc08-26f0-490d-b190-2780270c58e1" providerId="ADAL" clId="{F398E26A-6AC4-4DD8-A7B3-CD9F6274E7E3}" dt="2025-04-13T21:42:14.927" v="4096"/>
          <ac:inkMkLst>
            <pc:docMk/>
            <pc:sldMk cId="154851133" sldId="343"/>
            <ac:inkMk id="9" creationId="{31C3C433-2AA1-F7D2-AC15-2F4E87E2A62A}"/>
          </ac:inkMkLst>
        </pc:inkChg>
        <pc:inkChg chg="add mod">
          <ac:chgData name="Pi, Yalong" userId="c9a3dc08-26f0-490d-b190-2780270c58e1" providerId="ADAL" clId="{F398E26A-6AC4-4DD8-A7B3-CD9F6274E7E3}" dt="2025-04-13T21:42:14.927" v="4096"/>
          <ac:inkMkLst>
            <pc:docMk/>
            <pc:sldMk cId="154851133" sldId="343"/>
            <ac:inkMk id="10" creationId="{B6DDFAC9-7777-F074-3A60-F182B568A08A}"/>
          </ac:inkMkLst>
        </pc:inkChg>
      </pc:sldChg>
      <pc:sldChg chg="addSp delSp modSp new mod">
        <pc:chgData name="Pi, Yalong" userId="c9a3dc08-26f0-490d-b190-2780270c58e1" providerId="ADAL" clId="{F398E26A-6AC4-4DD8-A7B3-CD9F6274E7E3}" dt="2025-04-13T20:39:28.441" v="2984"/>
        <pc:sldMkLst>
          <pc:docMk/>
          <pc:sldMk cId="1793453375" sldId="344"/>
        </pc:sldMkLst>
        <pc:spChg chg="mod">
          <ac:chgData name="Pi, Yalong" userId="c9a3dc08-26f0-490d-b190-2780270c58e1" providerId="ADAL" clId="{F398E26A-6AC4-4DD8-A7B3-CD9F6274E7E3}" dt="2025-04-13T14:48:40.595" v="818" actId="20577"/>
          <ac:spMkLst>
            <pc:docMk/>
            <pc:sldMk cId="1793453375" sldId="344"/>
            <ac:spMk id="2" creationId="{DBD69EC9-AB19-A537-8BBA-ED4E4055C6D5}"/>
          </ac:spMkLst>
        </pc:spChg>
        <pc:spChg chg="mod">
          <ac:chgData name="Pi, Yalong" userId="c9a3dc08-26f0-490d-b190-2780270c58e1" providerId="ADAL" clId="{F398E26A-6AC4-4DD8-A7B3-CD9F6274E7E3}" dt="2025-04-13T14:56:21.489" v="900" actId="20577"/>
          <ac:spMkLst>
            <pc:docMk/>
            <pc:sldMk cId="1793453375" sldId="344"/>
            <ac:spMk id="3" creationId="{7C9D9751-51EB-AA09-AD48-ABD874040C11}"/>
          </ac:spMkLst>
        </pc:spChg>
        <pc:spChg chg="add mod">
          <ac:chgData name="Pi, Yalong" userId="c9a3dc08-26f0-490d-b190-2780270c58e1" providerId="ADAL" clId="{F398E26A-6AC4-4DD8-A7B3-CD9F6274E7E3}" dt="2025-04-13T16:29:04.337" v="1485" actId="20577"/>
          <ac:spMkLst>
            <pc:docMk/>
            <pc:sldMk cId="1793453375" sldId="344"/>
            <ac:spMk id="4" creationId="{6566CFE4-BDEA-BABC-58B9-8C94AD566C84}"/>
          </ac:spMkLst>
        </pc:spChg>
        <pc:grpChg chg="del mod">
          <ac:chgData name="Pi, Yalong" userId="c9a3dc08-26f0-490d-b190-2780270c58e1" providerId="ADAL" clId="{F398E26A-6AC4-4DD8-A7B3-CD9F6274E7E3}" dt="2025-04-13T20:35:26.178" v="2881"/>
          <ac:grpSpMkLst>
            <pc:docMk/>
            <pc:sldMk cId="1793453375" sldId="344"/>
            <ac:grpSpMk id="20" creationId="{A90742DA-1ECF-1E87-B126-D135C6377A14}"/>
          </ac:grpSpMkLst>
        </pc:grpChg>
        <pc:grpChg chg="del mod">
          <ac:chgData name="Pi, Yalong" userId="c9a3dc08-26f0-490d-b190-2780270c58e1" providerId="ADAL" clId="{F398E26A-6AC4-4DD8-A7B3-CD9F6274E7E3}" dt="2025-04-13T20:35:51.500" v="2906"/>
          <ac:grpSpMkLst>
            <pc:docMk/>
            <pc:sldMk cId="1793453375" sldId="344"/>
            <ac:grpSpMk id="24" creationId="{2D17202F-4A4E-273A-35DE-785DA22E0A2E}"/>
          </ac:grpSpMkLst>
        </pc:grpChg>
        <pc:grpChg chg="del mod">
          <ac:chgData name="Pi, Yalong" userId="c9a3dc08-26f0-490d-b190-2780270c58e1" providerId="ADAL" clId="{F398E26A-6AC4-4DD8-A7B3-CD9F6274E7E3}" dt="2025-04-13T20:35:51.498" v="2894"/>
          <ac:grpSpMkLst>
            <pc:docMk/>
            <pc:sldMk cId="1793453375" sldId="344"/>
            <ac:grpSpMk id="29" creationId="{8753AE9B-5056-7739-8A0E-A9E76CB7CCB1}"/>
          </ac:grpSpMkLst>
        </pc:grpChg>
        <pc:grpChg chg="del mod">
          <ac:chgData name="Pi, Yalong" userId="c9a3dc08-26f0-490d-b190-2780270c58e1" providerId="ADAL" clId="{F398E26A-6AC4-4DD8-A7B3-CD9F6274E7E3}" dt="2025-04-13T20:36:07.560" v="2943"/>
          <ac:grpSpMkLst>
            <pc:docMk/>
            <pc:sldMk cId="1793453375" sldId="344"/>
            <ac:grpSpMk id="62" creationId="{DC838551-B360-DCFE-C21F-89CFBA965ACB}"/>
          </ac:grpSpMkLst>
        </pc:grpChg>
        <pc:grpChg chg="del mod">
          <ac:chgData name="Pi, Yalong" userId="c9a3dc08-26f0-490d-b190-2780270c58e1" providerId="ADAL" clId="{F398E26A-6AC4-4DD8-A7B3-CD9F6274E7E3}" dt="2025-04-13T20:36:07.560" v="2943"/>
          <ac:grpSpMkLst>
            <pc:docMk/>
            <pc:sldMk cId="1793453375" sldId="344"/>
            <ac:grpSpMk id="63" creationId="{369F8A02-35DD-9D6E-4223-8BC82E45CC66}"/>
          </ac:grpSpMkLst>
        </pc:grpChg>
        <pc:grpChg chg="add del mod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1793453375" sldId="344"/>
            <ac:grpSpMk id="64" creationId="{63C04D9E-4822-F887-E4C3-4BBCCBF567A9}"/>
          </ac:grpSpMkLst>
        </pc:grpChg>
        <pc:grpChg chg="del mod">
          <ac:chgData name="Pi, Yalong" userId="c9a3dc08-26f0-490d-b190-2780270c58e1" providerId="ADAL" clId="{F398E26A-6AC4-4DD8-A7B3-CD9F6274E7E3}" dt="2025-04-13T20:36:11.590" v="2948"/>
          <ac:grpSpMkLst>
            <pc:docMk/>
            <pc:sldMk cId="1793453375" sldId="344"/>
            <ac:grpSpMk id="67" creationId="{651ADF95-A057-B395-19E1-851EF68938F9}"/>
          </ac:grpSpMkLst>
        </pc:grpChg>
        <pc:grpChg chg="add del mod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1793453375" sldId="344"/>
            <ac:grpSpMk id="72" creationId="{9B01CC36-7EF5-0B79-9692-7BBEBC10CF71}"/>
          </ac:grpSpMkLst>
        </pc:grpChg>
        <pc:grpChg chg="add del mod">
          <ac:chgData name="Pi, Yalong" userId="c9a3dc08-26f0-490d-b190-2780270c58e1" providerId="ADAL" clId="{F398E26A-6AC4-4DD8-A7B3-CD9F6274E7E3}" dt="2025-04-13T20:38:28.380" v="2964" actId="33639"/>
          <ac:grpSpMkLst>
            <pc:docMk/>
            <pc:sldMk cId="1793453375" sldId="344"/>
            <ac:grpSpMk id="73" creationId="{4A5E5E7C-5F81-DF5F-5F64-2C6ED3E07BED}"/>
          </ac:grpSpMkLst>
        </pc:grpChg>
        <pc:grpChg chg="add del mod">
          <ac:chgData name="Pi, Yalong" userId="c9a3dc08-26f0-490d-b190-2780270c58e1" providerId="ADAL" clId="{F398E26A-6AC4-4DD8-A7B3-CD9F6274E7E3}" dt="2025-04-13T20:39:24.213" v="2979"/>
          <ac:grpSpMkLst>
            <pc:docMk/>
            <pc:sldMk cId="1793453375" sldId="344"/>
            <ac:grpSpMk id="87" creationId="{A09D828C-3287-98DC-1C54-DE38C6F7359D}"/>
          </ac:grpSpMkLst>
        </pc:grpChg>
        <pc:grpChg chg="add del mod">
          <ac:chgData name="Pi, Yalong" userId="c9a3dc08-26f0-490d-b190-2780270c58e1" providerId="ADAL" clId="{F398E26A-6AC4-4DD8-A7B3-CD9F6274E7E3}" dt="2025-04-13T20:39:24.213" v="2979"/>
          <ac:grpSpMkLst>
            <pc:docMk/>
            <pc:sldMk cId="1793453375" sldId="344"/>
            <ac:grpSpMk id="88" creationId="{EB6D166D-C231-2BCF-3C17-E9F76B168422}"/>
          </ac:grpSpMkLst>
        </pc:grpChg>
        <pc:grpChg chg="del mod">
          <ac:chgData name="Pi, Yalong" userId="c9a3dc08-26f0-490d-b190-2780270c58e1" providerId="ADAL" clId="{F398E26A-6AC4-4DD8-A7B3-CD9F6274E7E3}" dt="2025-04-13T20:39:24.213" v="2979"/>
          <ac:grpSpMkLst>
            <pc:docMk/>
            <pc:sldMk cId="1793453375" sldId="344"/>
            <ac:grpSpMk id="99" creationId="{4AB08D0B-DBC1-4A0D-60AB-DA5FF1000077}"/>
          </ac:grpSpMkLst>
        </pc:grpChg>
        <pc:grpChg chg="del mod">
          <ac:chgData name="Pi, Yalong" userId="c9a3dc08-26f0-490d-b190-2780270c58e1" providerId="ADAL" clId="{F398E26A-6AC4-4DD8-A7B3-CD9F6274E7E3}" dt="2025-04-13T20:39:24.213" v="2979"/>
          <ac:grpSpMkLst>
            <pc:docMk/>
            <pc:sldMk cId="1793453375" sldId="344"/>
            <ac:grpSpMk id="100" creationId="{2AA624AB-7336-B3B4-84D4-47F1DE4A3DB6}"/>
          </ac:grpSpMkLst>
        </pc:grpChg>
        <pc:grpChg chg="del mod">
          <ac:chgData name="Pi, Yalong" userId="c9a3dc08-26f0-490d-b190-2780270c58e1" providerId="ADAL" clId="{F398E26A-6AC4-4DD8-A7B3-CD9F6274E7E3}" dt="2025-04-13T20:39:24.213" v="2979"/>
          <ac:grpSpMkLst>
            <pc:docMk/>
            <pc:sldMk cId="1793453375" sldId="344"/>
            <ac:grpSpMk id="101" creationId="{DD397650-5D45-4338-DBB4-7AD322CDCEA2}"/>
          </ac:grpSpMkLst>
        </pc:grpChg>
        <pc:grpChg chg="mod">
          <ac:chgData name="Pi, Yalong" userId="c9a3dc08-26f0-490d-b190-2780270c58e1" providerId="ADAL" clId="{F398E26A-6AC4-4DD8-A7B3-CD9F6274E7E3}" dt="2025-04-13T20:39:24.213" v="2979"/>
          <ac:grpSpMkLst>
            <pc:docMk/>
            <pc:sldMk cId="1793453375" sldId="344"/>
            <ac:grpSpMk id="105" creationId="{9C729141-D698-CAE7-CDF7-ECCC90A22A03}"/>
          </ac:grpSpMkLst>
        </pc:grpChg>
        <pc:grpChg chg="mod">
          <ac:chgData name="Pi, Yalong" userId="c9a3dc08-26f0-490d-b190-2780270c58e1" providerId="ADAL" clId="{F398E26A-6AC4-4DD8-A7B3-CD9F6274E7E3}" dt="2025-04-13T20:39:28.441" v="2984"/>
          <ac:grpSpMkLst>
            <pc:docMk/>
            <pc:sldMk cId="1793453375" sldId="344"/>
            <ac:grpSpMk id="110" creationId="{BEF432A5-00A3-E967-9EC0-411D7E755C91}"/>
          </ac:grpSpMkLst>
        </pc:grpChg>
        <pc:inkChg chg="add">
          <ac:chgData name="Pi, Yalong" userId="c9a3dc08-26f0-490d-b190-2780270c58e1" providerId="ADAL" clId="{F398E26A-6AC4-4DD8-A7B3-CD9F6274E7E3}" dt="2025-04-13T20:35:17.019" v="2862" actId="9405"/>
          <ac:inkMkLst>
            <pc:docMk/>
            <pc:sldMk cId="1793453375" sldId="344"/>
            <ac:inkMk id="5" creationId="{1E842513-7A31-6D1E-6033-53C7EAAFD355}"/>
          </ac:inkMkLst>
        </pc:inkChg>
        <pc:inkChg chg="add del mod">
          <ac:chgData name="Pi, Yalong" userId="c9a3dc08-26f0-490d-b190-2780270c58e1" providerId="ADAL" clId="{F398E26A-6AC4-4DD8-A7B3-CD9F6274E7E3}" dt="2025-04-13T20:35:51.500" v="2907"/>
          <ac:inkMkLst>
            <pc:docMk/>
            <pc:sldMk cId="1793453375" sldId="344"/>
            <ac:inkMk id="6" creationId="{5F600704-ED74-4511-92C1-74975DF6CDDC}"/>
          </ac:inkMkLst>
        </pc:inkChg>
        <pc:inkChg chg="add mod">
          <ac:chgData name="Pi, Yalong" userId="c9a3dc08-26f0-490d-b190-2780270c58e1" providerId="ADAL" clId="{F398E26A-6AC4-4DD8-A7B3-CD9F6274E7E3}" dt="2025-04-13T20:35:23.809" v="2877"/>
          <ac:inkMkLst>
            <pc:docMk/>
            <pc:sldMk cId="1793453375" sldId="344"/>
            <ac:inkMk id="7" creationId="{69F68378-F3D9-A6D3-D13F-77686F1E2BBD}"/>
          </ac:inkMkLst>
        </pc:inkChg>
        <pc:inkChg chg="add del mod">
          <ac:chgData name="Pi, Yalong" userId="c9a3dc08-26f0-490d-b190-2780270c58e1" providerId="ADAL" clId="{F398E26A-6AC4-4DD8-A7B3-CD9F6274E7E3}" dt="2025-04-13T20:35:51.500" v="2904"/>
          <ac:inkMkLst>
            <pc:docMk/>
            <pc:sldMk cId="1793453375" sldId="344"/>
            <ac:inkMk id="8" creationId="{6D80F045-7780-63EE-A406-2DF915542303}"/>
          </ac:inkMkLst>
        </pc:inkChg>
        <pc:inkChg chg="add del">
          <ac:chgData name="Pi, Yalong" userId="c9a3dc08-26f0-490d-b190-2780270c58e1" providerId="ADAL" clId="{F398E26A-6AC4-4DD8-A7B3-CD9F6274E7E3}" dt="2025-04-13T20:35:51.499" v="2897"/>
          <ac:inkMkLst>
            <pc:docMk/>
            <pc:sldMk cId="1793453375" sldId="344"/>
            <ac:inkMk id="9" creationId="{45F0B541-7C42-9970-50DE-246A563FA0BF}"/>
          </ac:inkMkLst>
        </pc:inkChg>
        <pc:inkChg chg="add del mod">
          <ac:chgData name="Pi, Yalong" userId="c9a3dc08-26f0-490d-b190-2780270c58e1" providerId="ADAL" clId="{F398E26A-6AC4-4DD8-A7B3-CD9F6274E7E3}" dt="2025-04-13T20:35:51.500" v="2903"/>
          <ac:inkMkLst>
            <pc:docMk/>
            <pc:sldMk cId="1793453375" sldId="344"/>
            <ac:inkMk id="10" creationId="{9B711519-46B9-287D-0242-88495FDDFED5}"/>
          </ac:inkMkLst>
        </pc:inkChg>
        <pc:inkChg chg="add del mod">
          <ac:chgData name="Pi, Yalong" userId="c9a3dc08-26f0-490d-b190-2780270c58e1" providerId="ADAL" clId="{F398E26A-6AC4-4DD8-A7B3-CD9F6274E7E3}" dt="2025-04-13T20:35:51.500" v="2906"/>
          <ac:inkMkLst>
            <pc:docMk/>
            <pc:sldMk cId="1793453375" sldId="344"/>
            <ac:inkMk id="11" creationId="{B2D4453E-632E-58AD-2114-F4CAD9A0F2B2}"/>
          </ac:inkMkLst>
        </pc:inkChg>
        <pc:inkChg chg="add del mod">
          <ac:chgData name="Pi, Yalong" userId="c9a3dc08-26f0-490d-b190-2780270c58e1" providerId="ADAL" clId="{F398E26A-6AC4-4DD8-A7B3-CD9F6274E7E3}" dt="2025-04-13T20:35:51.500" v="2905"/>
          <ac:inkMkLst>
            <pc:docMk/>
            <pc:sldMk cId="1793453375" sldId="344"/>
            <ac:inkMk id="12" creationId="{31A6589D-7BEA-0193-4D35-367503ECCA1D}"/>
          </ac:inkMkLst>
        </pc:inkChg>
        <pc:inkChg chg="add del mod">
          <ac:chgData name="Pi, Yalong" userId="c9a3dc08-26f0-490d-b190-2780270c58e1" providerId="ADAL" clId="{F398E26A-6AC4-4DD8-A7B3-CD9F6274E7E3}" dt="2025-04-13T20:35:51.500" v="2901"/>
          <ac:inkMkLst>
            <pc:docMk/>
            <pc:sldMk cId="1793453375" sldId="344"/>
            <ac:inkMk id="13" creationId="{8DE3D6D0-903B-5A68-640F-E9CB441A2565}"/>
          </ac:inkMkLst>
        </pc:inkChg>
        <pc:inkChg chg="add del mod">
          <ac:chgData name="Pi, Yalong" userId="c9a3dc08-26f0-490d-b190-2780270c58e1" providerId="ADAL" clId="{F398E26A-6AC4-4DD8-A7B3-CD9F6274E7E3}" dt="2025-04-13T20:35:51.498" v="2893"/>
          <ac:inkMkLst>
            <pc:docMk/>
            <pc:sldMk cId="1793453375" sldId="344"/>
            <ac:inkMk id="14" creationId="{FA793DF1-DC8C-4645-A95D-3B2D65EB66EE}"/>
          </ac:inkMkLst>
        </pc:inkChg>
        <pc:inkChg chg="add">
          <ac:chgData name="Pi, Yalong" userId="c9a3dc08-26f0-490d-b190-2780270c58e1" providerId="ADAL" clId="{F398E26A-6AC4-4DD8-A7B3-CD9F6274E7E3}" dt="2025-04-13T20:35:21.598" v="2872" actId="9405"/>
          <ac:inkMkLst>
            <pc:docMk/>
            <pc:sldMk cId="1793453375" sldId="344"/>
            <ac:inkMk id="15" creationId="{C107CAC4-CEC3-DFBC-CEB3-279ED93A92C9}"/>
          </ac:inkMkLst>
        </pc:inkChg>
        <pc:inkChg chg="add del mod">
          <ac:chgData name="Pi, Yalong" userId="c9a3dc08-26f0-490d-b190-2780270c58e1" providerId="ADAL" clId="{F398E26A-6AC4-4DD8-A7B3-CD9F6274E7E3}" dt="2025-04-13T20:35:51.499" v="2899"/>
          <ac:inkMkLst>
            <pc:docMk/>
            <pc:sldMk cId="1793453375" sldId="344"/>
            <ac:inkMk id="16" creationId="{1416F761-68B6-8DA7-835C-76B9DD4A6579}"/>
          </ac:inkMkLst>
        </pc:inkChg>
        <pc:inkChg chg="add del mod">
          <ac:chgData name="Pi, Yalong" userId="c9a3dc08-26f0-490d-b190-2780270c58e1" providerId="ADAL" clId="{F398E26A-6AC4-4DD8-A7B3-CD9F6274E7E3}" dt="2025-04-13T20:35:51.499" v="2896"/>
          <ac:inkMkLst>
            <pc:docMk/>
            <pc:sldMk cId="1793453375" sldId="344"/>
            <ac:inkMk id="17" creationId="{391E3F5A-F597-EA18-CECB-85B6AE1AB1FF}"/>
          </ac:inkMkLst>
        </pc:inkChg>
        <pc:inkChg chg="add mod">
          <ac:chgData name="Pi, Yalong" userId="c9a3dc08-26f0-490d-b190-2780270c58e1" providerId="ADAL" clId="{F398E26A-6AC4-4DD8-A7B3-CD9F6274E7E3}" dt="2025-04-13T20:35:23.809" v="2877"/>
          <ac:inkMkLst>
            <pc:docMk/>
            <pc:sldMk cId="1793453375" sldId="344"/>
            <ac:inkMk id="18" creationId="{E34FA068-6E1E-E425-000A-1CA5244A5545}"/>
          </ac:inkMkLst>
        </pc:inkChg>
        <pc:inkChg chg="add del mod">
          <ac:chgData name="Pi, Yalong" userId="c9a3dc08-26f0-490d-b190-2780270c58e1" providerId="ADAL" clId="{F398E26A-6AC4-4DD8-A7B3-CD9F6274E7E3}" dt="2025-04-13T20:35:51.499" v="2900"/>
          <ac:inkMkLst>
            <pc:docMk/>
            <pc:sldMk cId="1793453375" sldId="344"/>
            <ac:inkMk id="19" creationId="{F41C3BF8-262C-275A-833D-B0D3CBE4A501}"/>
          </ac:inkMkLst>
        </pc:inkChg>
        <pc:inkChg chg="add del mod">
          <ac:chgData name="Pi, Yalong" userId="c9a3dc08-26f0-490d-b190-2780270c58e1" providerId="ADAL" clId="{F398E26A-6AC4-4DD8-A7B3-CD9F6274E7E3}" dt="2025-04-13T20:35:51.498" v="2895"/>
          <ac:inkMkLst>
            <pc:docMk/>
            <pc:sldMk cId="1793453375" sldId="344"/>
            <ac:inkMk id="21" creationId="{37FBE4C6-1FC7-3E3B-E8A1-8B11D52E7CB3}"/>
          </ac:inkMkLst>
        </pc:inkChg>
        <pc:inkChg chg="add del mod">
          <ac:chgData name="Pi, Yalong" userId="c9a3dc08-26f0-490d-b190-2780270c58e1" providerId="ADAL" clId="{F398E26A-6AC4-4DD8-A7B3-CD9F6274E7E3}" dt="2025-04-13T20:35:51.499" v="2898"/>
          <ac:inkMkLst>
            <pc:docMk/>
            <pc:sldMk cId="1793453375" sldId="344"/>
            <ac:inkMk id="22" creationId="{11279D26-58C8-5A62-4198-7025C63370C9}"/>
          </ac:inkMkLst>
        </pc:inkChg>
        <pc:inkChg chg="add del mod">
          <ac:chgData name="Pi, Yalong" userId="c9a3dc08-26f0-490d-b190-2780270c58e1" providerId="ADAL" clId="{F398E26A-6AC4-4DD8-A7B3-CD9F6274E7E3}" dt="2025-04-13T20:35:51.498" v="2892"/>
          <ac:inkMkLst>
            <pc:docMk/>
            <pc:sldMk cId="1793453375" sldId="344"/>
            <ac:inkMk id="23" creationId="{A452EB90-11E0-8D3D-84D0-1212B654CD67}"/>
          </ac:inkMkLst>
        </pc:inkChg>
        <pc:inkChg chg="add del mod">
          <ac:chgData name="Pi, Yalong" userId="c9a3dc08-26f0-490d-b190-2780270c58e1" providerId="ADAL" clId="{F398E26A-6AC4-4DD8-A7B3-CD9F6274E7E3}" dt="2025-04-13T20:35:51.498" v="2890"/>
          <ac:inkMkLst>
            <pc:docMk/>
            <pc:sldMk cId="1793453375" sldId="344"/>
            <ac:inkMk id="25" creationId="{A02C6580-F5FE-655A-83FE-BF1B2C701A48}"/>
          </ac:inkMkLst>
        </pc:inkChg>
        <pc:inkChg chg="add del mod">
          <ac:chgData name="Pi, Yalong" userId="c9a3dc08-26f0-490d-b190-2780270c58e1" providerId="ADAL" clId="{F398E26A-6AC4-4DD8-A7B3-CD9F6274E7E3}" dt="2025-04-13T20:35:51.500" v="2902"/>
          <ac:inkMkLst>
            <pc:docMk/>
            <pc:sldMk cId="1793453375" sldId="344"/>
            <ac:inkMk id="26" creationId="{B557B171-0964-6246-F56D-A6C72D687CFF}"/>
          </ac:inkMkLst>
        </pc:inkChg>
        <pc:inkChg chg="add del mod">
          <ac:chgData name="Pi, Yalong" userId="c9a3dc08-26f0-490d-b190-2780270c58e1" providerId="ADAL" clId="{F398E26A-6AC4-4DD8-A7B3-CD9F6274E7E3}" dt="2025-04-13T20:35:51.498" v="2894"/>
          <ac:inkMkLst>
            <pc:docMk/>
            <pc:sldMk cId="1793453375" sldId="344"/>
            <ac:inkMk id="27" creationId="{89D96941-407F-3C66-0326-7BC042D8BFF0}"/>
          </ac:inkMkLst>
        </pc:inkChg>
        <pc:inkChg chg="add del mod">
          <ac:chgData name="Pi, Yalong" userId="c9a3dc08-26f0-490d-b190-2780270c58e1" providerId="ADAL" clId="{F398E26A-6AC4-4DD8-A7B3-CD9F6274E7E3}" dt="2025-04-13T20:35:51.497" v="2889"/>
          <ac:inkMkLst>
            <pc:docMk/>
            <pc:sldMk cId="1793453375" sldId="344"/>
            <ac:inkMk id="28" creationId="{CDC2733B-97EA-907B-98DA-1A99AA3233F0}"/>
          </ac:inkMkLst>
        </pc:inkChg>
        <pc:inkChg chg="add">
          <ac:chgData name="Pi, Yalong" userId="c9a3dc08-26f0-490d-b190-2780270c58e1" providerId="ADAL" clId="{F398E26A-6AC4-4DD8-A7B3-CD9F6274E7E3}" dt="2025-04-13T20:35:54.259" v="2908" actId="9405"/>
          <ac:inkMkLst>
            <pc:docMk/>
            <pc:sldMk cId="1793453375" sldId="344"/>
            <ac:inkMk id="30" creationId="{9D4C6DEF-40E0-E573-2334-A5726A69900E}"/>
          </ac:inkMkLst>
        </pc:inkChg>
        <pc:inkChg chg="add">
          <ac:chgData name="Pi, Yalong" userId="c9a3dc08-26f0-490d-b190-2780270c58e1" providerId="ADAL" clId="{F398E26A-6AC4-4DD8-A7B3-CD9F6274E7E3}" dt="2025-04-13T20:35:54.432" v="2909" actId="9405"/>
          <ac:inkMkLst>
            <pc:docMk/>
            <pc:sldMk cId="1793453375" sldId="344"/>
            <ac:inkMk id="31" creationId="{826F3ECA-3F65-84F4-C5DF-0917CEB60859}"/>
          </ac:inkMkLst>
        </pc:inkChg>
        <pc:inkChg chg="add">
          <ac:chgData name="Pi, Yalong" userId="c9a3dc08-26f0-490d-b190-2780270c58e1" providerId="ADAL" clId="{F398E26A-6AC4-4DD8-A7B3-CD9F6274E7E3}" dt="2025-04-13T20:35:54.724" v="2910" actId="9405"/>
          <ac:inkMkLst>
            <pc:docMk/>
            <pc:sldMk cId="1793453375" sldId="344"/>
            <ac:inkMk id="32" creationId="{C29E78DE-AE8A-D07B-E01F-298DE179B470}"/>
          </ac:inkMkLst>
        </pc:inkChg>
        <pc:inkChg chg="add">
          <ac:chgData name="Pi, Yalong" userId="c9a3dc08-26f0-490d-b190-2780270c58e1" providerId="ADAL" clId="{F398E26A-6AC4-4DD8-A7B3-CD9F6274E7E3}" dt="2025-04-13T20:35:54.944" v="2911" actId="9405"/>
          <ac:inkMkLst>
            <pc:docMk/>
            <pc:sldMk cId="1793453375" sldId="344"/>
            <ac:inkMk id="33" creationId="{B6121722-8D1A-6330-F6D8-553A5DFF453E}"/>
          </ac:inkMkLst>
        </pc:inkChg>
        <pc:inkChg chg="add mod">
          <ac:chgData name="Pi, Yalong" userId="c9a3dc08-26f0-490d-b190-2780270c58e1" providerId="ADAL" clId="{F398E26A-6AC4-4DD8-A7B3-CD9F6274E7E3}" dt="2025-04-13T20:36:05.789" v="2940"/>
          <ac:inkMkLst>
            <pc:docMk/>
            <pc:sldMk cId="1793453375" sldId="344"/>
            <ac:inkMk id="34" creationId="{F5C90C09-245F-AC81-4139-2E919266FD48}"/>
          </ac:inkMkLst>
        </pc:inkChg>
        <pc:inkChg chg="add">
          <ac:chgData name="Pi, Yalong" userId="c9a3dc08-26f0-490d-b190-2780270c58e1" providerId="ADAL" clId="{F398E26A-6AC4-4DD8-A7B3-CD9F6274E7E3}" dt="2025-04-13T20:35:55.718" v="2913" actId="9405"/>
          <ac:inkMkLst>
            <pc:docMk/>
            <pc:sldMk cId="1793453375" sldId="344"/>
            <ac:inkMk id="35" creationId="{BCA8403C-539F-D286-3902-295329D6B6B2}"/>
          </ac:inkMkLst>
        </pc:inkChg>
        <pc:inkChg chg="add mod">
          <ac:chgData name="Pi, Yalong" userId="c9a3dc08-26f0-490d-b190-2780270c58e1" providerId="ADAL" clId="{F398E26A-6AC4-4DD8-A7B3-CD9F6274E7E3}" dt="2025-04-13T20:36:05.789" v="2940"/>
          <ac:inkMkLst>
            <pc:docMk/>
            <pc:sldMk cId="1793453375" sldId="344"/>
            <ac:inkMk id="36" creationId="{1FFED815-4F00-F92C-9A89-E4D0DEBD1CEE}"/>
          </ac:inkMkLst>
        </pc:inkChg>
        <pc:inkChg chg="add">
          <ac:chgData name="Pi, Yalong" userId="c9a3dc08-26f0-490d-b190-2780270c58e1" providerId="ADAL" clId="{F398E26A-6AC4-4DD8-A7B3-CD9F6274E7E3}" dt="2025-04-13T20:35:56.139" v="2915" actId="9405"/>
          <ac:inkMkLst>
            <pc:docMk/>
            <pc:sldMk cId="1793453375" sldId="344"/>
            <ac:inkMk id="37" creationId="{01F24A59-86AD-05DA-47BC-75BA19F7059C}"/>
          </ac:inkMkLst>
        </pc:inkChg>
        <pc:inkChg chg="add">
          <ac:chgData name="Pi, Yalong" userId="c9a3dc08-26f0-490d-b190-2780270c58e1" providerId="ADAL" clId="{F398E26A-6AC4-4DD8-A7B3-CD9F6274E7E3}" dt="2025-04-13T20:35:56.826" v="2916" actId="9405"/>
          <ac:inkMkLst>
            <pc:docMk/>
            <pc:sldMk cId="1793453375" sldId="344"/>
            <ac:inkMk id="38" creationId="{8283881A-A71E-CAC6-BABA-AAD6C1580FB2}"/>
          </ac:inkMkLst>
        </pc:inkChg>
        <pc:inkChg chg="add">
          <ac:chgData name="Pi, Yalong" userId="c9a3dc08-26f0-490d-b190-2780270c58e1" providerId="ADAL" clId="{F398E26A-6AC4-4DD8-A7B3-CD9F6274E7E3}" dt="2025-04-13T20:35:57.354" v="2917" actId="9405"/>
          <ac:inkMkLst>
            <pc:docMk/>
            <pc:sldMk cId="1793453375" sldId="344"/>
            <ac:inkMk id="39" creationId="{4454DAA3-E52B-331F-629A-E7B64E24EC4A}"/>
          </ac:inkMkLst>
        </pc:inkChg>
        <pc:inkChg chg="add mod">
          <ac:chgData name="Pi, Yalong" userId="c9a3dc08-26f0-490d-b190-2780270c58e1" providerId="ADAL" clId="{F398E26A-6AC4-4DD8-A7B3-CD9F6274E7E3}" dt="2025-04-13T20:36:05.789" v="2940"/>
          <ac:inkMkLst>
            <pc:docMk/>
            <pc:sldMk cId="1793453375" sldId="344"/>
            <ac:inkMk id="40" creationId="{314F45F3-BF99-C055-B7F0-12BFB06C2B9B}"/>
          </ac:inkMkLst>
        </pc:inkChg>
        <pc:inkChg chg="add">
          <ac:chgData name="Pi, Yalong" userId="c9a3dc08-26f0-490d-b190-2780270c58e1" providerId="ADAL" clId="{F398E26A-6AC4-4DD8-A7B3-CD9F6274E7E3}" dt="2025-04-13T20:35:58.473" v="2919" actId="9405"/>
          <ac:inkMkLst>
            <pc:docMk/>
            <pc:sldMk cId="1793453375" sldId="344"/>
            <ac:inkMk id="41" creationId="{E74D5D77-FD4E-F53C-6A45-1340709E81A7}"/>
          </ac:inkMkLst>
        </pc:inkChg>
        <pc:inkChg chg="add del">
          <ac:chgData name="Pi, Yalong" userId="c9a3dc08-26f0-490d-b190-2780270c58e1" providerId="ADAL" clId="{F398E26A-6AC4-4DD8-A7B3-CD9F6274E7E3}" dt="2025-04-13T20:38:28.380" v="2964" actId="33639"/>
          <ac:inkMkLst>
            <pc:docMk/>
            <pc:sldMk cId="1793453375" sldId="344"/>
            <ac:inkMk id="42" creationId="{A5CA20EB-9E13-4CB3-630E-17D2ED00FEB8}"/>
          </ac:inkMkLst>
        </pc:inkChg>
        <pc:inkChg chg="add">
          <ac:chgData name="Pi, Yalong" userId="c9a3dc08-26f0-490d-b190-2780270c58e1" providerId="ADAL" clId="{F398E26A-6AC4-4DD8-A7B3-CD9F6274E7E3}" dt="2025-04-13T20:35:58.990" v="2921" actId="9405"/>
          <ac:inkMkLst>
            <pc:docMk/>
            <pc:sldMk cId="1793453375" sldId="344"/>
            <ac:inkMk id="43" creationId="{1D40FDE1-F165-F829-A676-B7086E3003A3}"/>
          </ac:inkMkLst>
        </pc:inkChg>
        <pc:inkChg chg="add">
          <ac:chgData name="Pi, Yalong" userId="c9a3dc08-26f0-490d-b190-2780270c58e1" providerId="ADAL" clId="{F398E26A-6AC4-4DD8-A7B3-CD9F6274E7E3}" dt="2025-04-13T20:35:59.254" v="2922" actId="9405"/>
          <ac:inkMkLst>
            <pc:docMk/>
            <pc:sldMk cId="1793453375" sldId="344"/>
            <ac:inkMk id="44" creationId="{8D09BCE6-E4DD-BC44-1E06-FD372BEAB281}"/>
          </ac:inkMkLst>
        </pc:inkChg>
        <pc:inkChg chg="add">
          <ac:chgData name="Pi, Yalong" userId="c9a3dc08-26f0-490d-b190-2780270c58e1" providerId="ADAL" clId="{F398E26A-6AC4-4DD8-A7B3-CD9F6274E7E3}" dt="2025-04-13T20:35:59.860" v="2923" actId="9405"/>
          <ac:inkMkLst>
            <pc:docMk/>
            <pc:sldMk cId="1793453375" sldId="344"/>
            <ac:inkMk id="45" creationId="{F5B846C8-2D09-57C8-90C2-A804B79A910A}"/>
          </ac:inkMkLst>
        </pc:inkChg>
        <pc:inkChg chg="add mod">
          <ac:chgData name="Pi, Yalong" userId="c9a3dc08-26f0-490d-b190-2780270c58e1" providerId="ADAL" clId="{F398E26A-6AC4-4DD8-A7B3-CD9F6274E7E3}" dt="2025-04-13T20:36:07.560" v="2943"/>
          <ac:inkMkLst>
            <pc:docMk/>
            <pc:sldMk cId="1793453375" sldId="344"/>
            <ac:inkMk id="46" creationId="{1B7407A0-9ED1-34FD-EAD0-4362CCAB092D}"/>
          </ac:inkMkLst>
        </pc:inkChg>
        <pc:inkChg chg="add">
          <ac:chgData name="Pi, Yalong" userId="c9a3dc08-26f0-490d-b190-2780270c58e1" providerId="ADAL" clId="{F398E26A-6AC4-4DD8-A7B3-CD9F6274E7E3}" dt="2025-04-13T20:36:00.848" v="2925" actId="9405"/>
          <ac:inkMkLst>
            <pc:docMk/>
            <pc:sldMk cId="1793453375" sldId="344"/>
            <ac:inkMk id="47" creationId="{4B52E7C2-2376-DB10-E7F2-BCE2998C4304}"/>
          </ac:inkMkLst>
        </pc:inkChg>
        <pc:inkChg chg="add mod">
          <ac:chgData name="Pi, Yalong" userId="c9a3dc08-26f0-490d-b190-2780270c58e1" providerId="ADAL" clId="{F398E26A-6AC4-4DD8-A7B3-CD9F6274E7E3}" dt="2025-04-13T20:36:07.560" v="2943"/>
          <ac:inkMkLst>
            <pc:docMk/>
            <pc:sldMk cId="1793453375" sldId="344"/>
            <ac:inkMk id="48" creationId="{FA0347C9-94D3-F98F-E9C8-4EE1EF6F6952}"/>
          </ac:inkMkLst>
        </pc:inkChg>
        <pc:inkChg chg="add">
          <ac:chgData name="Pi, Yalong" userId="c9a3dc08-26f0-490d-b190-2780270c58e1" providerId="ADAL" clId="{F398E26A-6AC4-4DD8-A7B3-CD9F6274E7E3}" dt="2025-04-13T20:36:01.222" v="2927" actId="9405"/>
          <ac:inkMkLst>
            <pc:docMk/>
            <pc:sldMk cId="1793453375" sldId="344"/>
            <ac:inkMk id="49" creationId="{EC1C6730-32EA-10E3-DBCB-DE371137099E}"/>
          </ac:inkMkLst>
        </pc:inkChg>
        <pc:inkChg chg="add mod">
          <ac:chgData name="Pi, Yalong" userId="c9a3dc08-26f0-490d-b190-2780270c58e1" providerId="ADAL" clId="{F398E26A-6AC4-4DD8-A7B3-CD9F6274E7E3}" dt="2025-04-13T20:36:11.590" v="2948"/>
          <ac:inkMkLst>
            <pc:docMk/>
            <pc:sldMk cId="1793453375" sldId="344"/>
            <ac:inkMk id="50" creationId="{5671BFF4-97B9-5A0A-3A23-86C81968368B}"/>
          </ac:inkMkLst>
        </pc:inkChg>
        <pc:inkChg chg="add">
          <ac:chgData name="Pi, Yalong" userId="c9a3dc08-26f0-490d-b190-2780270c58e1" providerId="ADAL" clId="{F398E26A-6AC4-4DD8-A7B3-CD9F6274E7E3}" dt="2025-04-13T20:36:01.725" v="2929" actId="9405"/>
          <ac:inkMkLst>
            <pc:docMk/>
            <pc:sldMk cId="1793453375" sldId="344"/>
            <ac:inkMk id="51" creationId="{282D217E-E299-7B91-48BD-548CC238B0F0}"/>
          </ac:inkMkLst>
        </pc:inkChg>
        <pc:inkChg chg="add mod">
          <ac:chgData name="Pi, Yalong" userId="c9a3dc08-26f0-490d-b190-2780270c58e1" providerId="ADAL" clId="{F398E26A-6AC4-4DD8-A7B3-CD9F6274E7E3}" dt="2025-04-13T20:36:11.590" v="2948"/>
          <ac:inkMkLst>
            <pc:docMk/>
            <pc:sldMk cId="1793453375" sldId="344"/>
            <ac:inkMk id="52" creationId="{0FDA9D91-F550-24FF-5099-0DF4F8398AD7}"/>
          </ac:inkMkLst>
        </pc:inkChg>
        <pc:inkChg chg="add">
          <ac:chgData name="Pi, Yalong" userId="c9a3dc08-26f0-490d-b190-2780270c58e1" providerId="ADAL" clId="{F398E26A-6AC4-4DD8-A7B3-CD9F6274E7E3}" dt="2025-04-13T20:36:02.243" v="2931" actId="9405"/>
          <ac:inkMkLst>
            <pc:docMk/>
            <pc:sldMk cId="1793453375" sldId="344"/>
            <ac:inkMk id="53" creationId="{9ED0026F-4D3F-C4AD-6E36-459EB4135665}"/>
          </ac:inkMkLst>
        </pc:inkChg>
        <pc:inkChg chg="add">
          <ac:chgData name="Pi, Yalong" userId="c9a3dc08-26f0-490d-b190-2780270c58e1" providerId="ADAL" clId="{F398E26A-6AC4-4DD8-A7B3-CD9F6274E7E3}" dt="2025-04-13T20:36:02.494" v="2932" actId="9405"/>
          <ac:inkMkLst>
            <pc:docMk/>
            <pc:sldMk cId="1793453375" sldId="344"/>
            <ac:inkMk id="54" creationId="{928AAB66-2002-BF61-360B-0403BCB3E890}"/>
          </ac:inkMkLst>
        </pc:inkChg>
        <pc:inkChg chg="add mod">
          <ac:chgData name="Pi, Yalong" userId="c9a3dc08-26f0-490d-b190-2780270c58e1" providerId="ADAL" clId="{F398E26A-6AC4-4DD8-A7B3-CD9F6274E7E3}" dt="2025-04-13T20:36:07.560" v="2943"/>
          <ac:inkMkLst>
            <pc:docMk/>
            <pc:sldMk cId="1793453375" sldId="344"/>
            <ac:inkMk id="55" creationId="{96745278-3DE5-7C50-CD60-A114EB25675D}"/>
          </ac:inkMkLst>
        </pc:inkChg>
        <pc:inkChg chg="add">
          <ac:chgData name="Pi, Yalong" userId="c9a3dc08-26f0-490d-b190-2780270c58e1" providerId="ADAL" clId="{F398E26A-6AC4-4DD8-A7B3-CD9F6274E7E3}" dt="2025-04-13T20:36:03.219" v="2934" actId="9405"/>
          <ac:inkMkLst>
            <pc:docMk/>
            <pc:sldMk cId="1793453375" sldId="344"/>
            <ac:inkMk id="56" creationId="{3BF49094-4C86-E036-F212-4A0A629B397E}"/>
          </ac:inkMkLst>
        </pc:inkChg>
        <pc:inkChg chg="add mod">
          <ac:chgData name="Pi, Yalong" userId="c9a3dc08-26f0-490d-b190-2780270c58e1" providerId="ADAL" clId="{F398E26A-6AC4-4DD8-A7B3-CD9F6274E7E3}" dt="2025-04-13T20:36:11.590" v="2948"/>
          <ac:inkMkLst>
            <pc:docMk/>
            <pc:sldMk cId="1793453375" sldId="344"/>
            <ac:inkMk id="57" creationId="{5045E69A-ABAA-F10E-2911-908487BFA218}"/>
          </ac:inkMkLst>
        </pc:inkChg>
        <pc:inkChg chg="add mod">
          <ac:chgData name="Pi, Yalong" userId="c9a3dc08-26f0-490d-b190-2780270c58e1" providerId="ADAL" clId="{F398E26A-6AC4-4DD8-A7B3-CD9F6274E7E3}" dt="2025-04-13T20:36:11.590" v="2948"/>
          <ac:inkMkLst>
            <pc:docMk/>
            <pc:sldMk cId="1793453375" sldId="344"/>
            <ac:inkMk id="58" creationId="{8B35D1D9-09C2-6A6C-6F2B-D9004D3FB6D5}"/>
          </ac:inkMkLst>
        </pc:inkChg>
        <pc:inkChg chg="add del mod">
          <ac:chgData name="Pi, Yalong" userId="c9a3dc08-26f0-490d-b190-2780270c58e1" providerId="ADAL" clId="{F398E26A-6AC4-4DD8-A7B3-CD9F6274E7E3}" dt="2025-04-13T20:38:28.380" v="2964" actId="33639"/>
          <ac:inkMkLst>
            <pc:docMk/>
            <pc:sldMk cId="1793453375" sldId="344"/>
            <ac:inkMk id="59" creationId="{C0462BA2-8EBD-600D-8FAB-F2428699BF72}"/>
          </ac:inkMkLst>
        </pc:inkChg>
        <pc:inkChg chg="add">
          <ac:chgData name="Pi, Yalong" userId="c9a3dc08-26f0-490d-b190-2780270c58e1" providerId="ADAL" clId="{F398E26A-6AC4-4DD8-A7B3-CD9F6274E7E3}" dt="2025-04-13T20:36:04.636" v="2938" actId="9405"/>
          <ac:inkMkLst>
            <pc:docMk/>
            <pc:sldMk cId="1793453375" sldId="344"/>
            <ac:inkMk id="60" creationId="{995ED663-CF43-A4A7-BA5B-193809160883}"/>
          </ac:inkMkLst>
        </pc:inkChg>
        <pc:inkChg chg="add">
          <ac:chgData name="Pi, Yalong" userId="c9a3dc08-26f0-490d-b190-2780270c58e1" providerId="ADAL" clId="{F398E26A-6AC4-4DD8-A7B3-CD9F6274E7E3}" dt="2025-04-13T20:36:04.807" v="2939" actId="9405"/>
          <ac:inkMkLst>
            <pc:docMk/>
            <pc:sldMk cId="1793453375" sldId="344"/>
            <ac:inkMk id="61" creationId="{99D50CE9-9610-4C12-0F35-B93FB17EB006}"/>
          </ac:inkMkLst>
        </pc:inkChg>
        <pc:inkChg chg="add mod">
          <ac:chgData name="Pi, Yalong" userId="c9a3dc08-26f0-490d-b190-2780270c58e1" providerId="ADAL" clId="{F398E26A-6AC4-4DD8-A7B3-CD9F6274E7E3}" dt="2025-04-13T20:36:11.590" v="2948"/>
          <ac:inkMkLst>
            <pc:docMk/>
            <pc:sldMk cId="1793453375" sldId="344"/>
            <ac:inkMk id="65" creationId="{DB92915E-A9BA-DB47-35B0-80E4E0BB6983}"/>
          </ac:inkMkLst>
        </pc:inkChg>
        <pc:inkChg chg="add mod">
          <ac:chgData name="Pi, Yalong" userId="c9a3dc08-26f0-490d-b190-2780270c58e1" providerId="ADAL" clId="{F398E26A-6AC4-4DD8-A7B3-CD9F6274E7E3}" dt="2025-04-13T20:36:07.560" v="2943"/>
          <ac:inkMkLst>
            <pc:docMk/>
            <pc:sldMk cId="1793453375" sldId="344"/>
            <ac:inkMk id="66" creationId="{C0C0ADC4-EE40-D730-402D-A065B11FAEFB}"/>
          </ac:inkMkLst>
        </pc:inkChg>
        <pc:inkChg chg="add">
          <ac:chgData name="Pi, Yalong" userId="c9a3dc08-26f0-490d-b190-2780270c58e1" providerId="ADAL" clId="{F398E26A-6AC4-4DD8-A7B3-CD9F6274E7E3}" dt="2025-04-13T20:36:08.656" v="2944" actId="9405"/>
          <ac:inkMkLst>
            <pc:docMk/>
            <pc:sldMk cId="1793453375" sldId="344"/>
            <ac:inkMk id="68" creationId="{CAFB217F-6D74-2EA0-4D2A-6073CCA585DC}"/>
          </ac:inkMkLst>
        </pc:inkChg>
        <pc:inkChg chg="add mod">
          <ac:chgData name="Pi, Yalong" userId="c9a3dc08-26f0-490d-b190-2780270c58e1" providerId="ADAL" clId="{F398E26A-6AC4-4DD8-A7B3-CD9F6274E7E3}" dt="2025-04-13T20:36:11.590" v="2948"/>
          <ac:inkMkLst>
            <pc:docMk/>
            <pc:sldMk cId="1793453375" sldId="344"/>
            <ac:inkMk id="69" creationId="{104D6238-B938-F722-17ED-E6C1D8529801}"/>
          </ac:inkMkLst>
        </pc:inkChg>
        <pc:inkChg chg="add del topLvl">
          <ac:chgData name="Pi, Yalong" userId="c9a3dc08-26f0-490d-b190-2780270c58e1" providerId="ADAL" clId="{F398E26A-6AC4-4DD8-A7B3-CD9F6274E7E3}" dt="2025-04-13T20:38:28.380" v="2964" actId="33639"/>
          <ac:inkMkLst>
            <pc:docMk/>
            <pc:sldMk cId="1793453375" sldId="344"/>
            <ac:inkMk id="70" creationId="{BF9C6A00-745E-92C7-7B86-8D39B5280FA7}"/>
          </ac:inkMkLst>
        </pc:inkChg>
        <pc:inkChg chg="add">
          <ac:chgData name="Pi, Yalong" userId="c9a3dc08-26f0-490d-b190-2780270c58e1" providerId="ADAL" clId="{F398E26A-6AC4-4DD8-A7B3-CD9F6274E7E3}" dt="2025-04-13T20:36:10.705" v="2947" actId="9405"/>
          <ac:inkMkLst>
            <pc:docMk/>
            <pc:sldMk cId="1793453375" sldId="344"/>
            <ac:inkMk id="71" creationId="{F479B639-DDD3-2FE8-09E9-2D7085DD01D5}"/>
          </ac:inkMkLst>
        </pc:inkChg>
        <pc:inkChg chg="add">
          <ac:chgData name="Pi, Yalong" userId="c9a3dc08-26f0-490d-b190-2780270c58e1" providerId="ADAL" clId="{F398E26A-6AC4-4DD8-A7B3-CD9F6274E7E3}" dt="2025-04-13T20:36:12.516" v="2949" actId="9405"/>
          <ac:inkMkLst>
            <pc:docMk/>
            <pc:sldMk cId="1793453375" sldId="344"/>
            <ac:inkMk id="74" creationId="{5C59D25A-39AC-A48E-F9A1-3530183AAC3C}"/>
          </ac:inkMkLst>
        </pc:inkChg>
        <pc:inkChg chg="add">
          <ac:chgData name="Pi, Yalong" userId="c9a3dc08-26f0-490d-b190-2780270c58e1" providerId="ADAL" clId="{F398E26A-6AC4-4DD8-A7B3-CD9F6274E7E3}" dt="2025-04-13T20:36:15.293" v="2950" actId="9405"/>
          <ac:inkMkLst>
            <pc:docMk/>
            <pc:sldMk cId="1793453375" sldId="344"/>
            <ac:inkMk id="75" creationId="{14E29C06-399D-DB2E-6B4B-7701BC7F584A}"/>
          </ac:inkMkLst>
        </pc:inkChg>
        <pc:inkChg chg="add mod">
          <ac:chgData name="Pi, Yalong" userId="c9a3dc08-26f0-490d-b190-2780270c58e1" providerId="ADAL" clId="{F398E26A-6AC4-4DD8-A7B3-CD9F6274E7E3}" dt="2025-04-13T20:39:24.213" v="2979"/>
          <ac:inkMkLst>
            <pc:docMk/>
            <pc:sldMk cId="1793453375" sldId="344"/>
            <ac:inkMk id="76" creationId="{1C1EAA35-4730-1B4D-23AD-1EC3B70B433C}"/>
          </ac:inkMkLst>
        </pc:inkChg>
        <pc:inkChg chg="add mod">
          <ac:chgData name="Pi, Yalong" userId="c9a3dc08-26f0-490d-b190-2780270c58e1" providerId="ADAL" clId="{F398E26A-6AC4-4DD8-A7B3-CD9F6274E7E3}" dt="2025-04-13T20:36:20.334" v="2962"/>
          <ac:inkMkLst>
            <pc:docMk/>
            <pc:sldMk cId="1793453375" sldId="344"/>
            <ac:inkMk id="77" creationId="{2DBC04E7-F611-C642-FA65-620E74EC0C01}"/>
          </ac:inkMkLst>
        </pc:inkChg>
        <pc:inkChg chg="add mod">
          <ac:chgData name="Pi, Yalong" userId="c9a3dc08-26f0-490d-b190-2780270c58e1" providerId="ADAL" clId="{F398E26A-6AC4-4DD8-A7B3-CD9F6274E7E3}" dt="2025-04-13T20:36:20.334" v="2962"/>
          <ac:inkMkLst>
            <pc:docMk/>
            <pc:sldMk cId="1793453375" sldId="344"/>
            <ac:inkMk id="78" creationId="{238915CF-1C78-428E-D40A-6A082E6E981E}"/>
          </ac:inkMkLst>
        </pc:inkChg>
        <pc:inkChg chg="add del mod topLvl">
          <ac:chgData name="Pi, Yalong" userId="c9a3dc08-26f0-490d-b190-2780270c58e1" providerId="ADAL" clId="{F398E26A-6AC4-4DD8-A7B3-CD9F6274E7E3}" dt="2025-04-13T20:38:28.380" v="2964" actId="33639"/>
          <ac:inkMkLst>
            <pc:docMk/>
            <pc:sldMk cId="1793453375" sldId="344"/>
            <ac:inkMk id="79" creationId="{F6BA09D3-730F-9313-11EE-E840C3AA71DA}"/>
          </ac:inkMkLst>
        </pc:inkChg>
        <pc:inkChg chg="add mod">
          <ac:chgData name="Pi, Yalong" userId="c9a3dc08-26f0-490d-b190-2780270c58e1" providerId="ADAL" clId="{F398E26A-6AC4-4DD8-A7B3-CD9F6274E7E3}" dt="2025-04-13T20:36:20.334" v="2962"/>
          <ac:inkMkLst>
            <pc:docMk/>
            <pc:sldMk cId="1793453375" sldId="344"/>
            <ac:inkMk id="80" creationId="{CBC9455D-91E5-84EE-E05A-3D825BAEA76D}"/>
          </ac:inkMkLst>
        </pc:inkChg>
        <pc:inkChg chg="add mod">
          <ac:chgData name="Pi, Yalong" userId="c9a3dc08-26f0-490d-b190-2780270c58e1" providerId="ADAL" clId="{F398E26A-6AC4-4DD8-A7B3-CD9F6274E7E3}" dt="2025-04-13T20:39:24.213" v="2979"/>
          <ac:inkMkLst>
            <pc:docMk/>
            <pc:sldMk cId="1793453375" sldId="344"/>
            <ac:inkMk id="81" creationId="{4477FF78-636C-07E7-9D0F-54BF3620AADF}"/>
          </ac:inkMkLst>
        </pc:inkChg>
        <pc:inkChg chg="add mod">
          <ac:chgData name="Pi, Yalong" userId="c9a3dc08-26f0-490d-b190-2780270c58e1" providerId="ADAL" clId="{F398E26A-6AC4-4DD8-A7B3-CD9F6274E7E3}" dt="2025-04-13T20:36:20.334" v="2962"/>
          <ac:inkMkLst>
            <pc:docMk/>
            <pc:sldMk cId="1793453375" sldId="344"/>
            <ac:inkMk id="82" creationId="{0824F6E9-7D41-D2A7-4127-60BCB8C1D0C1}"/>
          </ac:inkMkLst>
        </pc:inkChg>
        <pc:inkChg chg="add">
          <ac:chgData name="Pi, Yalong" userId="c9a3dc08-26f0-490d-b190-2780270c58e1" providerId="ADAL" clId="{F398E26A-6AC4-4DD8-A7B3-CD9F6274E7E3}" dt="2025-04-13T20:36:18.404" v="2958" actId="9405"/>
          <ac:inkMkLst>
            <pc:docMk/>
            <pc:sldMk cId="1793453375" sldId="344"/>
            <ac:inkMk id="83" creationId="{3C76BAAB-021C-C0B2-FC05-754769A32F4F}"/>
          </ac:inkMkLst>
        </pc:inkChg>
        <pc:inkChg chg="add del mod">
          <ac:chgData name="Pi, Yalong" userId="c9a3dc08-26f0-490d-b190-2780270c58e1" providerId="ADAL" clId="{F398E26A-6AC4-4DD8-A7B3-CD9F6274E7E3}" dt="2025-04-13T20:38:28.380" v="2964" actId="33639"/>
          <ac:inkMkLst>
            <pc:docMk/>
            <pc:sldMk cId="1793453375" sldId="344"/>
            <ac:inkMk id="84" creationId="{C3784C01-050E-39CA-AAC0-E1C0C0B1090F}"/>
          </ac:inkMkLst>
        </pc:inkChg>
        <pc:inkChg chg="add mod">
          <ac:chgData name="Pi, Yalong" userId="c9a3dc08-26f0-490d-b190-2780270c58e1" providerId="ADAL" clId="{F398E26A-6AC4-4DD8-A7B3-CD9F6274E7E3}" dt="2025-04-13T20:36:20.334" v="2962"/>
          <ac:inkMkLst>
            <pc:docMk/>
            <pc:sldMk cId="1793453375" sldId="344"/>
            <ac:inkMk id="85" creationId="{980324BB-1109-AE1E-EE4F-22CFA8C5EAB6}"/>
          </ac:inkMkLst>
        </pc:inkChg>
        <pc:inkChg chg="add">
          <ac:chgData name="Pi, Yalong" userId="c9a3dc08-26f0-490d-b190-2780270c58e1" providerId="ADAL" clId="{F398E26A-6AC4-4DD8-A7B3-CD9F6274E7E3}" dt="2025-04-13T20:36:19.751" v="2961" actId="9405"/>
          <ac:inkMkLst>
            <pc:docMk/>
            <pc:sldMk cId="1793453375" sldId="344"/>
            <ac:inkMk id="86" creationId="{0F6C8440-D2D5-A882-5385-CD3FC84D6E44}"/>
          </ac:inkMkLst>
        </pc:inkChg>
        <pc:inkChg chg="add mod">
          <ac:chgData name="Pi, Yalong" userId="c9a3dc08-26f0-490d-b190-2780270c58e1" providerId="ADAL" clId="{F398E26A-6AC4-4DD8-A7B3-CD9F6274E7E3}" dt="2025-04-13T20:39:18.022" v="2975"/>
          <ac:inkMkLst>
            <pc:docMk/>
            <pc:sldMk cId="1793453375" sldId="344"/>
            <ac:inkMk id="89" creationId="{2D9B48D7-7688-DA96-6AA5-71AE8D15BFDF}"/>
          </ac:inkMkLst>
        </pc:inkChg>
        <pc:inkChg chg="add mod">
          <ac:chgData name="Pi, Yalong" userId="c9a3dc08-26f0-490d-b190-2780270c58e1" providerId="ADAL" clId="{F398E26A-6AC4-4DD8-A7B3-CD9F6274E7E3}" dt="2025-04-13T20:39:24.213" v="2979"/>
          <ac:inkMkLst>
            <pc:docMk/>
            <pc:sldMk cId="1793453375" sldId="344"/>
            <ac:inkMk id="90" creationId="{C16BA078-61CE-3B7E-3D18-78824026B9DF}"/>
          </ac:inkMkLst>
        </pc:inkChg>
        <pc:inkChg chg="add mod">
          <ac:chgData name="Pi, Yalong" userId="c9a3dc08-26f0-490d-b190-2780270c58e1" providerId="ADAL" clId="{F398E26A-6AC4-4DD8-A7B3-CD9F6274E7E3}" dt="2025-04-13T20:39:18.022" v="2975"/>
          <ac:inkMkLst>
            <pc:docMk/>
            <pc:sldMk cId="1793453375" sldId="344"/>
            <ac:inkMk id="91" creationId="{45F2F702-F91B-8730-AA5B-77A6A274D875}"/>
          </ac:inkMkLst>
        </pc:inkChg>
        <pc:inkChg chg="add mod">
          <ac:chgData name="Pi, Yalong" userId="c9a3dc08-26f0-490d-b190-2780270c58e1" providerId="ADAL" clId="{F398E26A-6AC4-4DD8-A7B3-CD9F6274E7E3}" dt="2025-04-13T20:39:18.022" v="2975"/>
          <ac:inkMkLst>
            <pc:docMk/>
            <pc:sldMk cId="1793453375" sldId="344"/>
            <ac:inkMk id="92" creationId="{D4B85169-7FF0-CBC7-DB32-85A5F5891B1C}"/>
          </ac:inkMkLst>
        </pc:inkChg>
        <pc:inkChg chg="add mod">
          <ac:chgData name="Pi, Yalong" userId="c9a3dc08-26f0-490d-b190-2780270c58e1" providerId="ADAL" clId="{F398E26A-6AC4-4DD8-A7B3-CD9F6274E7E3}" dt="2025-04-13T20:39:18.022" v="2975"/>
          <ac:inkMkLst>
            <pc:docMk/>
            <pc:sldMk cId="1793453375" sldId="344"/>
            <ac:inkMk id="93" creationId="{E60BAB38-B561-3360-26E0-4224E6CD2774}"/>
          </ac:inkMkLst>
        </pc:inkChg>
        <pc:inkChg chg="add mod">
          <ac:chgData name="Pi, Yalong" userId="c9a3dc08-26f0-490d-b190-2780270c58e1" providerId="ADAL" clId="{F398E26A-6AC4-4DD8-A7B3-CD9F6274E7E3}" dt="2025-04-13T20:39:18.022" v="2975"/>
          <ac:inkMkLst>
            <pc:docMk/>
            <pc:sldMk cId="1793453375" sldId="344"/>
            <ac:inkMk id="94" creationId="{37541672-1D29-542D-3AB5-72245956A65B}"/>
          </ac:inkMkLst>
        </pc:inkChg>
        <pc:inkChg chg="add">
          <ac:chgData name="Pi, Yalong" userId="c9a3dc08-26f0-490d-b190-2780270c58e1" providerId="ADAL" clId="{F398E26A-6AC4-4DD8-A7B3-CD9F6274E7E3}" dt="2025-04-13T20:39:16.208" v="2971" actId="9405"/>
          <ac:inkMkLst>
            <pc:docMk/>
            <pc:sldMk cId="1793453375" sldId="344"/>
            <ac:inkMk id="95" creationId="{1D633A85-B585-6C06-4ACA-5D4A0D4C8FAB}"/>
          </ac:inkMkLst>
        </pc:inkChg>
        <pc:inkChg chg="add">
          <ac:chgData name="Pi, Yalong" userId="c9a3dc08-26f0-490d-b190-2780270c58e1" providerId="ADAL" clId="{F398E26A-6AC4-4DD8-A7B3-CD9F6274E7E3}" dt="2025-04-13T20:39:16.379" v="2972" actId="9405"/>
          <ac:inkMkLst>
            <pc:docMk/>
            <pc:sldMk cId="1793453375" sldId="344"/>
            <ac:inkMk id="96" creationId="{0E45AAED-52D9-C986-54A0-3C987879185A}"/>
          </ac:inkMkLst>
        </pc:inkChg>
        <pc:inkChg chg="add mod">
          <ac:chgData name="Pi, Yalong" userId="c9a3dc08-26f0-490d-b190-2780270c58e1" providerId="ADAL" clId="{F398E26A-6AC4-4DD8-A7B3-CD9F6274E7E3}" dt="2025-04-13T20:39:24.213" v="2979"/>
          <ac:inkMkLst>
            <pc:docMk/>
            <pc:sldMk cId="1793453375" sldId="344"/>
            <ac:inkMk id="97" creationId="{C8C9FDFA-D6B2-870B-CD6F-42509E27F446}"/>
          </ac:inkMkLst>
        </pc:inkChg>
        <pc:inkChg chg="add mod">
          <ac:chgData name="Pi, Yalong" userId="c9a3dc08-26f0-490d-b190-2780270c58e1" providerId="ADAL" clId="{F398E26A-6AC4-4DD8-A7B3-CD9F6274E7E3}" dt="2025-04-13T20:39:18.022" v="2975"/>
          <ac:inkMkLst>
            <pc:docMk/>
            <pc:sldMk cId="1793453375" sldId="344"/>
            <ac:inkMk id="98" creationId="{0BAFA3FB-9645-8AFB-DDCE-0060BB844322}"/>
          </ac:inkMkLst>
        </pc:inkChg>
        <pc:inkChg chg="add">
          <ac:chgData name="Pi, Yalong" userId="c9a3dc08-26f0-490d-b190-2780270c58e1" providerId="ADAL" clId="{F398E26A-6AC4-4DD8-A7B3-CD9F6274E7E3}" dt="2025-04-13T20:39:22.770" v="2976" actId="9405"/>
          <ac:inkMkLst>
            <pc:docMk/>
            <pc:sldMk cId="1793453375" sldId="344"/>
            <ac:inkMk id="102" creationId="{67F604A4-6703-DA61-1EF7-C6D866BA0A79}"/>
          </ac:inkMkLst>
        </pc:inkChg>
        <pc:inkChg chg="add">
          <ac:chgData name="Pi, Yalong" userId="c9a3dc08-26f0-490d-b190-2780270c58e1" providerId="ADAL" clId="{F398E26A-6AC4-4DD8-A7B3-CD9F6274E7E3}" dt="2025-04-13T20:39:23.267" v="2977" actId="9405"/>
          <ac:inkMkLst>
            <pc:docMk/>
            <pc:sldMk cId="1793453375" sldId="344"/>
            <ac:inkMk id="103" creationId="{95116E71-13C1-9B7E-96D0-513DB451298F}"/>
          </ac:inkMkLst>
        </pc:inkChg>
        <pc:inkChg chg="add">
          <ac:chgData name="Pi, Yalong" userId="c9a3dc08-26f0-490d-b190-2780270c58e1" providerId="ADAL" clId="{F398E26A-6AC4-4DD8-A7B3-CD9F6274E7E3}" dt="2025-04-13T20:39:23.549" v="2978" actId="9405"/>
          <ac:inkMkLst>
            <pc:docMk/>
            <pc:sldMk cId="1793453375" sldId="344"/>
            <ac:inkMk id="104" creationId="{6A0D71EF-A93E-8EB1-A614-A4819D8C458A}"/>
          </ac:inkMkLst>
        </pc:inkChg>
        <pc:inkChg chg="add mod">
          <ac:chgData name="Pi, Yalong" userId="c9a3dc08-26f0-490d-b190-2780270c58e1" providerId="ADAL" clId="{F398E26A-6AC4-4DD8-A7B3-CD9F6274E7E3}" dt="2025-04-13T20:39:28.441" v="2984"/>
          <ac:inkMkLst>
            <pc:docMk/>
            <pc:sldMk cId="1793453375" sldId="344"/>
            <ac:inkMk id="106" creationId="{7756F713-3B09-3DB1-C959-F69A9F07F049}"/>
          </ac:inkMkLst>
        </pc:inkChg>
        <pc:inkChg chg="add mod">
          <ac:chgData name="Pi, Yalong" userId="c9a3dc08-26f0-490d-b190-2780270c58e1" providerId="ADAL" clId="{F398E26A-6AC4-4DD8-A7B3-CD9F6274E7E3}" dt="2025-04-13T20:39:28.441" v="2984"/>
          <ac:inkMkLst>
            <pc:docMk/>
            <pc:sldMk cId="1793453375" sldId="344"/>
            <ac:inkMk id="107" creationId="{F6DBCADA-1A71-DE8A-A838-72D72C0BC390}"/>
          </ac:inkMkLst>
        </pc:inkChg>
        <pc:inkChg chg="add mod">
          <ac:chgData name="Pi, Yalong" userId="c9a3dc08-26f0-490d-b190-2780270c58e1" providerId="ADAL" clId="{F398E26A-6AC4-4DD8-A7B3-CD9F6274E7E3}" dt="2025-04-13T20:39:28.441" v="2984"/>
          <ac:inkMkLst>
            <pc:docMk/>
            <pc:sldMk cId="1793453375" sldId="344"/>
            <ac:inkMk id="108" creationId="{C600AA1F-61E8-7012-FD00-A7DC53558DB0}"/>
          </ac:inkMkLst>
        </pc:inkChg>
        <pc:inkChg chg="add mod">
          <ac:chgData name="Pi, Yalong" userId="c9a3dc08-26f0-490d-b190-2780270c58e1" providerId="ADAL" clId="{F398E26A-6AC4-4DD8-A7B3-CD9F6274E7E3}" dt="2025-04-13T20:39:28.441" v="2984"/>
          <ac:inkMkLst>
            <pc:docMk/>
            <pc:sldMk cId="1793453375" sldId="344"/>
            <ac:inkMk id="109" creationId="{5C9C261B-5A1F-E8E6-F5A4-CCEE6DB132A1}"/>
          </ac:inkMkLst>
        </pc:inkChg>
      </pc:sldChg>
      <pc:sldChg chg="addSp modSp new mod">
        <pc:chgData name="Pi, Yalong" userId="c9a3dc08-26f0-490d-b190-2780270c58e1" providerId="ADAL" clId="{F398E26A-6AC4-4DD8-A7B3-CD9F6274E7E3}" dt="2025-04-13T20:39:42.481" v="2993"/>
        <pc:sldMkLst>
          <pc:docMk/>
          <pc:sldMk cId="3288476314" sldId="345"/>
        </pc:sldMkLst>
        <pc:spChg chg="mod">
          <ac:chgData name="Pi, Yalong" userId="c9a3dc08-26f0-490d-b190-2780270c58e1" providerId="ADAL" clId="{F398E26A-6AC4-4DD8-A7B3-CD9F6274E7E3}" dt="2025-04-13T14:56:55.273" v="907" actId="20577"/>
          <ac:spMkLst>
            <pc:docMk/>
            <pc:sldMk cId="3288476314" sldId="345"/>
            <ac:spMk id="2" creationId="{B99742A9-3C22-A4CE-1201-8B16072C6720}"/>
          </ac:spMkLst>
        </pc:spChg>
        <pc:spChg chg="mod">
          <ac:chgData name="Pi, Yalong" userId="c9a3dc08-26f0-490d-b190-2780270c58e1" providerId="ADAL" clId="{F398E26A-6AC4-4DD8-A7B3-CD9F6274E7E3}" dt="2025-04-13T14:57:40.613" v="1004" actId="20577"/>
          <ac:spMkLst>
            <pc:docMk/>
            <pc:sldMk cId="3288476314" sldId="345"/>
            <ac:spMk id="3" creationId="{0366A7EF-44E6-D9A1-C2E4-9D1CE977BB63}"/>
          </ac:spMkLst>
        </pc:spChg>
        <pc:spChg chg="add mod">
          <ac:chgData name="Pi, Yalong" userId="c9a3dc08-26f0-490d-b190-2780270c58e1" providerId="ADAL" clId="{F398E26A-6AC4-4DD8-A7B3-CD9F6274E7E3}" dt="2025-04-13T14:58:23.782" v="1008" actId="1076"/>
          <ac:spMkLst>
            <pc:docMk/>
            <pc:sldMk cId="3288476314" sldId="345"/>
            <ac:spMk id="4" creationId="{413D7C75-ACFC-9ACA-C421-F1A2691C95B3}"/>
          </ac:spMkLst>
        </pc:spChg>
        <pc:grpChg chg="mod">
          <ac:chgData name="Pi, Yalong" userId="c9a3dc08-26f0-490d-b190-2780270c58e1" providerId="ADAL" clId="{F398E26A-6AC4-4DD8-A7B3-CD9F6274E7E3}" dt="2025-04-13T20:39:42.481" v="2993"/>
          <ac:grpSpMkLst>
            <pc:docMk/>
            <pc:sldMk cId="3288476314" sldId="345"/>
            <ac:grpSpMk id="13" creationId="{02B8DC14-E06F-95D1-270E-B402CD710083}"/>
          </ac:grpSpMkLst>
        </pc:grpChg>
        <pc:grpChg chg="mod">
          <ac:chgData name="Pi, Yalong" userId="c9a3dc08-26f0-490d-b190-2780270c58e1" providerId="ADAL" clId="{F398E26A-6AC4-4DD8-A7B3-CD9F6274E7E3}" dt="2025-04-13T20:39:42.481" v="2993"/>
          <ac:grpSpMkLst>
            <pc:docMk/>
            <pc:sldMk cId="3288476314" sldId="345"/>
            <ac:grpSpMk id="14" creationId="{12BAD1D9-161C-4834-645B-F4F4CBCF4EBF}"/>
          </ac:grpSpMkLst>
        </pc:grpChg>
        <pc:inkChg chg="add mod">
          <ac:chgData name="Pi, Yalong" userId="c9a3dc08-26f0-490d-b190-2780270c58e1" providerId="ADAL" clId="{F398E26A-6AC4-4DD8-A7B3-CD9F6274E7E3}" dt="2025-04-13T20:39:42.481" v="2993"/>
          <ac:inkMkLst>
            <pc:docMk/>
            <pc:sldMk cId="3288476314" sldId="345"/>
            <ac:inkMk id="5" creationId="{AEB54A5C-F07F-3410-4101-C9FE24194EF3}"/>
          </ac:inkMkLst>
        </pc:inkChg>
        <pc:inkChg chg="add mod">
          <ac:chgData name="Pi, Yalong" userId="c9a3dc08-26f0-490d-b190-2780270c58e1" providerId="ADAL" clId="{F398E26A-6AC4-4DD8-A7B3-CD9F6274E7E3}" dt="2025-04-13T20:39:42.481" v="2993"/>
          <ac:inkMkLst>
            <pc:docMk/>
            <pc:sldMk cId="3288476314" sldId="345"/>
            <ac:inkMk id="6" creationId="{A43A8037-FAE1-54BE-81AB-1860AF434EFD}"/>
          </ac:inkMkLst>
        </pc:inkChg>
        <pc:inkChg chg="add mod">
          <ac:chgData name="Pi, Yalong" userId="c9a3dc08-26f0-490d-b190-2780270c58e1" providerId="ADAL" clId="{F398E26A-6AC4-4DD8-A7B3-CD9F6274E7E3}" dt="2025-04-13T20:39:42.481" v="2993"/>
          <ac:inkMkLst>
            <pc:docMk/>
            <pc:sldMk cId="3288476314" sldId="345"/>
            <ac:inkMk id="7" creationId="{ED4899F0-2578-A8BF-DDB4-624048964933}"/>
          </ac:inkMkLst>
        </pc:inkChg>
        <pc:inkChg chg="add mod">
          <ac:chgData name="Pi, Yalong" userId="c9a3dc08-26f0-490d-b190-2780270c58e1" providerId="ADAL" clId="{F398E26A-6AC4-4DD8-A7B3-CD9F6274E7E3}" dt="2025-04-13T20:39:42.481" v="2993"/>
          <ac:inkMkLst>
            <pc:docMk/>
            <pc:sldMk cId="3288476314" sldId="345"/>
            <ac:inkMk id="8" creationId="{281B1ACB-02C5-49AA-0F0E-D1559C3F883D}"/>
          </ac:inkMkLst>
        </pc:inkChg>
        <pc:inkChg chg="add mod">
          <ac:chgData name="Pi, Yalong" userId="c9a3dc08-26f0-490d-b190-2780270c58e1" providerId="ADAL" clId="{F398E26A-6AC4-4DD8-A7B3-CD9F6274E7E3}" dt="2025-04-13T20:39:42.481" v="2993"/>
          <ac:inkMkLst>
            <pc:docMk/>
            <pc:sldMk cId="3288476314" sldId="345"/>
            <ac:inkMk id="9" creationId="{F764DBFA-C339-4C97-4333-D6B05B3DA064}"/>
          </ac:inkMkLst>
        </pc:inkChg>
        <pc:inkChg chg="add mod">
          <ac:chgData name="Pi, Yalong" userId="c9a3dc08-26f0-490d-b190-2780270c58e1" providerId="ADAL" clId="{F398E26A-6AC4-4DD8-A7B3-CD9F6274E7E3}" dt="2025-04-13T20:39:42.481" v="2993"/>
          <ac:inkMkLst>
            <pc:docMk/>
            <pc:sldMk cId="3288476314" sldId="345"/>
            <ac:inkMk id="10" creationId="{0BD09867-0A02-09AA-EC1C-12595E67E25F}"/>
          </ac:inkMkLst>
        </pc:inkChg>
        <pc:inkChg chg="add mod">
          <ac:chgData name="Pi, Yalong" userId="c9a3dc08-26f0-490d-b190-2780270c58e1" providerId="ADAL" clId="{F398E26A-6AC4-4DD8-A7B3-CD9F6274E7E3}" dt="2025-04-13T20:39:42.481" v="2993"/>
          <ac:inkMkLst>
            <pc:docMk/>
            <pc:sldMk cId="3288476314" sldId="345"/>
            <ac:inkMk id="11" creationId="{7AE78F09-7150-BA57-341F-FD2A3464BB94}"/>
          </ac:inkMkLst>
        </pc:inkChg>
        <pc:inkChg chg="add mod">
          <ac:chgData name="Pi, Yalong" userId="c9a3dc08-26f0-490d-b190-2780270c58e1" providerId="ADAL" clId="{F398E26A-6AC4-4DD8-A7B3-CD9F6274E7E3}" dt="2025-04-13T20:39:42.481" v="2993"/>
          <ac:inkMkLst>
            <pc:docMk/>
            <pc:sldMk cId="3288476314" sldId="345"/>
            <ac:inkMk id="12" creationId="{F83C993E-26EF-B4D5-EA88-AB186F501017}"/>
          </ac:inkMkLst>
        </pc:inkChg>
      </pc:sldChg>
      <pc:sldChg chg="addSp modSp new mod">
        <pc:chgData name="Pi, Yalong" userId="c9a3dc08-26f0-490d-b190-2780270c58e1" providerId="ADAL" clId="{F398E26A-6AC4-4DD8-A7B3-CD9F6274E7E3}" dt="2025-04-13T20:40:06.677" v="2999" actId="9405"/>
        <pc:sldMkLst>
          <pc:docMk/>
          <pc:sldMk cId="1139883744" sldId="346"/>
        </pc:sldMkLst>
        <pc:grpChg chg="mod">
          <ac:chgData name="Pi, Yalong" userId="c9a3dc08-26f0-490d-b190-2780270c58e1" providerId="ADAL" clId="{F398E26A-6AC4-4DD8-A7B3-CD9F6274E7E3}" dt="2025-04-13T20:40:03.868" v="2998"/>
          <ac:grpSpMkLst>
            <pc:docMk/>
            <pc:sldMk cId="1139883744" sldId="346"/>
            <ac:grpSpMk id="6" creationId="{D62A965D-4D14-441D-9FDF-F904E1AAA289}"/>
          </ac:grpSpMkLst>
        </pc:grpChg>
        <pc:picChg chg="add mod">
          <ac:chgData name="Pi, Yalong" userId="c9a3dc08-26f0-490d-b190-2780270c58e1" providerId="ADAL" clId="{F398E26A-6AC4-4DD8-A7B3-CD9F6274E7E3}" dt="2025-04-13T14:59:45.309" v="1012" actId="14100"/>
          <ac:picMkLst>
            <pc:docMk/>
            <pc:sldMk cId="1139883744" sldId="346"/>
            <ac:picMk id="3074" creationId="{985166FC-DB67-D66C-1409-9C38D6208154}"/>
          </ac:picMkLst>
        </pc:picChg>
        <pc:inkChg chg="add mod">
          <ac:chgData name="Pi, Yalong" userId="c9a3dc08-26f0-490d-b190-2780270c58e1" providerId="ADAL" clId="{F398E26A-6AC4-4DD8-A7B3-CD9F6274E7E3}" dt="2025-04-13T20:40:03.868" v="2998"/>
          <ac:inkMkLst>
            <pc:docMk/>
            <pc:sldMk cId="1139883744" sldId="346"/>
            <ac:inkMk id="2" creationId="{EE249A6C-E62D-5A21-BC90-5621D4C3AF9A}"/>
          </ac:inkMkLst>
        </pc:inkChg>
        <pc:inkChg chg="add mod">
          <ac:chgData name="Pi, Yalong" userId="c9a3dc08-26f0-490d-b190-2780270c58e1" providerId="ADAL" clId="{F398E26A-6AC4-4DD8-A7B3-CD9F6274E7E3}" dt="2025-04-13T20:40:03.868" v="2998"/>
          <ac:inkMkLst>
            <pc:docMk/>
            <pc:sldMk cId="1139883744" sldId="346"/>
            <ac:inkMk id="3" creationId="{CAA24D17-A46B-1597-6D19-59807A5DC05C}"/>
          </ac:inkMkLst>
        </pc:inkChg>
        <pc:inkChg chg="add mod">
          <ac:chgData name="Pi, Yalong" userId="c9a3dc08-26f0-490d-b190-2780270c58e1" providerId="ADAL" clId="{F398E26A-6AC4-4DD8-A7B3-CD9F6274E7E3}" dt="2025-04-13T20:40:03.868" v="2998"/>
          <ac:inkMkLst>
            <pc:docMk/>
            <pc:sldMk cId="1139883744" sldId="346"/>
            <ac:inkMk id="4" creationId="{9C067A7D-AF06-A097-E4C6-106110AD19B0}"/>
          </ac:inkMkLst>
        </pc:inkChg>
        <pc:inkChg chg="add mod">
          <ac:chgData name="Pi, Yalong" userId="c9a3dc08-26f0-490d-b190-2780270c58e1" providerId="ADAL" clId="{F398E26A-6AC4-4DD8-A7B3-CD9F6274E7E3}" dt="2025-04-13T20:40:03.868" v="2998"/>
          <ac:inkMkLst>
            <pc:docMk/>
            <pc:sldMk cId="1139883744" sldId="346"/>
            <ac:inkMk id="5" creationId="{8A3C0481-0A3A-8F2D-7B29-F18EB4A2F1AB}"/>
          </ac:inkMkLst>
        </pc:inkChg>
        <pc:inkChg chg="add">
          <ac:chgData name="Pi, Yalong" userId="c9a3dc08-26f0-490d-b190-2780270c58e1" providerId="ADAL" clId="{F398E26A-6AC4-4DD8-A7B3-CD9F6274E7E3}" dt="2025-04-13T20:40:06.677" v="2999" actId="9405"/>
          <ac:inkMkLst>
            <pc:docMk/>
            <pc:sldMk cId="1139883744" sldId="346"/>
            <ac:inkMk id="7" creationId="{F80D405B-56B4-AFED-8793-85DDFB8162AE}"/>
          </ac:inkMkLst>
        </pc:inkChg>
      </pc:sldChg>
      <pc:sldChg chg="addSp delSp modSp new mod">
        <pc:chgData name="Pi, Yalong" userId="c9a3dc08-26f0-490d-b190-2780270c58e1" providerId="ADAL" clId="{F398E26A-6AC4-4DD8-A7B3-CD9F6274E7E3}" dt="2025-04-13T20:42:39.724" v="3032"/>
        <pc:sldMkLst>
          <pc:docMk/>
          <pc:sldMk cId="1962230279" sldId="347"/>
        </pc:sldMkLst>
        <pc:spChg chg="mod">
          <ac:chgData name="Pi, Yalong" userId="c9a3dc08-26f0-490d-b190-2780270c58e1" providerId="ADAL" clId="{F398E26A-6AC4-4DD8-A7B3-CD9F6274E7E3}" dt="2025-04-13T15:03:14.504" v="1055" actId="20577"/>
          <ac:spMkLst>
            <pc:docMk/>
            <pc:sldMk cId="1962230279" sldId="347"/>
            <ac:spMk id="2" creationId="{E1BBE72D-A43E-A011-F08D-BC1934A13CD3}"/>
          </ac:spMkLst>
        </pc:spChg>
        <pc:spChg chg="mod">
          <ac:chgData name="Pi, Yalong" userId="c9a3dc08-26f0-490d-b190-2780270c58e1" providerId="ADAL" clId="{F398E26A-6AC4-4DD8-A7B3-CD9F6274E7E3}" dt="2025-04-13T15:45:59.435" v="1301" actId="6549"/>
          <ac:spMkLst>
            <pc:docMk/>
            <pc:sldMk cId="1962230279" sldId="347"/>
            <ac:spMk id="3" creationId="{5B13D576-65BB-F623-EB6C-4EF461A74D53}"/>
          </ac:spMkLst>
        </pc:spChg>
        <pc:spChg chg="add mod">
          <ac:chgData name="Pi, Yalong" userId="c9a3dc08-26f0-490d-b190-2780270c58e1" providerId="ADAL" clId="{F398E26A-6AC4-4DD8-A7B3-CD9F6274E7E3}" dt="2025-04-13T17:14:06.907" v="2194" actId="20577"/>
          <ac:spMkLst>
            <pc:docMk/>
            <pc:sldMk cId="1962230279" sldId="347"/>
            <ac:spMk id="4" creationId="{71005780-8876-00A1-0B50-2334F4FC8222}"/>
          </ac:spMkLst>
        </pc:spChg>
        <pc:grpChg chg="del mod">
          <ac:chgData name="Pi, Yalong" userId="c9a3dc08-26f0-490d-b190-2780270c58e1" providerId="ADAL" clId="{F398E26A-6AC4-4DD8-A7B3-CD9F6274E7E3}" dt="2025-04-13T20:41:16.100" v="3015"/>
          <ac:grpSpMkLst>
            <pc:docMk/>
            <pc:sldMk cId="1962230279" sldId="347"/>
            <ac:grpSpMk id="19" creationId="{B15B1BD8-EAF9-2471-1DC6-627D2BA0765F}"/>
          </ac:grpSpMkLst>
        </pc:grpChg>
        <pc:grpChg chg="mod">
          <ac:chgData name="Pi, Yalong" userId="c9a3dc08-26f0-490d-b190-2780270c58e1" providerId="ADAL" clId="{F398E26A-6AC4-4DD8-A7B3-CD9F6274E7E3}" dt="2025-04-13T20:41:16.100" v="3015"/>
          <ac:grpSpMkLst>
            <pc:docMk/>
            <pc:sldMk cId="1962230279" sldId="347"/>
            <ac:grpSpMk id="20" creationId="{863ED08A-53F9-5281-2AD8-3418C6FCC1E4}"/>
          </ac:grpSpMkLst>
        </pc:grpChg>
        <pc:grpChg chg="mod">
          <ac:chgData name="Pi, Yalong" userId="c9a3dc08-26f0-490d-b190-2780270c58e1" providerId="ADAL" clId="{F398E26A-6AC4-4DD8-A7B3-CD9F6274E7E3}" dt="2025-04-13T20:42:14.478" v="3019"/>
          <ac:grpSpMkLst>
            <pc:docMk/>
            <pc:sldMk cId="1962230279" sldId="347"/>
            <ac:grpSpMk id="24" creationId="{CED95426-4B5A-B94D-28D0-3EE8EB51B7A5}"/>
          </ac:grpSpMkLst>
        </pc:grpChg>
        <pc:grpChg chg="mod">
          <ac:chgData name="Pi, Yalong" userId="c9a3dc08-26f0-490d-b190-2780270c58e1" providerId="ADAL" clId="{F398E26A-6AC4-4DD8-A7B3-CD9F6274E7E3}" dt="2025-04-13T20:42:39.724" v="3032"/>
          <ac:grpSpMkLst>
            <pc:docMk/>
            <pc:sldMk cId="1962230279" sldId="347"/>
            <ac:grpSpMk id="37" creationId="{B5005FA9-DA26-5A9E-A1C9-C3E3FFE76D93}"/>
          </ac:grpSpMkLst>
        </pc:grpChg>
        <pc:inkChg chg="add del">
          <ac:chgData name="Pi, Yalong" userId="c9a3dc08-26f0-490d-b190-2780270c58e1" providerId="ADAL" clId="{F398E26A-6AC4-4DD8-A7B3-CD9F6274E7E3}" dt="2025-04-13T20:41:04.097" v="3001"/>
          <ac:inkMkLst>
            <pc:docMk/>
            <pc:sldMk cId="1962230279" sldId="347"/>
            <ac:inkMk id="5" creationId="{2607FFEA-994F-DE1A-D1D4-F7D846B898D0}"/>
          </ac:inkMkLst>
        </pc:inkChg>
        <pc:inkChg chg="add">
          <ac:chgData name="Pi, Yalong" userId="c9a3dc08-26f0-490d-b190-2780270c58e1" providerId="ADAL" clId="{F398E26A-6AC4-4DD8-A7B3-CD9F6274E7E3}" dt="2025-04-13T20:41:09.660" v="3002" actId="9405"/>
          <ac:inkMkLst>
            <pc:docMk/>
            <pc:sldMk cId="1962230279" sldId="347"/>
            <ac:inkMk id="6" creationId="{AD7EA819-C78E-DD55-CC8C-5B25641B28A5}"/>
          </ac:inkMkLst>
        </pc:inkChg>
        <pc:inkChg chg="add">
          <ac:chgData name="Pi, Yalong" userId="c9a3dc08-26f0-490d-b190-2780270c58e1" providerId="ADAL" clId="{F398E26A-6AC4-4DD8-A7B3-CD9F6274E7E3}" dt="2025-04-13T20:41:10.925" v="3003" actId="9405"/>
          <ac:inkMkLst>
            <pc:docMk/>
            <pc:sldMk cId="1962230279" sldId="347"/>
            <ac:inkMk id="7" creationId="{0E448E18-4674-3A3E-A55B-897C3585E29B}"/>
          </ac:inkMkLst>
        </pc:inkChg>
        <pc:inkChg chg="add mod">
          <ac:chgData name="Pi, Yalong" userId="c9a3dc08-26f0-490d-b190-2780270c58e1" providerId="ADAL" clId="{F398E26A-6AC4-4DD8-A7B3-CD9F6274E7E3}" dt="2025-04-13T20:41:16.100" v="3015"/>
          <ac:inkMkLst>
            <pc:docMk/>
            <pc:sldMk cId="1962230279" sldId="347"/>
            <ac:inkMk id="8" creationId="{577EBD5D-8B68-37CE-B2AE-3DF1334AD764}"/>
          </ac:inkMkLst>
        </pc:inkChg>
        <pc:inkChg chg="add mod">
          <ac:chgData name="Pi, Yalong" userId="c9a3dc08-26f0-490d-b190-2780270c58e1" providerId="ADAL" clId="{F398E26A-6AC4-4DD8-A7B3-CD9F6274E7E3}" dt="2025-04-13T20:41:16.100" v="3015"/>
          <ac:inkMkLst>
            <pc:docMk/>
            <pc:sldMk cId="1962230279" sldId="347"/>
            <ac:inkMk id="9" creationId="{1A3096A6-79B7-0EE0-673A-F2250184BE07}"/>
          </ac:inkMkLst>
        </pc:inkChg>
        <pc:inkChg chg="add mod">
          <ac:chgData name="Pi, Yalong" userId="c9a3dc08-26f0-490d-b190-2780270c58e1" providerId="ADAL" clId="{F398E26A-6AC4-4DD8-A7B3-CD9F6274E7E3}" dt="2025-04-13T20:41:16.100" v="3015"/>
          <ac:inkMkLst>
            <pc:docMk/>
            <pc:sldMk cId="1962230279" sldId="347"/>
            <ac:inkMk id="10" creationId="{D5E5B186-E9D8-02CC-6FB9-D3936F73C9F5}"/>
          </ac:inkMkLst>
        </pc:inkChg>
        <pc:inkChg chg="add mod">
          <ac:chgData name="Pi, Yalong" userId="c9a3dc08-26f0-490d-b190-2780270c58e1" providerId="ADAL" clId="{F398E26A-6AC4-4DD8-A7B3-CD9F6274E7E3}" dt="2025-04-13T20:41:16.100" v="3015"/>
          <ac:inkMkLst>
            <pc:docMk/>
            <pc:sldMk cId="1962230279" sldId="347"/>
            <ac:inkMk id="11" creationId="{F49E915E-04B4-7342-86B1-EDB2C575E4EF}"/>
          </ac:inkMkLst>
        </pc:inkChg>
        <pc:inkChg chg="add mod">
          <ac:chgData name="Pi, Yalong" userId="c9a3dc08-26f0-490d-b190-2780270c58e1" providerId="ADAL" clId="{F398E26A-6AC4-4DD8-A7B3-CD9F6274E7E3}" dt="2025-04-13T20:41:16.100" v="3015"/>
          <ac:inkMkLst>
            <pc:docMk/>
            <pc:sldMk cId="1962230279" sldId="347"/>
            <ac:inkMk id="12" creationId="{7B4E5E94-D7F7-84AD-F94D-BA1A08D62716}"/>
          </ac:inkMkLst>
        </pc:inkChg>
        <pc:inkChg chg="add">
          <ac:chgData name="Pi, Yalong" userId="c9a3dc08-26f0-490d-b190-2780270c58e1" providerId="ADAL" clId="{F398E26A-6AC4-4DD8-A7B3-CD9F6274E7E3}" dt="2025-04-13T20:41:13.749" v="3009" actId="9405"/>
          <ac:inkMkLst>
            <pc:docMk/>
            <pc:sldMk cId="1962230279" sldId="347"/>
            <ac:inkMk id="13" creationId="{2893D472-8A95-E1F5-0D0F-B67A8EE401F5}"/>
          </ac:inkMkLst>
        </pc:inkChg>
        <pc:inkChg chg="add mod">
          <ac:chgData name="Pi, Yalong" userId="c9a3dc08-26f0-490d-b190-2780270c58e1" providerId="ADAL" clId="{F398E26A-6AC4-4DD8-A7B3-CD9F6274E7E3}" dt="2025-04-13T20:41:16.100" v="3015"/>
          <ac:inkMkLst>
            <pc:docMk/>
            <pc:sldMk cId="1962230279" sldId="347"/>
            <ac:inkMk id="14" creationId="{C3A1FAD1-D328-5FBA-0C44-83C6D68512D7}"/>
          </ac:inkMkLst>
        </pc:inkChg>
        <pc:inkChg chg="add">
          <ac:chgData name="Pi, Yalong" userId="c9a3dc08-26f0-490d-b190-2780270c58e1" providerId="ADAL" clId="{F398E26A-6AC4-4DD8-A7B3-CD9F6274E7E3}" dt="2025-04-13T20:41:14.482" v="3011" actId="9405"/>
          <ac:inkMkLst>
            <pc:docMk/>
            <pc:sldMk cId="1962230279" sldId="347"/>
            <ac:inkMk id="15" creationId="{308B45B9-BB66-5561-64BE-294C726227B0}"/>
          </ac:inkMkLst>
        </pc:inkChg>
        <pc:inkChg chg="add mod">
          <ac:chgData name="Pi, Yalong" userId="c9a3dc08-26f0-490d-b190-2780270c58e1" providerId="ADAL" clId="{F398E26A-6AC4-4DD8-A7B3-CD9F6274E7E3}" dt="2025-04-13T20:41:16.100" v="3015"/>
          <ac:inkMkLst>
            <pc:docMk/>
            <pc:sldMk cId="1962230279" sldId="347"/>
            <ac:inkMk id="16" creationId="{D5A0DAFD-A8DE-59F1-2FF7-8C66E2D5DDCC}"/>
          </ac:inkMkLst>
        </pc:inkChg>
        <pc:inkChg chg="add">
          <ac:chgData name="Pi, Yalong" userId="c9a3dc08-26f0-490d-b190-2780270c58e1" providerId="ADAL" clId="{F398E26A-6AC4-4DD8-A7B3-CD9F6274E7E3}" dt="2025-04-13T20:41:14.978" v="3013" actId="9405"/>
          <ac:inkMkLst>
            <pc:docMk/>
            <pc:sldMk cId="1962230279" sldId="347"/>
            <ac:inkMk id="17" creationId="{A0B0128C-CFBB-B23E-EB27-C066E4B3DE86}"/>
          </ac:inkMkLst>
        </pc:inkChg>
        <pc:inkChg chg="add mod">
          <ac:chgData name="Pi, Yalong" userId="c9a3dc08-26f0-490d-b190-2780270c58e1" providerId="ADAL" clId="{F398E26A-6AC4-4DD8-A7B3-CD9F6274E7E3}" dt="2025-04-13T20:41:16.100" v="3015"/>
          <ac:inkMkLst>
            <pc:docMk/>
            <pc:sldMk cId="1962230279" sldId="347"/>
            <ac:inkMk id="18" creationId="{F41535F6-746B-D3DF-A1DB-152D4945B2CA}"/>
          </ac:inkMkLst>
        </pc:inkChg>
        <pc:inkChg chg="add">
          <ac:chgData name="Pi, Yalong" userId="c9a3dc08-26f0-490d-b190-2780270c58e1" providerId="ADAL" clId="{F398E26A-6AC4-4DD8-A7B3-CD9F6274E7E3}" dt="2025-04-13T20:41:54.967" v="3016" actId="9405"/>
          <ac:inkMkLst>
            <pc:docMk/>
            <pc:sldMk cId="1962230279" sldId="347"/>
            <ac:inkMk id="21" creationId="{8884BA06-423D-D721-0050-778E05378053}"/>
          </ac:inkMkLst>
        </pc:inkChg>
        <pc:inkChg chg="add mod">
          <ac:chgData name="Pi, Yalong" userId="c9a3dc08-26f0-490d-b190-2780270c58e1" providerId="ADAL" clId="{F398E26A-6AC4-4DD8-A7B3-CD9F6274E7E3}" dt="2025-04-13T20:42:14.478" v="3019"/>
          <ac:inkMkLst>
            <pc:docMk/>
            <pc:sldMk cId="1962230279" sldId="347"/>
            <ac:inkMk id="22" creationId="{AC41958A-DDDC-19F7-EB65-A9B046E1EF91}"/>
          </ac:inkMkLst>
        </pc:inkChg>
        <pc:inkChg chg="add mod">
          <ac:chgData name="Pi, Yalong" userId="c9a3dc08-26f0-490d-b190-2780270c58e1" providerId="ADAL" clId="{F398E26A-6AC4-4DD8-A7B3-CD9F6274E7E3}" dt="2025-04-13T20:42:14.478" v="3019"/>
          <ac:inkMkLst>
            <pc:docMk/>
            <pc:sldMk cId="1962230279" sldId="347"/>
            <ac:inkMk id="23" creationId="{8704BE43-3922-B03E-B3A9-B5C24ADD2E84}"/>
          </ac:inkMkLst>
        </pc:inkChg>
        <pc:inkChg chg="add mod">
          <ac:chgData name="Pi, Yalong" userId="c9a3dc08-26f0-490d-b190-2780270c58e1" providerId="ADAL" clId="{F398E26A-6AC4-4DD8-A7B3-CD9F6274E7E3}" dt="2025-04-13T20:42:39.724" v="3032"/>
          <ac:inkMkLst>
            <pc:docMk/>
            <pc:sldMk cId="1962230279" sldId="347"/>
            <ac:inkMk id="25" creationId="{BB34F677-C107-7BAC-4518-030DBDBE12F5}"/>
          </ac:inkMkLst>
        </pc:inkChg>
        <pc:inkChg chg="add mod">
          <ac:chgData name="Pi, Yalong" userId="c9a3dc08-26f0-490d-b190-2780270c58e1" providerId="ADAL" clId="{F398E26A-6AC4-4DD8-A7B3-CD9F6274E7E3}" dt="2025-04-13T20:42:39.724" v="3032"/>
          <ac:inkMkLst>
            <pc:docMk/>
            <pc:sldMk cId="1962230279" sldId="347"/>
            <ac:inkMk id="26" creationId="{DD0C3DC8-4D19-4C35-41A2-9C4977C1F4F2}"/>
          </ac:inkMkLst>
        </pc:inkChg>
        <pc:inkChg chg="add mod">
          <ac:chgData name="Pi, Yalong" userId="c9a3dc08-26f0-490d-b190-2780270c58e1" providerId="ADAL" clId="{F398E26A-6AC4-4DD8-A7B3-CD9F6274E7E3}" dt="2025-04-13T20:42:39.724" v="3032"/>
          <ac:inkMkLst>
            <pc:docMk/>
            <pc:sldMk cId="1962230279" sldId="347"/>
            <ac:inkMk id="27" creationId="{8FF63A41-BAD9-CE7C-B6D9-A16FE893FEEB}"/>
          </ac:inkMkLst>
        </pc:inkChg>
        <pc:inkChg chg="add mod">
          <ac:chgData name="Pi, Yalong" userId="c9a3dc08-26f0-490d-b190-2780270c58e1" providerId="ADAL" clId="{F398E26A-6AC4-4DD8-A7B3-CD9F6274E7E3}" dt="2025-04-13T20:42:39.724" v="3032"/>
          <ac:inkMkLst>
            <pc:docMk/>
            <pc:sldMk cId="1962230279" sldId="347"/>
            <ac:inkMk id="28" creationId="{08289103-E2DB-CDF7-9CE1-264FD31B34C2}"/>
          </ac:inkMkLst>
        </pc:inkChg>
        <pc:inkChg chg="add">
          <ac:chgData name="Pi, Yalong" userId="c9a3dc08-26f0-490d-b190-2780270c58e1" providerId="ADAL" clId="{F398E26A-6AC4-4DD8-A7B3-CD9F6274E7E3}" dt="2025-04-13T20:42:35.532" v="3024" actId="9405"/>
          <ac:inkMkLst>
            <pc:docMk/>
            <pc:sldMk cId="1962230279" sldId="347"/>
            <ac:inkMk id="29" creationId="{98FE526C-45F5-40B9-65A8-A30C7A5C4FB7}"/>
          </ac:inkMkLst>
        </pc:inkChg>
        <pc:inkChg chg="add mod">
          <ac:chgData name="Pi, Yalong" userId="c9a3dc08-26f0-490d-b190-2780270c58e1" providerId="ADAL" clId="{F398E26A-6AC4-4DD8-A7B3-CD9F6274E7E3}" dt="2025-04-13T20:42:39.724" v="3032"/>
          <ac:inkMkLst>
            <pc:docMk/>
            <pc:sldMk cId="1962230279" sldId="347"/>
            <ac:inkMk id="30" creationId="{4E06CD19-E0F1-5EC9-42E9-8A6607907BC8}"/>
          </ac:inkMkLst>
        </pc:inkChg>
        <pc:inkChg chg="add mod">
          <ac:chgData name="Pi, Yalong" userId="c9a3dc08-26f0-490d-b190-2780270c58e1" providerId="ADAL" clId="{F398E26A-6AC4-4DD8-A7B3-CD9F6274E7E3}" dt="2025-04-13T20:42:39.724" v="3032"/>
          <ac:inkMkLst>
            <pc:docMk/>
            <pc:sldMk cId="1962230279" sldId="347"/>
            <ac:inkMk id="31" creationId="{7FE0F641-2A71-2EBA-8CEB-BB9F93FD4864}"/>
          </ac:inkMkLst>
        </pc:inkChg>
        <pc:inkChg chg="add mod">
          <ac:chgData name="Pi, Yalong" userId="c9a3dc08-26f0-490d-b190-2780270c58e1" providerId="ADAL" clId="{F398E26A-6AC4-4DD8-A7B3-CD9F6274E7E3}" dt="2025-04-13T20:42:39.724" v="3032"/>
          <ac:inkMkLst>
            <pc:docMk/>
            <pc:sldMk cId="1962230279" sldId="347"/>
            <ac:inkMk id="32" creationId="{97DEE702-64FE-347E-9E8C-B7162A13E733}"/>
          </ac:inkMkLst>
        </pc:inkChg>
        <pc:inkChg chg="add mod">
          <ac:chgData name="Pi, Yalong" userId="c9a3dc08-26f0-490d-b190-2780270c58e1" providerId="ADAL" clId="{F398E26A-6AC4-4DD8-A7B3-CD9F6274E7E3}" dt="2025-04-13T20:42:39.724" v="3032"/>
          <ac:inkMkLst>
            <pc:docMk/>
            <pc:sldMk cId="1962230279" sldId="347"/>
            <ac:inkMk id="33" creationId="{A3B44210-C703-202E-12FD-C8DD7CB30BCD}"/>
          </ac:inkMkLst>
        </pc:inkChg>
        <pc:inkChg chg="add">
          <ac:chgData name="Pi, Yalong" userId="c9a3dc08-26f0-490d-b190-2780270c58e1" providerId="ADAL" clId="{F398E26A-6AC4-4DD8-A7B3-CD9F6274E7E3}" dt="2025-04-13T20:42:37.326" v="3029" actId="9405"/>
          <ac:inkMkLst>
            <pc:docMk/>
            <pc:sldMk cId="1962230279" sldId="347"/>
            <ac:inkMk id="34" creationId="{39CB3D09-CF8C-B162-FD75-7F60EEECA258}"/>
          </ac:inkMkLst>
        </pc:inkChg>
        <pc:inkChg chg="add">
          <ac:chgData name="Pi, Yalong" userId="c9a3dc08-26f0-490d-b190-2780270c58e1" providerId="ADAL" clId="{F398E26A-6AC4-4DD8-A7B3-CD9F6274E7E3}" dt="2025-04-13T20:42:38.364" v="3030" actId="9405"/>
          <ac:inkMkLst>
            <pc:docMk/>
            <pc:sldMk cId="1962230279" sldId="347"/>
            <ac:inkMk id="35" creationId="{7FC15EA6-7C04-7726-26DB-B0A305AD704A}"/>
          </ac:inkMkLst>
        </pc:inkChg>
        <pc:inkChg chg="add mod">
          <ac:chgData name="Pi, Yalong" userId="c9a3dc08-26f0-490d-b190-2780270c58e1" providerId="ADAL" clId="{F398E26A-6AC4-4DD8-A7B3-CD9F6274E7E3}" dt="2025-04-13T20:42:39.724" v="3032"/>
          <ac:inkMkLst>
            <pc:docMk/>
            <pc:sldMk cId="1962230279" sldId="347"/>
            <ac:inkMk id="36" creationId="{9137C0B4-2358-EF07-2560-54DA13FF252F}"/>
          </ac:inkMkLst>
        </pc:inkChg>
      </pc:sldChg>
      <pc:sldChg chg="addSp delSp modSp new add del mod ord">
        <pc:chgData name="Pi, Yalong" userId="c9a3dc08-26f0-490d-b190-2780270c58e1" providerId="ADAL" clId="{F398E26A-6AC4-4DD8-A7B3-CD9F6274E7E3}" dt="2025-04-13T21:28:46.009" v="3788"/>
        <pc:sldMkLst>
          <pc:docMk/>
          <pc:sldMk cId="2614318007" sldId="348"/>
        </pc:sldMkLst>
        <pc:grpChg chg="del mod">
          <ac:chgData name="Pi, Yalong" userId="c9a3dc08-26f0-490d-b190-2780270c58e1" providerId="ADAL" clId="{F398E26A-6AC4-4DD8-A7B3-CD9F6274E7E3}" dt="2025-04-13T21:27:52.434" v="3739"/>
          <ac:grpSpMkLst>
            <pc:docMk/>
            <pc:sldMk cId="2614318007" sldId="348"/>
            <ac:grpSpMk id="7" creationId="{4C0E7BC7-CEDC-561D-3773-1067A5A9E194}"/>
          </ac:grpSpMkLst>
        </pc:grpChg>
        <pc:grpChg chg="del mod">
          <ac:chgData name="Pi, Yalong" userId="c9a3dc08-26f0-490d-b190-2780270c58e1" providerId="ADAL" clId="{F398E26A-6AC4-4DD8-A7B3-CD9F6274E7E3}" dt="2025-04-13T21:28:22.895" v="3748"/>
          <ac:grpSpMkLst>
            <pc:docMk/>
            <pc:sldMk cId="2614318007" sldId="348"/>
            <ac:grpSpMk id="12" creationId="{C0898789-C956-3BAA-09C2-5674FFE5C243}"/>
          </ac:grpSpMkLst>
        </pc:grpChg>
        <pc:grpChg chg="del mod">
          <ac:chgData name="Pi, Yalong" userId="c9a3dc08-26f0-490d-b190-2780270c58e1" providerId="ADAL" clId="{F398E26A-6AC4-4DD8-A7B3-CD9F6274E7E3}" dt="2025-04-13T21:28:23.690" v="3750"/>
          <ac:grpSpMkLst>
            <pc:docMk/>
            <pc:sldMk cId="2614318007" sldId="348"/>
            <ac:grpSpMk id="15" creationId="{C32FDEFB-2F2E-34FE-0C8B-7A9307E877DC}"/>
          </ac:grpSpMkLst>
        </pc:grpChg>
        <pc:grpChg chg="mod">
          <ac:chgData name="Pi, Yalong" userId="c9a3dc08-26f0-490d-b190-2780270c58e1" providerId="ADAL" clId="{F398E26A-6AC4-4DD8-A7B3-CD9F6274E7E3}" dt="2025-04-13T21:28:26.776" v="3754"/>
          <ac:grpSpMkLst>
            <pc:docMk/>
            <pc:sldMk cId="2614318007" sldId="348"/>
            <ac:grpSpMk id="18" creationId="{06910E62-EA90-331E-A82E-4B6A49295910}"/>
          </ac:grpSpMkLst>
        </pc:grpChg>
        <pc:grpChg chg="mod">
          <ac:chgData name="Pi, Yalong" userId="c9a3dc08-26f0-490d-b190-2780270c58e1" providerId="ADAL" clId="{F398E26A-6AC4-4DD8-A7B3-CD9F6274E7E3}" dt="2025-04-13T21:28:28.917" v="3757"/>
          <ac:grpSpMkLst>
            <pc:docMk/>
            <pc:sldMk cId="2614318007" sldId="348"/>
            <ac:grpSpMk id="21" creationId="{EFB0A08C-F510-1DC2-F4E3-BB4637BBF4BA}"/>
          </ac:grpSpMkLst>
        </pc:grpChg>
        <pc:grpChg chg="del mod">
          <ac:chgData name="Pi, Yalong" userId="c9a3dc08-26f0-490d-b190-2780270c58e1" providerId="ADAL" clId="{F398E26A-6AC4-4DD8-A7B3-CD9F6274E7E3}" dt="2025-04-13T21:28:46.009" v="3788"/>
          <ac:grpSpMkLst>
            <pc:docMk/>
            <pc:sldMk cId="2614318007" sldId="348"/>
            <ac:grpSpMk id="36" creationId="{397837B3-917F-F351-6C39-34543D78E209}"/>
          </ac:grpSpMkLst>
        </pc:grpChg>
        <pc:grpChg chg="mod">
          <ac:chgData name="Pi, Yalong" userId="c9a3dc08-26f0-490d-b190-2780270c58e1" providerId="ADAL" clId="{F398E26A-6AC4-4DD8-A7B3-CD9F6274E7E3}" dt="2025-04-13T21:28:46.009" v="3788"/>
          <ac:grpSpMkLst>
            <pc:docMk/>
            <pc:sldMk cId="2614318007" sldId="348"/>
            <ac:grpSpMk id="42" creationId="{ACFFCEF1-D638-1113-91AA-C07AF857B772}"/>
          </ac:grpSpMkLst>
        </pc:grpChg>
        <pc:picChg chg="add del">
          <ac:chgData name="Pi, Yalong" userId="c9a3dc08-26f0-490d-b190-2780270c58e1" providerId="ADAL" clId="{F398E26A-6AC4-4DD8-A7B3-CD9F6274E7E3}" dt="2025-04-13T21:27:41.287" v="3732" actId="478"/>
          <ac:picMkLst>
            <pc:docMk/>
            <pc:sldMk cId="2614318007" sldId="348"/>
            <ac:picMk id="4098" creationId="{6C9A563B-9BA1-C7B1-84EC-11A31821D375}"/>
          </ac:picMkLst>
        </pc:picChg>
        <pc:picChg chg="add mod">
          <ac:chgData name="Pi, Yalong" userId="c9a3dc08-26f0-490d-b190-2780270c58e1" providerId="ADAL" clId="{F398E26A-6AC4-4DD8-A7B3-CD9F6274E7E3}" dt="2025-04-13T21:27:48.902" v="3735" actId="14100"/>
          <ac:picMkLst>
            <pc:docMk/>
            <pc:sldMk cId="2614318007" sldId="348"/>
            <ac:picMk id="4100" creationId="{AD7D2C67-5B34-049F-34B2-1FDFA25DCFA7}"/>
          </ac:picMkLst>
        </pc:picChg>
        <pc:inkChg chg="add del mod">
          <ac:chgData name="Pi, Yalong" userId="c9a3dc08-26f0-490d-b190-2780270c58e1" providerId="ADAL" clId="{F398E26A-6AC4-4DD8-A7B3-CD9F6274E7E3}" dt="2025-04-13T21:27:52.434" v="3738"/>
          <ac:inkMkLst>
            <pc:docMk/>
            <pc:sldMk cId="2614318007" sldId="348"/>
            <ac:inkMk id="2" creationId="{4313DD37-961D-4775-43E6-D85623194352}"/>
          </ac:inkMkLst>
        </pc:inkChg>
        <pc:inkChg chg="add del mod">
          <ac:chgData name="Pi, Yalong" userId="c9a3dc08-26f0-490d-b190-2780270c58e1" providerId="ADAL" clId="{F398E26A-6AC4-4DD8-A7B3-CD9F6274E7E3}" dt="2025-04-13T21:27:52.433" v="3736"/>
          <ac:inkMkLst>
            <pc:docMk/>
            <pc:sldMk cId="2614318007" sldId="348"/>
            <ac:inkMk id="3" creationId="{8CACC093-B86E-C7EE-1228-5B07FA7DE0C1}"/>
          </ac:inkMkLst>
        </pc:inkChg>
        <pc:inkChg chg="add del mod">
          <ac:chgData name="Pi, Yalong" userId="c9a3dc08-26f0-490d-b190-2780270c58e1" providerId="ADAL" clId="{F398E26A-6AC4-4DD8-A7B3-CD9F6274E7E3}" dt="2025-04-13T21:27:53.440" v="3741"/>
          <ac:inkMkLst>
            <pc:docMk/>
            <pc:sldMk cId="2614318007" sldId="348"/>
            <ac:inkMk id="4" creationId="{42179CA9-53C3-7D48-1128-93CECD315435}"/>
          </ac:inkMkLst>
        </pc:inkChg>
        <pc:inkChg chg="add del mod">
          <ac:chgData name="Pi, Yalong" userId="c9a3dc08-26f0-490d-b190-2780270c58e1" providerId="ADAL" clId="{F398E26A-6AC4-4DD8-A7B3-CD9F6274E7E3}" dt="2025-04-13T21:27:52.434" v="3739"/>
          <ac:inkMkLst>
            <pc:docMk/>
            <pc:sldMk cId="2614318007" sldId="348"/>
            <ac:inkMk id="5" creationId="{7CDCD73D-51CA-5E39-98E7-41A99DA9F6CD}"/>
          </ac:inkMkLst>
        </pc:inkChg>
        <pc:inkChg chg="add del mod">
          <ac:chgData name="Pi, Yalong" userId="c9a3dc08-26f0-490d-b190-2780270c58e1" providerId="ADAL" clId="{F398E26A-6AC4-4DD8-A7B3-CD9F6274E7E3}" dt="2025-04-13T21:27:52.434" v="3737"/>
          <ac:inkMkLst>
            <pc:docMk/>
            <pc:sldMk cId="2614318007" sldId="348"/>
            <ac:inkMk id="6" creationId="{77AA9A29-72B8-026B-1D0A-B3820E462BB3}"/>
          </ac:inkMkLst>
        </pc:inkChg>
        <pc:inkChg chg="add del">
          <ac:chgData name="Pi, Yalong" userId="c9a3dc08-26f0-490d-b190-2780270c58e1" providerId="ADAL" clId="{F398E26A-6AC4-4DD8-A7B3-CD9F6274E7E3}" dt="2025-04-13T21:27:53.440" v="3740"/>
          <ac:inkMkLst>
            <pc:docMk/>
            <pc:sldMk cId="2614318007" sldId="348"/>
            <ac:inkMk id="8" creationId="{F3CF0634-1076-82CD-7057-8C3A896B32B6}"/>
          </ac:inkMkLst>
        </pc:inkChg>
        <pc:inkChg chg="add del">
          <ac:chgData name="Pi, Yalong" userId="c9a3dc08-26f0-490d-b190-2780270c58e1" providerId="ADAL" clId="{F398E26A-6AC4-4DD8-A7B3-CD9F6274E7E3}" dt="2025-04-13T21:22:53.191" v="3723"/>
          <ac:inkMkLst>
            <pc:docMk/>
            <pc:sldMk cId="2614318007" sldId="348"/>
            <ac:inkMk id="9" creationId="{25997739-C7F2-B775-9515-65D9A8FEC7AC}"/>
          </ac:inkMkLst>
        </pc:inkChg>
        <pc:inkChg chg="add del mod">
          <ac:chgData name="Pi, Yalong" userId="c9a3dc08-26f0-490d-b190-2780270c58e1" providerId="ADAL" clId="{F398E26A-6AC4-4DD8-A7B3-CD9F6274E7E3}" dt="2025-04-13T21:28:22.896" v="3749"/>
          <ac:inkMkLst>
            <pc:docMk/>
            <pc:sldMk cId="2614318007" sldId="348"/>
            <ac:inkMk id="10" creationId="{3A1F6704-CDAB-A1AF-3E7E-63C2FC6928CF}"/>
          </ac:inkMkLst>
        </pc:inkChg>
        <pc:inkChg chg="add del mod">
          <ac:chgData name="Pi, Yalong" userId="c9a3dc08-26f0-490d-b190-2780270c58e1" providerId="ADAL" clId="{F398E26A-6AC4-4DD8-A7B3-CD9F6274E7E3}" dt="2025-04-13T21:28:22.895" v="3748"/>
          <ac:inkMkLst>
            <pc:docMk/>
            <pc:sldMk cId="2614318007" sldId="348"/>
            <ac:inkMk id="11" creationId="{52D2E65B-D3DE-3FE5-CE92-97EE74816DAC}"/>
          </ac:inkMkLst>
        </pc:inkChg>
        <pc:inkChg chg="add del mod">
          <ac:chgData name="Pi, Yalong" userId="c9a3dc08-26f0-490d-b190-2780270c58e1" providerId="ADAL" clId="{F398E26A-6AC4-4DD8-A7B3-CD9F6274E7E3}" dt="2025-04-13T21:28:23.690" v="3750"/>
          <ac:inkMkLst>
            <pc:docMk/>
            <pc:sldMk cId="2614318007" sldId="348"/>
            <ac:inkMk id="13" creationId="{A9CFE986-CA71-9D82-827E-7D8BA9799826}"/>
          </ac:inkMkLst>
        </pc:inkChg>
        <pc:inkChg chg="add del mod">
          <ac:chgData name="Pi, Yalong" userId="c9a3dc08-26f0-490d-b190-2780270c58e1" providerId="ADAL" clId="{F398E26A-6AC4-4DD8-A7B3-CD9F6274E7E3}" dt="2025-04-13T21:28:23.691" v="3751"/>
          <ac:inkMkLst>
            <pc:docMk/>
            <pc:sldMk cId="2614318007" sldId="348"/>
            <ac:inkMk id="14" creationId="{F79B7217-1047-9B9A-24F1-50A133A24CF2}"/>
          </ac:inkMkLst>
        </pc:inkChg>
        <pc:inkChg chg="add mod">
          <ac:chgData name="Pi, Yalong" userId="c9a3dc08-26f0-490d-b190-2780270c58e1" providerId="ADAL" clId="{F398E26A-6AC4-4DD8-A7B3-CD9F6274E7E3}" dt="2025-04-13T21:28:26.776" v="3754"/>
          <ac:inkMkLst>
            <pc:docMk/>
            <pc:sldMk cId="2614318007" sldId="348"/>
            <ac:inkMk id="16" creationId="{1FBE9531-FA93-239E-8FC2-05A2524D70C5}"/>
          </ac:inkMkLst>
        </pc:inkChg>
        <pc:inkChg chg="add mod">
          <ac:chgData name="Pi, Yalong" userId="c9a3dc08-26f0-490d-b190-2780270c58e1" providerId="ADAL" clId="{F398E26A-6AC4-4DD8-A7B3-CD9F6274E7E3}" dt="2025-04-13T21:28:26.776" v="3754"/>
          <ac:inkMkLst>
            <pc:docMk/>
            <pc:sldMk cId="2614318007" sldId="348"/>
            <ac:inkMk id="17" creationId="{19257E39-672D-AA2A-9C37-A3F44392F1FA}"/>
          </ac:inkMkLst>
        </pc:inkChg>
        <pc:inkChg chg="add mod">
          <ac:chgData name="Pi, Yalong" userId="c9a3dc08-26f0-490d-b190-2780270c58e1" providerId="ADAL" clId="{F398E26A-6AC4-4DD8-A7B3-CD9F6274E7E3}" dt="2025-04-13T21:28:28.917" v="3757"/>
          <ac:inkMkLst>
            <pc:docMk/>
            <pc:sldMk cId="2614318007" sldId="348"/>
            <ac:inkMk id="19" creationId="{D3EDCD7F-03E0-DF00-E150-B6D226EFB11C}"/>
          </ac:inkMkLst>
        </pc:inkChg>
        <pc:inkChg chg="add mod">
          <ac:chgData name="Pi, Yalong" userId="c9a3dc08-26f0-490d-b190-2780270c58e1" providerId="ADAL" clId="{F398E26A-6AC4-4DD8-A7B3-CD9F6274E7E3}" dt="2025-04-13T21:28:28.917" v="3757"/>
          <ac:inkMkLst>
            <pc:docMk/>
            <pc:sldMk cId="2614318007" sldId="348"/>
            <ac:inkMk id="20" creationId="{34E82E90-CA58-6E9E-0046-5A3E66FEE695}"/>
          </ac:inkMkLst>
        </pc:inkChg>
        <pc:inkChg chg="add del mod">
          <ac:chgData name="Pi, Yalong" userId="c9a3dc08-26f0-490d-b190-2780270c58e1" providerId="ADAL" clId="{F398E26A-6AC4-4DD8-A7B3-CD9F6274E7E3}" dt="2025-04-13T21:28:40.419" v="3777"/>
          <ac:inkMkLst>
            <pc:docMk/>
            <pc:sldMk cId="2614318007" sldId="348"/>
            <ac:inkMk id="22" creationId="{85F25415-DDE3-2294-78E8-6687A34CE059}"/>
          </ac:inkMkLst>
        </pc:inkChg>
        <pc:inkChg chg="add del">
          <ac:chgData name="Pi, Yalong" userId="c9a3dc08-26f0-490d-b190-2780270c58e1" providerId="ADAL" clId="{F398E26A-6AC4-4DD8-A7B3-CD9F6274E7E3}" dt="2025-04-13T21:28:40.419" v="3776"/>
          <ac:inkMkLst>
            <pc:docMk/>
            <pc:sldMk cId="2614318007" sldId="348"/>
            <ac:inkMk id="23" creationId="{2373ED45-3539-808F-4F8B-0E2EA1A05D88}"/>
          </ac:inkMkLst>
        </pc:inkChg>
        <pc:inkChg chg="add del mod">
          <ac:chgData name="Pi, Yalong" userId="c9a3dc08-26f0-490d-b190-2780270c58e1" providerId="ADAL" clId="{F398E26A-6AC4-4DD8-A7B3-CD9F6274E7E3}" dt="2025-04-13T21:28:40.420" v="3781"/>
          <ac:inkMkLst>
            <pc:docMk/>
            <pc:sldMk cId="2614318007" sldId="348"/>
            <ac:inkMk id="24" creationId="{D22C52D2-0FC5-8395-DC04-FD80C448B1F8}"/>
          </ac:inkMkLst>
        </pc:inkChg>
        <pc:inkChg chg="add del mod">
          <ac:chgData name="Pi, Yalong" userId="c9a3dc08-26f0-490d-b190-2780270c58e1" providerId="ADAL" clId="{F398E26A-6AC4-4DD8-A7B3-CD9F6274E7E3}" dt="2025-04-13T21:28:40.418" v="3773"/>
          <ac:inkMkLst>
            <pc:docMk/>
            <pc:sldMk cId="2614318007" sldId="348"/>
            <ac:inkMk id="25" creationId="{ACF94BEB-438A-FD11-85B3-5AAE21EF2179}"/>
          </ac:inkMkLst>
        </pc:inkChg>
        <pc:inkChg chg="add del mod">
          <ac:chgData name="Pi, Yalong" userId="c9a3dc08-26f0-490d-b190-2780270c58e1" providerId="ADAL" clId="{F398E26A-6AC4-4DD8-A7B3-CD9F6274E7E3}" dt="2025-04-13T21:28:42.488" v="3782"/>
          <ac:inkMkLst>
            <pc:docMk/>
            <pc:sldMk cId="2614318007" sldId="348"/>
            <ac:inkMk id="26" creationId="{326C08E4-6213-6579-75EF-E349FE2CECB8}"/>
          </ac:inkMkLst>
        </pc:inkChg>
        <pc:inkChg chg="add mod">
          <ac:chgData name="Pi, Yalong" userId="c9a3dc08-26f0-490d-b190-2780270c58e1" providerId="ADAL" clId="{F398E26A-6AC4-4DD8-A7B3-CD9F6274E7E3}" dt="2025-04-13T21:28:46.009" v="3788"/>
          <ac:inkMkLst>
            <pc:docMk/>
            <pc:sldMk cId="2614318007" sldId="348"/>
            <ac:inkMk id="27" creationId="{EF7B4049-05BC-2AB5-1BDE-B60066DC469F}"/>
          </ac:inkMkLst>
        </pc:inkChg>
        <pc:inkChg chg="add mod">
          <ac:chgData name="Pi, Yalong" userId="c9a3dc08-26f0-490d-b190-2780270c58e1" providerId="ADAL" clId="{F398E26A-6AC4-4DD8-A7B3-CD9F6274E7E3}" dt="2025-04-13T21:28:46.009" v="3788"/>
          <ac:inkMkLst>
            <pc:docMk/>
            <pc:sldMk cId="2614318007" sldId="348"/>
            <ac:inkMk id="28" creationId="{3B1A5FFD-5112-C42B-C2E6-5ED16E0D1FC4}"/>
          </ac:inkMkLst>
        </pc:inkChg>
        <pc:inkChg chg="add mod">
          <ac:chgData name="Pi, Yalong" userId="c9a3dc08-26f0-490d-b190-2780270c58e1" providerId="ADAL" clId="{F398E26A-6AC4-4DD8-A7B3-CD9F6274E7E3}" dt="2025-04-13T21:28:46.009" v="3788"/>
          <ac:inkMkLst>
            <pc:docMk/>
            <pc:sldMk cId="2614318007" sldId="348"/>
            <ac:inkMk id="29" creationId="{50614754-35E3-FC91-FC48-2C688DBF8C07}"/>
          </ac:inkMkLst>
        </pc:inkChg>
        <pc:inkChg chg="add mod">
          <ac:chgData name="Pi, Yalong" userId="c9a3dc08-26f0-490d-b190-2780270c58e1" providerId="ADAL" clId="{F398E26A-6AC4-4DD8-A7B3-CD9F6274E7E3}" dt="2025-04-13T21:28:46.009" v="3788"/>
          <ac:inkMkLst>
            <pc:docMk/>
            <pc:sldMk cId="2614318007" sldId="348"/>
            <ac:inkMk id="30" creationId="{C14DA163-8F54-DD6F-A746-5BC39106BB77}"/>
          </ac:inkMkLst>
        </pc:inkChg>
        <pc:inkChg chg="add del mod">
          <ac:chgData name="Pi, Yalong" userId="c9a3dc08-26f0-490d-b190-2780270c58e1" providerId="ADAL" clId="{F398E26A-6AC4-4DD8-A7B3-CD9F6274E7E3}" dt="2025-04-13T21:28:40.419" v="3775"/>
          <ac:inkMkLst>
            <pc:docMk/>
            <pc:sldMk cId="2614318007" sldId="348"/>
            <ac:inkMk id="31" creationId="{624C9FA8-6B64-6D4F-0F2C-5F62C62FDF2E}"/>
          </ac:inkMkLst>
        </pc:inkChg>
        <pc:inkChg chg="add del mod">
          <ac:chgData name="Pi, Yalong" userId="c9a3dc08-26f0-490d-b190-2780270c58e1" providerId="ADAL" clId="{F398E26A-6AC4-4DD8-A7B3-CD9F6274E7E3}" dt="2025-04-13T21:28:40.420" v="3778"/>
          <ac:inkMkLst>
            <pc:docMk/>
            <pc:sldMk cId="2614318007" sldId="348"/>
            <ac:inkMk id="32" creationId="{E083AAB1-48AC-AB40-9EF7-2591EF957C0C}"/>
          </ac:inkMkLst>
        </pc:inkChg>
        <pc:inkChg chg="add del mod">
          <ac:chgData name="Pi, Yalong" userId="c9a3dc08-26f0-490d-b190-2780270c58e1" providerId="ADAL" clId="{F398E26A-6AC4-4DD8-A7B3-CD9F6274E7E3}" dt="2025-04-13T21:28:40.420" v="3780"/>
          <ac:inkMkLst>
            <pc:docMk/>
            <pc:sldMk cId="2614318007" sldId="348"/>
            <ac:inkMk id="33" creationId="{54C414B9-EB72-2287-B55B-FBA28BB7F264}"/>
          </ac:inkMkLst>
        </pc:inkChg>
        <pc:inkChg chg="add del mod">
          <ac:chgData name="Pi, Yalong" userId="c9a3dc08-26f0-490d-b190-2780270c58e1" providerId="ADAL" clId="{F398E26A-6AC4-4DD8-A7B3-CD9F6274E7E3}" dt="2025-04-13T21:28:40.420" v="3779"/>
          <ac:inkMkLst>
            <pc:docMk/>
            <pc:sldMk cId="2614318007" sldId="348"/>
            <ac:inkMk id="34" creationId="{9103592E-572B-D8C4-633A-37868C45045F}"/>
          </ac:inkMkLst>
        </pc:inkChg>
        <pc:inkChg chg="add del">
          <ac:chgData name="Pi, Yalong" userId="c9a3dc08-26f0-490d-b190-2780270c58e1" providerId="ADAL" clId="{F398E26A-6AC4-4DD8-A7B3-CD9F6274E7E3}" dt="2025-04-13T21:28:40.418" v="3774"/>
          <ac:inkMkLst>
            <pc:docMk/>
            <pc:sldMk cId="2614318007" sldId="348"/>
            <ac:inkMk id="35" creationId="{C0E10683-69B1-140F-3B6E-64669A54C36F}"/>
          </ac:inkMkLst>
        </pc:inkChg>
        <pc:inkChg chg="add mod">
          <ac:chgData name="Pi, Yalong" userId="c9a3dc08-26f0-490d-b190-2780270c58e1" providerId="ADAL" clId="{F398E26A-6AC4-4DD8-A7B3-CD9F6274E7E3}" dt="2025-04-13T21:28:46.009" v="3788"/>
          <ac:inkMkLst>
            <pc:docMk/>
            <pc:sldMk cId="2614318007" sldId="348"/>
            <ac:inkMk id="37" creationId="{67263EE9-C301-7ADA-16B7-435F347FDEE0}"/>
          </ac:inkMkLst>
        </pc:inkChg>
        <pc:inkChg chg="add mod">
          <ac:chgData name="Pi, Yalong" userId="c9a3dc08-26f0-490d-b190-2780270c58e1" providerId="ADAL" clId="{F398E26A-6AC4-4DD8-A7B3-CD9F6274E7E3}" dt="2025-04-13T21:28:46.009" v="3788"/>
          <ac:inkMkLst>
            <pc:docMk/>
            <pc:sldMk cId="2614318007" sldId="348"/>
            <ac:inkMk id="38" creationId="{A90F9A62-8C18-6FCE-D388-CEDEB78B5CCD}"/>
          </ac:inkMkLst>
        </pc:inkChg>
        <pc:inkChg chg="add">
          <ac:chgData name="Pi, Yalong" userId="c9a3dc08-26f0-490d-b190-2780270c58e1" providerId="ADAL" clId="{F398E26A-6AC4-4DD8-A7B3-CD9F6274E7E3}" dt="2025-04-13T21:28:44.579" v="3785" actId="9405"/>
          <ac:inkMkLst>
            <pc:docMk/>
            <pc:sldMk cId="2614318007" sldId="348"/>
            <ac:inkMk id="39" creationId="{5DDCE58C-D718-C8FD-CA19-7D01C30914B3}"/>
          </ac:inkMkLst>
        </pc:inkChg>
        <pc:inkChg chg="add mod">
          <ac:chgData name="Pi, Yalong" userId="c9a3dc08-26f0-490d-b190-2780270c58e1" providerId="ADAL" clId="{F398E26A-6AC4-4DD8-A7B3-CD9F6274E7E3}" dt="2025-04-13T21:28:46.009" v="3788"/>
          <ac:inkMkLst>
            <pc:docMk/>
            <pc:sldMk cId="2614318007" sldId="348"/>
            <ac:inkMk id="40" creationId="{7E2883D8-AA8A-8359-BBFD-9211E4DE7002}"/>
          </ac:inkMkLst>
        </pc:inkChg>
        <pc:inkChg chg="add mod">
          <ac:chgData name="Pi, Yalong" userId="c9a3dc08-26f0-490d-b190-2780270c58e1" providerId="ADAL" clId="{F398E26A-6AC4-4DD8-A7B3-CD9F6274E7E3}" dt="2025-04-13T21:28:46.009" v="3788"/>
          <ac:inkMkLst>
            <pc:docMk/>
            <pc:sldMk cId="2614318007" sldId="348"/>
            <ac:inkMk id="41" creationId="{345CF8F0-58B6-7BB3-A50A-E45458ABE9C4}"/>
          </ac:inkMkLst>
        </pc:inkChg>
      </pc:sldChg>
      <pc:sldChg chg="addSp delSp modSp new mod">
        <pc:chgData name="Pi, Yalong" userId="c9a3dc08-26f0-490d-b190-2780270c58e1" providerId="ADAL" clId="{F398E26A-6AC4-4DD8-A7B3-CD9F6274E7E3}" dt="2025-04-13T16:20:34.886" v="1411" actId="12"/>
        <pc:sldMkLst>
          <pc:docMk/>
          <pc:sldMk cId="3577060521" sldId="349"/>
        </pc:sldMkLst>
        <pc:spChg chg="mod">
          <ac:chgData name="Pi, Yalong" userId="c9a3dc08-26f0-490d-b190-2780270c58e1" providerId="ADAL" clId="{F398E26A-6AC4-4DD8-A7B3-CD9F6274E7E3}" dt="2025-04-13T16:20:20.727" v="1406" actId="20577"/>
          <ac:spMkLst>
            <pc:docMk/>
            <pc:sldMk cId="3577060521" sldId="349"/>
            <ac:spMk id="2" creationId="{CE7324F7-4DE8-1EF8-A67B-1F5F4844DFCB}"/>
          </ac:spMkLst>
        </pc:spChg>
        <pc:spChg chg="add del mod">
          <ac:chgData name="Pi, Yalong" userId="c9a3dc08-26f0-490d-b190-2780270c58e1" providerId="ADAL" clId="{F398E26A-6AC4-4DD8-A7B3-CD9F6274E7E3}" dt="2025-04-13T16:20:34.886" v="1411" actId="12"/>
          <ac:spMkLst>
            <pc:docMk/>
            <pc:sldMk cId="3577060521" sldId="349"/>
            <ac:spMk id="3" creationId="{25E5F5F7-CC64-3B48-47F5-8028B1A934E0}"/>
          </ac:spMkLst>
        </pc:spChg>
        <pc:spChg chg="add mod">
          <ac:chgData name="Pi, Yalong" userId="c9a3dc08-26f0-490d-b190-2780270c58e1" providerId="ADAL" clId="{F398E26A-6AC4-4DD8-A7B3-CD9F6274E7E3}" dt="2025-04-13T16:20:30.131" v="1408"/>
          <ac:spMkLst>
            <pc:docMk/>
            <pc:sldMk cId="3577060521" sldId="349"/>
            <ac:spMk id="4" creationId="{C8360D9D-403B-07F0-75CD-AA20E02A660B}"/>
          </ac:spMkLst>
        </pc:spChg>
      </pc:sldChg>
      <pc:sldChg chg="addSp delSp modSp new mod">
        <pc:chgData name="Pi, Yalong" userId="c9a3dc08-26f0-490d-b190-2780270c58e1" providerId="ADAL" clId="{F398E26A-6AC4-4DD8-A7B3-CD9F6274E7E3}" dt="2025-04-13T20:55:12.164" v="3309"/>
        <pc:sldMkLst>
          <pc:docMk/>
          <pc:sldMk cId="2180218486" sldId="350"/>
        </pc:sldMkLst>
        <pc:spChg chg="mod">
          <ac:chgData name="Pi, Yalong" userId="c9a3dc08-26f0-490d-b190-2780270c58e1" providerId="ADAL" clId="{F398E26A-6AC4-4DD8-A7B3-CD9F6274E7E3}" dt="2025-04-13T16:22:08.900" v="1430" actId="20577"/>
          <ac:spMkLst>
            <pc:docMk/>
            <pc:sldMk cId="2180218486" sldId="350"/>
            <ac:spMk id="2" creationId="{3A953F9C-DDCA-C90B-A3B4-BCCB63359400}"/>
          </ac:spMkLst>
        </pc:spChg>
        <pc:spChg chg="del mod">
          <ac:chgData name="Pi, Yalong" userId="c9a3dc08-26f0-490d-b190-2780270c58e1" providerId="ADAL" clId="{F398E26A-6AC4-4DD8-A7B3-CD9F6274E7E3}" dt="2025-04-13T16:23:07.774" v="1436" actId="478"/>
          <ac:spMkLst>
            <pc:docMk/>
            <pc:sldMk cId="2180218486" sldId="350"/>
            <ac:spMk id="3" creationId="{9FC8A7CD-62D6-F612-61AC-E8D1847683B0}"/>
          </ac:spMkLst>
        </pc:spChg>
        <pc:spChg chg="add del">
          <ac:chgData name="Pi, Yalong" userId="c9a3dc08-26f0-490d-b190-2780270c58e1" providerId="ADAL" clId="{F398E26A-6AC4-4DD8-A7B3-CD9F6274E7E3}" dt="2025-04-13T16:22:30.652" v="1434" actId="22"/>
          <ac:spMkLst>
            <pc:docMk/>
            <pc:sldMk cId="2180218486" sldId="350"/>
            <ac:spMk id="5" creationId="{8083BA3E-62A6-55D5-43F8-3010CD622011}"/>
          </ac:spMkLst>
        </pc:spChg>
        <pc:spChg chg="add mod">
          <ac:chgData name="Pi, Yalong" userId="c9a3dc08-26f0-490d-b190-2780270c58e1" providerId="ADAL" clId="{F398E26A-6AC4-4DD8-A7B3-CD9F6274E7E3}" dt="2025-04-13T16:50:50.323" v="1791" actId="20577"/>
          <ac:spMkLst>
            <pc:docMk/>
            <pc:sldMk cId="2180218486" sldId="350"/>
            <ac:spMk id="7" creationId="{34F717AF-26EE-11E3-D1C5-B91E84C7FCDF}"/>
          </ac:spMkLst>
        </pc:spChg>
        <pc:grpChg chg="del mod">
          <ac:chgData name="Pi, Yalong" userId="c9a3dc08-26f0-490d-b190-2780270c58e1" providerId="ADAL" clId="{F398E26A-6AC4-4DD8-A7B3-CD9F6274E7E3}" dt="2025-04-13T20:54:11.217" v="3295"/>
          <ac:grpSpMkLst>
            <pc:docMk/>
            <pc:sldMk cId="2180218486" sldId="350"/>
            <ac:grpSpMk id="20" creationId="{ECCC7406-DF82-0E97-2575-4D52ACF55AC4}"/>
          </ac:grpSpMkLst>
        </pc:grpChg>
        <pc:grpChg chg="mod">
          <ac:chgData name="Pi, Yalong" userId="c9a3dc08-26f0-490d-b190-2780270c58e1" providerId="ADAL" clId="{F398E26A-6AC4-4DD8-A7B3-CD9F6274E7E3}" dt="2025-04-13T20:54:07.192" v="3286"/>
          <ac:grpSpMkLst>
            <pc:docMk/>
            <pc:sldMk cId="2180218486" sldId="350"/>
            <ac:grpSpMk id="21" creationId="{29FC7C5D-F390-77FA-CC2F-75C2D6A9C47A}"/>
          </ac:grpSpMkLst>
        </pc:grpChg>
        <pc:grpChg chg="mod">
          <ac:chgData name="Pi, Yalong" userId="c9a3dc08-26f0-490d-b190-2780270c58e1" providerId="ADAL" clId="{F398E26A-6AC4-4DD8-A7B3-CD9F6274E7E3}" dt="2025-04-13T20:54:07.192" v="3286"/>
          <ac:grpSpMkLst>
            <pc:docMk/>
            <pc:sldMk cId="2180218486" sldId="350"/>
            <ac:grpSpMk id="22" creationId="{13415A90-1C1C-0909-7797-6ACBEA5BC1DA}"/>
          </ac:grpSpMkLst>
        </pc:grpChg>
        <pc:grpChg chg="mod">
          <ac:chgData name="Pi, Yalong" userId="c9a3dc08-26f0-490d-b190-2780270c58e1" providerId="ADAL" clId="{F398E26A-6AC4-4DD8-A7B3-CD9F6274E7E3}" dt="2025-04-13T20:54:11.217" v="3295"/>
          <ac:grpSpMkLst>
            <pc:docMk/>
            <pc:sldMk cId="2180218486" sldId="350"/>
            <ac:grpSpMk id="31" creationId="{04455F56-79E0-512F-5127-CD6DEFC09F96}"/>
          </ac:grpSpMkLst>
        </pc:grpChg>
        <pc:grpChg chg="mod">
          <ac:chgData name="Pi, Yalong" userId="c9a3dc08-26f0-490d-b190-2780270c58e1" providerId="ADAL" clId="{F398E26A-6AC4-4DD8-A7B3-CD9F6274E7E3}" dt="2025-04-13T20:55:12.164" v="3309"/>
          <ac:grpSpMkLst>
            <pc:docMk/>
            <pc:sldMk cId="2180218486" sldId="350"/>
            <ac:grpSpMk id="37" creationId="{1D282B84-472E-6BEA-B7DB-FBC240629DFB}"/>
          </ac:grpSpMkLst>
        </pc:grpChg>
        <pc:picChg chg="add mod modCrop">
          <ac:chgData name="Pi, Yalong" userId="c9a3dc08-26f0-490d-b190-2780270c58e1" providerId="ADAL" clId="{F398E26A-6AC4-4DD8-A7B3-CD9F6274E7E3}" dt="2025-04-13T16:23:36.330" v="1441" actId="1076"/>
          <ac:picMkLst>
            <pc:docMk/>
            <pc:sldMk cId="2180218486" sldId="350"/>
            <ac:picMk id="9" creationId="{FE5D4B16-73D4-563C-2017-84E7825C3EE6}"/>
          </ac:picMkLst>
        </pc:picChg>
        <pc:inkChg chg="add mod">
          <ac:chgData name="Pi, Yalong" userId="c9a3dc08-26f0-490d-b190-2780270c58e1" providerId="ADAL" clId="{F398E26A-6AC4-4DD8-A7B3-CD9F6274E7E3}" dt="2025-04-13T20:54:07.192" v="3286"/>
          <ac:inkMkLst>
            <pc:docMk/>
            <pc:sldMk cId="2180218486" sldId="350"/>
            <ac:inkMk id="10" creationId="{23BEE887-29EF-2589-C390-0DA2EDDB5FE0}"/>
          </ac:inkMkLst>
        </pc:inkChg>
        <pc:inkChg chg="add mod">
          <ac:chgData name="Pi, Yalong" userId="c9a3dc08-26f0-490d-b190-2780270c58e1" providerId="ADAL" clId="{F398E26A-6AC4-4DD8-A7B3-CD9F6274E7E3}" dt="2025-04-13T20:54:07.192" v="3286"/>
          <ac:inkMkLst>
            <pc:docMk/>
            <pc:sldMk cId="2180218486" sldId="350"/>
            <ac:inkMk id="11" creationId="{5C5E5D1A-6ED2-3047-3CE4-A5EC4178780E}"/>
          </ac:inkMkLst>
        </pc:inkChg>
        <pc:inkChg chg="add mod">
          <ac:chgData name="Pi, Yalong" userId="c9a3dc08-26f0-490d-b190-2780270c58e1" providerId="ADAL" clId="{F398E26A-6AC4-4DD8-A7B3-CD9F6274E7E3}" dt="2025-04-13T20:54:07.192" v="3286"/>
          <ac:inkMkLst>
            <pc:docMk/>
            <pc:sldMk cId="2180218486" sldId="350"/>
            <ac:inkMk id="12" creationId="{3845CE5F-28F8-FC3F-C9C3-4E0044D9AE6A}"/>
          </ac:inkMkLst>
        </pc:inkChg>
        <pc:inkChg chg="add">
          <ac:chgData name="Pi, Yalong" userId="c9a3dc08-26f0-490d-b190-2780270c58e1" providerId="ADAL" clId="{F398E26A-6AC4-4DD8-A7B3-CD9F6274E7E3}" dt="2025-04-13T20:54:04.672" v="3279" actId="9405"/>
          <ac:inkMkLst>
            <pc:docMk/>
            <pc:sldMk cId="2180218486" sldId="350"/>
            <ac:inkMk id="13" creationId="{123AA2E0-0674-A39E-CF05-975AD91147D3}"/>
          </ac:inkMkLst>
        </pc:inkChg>
        <pc:inkChg chg="add mod">
          <ac:chgData name="Pi, Yalong" userId="c9a3dc08-26f0-490d-b190-2780270c58e1" providerId="ADAL" clId="{F398E26A-6AC4-4DD8-A7B3-CD9F6274E7E3}" dt="2025-04-13T20:54:07.192" v="3286"/>
          <ac:inkMkLst>
            <pc:docMk/>
            <pc:sldMk cId="2180218486" sldId="350"/>
            <ac:inkMk id="14" creationId="{632C14BE-80C4-3B02-2DA7-6D3224C4FDEE}"/>
          </ac:inkMkLst>
        </pc:inkChg>
        <pc:inkChg chg="add mod">
          <ac:chgData name="Pi, Yalong" userId="c9a3dc08-26f0-490d-b190-2780270c58e1" providerId="ADAL" clId="{F398E26A-6AC4-4DD8-A7B3-CD9F6274E7E3}" dt="2025-04-13T20:54:07.192" v="3286"/>
          <ac:inkMkLst>
            <pc:docMk/>
            <pc:sldMk cId="2180218486" sldId="350"/>
            <ac:inkMk id="15" creationId="{7AE8B272-108C-341E-2BBC-1699A9D4AFFE}"/>
          </ac:inkMkLst>
        </pc:inkChg>
        <pc:inkChg chg="add">
          <ac:chgData name="Pi, Yalong" userId="c9a3dc08-26f0-490d-b190-2780270c58e1" providerId="ADAL" clId="{F398E26A-6AC4-4DD8-A7B3-CD9F6274E7E3}" dt="2025-04-13T20:54:05.296" v="3282" actId="9405"/>
          <ac:inkMkLst>
            <pc:docMk/>
            <pc:sldMk cId="2180218486" sldId="350"/>
            <ac:inkMk id="16" creationId="{A62243D0-57E5-9C64-68B9-F5813801EC1D}"/>
          </ac:inkMkLst>
        </pc:inkChg>
        <pc:inkChg chg="add mod">
          <ac:chgData name="Pi, Yalong" userId="c9a3dc08-26f0-490d-b190-2780270c58e1" providerId="ADAL" clId="{F398E26A-6AC4-4DD8-A7B3-CD9F6274E7E3}" dt="2025-04-13T20:54:07.192" v="3286"/>
          <ac:inkMkLst>
            <pc:docMk/>
            <pc:sldMk cId="2180218486" sldId="350"/>
            <ac:inkMk id="17" creationId="{D9CD630B-5EFB-2F12-50D1-FD19FA13FAF9}"/>
          </ac:inkMkLst>
        </pc:inkChg>
        <pc:inkChg chg="add">
          <ac:chgData name="Pi, Yalong" userId="c9a3dc08-26f0-490d-b190-2780270c58e1" providerId="ADAL" clId="{F398E26A-6AC4-4DD8-A7B3-CD9F6274E7E3}" dt="2025-04-13T20:54:06.413" v="3284" actId="9405"/>
          <ac:inkMkLst>
            <pc:docMk/>
            <pc:sldMk cId="2180218486" sldId="350"/>
            <ac:inkMk id="18" creationId="{BB6D6F32-34DA-2EF6-178E-4802BB7C0F8F}"/>
          </ac:inkMkLst>
        </pc:inkChg>
        <pc:inkChg chg="add mod">
          <ac:chgData name="Pi, Yalong" userId="c9a3dc08-26f0-490d-b190-2780270c58e1" providerId="ADAL" clId="{F398E26A-6AC4-4DD8-A7B3-CD9F6274E7E3}" dt="2025-04-13T20:54:11.217" v="3295"/>
          <ac:inkMkLst>
            <pc:docMk/>
            <pc:sldMk cId="2180218486" sldId="350"/>
            <ac:inkMk id="19" creationId="{242CCBCD-E7FF-E020-F98D-7DA92BBBA03A}"/>
          </ac:inkMkLst>
        </pc:inkChg>
        <pc:inkChg chg="add">
          <ac:chgData name="Pi, Yalong" userId="c9a3dc08-26f0-490d-b190-2780270c58e1" providerId="ADAL" clId="{F398E26A-6AC4-4DD8-A7B3-CD9F6274E7E3}" dt="2025-04-13T20:54:07.211" v="3287" actId="9405"/>
          <ac:inkMkLst>
            <pc:docMk/>
            <pc:sldMk cId="2180218486" sldId="350"/>
            <ac:inkMk id="23" creationId="{51A83B38-BBA1-BEBD-E27E-61E40699F366}"/>
          </ac:inkMkLst>
        </pc:inkChg>
        <pc:inkChg chg="add mod">
          <ac:chgData name="Pi, Yalong" userId="c9a3dc08-26f0-490d-b190-2780270c58e1" providerId="ADAL" clId="{F398E26A-6AC4-4DD8-A7B3-CD9F6274E7E3}" dt="2025-04-13T20:54:11.217" v="3295"/>
          <ac:inkMkLst>
            <pc:docMk/>
            <pc:sldMk cId="2180218486" sldId="350"/>
            <ac:inkMk id="24" creationId="{D2B54602-1A54-2530-367F-1CE6F6A4D98C}"/>
          </ac:inkMkLst>
        </pc:inkChg>
        <pc:inkChg chg="add mod">
          <ac:chgData name="Pi, Yalong" userId="c9a3dc08-26f0-490d-b190-2780270c58e1" providerId="ADAL" clId="{F398E26A-6AC4-4DD8-A7B3-CD9F6274E7E3}" dt="2025-04-13T20:54:11.217" v="3295"/>
          <ac:inkMkLst>
            <pc:docMk/>
            <pc:sldMk cId="2180218486" sldId="350"/>
            <ac:inkMk id="25" creationId="{F9C0908B-FC47-3357-708E-8E6AD9276CED}"/>
          </ac:inkMkLst>
        </pc:inkChg>
        <pc:inkChg chg="add mod">
          <ac:chgData name="Pi, Yalong" userId="c9a3dc08-26f0-490d-b190-2780270c58e1" providerId="ADAL" clId="{F398E26A-6AC4-4DD8-A7B3-CD9F6274E7E3}" dt="2025-04-13T20:54:11.217" v="3295"/>
          <ac:inkMkLst>
            <pc:docMk/>
            <pc:sldMk cId="2180218486" sldId="350"/>
            <ac:inkMk id="26" creationId="{FB9F36E3-67DC-DEA0-704D-CD5DF3D7F66C}"/>
          </ac:inkMkLst>
        </pc:inkChg>
        <pc:inkChg chg="add mod">
          <ac:chgData name="Pi, Yalong" userId="c9a3dc08-26f0-490d-b190-2780270c58e1" providerId="ADAL" clId="{F398E26A-6AC4-4DD8-A7B3-CD9F6274E7E3}" dt="2025-04-13T20:54:11.217" v="3295"/>
          <ac:inkMkLst>
            <pc:docMk/>
            <pc:sldMk cId="2180218486" sldId="350"/>
            <ac:inkMk id="27" creationId="{9292AC51-691D-49E6-FA01-985325A4EA81}"/>
          </ac:inkMkLst>
        </pc:inkChg>
        <pc:inkChg chg="add mod">
          <ac:chgData name="Pi, Yalong" userId="c9a3dc08-26f0-490d-b190-2780270c58e1" providerId="ADAL" clId="{F398E26A-6AC4-4DD8-A7B3-CD9F6274E7E3}" dt="2025-04-13T20:54:11.217" v="3295"/>
          <ac:inkMkLst>
            <pc:docMk/>
            <pc:sldMk cId="2180218486" sldId="350"/>
            <ac:inkMk id="28" creationId="{213A8C0C-04DA-6FC9-6F22-F9CDCB3DFB3B}"/>
          </ac:inkMkLst>
        </pc:inkChg>
        <pc:inkChg chg="add mod">
          <ac:chgData name="Pi, Yalong" userId="c9a3dc08-26f0-490d-b190-2780270c58e1" providerId="ADAL" clId="{F398E26A-6AC4-4DD8-A7B3-CD9F6274E7E3}" dt="2025-04-13T20:54:11.217" v="3295"/>
          <ac:inkMkLst>
            <pc:docMk/>
            <pc:sldMk cId="2180218486" sldId="350"/>
            <ac:inkMk id="29" creationId="{61C3D1AD-D2D1-0763-281B-9E52CC2B4C0C}"/>
          </ac:inkMkLst>
        </pc:inkChg>
        <pc:inkChg chg="add mod">
          <ac:chgData name="Pi, Yalong" userId="c9a3dc08-26f0-490d-b190-2780270c58e1" providerId="ADAL" clId="{F398E26A-6AC4-4DD8-A7B3-CD9F6274E7E3}" dt="2025-04-13T20:54:11.217" v="3295"/>
          <ac:inkMkLst>
            <pc:docMk/>
            <pc:sldMk cId="2180218486" sldId="350"/>
            <ac:inkMk id="30" creationId="{F0414F73-0620-4289-3F7A-CA0211FCA2F7}"/>
          </ac:inkMkLst>
        </pc:inkChg>
        <pc:inkChg chg="add">
          <ac:chgData name="Pi, Yalong" userId="c9a3dc08-26f0-490d-b190-2780270c58e1" providerId="ADAL" clId="{F398E26A-6AC4-4DD8-A7B3-CD9F6274E7E3}" dt="2025-04-13T20:54:12.439" v="3296" actId="9405"/>
          <ac:inkMkLst>
            <pc:docMk/>
            <pc:sldMk cId="2180218486" sldId="350"/>
            <ac:inkMk id="32" creationId="{1CC27DAB-5019-AD62-CA30-AC35B01E921B}"/>
          </ac:inkMkLst>
        </pc:inkChg>
        <pc:inkChg chg="add">
          <ac:chgData name="Pi, Yalong" userId="c9a3dc08-26f0-490d-b190-2780270c58e1" providerId="ADAL" clId="{F398E26A-6AC4-4DD8-A7B3-CD9F6274E7E3}" dt="2025-04-13T20:55:09.716" v="3305" actId="9405"/>
          <ac:inkMkLst>
            <pc:docMk/>
            <pc:sldMk cId="2180218486" sldId="350"/>
            <ac:inkMk id="33" creationId="{305C35B0-2C85-E659-B56D-6BAAA277041D}"/>
          </ac:inkMkLst>
        </pc:inkChg>
        <pc:inkChg chg="add mod">
          <ac:chgData name="Pi, Yalong" userId="c9a3dc08-26f0-490d-b190-2780270c58e1" providerId="ADAL" clId="{F398E26A-6AC4-4DD8-A7B3-CD9F6274E7E3}" dt="2025-04-13T20:55:12.164" v="3309"/>
          <ac:inkMkLst>
            <pc:docMk/>
            <pc:sldMk cId="2180218486" sldId="350"/>
            <ac:inkMk id="34" creationId="{B5007851-F0E9-5593-C355-AD5421B38ED0}"/>
          </ac:inkMkLst>
        </pc:inkChg>
        <pc:inkChg chg="add mod">
          <ac:chgData name="Pi, Yalong" userId="c9a3dc08-26f0-490d-b190-2780270c58e1" providerId="ADAL" clId="{F398E26A-6AC4-4DD8-A7B3-CD9F6274E7E3}" dt="2025-04-13T20:55:12.164" v="3309"/>
          <ac:inkMkLst>
            <pc:docMk/>
            <pc:sldMk cId="2180218486" sldId="350"/>
            <ac:inkMk id="35" creationId="{252A6DD0-C063-3B05-E7FD-00309C66FBF7}"/>
          </ac:inkMkLst>
        </pc:inkChg>
        <pc:inkChg chg="add">
          <ac:chgData name="Pi, Yalong" userId="c9a3dc08-26f0-490d-b190-2780270c58e1" providerId="ADAL" clId="{F398E26A-6AC4-4DD8-A7B3-CD9F6274E7E3}" dt="2025-04-13T20:55:11.414" v="3308" actId="9405"/>
          <ac:inkMkLst>
            <pc:docMk/>
            <pc:sldMk cId="2180218486" sldId="350"/>
            <ac:inkMk id="36" creationId="{BD486513-E97E-6450-A5AA-C0A8B4AC1136}"/>
          </ac:inkMkLst>
        </pc:inkChg>
      </pc:sldChg>
      <pc:sldChg chg="addSp delSp modSp new mod ord">
        <pc:chgData name="Pi, Yalong" userId="c9a3dc08-26f0-490d-b190-2780270c58e1" providerId="ADAL" clId="{F398E26A-6AC4-4DD8-A7B3-CD9F6274E7E3}" dt="2025-04-13T20:57:44.966" v="3377" actId="167"/>
        <pc:sldMkLst>
          <pc:docMk/>
          <pc:sldMk cId="982501420" sldId="351"/>
        </pc:sldMkLst>
        <pc:spChg chg="mod">
          <ac:chgData name="Pi, Yalong" userId="c9a3dc08-26f0-490d-b190-2780270c58e1" providerId="ADAL" clId="{F398E26A-6AC4-4DD8-A7B3-CD9F6274E7E3}" dt="2025-04-13T16:23:56.142" v="1460" actId="20577"/>
          <ac:spMkLst>
            <pc:docMk/>
            <pc:sldMk cId="982501420" sldId="351"/>
            <ac:spMk id="2" creationId="{A80153CA-0021-4AC9-52AB-09B9CBFC552C}"/>
          </ac:spMkLst>
        </pc:spChg>
        <pc:spChg chg="mod">
          <ac:chgData name="Pi, Yalong" userId="c9a3dc08-26f0-490d-b190-2780270c58e1" providerId="ADAL" clId="{F398E26A-6AC4-4DD8-A7B3-CD9F6274E7E3}" dt="2025-04-13T16:48:41.598" v="1769" actId="20577"/>
          <ac:spMkLst>
            <pc:docMk/>
            <pc:sldMk cId="982501420" sldId="351"/>
            <ac:spMk id="3" creationId="{3F6F40AF-03F8-F7C1-A8F0-725ED1B9EAAC}"/>
          </ac:spMkLst>
        </pc:spChg>
        <pc:spChg chg="add mod">
          <ac:chgData name="Pi, Yalong" userId="c9a3dc08-26f0-490d-b190-2780270c58e1" providerId="ADAL" clId="{F398E26A-6AC4-4DD8-A7B3-CD9F6274E7E3}" dt="2025-04-13T20:57:42.848" v="3376" actId="14100"/>
          <ac:spMkLst>
            <pc:docMk/>
            <pc:sldMk cId="982501420" sldId="351"/>
            <ac:spMk id="4" creationId="{4DE04A9E-FF75-50CA-D4A1-3A6C7AB858AF}"/>
          </ac:spMkLst>
        </pc:spChg>
        <pc:grpChg chg="mod">
          <ac:chgData name="Pi, Yalong" userId="c9a3dc08-26f0-490d-b190-2780270c58e1" providerId="ADAL" clId="{F398E26A-6AC4-4DD8-A7B3-CD9F6274E7E3}" dt="2025-04-13T20:55:20.329" v="3320"/>
          <ac:grpSpMkLst>
            <pc:docMk/>
            <pc:sldMk cId="982501420" sldId="351"/>
            <ac:grpSpMk id="23" creationId="{50D79EBE-89EA-B9DD-9E56-3F15690F0ACA}"/>
          </ac:grpSpMkLst>
        </pc:grpChg>
        <pc:grpChg chg="mod">
          <ac:chgData name="Pi, Yalong" userId="c9a3dc08-26f0-490d-b190-2780270c58e1" providerId="ADAL" clId="{F398E26A-6AC4-4DD8-A7B3-CD9F6274E7E3}" dt="2025-04-13T20:55:20.329" v="3320"/>
          <ac:grpSpMkLst>
            <pc:docMk/>
            <pc:sldMk cId="982501420" sldId="351"/>
            <ac:grpSpMk id="24" creationId="{3E773531-F568-5BCD-6B19-20EBCE59BFCD}"/>
          </ac:grpSpMkLst>
        </pc:grpChg>
        <pc:grpChg chg="del mod">
          <ac:chgData name="Pi, Yalong" userId="c9a3dc08-26f0-490d-b190-2780270c58e1" providerId="ADAL" clId="{F398E26A-6AC4-4DD8-A7B3-CD9F6274E7E3}" dt="2025-04-13T20:55:20.329" v="3320"/>
          <ac:grpSpMkLst>
            <pc:docMk/>
            <pc:sldMk cId="982501420" sldId="351"/>
            <ac:grpSpMk id="25" creationId="{A016CEA7-7534-772C-6011-D105F5C9CE54}"/>
          </ac:grpSpMkLst>
        </pc:grpChg>
        <pc:grpChg chg="mod">
          <ac:chgData name="Pi, Yalong" userId="c9a3dc08-26f0-490d-b190-2780270c58e1" providerId="ADAL" clId="{F398E26A-6AC4-4DD8-A7B3-CD9F6274E7E3}" dt="2025-04-13T20:55:20.329" v="3320"/>
          <ac:grpSpMkLst>
            <pc:docMk/>
            <pc:sldMk cId="982501420" sldId="351"/>
            <ac:grpSpMk id="26" creationId="{A29C60C5-826B-47F4-A9C5-31AD0EB791BA}"/>
          </ac:grpSpMkLst>
        </pc:grpChg>
        <pc:grpChg chg="mod">
          <ac:chgData name="Pi, Yalong" userId="c9a3dc08-26f0-490d-b190-2780270c58e1" providerId="ADAL" clId="{F398E26A-6AC4-4DD8-A7B3-CD9F6274E7E3}" dt="2025-04-13T20:55:26.960" v="3326"/>
          <ac:grpSpMkLst>
            <pc:docMk/>
            <pc:sldMk cId="982501420" sldId="351"/>
            <ac:grpSpMk id="32" creationId="{B10A3DFD-F6C4-C786-B428-F4C3BBDA4A57}"/>
          </ac:grpSpMkLst>
        </pc:grpChg>
        <pc:grpChg chg="del mod">
          <ac:chgData name="Pi, Yalong" userId="c9a3dc08-26f0-490d-b190-2780270c58e1" providerId="ADAL" clId="{F398E26A-6AC4-4DD8-A7B3-CD9F6274E7E3}" dt="2025-04-13T20:56:26.020" v="3347"/>
          <ac:grpSpMkLst>
            <pc:docMk/>
            <pc:sldMk cId="982501420" sldId="351"/>
            <ac:grpSpMk id="38" creationId="{2208125A-EBD1-E103-BAD3-4884B1C2C931}"/>
          </ac:grpSpMkLst>
        </pc:grpChg>
        <pc:grpChg chg="mod">
          <ac:chgData name="Pi, Yalong" userId="c9a3dc08-26f0-490d-b190-2780270c58e1" providerId="ADAL" clId="{F398E26A-6AC4-4DD8-A7B3-CD9F6274E7E3}" dt="2025-04-13T20:56:26.020" v="3347"/>
          <ac:grpSpMkLst>
            <pc:docMk/>
            <pc:sldMk cId="982501420" sldId="351"/>
            <ac:grpSpMk id="50" creationId="{36476097-80B8-EBCF-0794-A8581141977B}"/>
          </ac:grpSpMkLst>
        </pc:grpChg>
        <pc:grpChg chg="mod">
          <ac:chgData name="Pi, Yalong" userId="c9a3dc08-26f0-490d-b190-2780270c58e1" providerId="ADAL" clId="{F398E26A-6AC4-4DD8-A7B3-CD9F6274E7E3}" dt="2025-04-13T20:56:26.020" v="3347"/>
          <ac:grpSpMkLst>
            <pc:docMk/>
            <pc:sldMk cId="982501420" sldId="351"/>
            <ac:grpSpMk id="51" creationId="{69AC2A8A-B1AF-E789-2F46-3BE57E0472E0}"/>
          </ac:grpSpMkLst>
        </pc:grpChg>
        <pc:grpChg chg="mod">
          <ac:chgData name="Pi, Yalong" userId="c9a3dc08-26f0-490d-b190-2780270c58e1" providerId="ADAL" clId="{F398E26A-6AC4-4DD8-A7B3-CD9F6274E7E3}" dt="2025-04-13T20:56:30.697" v="3361"/>
          <ac:grpSpMkLst>
            <pc:docMk/>
            <pc:sldMk cId="982501420" sldId="351"/>
            <ac:grpSpMk id="6145" creationId="{87F07DAF-702E-4319-3985-FC3D392B478F}"/>
          </ac:grpSpMkLst>
        </pc:grpChg>
        <pc:grpChg chg="mod">
          <ac:chgData name="Pi, Yalong" userId="c9a3dc08-26f0-490d-b190-2780270c58e1" providerId="ADAL" clId="{F398E26A-6AC4-4DD8-A7B3-CD9F6274E7E3}" dt="2025-04-13T20:56:30.697" v="3361"/>
          <ac:grpSpMkLst>
            <pc:docMk/>
            <pc:sldMk cId="982501420" sldId="351"/>
            <ac:grpSpMk id="6147" creationId="{7FB61E0E-58D5-8FC5-A111-ECC9A2474D66}"/>
          </ac:grpSpMkLst>
        </pc:grpChg>
        <pc:grpChg chg="mod">
          <ac:chgData name="Pi, Yalong" userId="c9a3dc08-26f0-490d-b190-2780270c58e1" providerId="ADAL" clId="{F398E26A-6AC4-4DD8-A7B3-CD9F6274E7E3}" dt="2025-04-13T20:56:30.697" v="3361"/>
          <ac:grpSpMkLst>
            <pc:docMk/>
            <pc:sldMk cId="982501420" sldId="351"/>
            <ac:grpSpMk id="6148" creationId="{BAD08C0E-517D-E3EE-8409-F578A8970DBB}"/>
          </ac:grpSpMkLst>
        </pc:grpChg>
        <pc:picChg chg="add mod">
          <ac:chgData name="Pi, Yalong" userId="c9a3dc08-26f0-490d-b190-2780270c58e1" providerId="ADAL" clId="{F398E26A-6AC4-4DD8-A7B3-CD9F6274E7E3}" dt="2025-04-13T20:57:44.966" v="3377" actId="167"/>
          <ac:picMkLst>
            <pc:docMk/>
            <pc:sldMk cId="982501420" sldId="351"/>
            <ac:picMk id="6146" creationId="{832511DF-B587-C139-8629-CE12B5AF7C50}"/>
          </ac:picMkLst>
        </pc:picChg>
        <pc:inkChg chg="add">
          <ac:chgData name="Pi, Yalong" userId="c9a3dc08-26f0-490d-b190-2780270c58e1" providerId="ADAL" clId="{F398E26A-6AC4-4DD8-A7B3-CD9F6274E7E3}" dt="2025-04-13T20:55:01.493" v="3297" actId="9405"/>
          <ac:inkMkLst>
            <pc:docMk/>
            <pc:sldMk cId="982501420" sldId="351"/>
            <ac:inkMk id="5" creationId="{DDD9BC3F-1241-3929-FEA3-54B8DAEC4887}"/>
          </ac:inkMkLst>
        </pc:inkChg>
        <pc:inkChg chg="add">
          <ac:chgData name="Pi, Yalong" userId="c9a3dc08-26f0-490d-b190-2780270c58e1" providerId="ADAL" clId="{F398E26A-6AC4-4DD8-A7B3-CD9F6274E7E3}" dt="2025-04-13T20:55:02.691" v="3298" actId="9405"/>
          <ac:inkMkLst>
            <pc:docMk/>
            <pc:sldMk cId="982501420" sldId="351"/>
            <ac:inkMk id="6" creationId="{2AF4A661-A0C4-D54D-EE98-B0C68D29EAB2}"/>
          </ac:inkMkLst>
        </pc:inkChg>
        <pc:inkChg chg="add">
          <ac:chgData name="Pi, Yalong" userId="c9a3dc08-26f0-490d-b190-2780270c58e1" providerId="ADAL" clId="{F398E26A-6AC4-4DD8-A7B3-CD9F6274E7E3}" dt="2025-04-13T20:55:03.422" v="3299" actId="9405"/>
          <ac:inkMkLst>
            <pc:docMk/>
            <pc:sldMk cId="982501420" sldId="351"/>
            <ac:inkMk id="7" creationId="{2CB4F66C-4444-2A21-C11C-9CA933F836E6}"/>
          </ac:inkMkLst>
        </pc:inkChg>
        <pc:inkChg chg="add">
          <ac:chgData name="Pi, Yalong" userId="c9a3dc08-26f0-490d-b190-2780270c58e1" providerId="ADAL" clId="{F398E26A-6AC4-4DD8-A7B3-CD9F6274E7E3}" dt="2025-04-13T20:55:03.670" v="3300" actId="9405"/>
          <ac:inkMkLst>
            <pc:docMk/>
            <pc:sldMk cId="982501420" sldId="351"/>
            <ac:inkMk id="8" creationId="{1EE88F5B-DE65-A34B-A88C-EDB7C73B556A}"/>
          </ac:inkMkLst>
        </pc:inkChg>
        <pc:inkChg chg="add">
          <ac:chgData name="Pi, Yalong" userId="c9a3dc08-26f0-490d-b190-2780270c58e1" providerId="ADAL" clId="{F398E26A-6AC4-4DD8-A7B3-CD9F6274E7E3}" dt="2025-04-13T20:55:03.877" v="3301" actId="9405"/>
          <ac:inkMkLst>
            <pc:docMk/>
            <pc:sldMk cId="982501420" sldId="351"/>
            <ac:inkMk id="9" creationId="{55980D83-70DC-FCE2-ED71-D6CA637DB6E0}"/>
          </ac:inkMkLst>
        </pc:inkChg>
        <pc:inkChg chg="add">
          <ac:chgData name="Pi, Yalong" userId="c9a3dc08-26f0-490d-b190-2780270c58e1" providerId="ADAL" clId="{F398E26A-6AC4-4DD8-A7B3-CD9F6274E7E3}" dt="2025-04-13T20:55:04.056" v="3302" actId="9405"/>
          <ac:inkMkLst>
            <pc:docMk/>
            <pc:sldMk cId="982501420" sldId="351"/>
            <ac:inkMk id="10" creationId="{06C91A98-0AE7-6386-10A3-D1740FD047B3}"/>
          </ac:inkMkLst>
        </pc:inkChg>
        <pc:inkChg chg="add">
          <ac:chgData name="Pi, Yalong" userId="c9a3dc08-26f0-490d-b190-2780270c58e1" providerId="ADAL" clId="{F398E26A-6AC4-4DD8-A7B3-CD9F6274E7E3}" dt="2025-04-13T20:55:04.242" v="3303" actId="9405"/>
          <ac:inkMkLst>
            <pc:docMk/>
            <pc:sldMk cId="982501420" sldId="351"/>
            <ac:inkMk id="11" creationId="{42BC0ECB-8499-2C46-4613-3EF5517EE5A0}"/>
          </ac:inkMkLst>
        </pc:inkChg>
        <pc:inkChg chg="add mod">
          <ac:chgData name="Pi, Yalong" userId="c9a3dc08-26f0-490d-b190-2780270c58e1" providerId="ADAL" clId="{F398E26A-6AC4-4DD8-A7B3-CD9F6274E7E3}" dt="2025-04-13T20:55:20.329" v="3320"/>
          <ac:inkMkLst>
            <pc:docMk/>
            <pc:sldMk cId="982501420" sldId="351"/>
            <ac:inkMk id="12" creationId="{4833ABD1-60E5-4B7A-CDAD-617FDD8FFB05}"/>
          </ac:inkMkLst>
        </pc:inkChg>
        <pc:inkChg chg="add">
          <ac:chgData name="Pi, Yalong" userId="c9a3dc08-26f0-490d-b190-2780270c58e1" providerId="ADAL" clId="{F398E26A-6AC4-4DD8-A7B3-CD9F6274E7E3}" dt="2025-04-13T20:55:15.878" v="3310" actId="9405"/>
          <ac:inkMkLst>
            <pc:docMk/>
            <pc:sldMk cId="982501420" sldId="351"/>
            <ac:inkMk id="13" creationId="{468BE421-C6D5-C745-0A49-88CD0A0890B4}"/>
          </ac:inkMkLst>
        </pc:inkChg>
        <pc:inkChg chg="add">
          <ac:chgData name="Pi, Yalong" userId="c9a3dc08-26f0-490d-b190-2780270c58e1" providerId="ADAL" clId="{F398E26A-6AC4-4DD8-A7B3-CD9F6274E7E3}" dt="2025-04-13T20:55:16.283" v="3311" actId="9405"/>
          <ac:inkMkLst>
            <pc:docMk/>
            <pc:sldMk cId="982501420" sldId="351"/>
            <ac:inkMk id="14" creationId="{F3414014-81F6-8AD6-C78E-B4D7FBC2CC1C}"/>
          </ac:inkMkLst>
        </pc:inkChg>
        <pc:inkChg chg="add mod">
          <ac:chgData name="Pi, Yalong" userId="c9a3dc08-26f0-490d-b190-2780270c58e1" providerId="ADAL" clId="{F398E26A-6AC4-4DD8-A7B3-CD9F6274E7E3}" dt="2025-04-13T20:55:20.329" v="3320"/>
          <ac:inkMkLst>
            <pc:docMk/>
            <pc:sldMk cId="982501420" sldId="351"/>
            <ac:inkMk id="15" creationId="{5678DD8E-04DA-58B6-6912-E2BBC33D7D5B}"/>
          </ac:inkMkLst>
        </pc:inkChg>
        <pc:inkChg chg="add">
          <ac:chgData name="Pi, Yalong" userId="c9a3dc08-26f0-490d-b190-2780270c58e1" providerId="ADAL" clId="{F398E26A-6AC4-4DD8-A7B3-CD9F6274E7E3}" dt="2025-04-13T20:55:16.923" v="3313" actId="9405"/>
          <ac:inkMkLst>
            <pc:docMk/>
            <pc:sldMk cId="982501420" sldId="351"/>
            <ac:inkMk id="16" creationId="{5150F24B-1E8E-17C2-FDAB-3986D167A726}"/>
          </ac:inkMkLst>
        </pc:inkChg>
        <pc:inkChg chg="add">
          <ac:chgData name="Pi, Yalong" userId="c9a3dc08-26f0-490d-b190-2780270c58e1" providerId="ADAL" clId="{F398E26A-6AC4-4DD8-A7B3-CD9F6274E7E3}" dt="2025-04-13T20:55:17.485" v="3314" actId="9405"/>
          <ac:inkMkLst>
            <pc:docMk/>
            <pc:sldMk cId="982501420" sldId="351"/>
            <ac:inkMk id="17" creationId="{09FD7083-6CF4-ED99-1AE7-76263624F339}"/>
          </ac:inkMkLst>
        </pc:inkChg>
        <pc:inkChg chg="add">
          <ac:chgData name="Pi, Yalong" userId="c9a3dc08-26f0-490d-b190-2780270c58e1" providerId="ADAL" clId="{F398E26A-6AC4-4DD8-A7B3-CD9F6274E7E3}" dt="2025-04-13T20:55:17.994" v="3315" actId="9405"/>
          <ac:inkMkLst>
            <pc:docMk/>
            <pc:sldMk cId="982501420" sldId="351"/>
            <ac:inkMk id="18" creationId="{27023D97-687F-BB8C-8233-514243A6DE4B}"/>
          </ac:inkMkLst>
        </pc:inkChg>
        <pc:inkChg chg="add mod">
          <ac:chgData name="Pi, Yalong" userId="c9a3dc08-26f0-490d-b190-2780270c58e1" providerId="ADAL" clId="{F398E26A-6AC4-4DD8-A7B3-CD9F6274E7E3}" dt="2025-04-13T20:55:20.329" v="3320"/>
          <ac:inkMkLst>
            <pc:docMk/>
            <pc:sldMk cId="982501420" sldId="351"/>
            <ac:inkMk id="19" creationId="{C8B8D178-2D57-8640-0FEF-83B03EBF0BE0}"/>
          </ac:inkMkLst>
        </pc:inkChg>
        <pc:inkChg chg="add mod">
          <ac:chgData name="Pi, Yalong" userId="c9a3dc08-26f0-490d-b190-2780270c58e1" providerId="ADAL" clId="{F398E26A-6AC4-4DD8-A7B3-CD9F6274E7E3}" dt="2025-04-13T20:55:20.329" v="3320"/>
          <ac:inkMkLst>
            <pc:docMk/>
            <pc:sldMk cId="982501420" sldId="351"/>
            <ac:inkMk id="20" creationId="{90E89B16-55F4-2647-F372-F6F44B590365}"/>
          </ac:inkMkLst>
        </pc:inkChg>
        <pc:inkChg chg="add mod">
          <ac:chgData name="Pi, Yalong" userId="c9a3dc08-26f0-490d-b190-2780270c58e1" providerId="ADAL" clId="{F398E26A-6AC4-4DD8-A7B3-CD9F6274E7E3}" dt="2025-04-13T20:55:20.329" v="3320"/>
          <ac:inkMkLst>
            <pc:docMk/>
            <pc:sldMk cId="982501420" sldId="351"/>
            <ac:inkMk id="21" creationId="{AE65C406-AD54-967E-6261-87838FEB4EA4}"/>
          </ac:inkMkLst>
        </pc:inkChg>
        <pc:inkChg chg="add mod">
          <ac:chgData name="Pi, Yalong" userId="c9a3dc08-26f0-490d-b190-2780270c58e1" providerId="ADAL" clId="{F398E26A-6AC4-4DD8-A7B3-CD9F6274E7E3}" dt="2025-04-13T20:55:20.329" v="3320"/>
          <ac:inkMkLst>
            <pc:docMk/>
            <pc:sldMk cId="982501420" sldId="351"/>
            <ac:inkMk id="22" creationId="{696CC63A-BBC6-0B3B-4CAA-12F628B4331F}"/>
          </ac:inkMkLst>
        </pc:inkChg>
        <pc:inkChg chg="add mod">
          <ac:chgData name="Pi, Yalong" userId="c9a3dc08-26f0-490d-b190-2780270c58e1" providerId="ADAL" clId="{F398E26A-6AC4-4DD8-A7B3-CD9F6274E7E3}" dt="2025-04-13T20:55:26.960" v="3326"/>
          <ac:inkMkLst>
            <pc:docMk/>
            <pc:sldMk cId="982501420" sldId="351"/>
            <ac:inkMk id="27" creationId="{4EC05148-1A7F-4888-59EF-48C85B2C3FCF}"/>
          </ac:inkMkLst>
        </pc:inkChg>
        <pc:inkChg chg="add mod">
          <ac:chgData name="Pi, Yalong" userId="c9a3dc08-26f0-490d-b190-2780270c58e1" providerId="ADAL" clId="{F398E26A-6AC4-4DD8-A7B3-CD9F6274E7E3}" dt="2025-04-13T20:55:26.960" v="3326"/>
          <ac:inkMkLst>
            <pc:docMk/>
            <pc:sldMk cId="982501420" sldId="351"/>
            <ac:inkMk id="28" creationId="{2B4C5C5A-2A2C-EDD2-A2BF-F229D399A03D}"/>
          </ac:inkMkLst>
        </pc:inkChg>
        <pc:inkChg chg="add mod">
          <ac:chgData name="Pi, Yalong" userId="c9a3dc08-26f0-490d-b190-2780270c58e1" providerId="ADAL" clId="{F398E26A-6AC4-4DD8-A7B3-CD9F6274E7E3}" dt="2025-04-13T20:55:26.960" v="3326"/>
          <ac:inkMkLst>
            <pc:docMk/>
            <pc:sldMk cId="982501420" sldId="351"/>
            <ac:inkMk id="29" creationId="{4EABBB22-CECA-AB72-2D9A-57C2BC688AB8}"/>
          </ac:inkMkLst>
        </pc:inkChg>
        <pc:inkChg chg="add mod">
          <ac:chgData name="Pi, Yalong" userId="c9a3dc08-26f0-490d-b190-2780270c58e1" providerId="ADAL" clId="{F398E26A-6AC4-4DD8-A7B3-CD9F6274E7E3}" dt="2025-04-13T20:55:26.960" v="3326"/>
          <ac:inkMkLst>
            <pc:docMk/>
            <pc:sldMk cId="982501420" sldId="351"/>
            <ac:inkMk id="30" creationId="{DCF9B8F9-6AA7-0872-49AC-9E662939708C}"/>
          </ac:inkMkLst>
        </pc:inkChg>
        <pc:inkChg chg="add mod">
          <ac:chgData name="Pi, Yalong" userId="c9a3dc08-26f0-490d-b190-2780270c58e1" providerId="ADAL" clId="{F398E26A-6AC4-4DD8-A7B3-CD9F6274E7E3}" dt="2025-04-13T20:55:26.960" v="3326"/>
          <ac:inkMkLst>
            <pc:docMk/>
            <pc:sldMk cId="982501420" sldId="351"/>
            <ac:inkMk id="31" creationId="{EAB4CD25-53B5-F592-6DA8-F1389B968D40}"/>
          </ac:inkMkLst>
        </pc:inkChg>
        <pc:inkChg chg="add mod">
          <ac:chgData name="Pi, Yalong" userId="c9a3dc08-26f0-490d-b190-2780270c58e1" providerId="ADAL" clId="{F398E26A-6AC4-4DD8-A7B3-CD9F6274E7E3}" dt="2025-04-13T20:56:26.020" v="3347"/>
          <ac:inkMkLst>
            <pc:docMk/>
            <pc:sldMk cId="982501420" sldId="351"/>
            <ac:inkMk id="33" creationId="{A20E5DBD-31FC-7947-9FA1-69C9A155DE69}"/>
          </ac:inkMkLst>
        </pc:inkChg>
        <pc:inkChg chg="add mod">
          <ac:chgData name="Pi, Yalong" userId="c9a3dc08-26f0-490d-b190-2780270c58e1" providerId="ADAL" clId="{F398E26A-6AC4-4DD8-A7B3-CD9F6274E7E3}" dt="2025-04-13T20:56:26.020" v="3347"/>
          <ac:inkMkLst>
            <pc:docMk/>
            <pc:sldMk cId="982501420" sldId="351"/>
            <ac:inkMk id="34" creationId="{EEEAB6F7-1CEF-EE6E-4EDA-3AF38223FC29}"/>
          </ac:inkMkLst>
        </pc:inkChg>
        <pc:inkChg chg="add mod">
          <ac:chgData name="Pi, Yalong" userId="c9a3dc08-26f0-490d-b190-2780270c58e1" providerId="ADAL" clId="{F398E26A-6AC4-4DD8-A7B3-CD9F6274E7E3}" dt="2025-04-13T20:56:22.043" v="3335"/>
          <ac:inkMkLst>
            <pc:docMk/>
            <pc:sldMk cId="982501420" sldId="351"/>
            <ac:inkMk id="35" creationId="{B6B203C9-9093-68FE-6D1A-9823C2647C82}"/>
          </ac:inkMkLst>
        </pc:inkChg>
        <pc:inkChg chg="add mod">
          <ac:chgData name="Pi, Yalong" userId="c9a3dc08-26f0-490d-b190-2780270c58e1" providerId="ADAL" clId="{F398E26A-6AC4-4DD8-A7B3-CD9F6274E7E3}" dt="2025-04-13T20:56:26.020" v="3347"/>
          <ac:inkMkLst>
            <pc:docMk/>
            <pc:sldMk cId="982501420" sldId="351"/>
            <ac:inkMk id="36" creationId="{97C04EFF-56BF-1372-F6D7-D3CEA48A9223}"/>
          </ac:inkMkLst>
        </pc:inkChg>
        <pc:inkChg chg="add mod">
          <ac:chgData name="Pi, Yalong" userId="c9a3dc08-26f0-490d-b190-2780270c58e1" providerId="ADAL" clId="{F398E26A-6AC4-4DD8-A7B3-CD9F6274E7E3}" dt="2025-04-13T20:56:26.020" v="3347"/>
          <ac:inkMkLst>
            <pc:docMk/>
            <pc:sldMk cId="982501420" sldId="351"/>
            <ac:inkMk id="37" creationId="{791FF831-3941-F5C7-B9D2-A2486180067D}"/>
          </ac:inkMkLst>
        </pc:inkChg>
        <pc:inkChg chg="add mod">
          <ac:chgData name="Pi, Yalong" userId="c9a3dc08-26f0-490d-b190-2780270c58e1" providerId="ADAL" clId="{F398E26A-6AC4-4DD8-A7B3-CD9F6274E7E3}" dt="2025-04-13T20:56:26.020" v="3347"/>
          <ac:inkMkLst>
            <pc:docMk/>
            <pc:sldMk cId="982501420" sldId="351"/>
            <ac:inkMk id="39" creationId="{C2CBB8C0-41B7-A634-7873-EB6DFE4A8F79}"/>
          </ac:inkMkLst>
        </pc:inkChg>
        <pc:inkChg chg="add">
          <ac:chgData name="Pi, Yalong" userId="c9a3dc08-26f0-490d-b190-2780270c58e1" providerId="ADAL" clId="{F398E26A-6AC4-4DD8-A7B3-CD9F6274E7E3}" dt="2025-04-13T20:56:22.368" v="3337" actId="9405"/>
          <ac:inkMkLst>
            <pc:docMk/>
            <pc:sldMk cId="982501420" sldId="351"/>
            <ac:inkMk id="40" creationId="{A8ED262B-CB3A-A015-8148-75E0F723191A}"/>
          </ac:inkMkLst>
        </pc:inkChg>
        <pc:inkChg chg="add">
          <ac:chgData name="Pi, Yalong" userId="c9a3dc08-26f0-490d-b190-2780270c58e1" providerId="ADAL" clId="{F398E26A-6AC4-4DD8-A7B3-CD9F6274E7E3}" dt="2025-04-13T20:56:22.570" v="3338" actId="9405"/>
          <ac:inkMkLst>
            <pc:docMk/>
            <pc:sldMk cId="982501420" sldId="351"/>
            <ac:inkMk id="41" creationId="{B4835724-1033-D0B4-CC45-C8DF4615105B}"/>
          </ac:inkMkLst>
        </pc:inkChg>
        <pc:inkChg chg="add">
          <ac:chgData name="Pi, Yalong" userId="c9a3dc08-26f0-490d-b190-2780270c58e1" providerId="ADAL" clId="{F398E26A-6AC4-4DD8-A7B3-CD9F6274E7E3}" dt="2025-04-13T20:56:22.942" v="3339" actId="9405"/>
          <ac:inkMkLst>
            <pc:docMk/>
            <pc:sldMk cId="982501420" sldId="351"/>
            <ac:inkMk id="42" creationId="{35FC6285-5950-B70A-0D23-8EE584AE60DE}"/>
          </ac:inkMkLst>
        </pc:inkChg>
        <pc:inkChg chg="add">
          <ac:chgData name="Pi, Yalong" userId="c9a3dc08-26f0-490d-b190-2780270c58e1" providerId="ADAL" clId="{F398E26A-6AC4-4DD8-A7B3-CD9F6274E7E3}" dt="2025-04-13T20:56:23.443" v="3340" actId="9405"/>
          <ac:inkMkLst>
            <pc:docMk/>
            <pc:sldMk cId="982501420" sldId="351"/>
            <ac:inkMk id="43" creationId="{E1C8B1F3-9BBC-D42B-EDC2-F7444A46D88F}"/>
          </ac:inkMkLst>
        </pc:inkChg>
        <pc:inkChg chg="add">
          <ac:chgData name="Pi, Yalong" userId="c9a3dc08-26f0-490d-b190-2780270c58e1" providerId="ADAL" clId="{F398E26A-6AC4-4DD8-A7B3-CD9F6274E7E3}" dt="2025-04-13T20:56:23.782" v="3341" actId="9405"/>
          <ac:inkMkLst>
            <pc:docMk/>
            <pc:sldMk cId="982501420" sldId="351"/>
            <ac:inkMk id="44" creationId="{DA3A8317-7250-6A0F-5122-E0F66A8A9C15}"/>
          </ac:inkMkLst>
        </pc:inkChg>
        <pc:inkChg chg="add">
          <ac:chgData name="Pi, Yalong" userId="c9a3dc08-26f0-490d-b190-2780270c58e1" providerId="ADAL" clId="{F398E26A-6AC4-4DD8-A7B3-CD9F6274E7E3}" dt="2025-04-13T20:56:24.081" v="3342" actId="9405"/>
          <ac:inkMkLst>
            <pc:docMk/>
            <pc:sldMk cId="982501420" sldId="351"/>
            <ac:inkMk id="45" creationId="{9C8773B3-CC1E-38B6-779E-15CA004E73E3}"/>
          </ac:inkMkLst>
        </pc:inkChg>
        <pc:inkChg chg="add mod">
          <ac:chgData name="Pi, Yalong" userId="c9a3dc08-26f0-490d-b190-2780270c58e1" providerId="ADAL" clId="{F398E26A-6AC4-4DD8-A7B3-CD9F6274E7E3}" dt="2025-04-13T20:56:26.020" v="3347"/>
          <ac:inkMkLst>
            <pc:docMk/>
            <pc:sldMk cId="982501420" sldId="351"/>
            <ac:inkMk id="46" creationId="{ED5BBB55-18DC-A7E9-8DE3-FF7E05B6472E}"/>
          </ac:inkMkLst>
        </pc:inkChg>
        <pc:inkChg chg="add">
          <ac:chgData name="Pi, Yalong" userId="c9a3dc08-26f0-490d-b190-2780270c58e1" providerId="ADAL" clId="{F398E26A-6AC4-4DD8-A7B3-CD9F6274E7E3}" dt="2025-04-13T20:56:24.654" v="3344" actId="9405"/>
          <ac:inkMkLst>
            <pc:docMk/>
            <pc:sldMk cId="982501420" sldId="351"/>
            <ac:inkMk id="47" creationId="{45A6BE26-087F-18FC-B743-1291CA7793B1}"/>
          </ac:inkMkLst>
        </pc:inkChg>
        <pc:inkChg chg="add mod">
          <ac:chgData name="Pi, Yalong" userId="c9a3dc08-26f0-490d-b190-2780270c58e1" providerId="ADAL" clId="{F398E26A-6AC4-4DD8-A7B3-CD9F6274E7E3}" dt="2025-04-13T20:56:26.020" v="3347"/>
          <ac:inkMkLst>
            <pc:docMk/>
            <pc:sldMk cId="982501420" sldId="351"/>
            <ac:inkMk id="48" creationId="{74216F2E-D26E-CBEB-3821-5738500D4FF0}"/>
          </ac:inkMkLst>
        </pc:inkChg>
        <pc:inkChg chg="add">
          <ac:chgData name="Pi, Yalong" userId="c9a3dc08-26f0-490d-b190-2780270c58e1" providerId="ADAL" clId="{F398E26A-6AC4-4DD8-A7B3-CD9F6274E7E3}" dt="2025-04-13T20:56:25.261" v="3346" actId="9405"/>
          <ac:inkMkLst>
            <pc:docMk/>
            <pc:sldMk cId="982501420" sldId="351"/>
            <ac:inkMk id="49" creationId="{9C091B17-45FA-F417-7767-0FEC847CB69A}"/>
          </ac:inkMkLst>
        </pc:inkChg>
        <pc:inkChg chg="add mod">
          <ac:chgData name="Pi, Yalong" userId="c9a3dc08-26f0-490d-b190-2780270c58e1" providerId="ADAL" clId="{F398E26A-6AC4-4DD8-A7B3-CD9F6274E7E3}" dt="2025-04-13T20:56:30.697" v="3361"/>
          <ac:inkMkLst>
            <pc:docMk/>
            <pc:sldMk cId="982501420" sldId="351"/>
            <ac:inkMk id="52" creationId="{DE234172-B17C-FB49-B34A-035D141055C0}"/>
          </ac:inkMkLst>
        </pc:inkChg>
        <pc:inkChg chg="add mod">
          <ac:chgData name="Pi, Yalong" userId="c9a3dc08-26f0-490d-b190-2780270c58e1" providerId="ADAL" clId="{F398E26A-6AC4-4DD8-A7B3-CD9F6274E7E3}" dt="2025-04-13T20:56:30.697" v="3361"/>
          <ac:inkMkLst>
            <pc:docMk/>
            <pc:sldMk cId="982501420" sldId="351"/>
            <ac:inkMk id="53" creationId="{78D35A58-A610-3A1F-242C-52F2660E250B}"/>
          </ac:inkMkLst>
        </pc:inkChg>
        <pc:inkChg chg="add">
          <ac:chgData name="Pi, Yalong" userId="c9a3dc08-26f0-490d-b190-2780270c58e1" providerId="ADAL" clId="{F398E26A-6AC4-4DD8-A7B3-CD9F6274E7E3}" dt="2025-04-13T20:56:27.203" v="3350" actId="9405"/>
          <ac:inkMkLst>
            <pc:docMk/>
            <pc:sldMk cId="982501420" sldId="351"/>
            <ac:inkMk id="54" creationId="{64D9B7F1-7540-D21A-3CBF-5AA4D3145076}"/>
          </ac:inkMkLst>
        </pc:inkChg>
        <pc:inkChg chg="add mod">
          <ac:chgData name="Pi, Yalong" userId="c9a3dc08-26f0-490d-b190-2780270c58e1" providerId="ADAL" clId="{F398E26A-6AC4-4DD8-A7B3-CD9F6274E7E3}" dt="2025-04-13T20:56:30.697" v="3361"/>
          <ac:inkMkLst>
            <pc:docMk/>
            <pc:sldMk cId="982501420" sldId="351"/>
            <ac:inkMk id="55" creationId="{F7079D3B-3C19-7ABC-FA13-B06C033309BC}"/>
          </ac:inkMkLst>
        </pc:inkChg>
        <pc:inkChg chg="add">
          <ac:chgData name="Pi, Yalong" userId="c9a3dc08-26f0-490d-b190-2780270c58e1" providerId="ADAL" clId="{F398E26A-6AC4-4DD8-A7B3-CD9F6274E7E3}" dt="2025-04-13T20:56:27.687" v="3352" actId="9405"/>
          <ac:inkMkLst>
            <pc:docMk/>
            <pc:sldMk cId="982501420" sldId="351"/>
            <ac:inkMk id="56" creationId="{AAFFC0FA-301F-2323-1FB6-47758F0508F8}"/>
          </ac:inkMkLst>
        </pc:inkChg>
        <pc:inkChg chg="add">
          <ac:chgData name="Pi, Yalong" userId="c9a3dc08-26f0-490d-b190-2780270c58e1" providerId="ADAL" clId="{F398E26A-6AC4-4DD8-A7B3-CD9F6274E7E3}" dt="2025-04-13T20:56:27.922" v="3353" actId="9405"/>
          <ac:inkMkLst>
            <pc:docMk/>
            <pc:sldMk cId="982501420" sldId="351"/>
            <ac:inkMk id="57" creationId="{949E98A8-9A16-174E-59A3-6E81813A6022}"/>
          </ac:inkMkLst>
        </pc:inkChg>
        <pc:inkChg chg="add">
          <ac:chgData name="Pi, Yalong" userId="c9a3dc08-26f0-490d-b190-2780270c58e1" providerId="ADAL" clId="{F398E26A-6AC4-4DD8-A7B3-CD9F6274E7E3}" dt="2025-04-13T20:56:28.171" v="3354" actId="9405"/>
          <ac:inkMkLst>
            <pc:docMk/>
            <pc:sldMk cId="982501420" sldId="351"/>
            <ac:inkMk id="58" creationId="{D2844ABE-4956-0C93-DEEA-45E121D872C4}"/>
          </ac:inkMkLst>
        </pc:inkChg>
        <pc:inkChg chg="add mod">
          <ac:chgData name="Pi, Yalong" userId="c9a3dc08-26f0-490d-b190-2780270c58e1" providerId="ADAL" clId="{F398E26A-6AC4-4DD8-A7B3-CD9F6274E7E3}" dt="2025-04-13T20:56:30.697" v="3361"/>
          <ac:inkMkLst>
            <pc:docMk/>
            <pc:sldMk cId="982501420" sldId="351"/>
            <ac:inkMk id="59" creationId="{E65F132D-E846-DF4F-4562-3BCD470A930C}"/>
          </ac:inkMkLst>
        </pc:inkChg>
        <pc:inkChg chg="add mod">
          <ac:chgData name="Pi, Yalong" userId="c9a3dc08-26f0-490d-b190-2780270c58e1" providerId="ADAL" clId="{F398E26A-6AC4-4DD8-A7B3-CD9F6274E7E3}" dt="2025-04-13T20:56:30.697" v="3361"/>
          <ac:inkMkLst>
            <pc:docMk/>
            <pc:sldMk cId="982501420" sldId="351"/>
            <ac:inkMk id="60" creationId="{8DEA173D-2DC7-C96E-FBCC-66855BE3D1A6}"/>
          </ac:inkMkLst>
        </pc:inkChg>
        <pc:inkChg chg="add mod">
          <ac:chgData name="Pi, Yalong" userId="c9a3dc08-26f0-490d-b190-2780270c58e1" providerId="ADAL" clId="{F398E26A-6AC4-4DD8-A7B3-CD9F6274E7E3}" dt="2025-04-13T20:56:30.697" v="3361"/>
          <ac:inkMkLst>
            <pc:docMk/>
            <pc:sldMk cId="982501420" sldId="351"/>
            <ac:inkMk id="61" creationId="{406FD606-0168-8B19-7126-4B739B6C1F90}"/>
          </ac:inkMkLst>
        </pc:inkChg>
        <pc:inkChg chg="add mod">
          <ac:chgData name="Pi, Yalong" userId="c9a3dc08-26f0-490d-b190-2780270c58e1" providerId="ADAL" clId="{F398E26A-6AC4-4DD8-A7B3-CD9F6274E7E3}" dt="2025-04-13T20:56:30.697" v="3361"/>
          <ac:inkMkLst>
            <pc:docMk/>
            <pc:sldMk cId="982501420" sldId="351"/>
            <ac:inkMk id="62" creationId="{E76886B8-39C4-BAF8-E06B-4DB52CC05CE4}"/>
          </ac:inkMkLst>
        </pc:inkChg>
        <pc:inkChg chg="add">
          <ac:chgData name="Pi, Yalong" userId="c9a3dc08-26f0-490d-b190-2780270c58e1" providerId="ADAL" clId="{F398E26A-6AC4-4DD8-A7B3-CD9F6274E7E3}" dt="2025-04-13T20:56:29.647" v="3359" actId="9405"/>
          <ac:inkMkLst>
            <pc:docMk/>
            <pc:sldMk cId="982501420" sldId="351"/>
            <ac:inkMk id="63" creationId="{3C2919CE-83A6-F378-527E-A21B882DBC6E}"/>
          </ac:inkMkLst>
        </pc:inkChg>
        <pc:inkChg chg="add">
          <ac:chgData name="Pi, Yalong" userId="c9a3dc08-26f0-490d-b190-2780270c58e1" providerId="ADAL" clId="{F398E26A-6AC4-4DD8-A7B3-CD9F6274E7E3}" dt="2025-04-13T20:56:30.147" v="3360" actId="9405"/>
          <ac:inkMkLst>
            <pc:docMk/>
            <pc:sldMk cId="982501420" sldId="351"/>
            <ac:inkMk id="6144" creationId="{54210B0A-C5A8-1E4B-09C8-D189FC348227}"/>
          </ac:inkMkLst>
        </pc:inkChg>
        <pc:inkChg chg="add">
          <ac:chgData name="Pi, Yalong" userId="c9a3dc08-26f0-490d-b190-2780270c58e1" providerId="ADAL" clId="{F398E26A-6AC4-4DD8-A7B3-CD9F6274E7E3}" dt="2025-04-13T20:56:36.140" v="3362" actId="9405"/>
          <ac:inkMkLst>
            <pc:docMk/>
            <pc:sldMk cId="982501420" sldId="351"/>
            <ac:inkMk id="6149" creationId="{BC4F4539-408C-E246-87AA-2B3FF67F6420}"/>
          </ac:inkMkLst>
        </pc:inkChg>
        <pc:inkChg chg="add">
          <ac:chgData name="Pi, Yalong" userId="c9a3dc08-26f0-490d-b190-2780270c58e1" providerId="ADAL" clId="{F398E26A-6AC4-4DD8-A7B3-CD9F6274E7E3}" dt="2025-04-13T20:56:37.582" v="3363" actId="9405"/>
          <ac:inkMkLst>
            <pc:docMk/>
            <pc:sldMk cId="982501420" sldId="351"/>
            <ac:inkMk id="6150" creationId="{669FF72A-CAC1-2BF9-79AC-9B5B738F3B88}"/>
          </ac:inkMkLst>
        </pc:inkChg>
      </pc:sldChg>
      <pc:sldChg chg="addSp delSp modSp add mod ord">
        <pc:chgData name="Pi, Yalong" userId="c9a3dc08-26f0-490d-b190-2780270c58e1" providerId="ADAL" clId="{F398E26A-6AC4-4DD8-A7B3-CD9F6274E7E3}" dt="2025-04-13T20:52:46.433" v="3275" actId="20577"/>
        <pc:sldMkLst>
          <pc:docMk/>
          <pc:sldMk cId="366009637" sldId="352"/>
        </pc:sldMkLst>
        <pc:spChg chg="del">
          <ac:chgData name="Pi, Yalong" userId="c9a3dc08-26f0-490d-b190-2780270c58e1" providerId="ADAL" clId="{F398E26A-6AC4-4DD8-A7B3-CD9F6274E7E3}" dt="2025-04-13T16:31:23.108" v="1493" actId="478"/>
          <ac:spMkLst>
            <pc:docMk/>
            <pc:sldMk cId="366009637" sldId="352"/>
            <ac:spMk id="2" creationId="{CD677955-C977-45FC-8364-42B99F26428C}"/>
          </ac:spMkLst>
        </pc:spChg>
        <pc:spChg chg="mod">
          <ac:chgData name="Pi, Yalong" userId="c9a3dc08-26f0-490d-b190-2780270c58e1" providerId="ADAL" clId="{F398E26A-6AC4-4DD8-A7B3-CD9F6274E7E3}" dt="2025-04-13T20:52:46.433" v="3275" actId="20577"/>
          <ac:spMkLst>
            <pc:docMk/>
            <pc:sldMk cId="366009637" sldId="352"/>
            <ac:spMk id="3" creationId="{5E779878-BDB3-5192-D837-90DFF4AD6F44}"/>
          </ac:spMkLst>
        </pc:spChg>
        <pc:spChg chg="add del mod">
          <ac:chgData name="Pi, Yalong" userId="c9a3dc08-26f0-490d-b190-2780270c58e1" providerId="ADAL" clId="{F398E26A-6AC4-4DD8-A7B3-CD9F6274E7E3}" dt="2025-04-13T16:31:24.634" v="1494" actId="478"/>
          <ac:spMkLst>
            <pc:docMk/>
            <pc:sldMk cId="366009637" sldId="352"/>
            <ac:spMk id="5" creationId="{1A35FA96-BF5C-009C-3DE6-7C43FB8C94A5}"/>
          </ac:spMkLst>
        </pc:spChg>
        <pc:spChg chg="add mod">
          <ac:chgData name="Pi, Yalong" userId="c9a3dc08-26f0-490d-b190-2780270c58e1" providerId="ADAL" clId="{F398E26A-6AC4-4DD8-A7B3-CD9F6274E7E3}" dt="2025-04-13T20:49:27.403" v="3269" actId="20577"/>
          <ac:spMkLst>
            <pc:docMk/>
            <pc:sldMk cId="366009637" sldId="352"/>
            <ac:spMk id="6" creationId="{E564CBB6-08A5-E5AD-A9BD-CF533F6E839F}"/>
          </ac:spMkLst>
        </pc:spChg>
      </pc:sldChg>
      <pc:sldChg chg="addSp modSp new mod ord">
        <pc:chgData name="Pi, Yalong" userId="c9a3dc08-26f0-490d-b190-2780270c58e1" providerId="ADAL" clId="{F398E26A-6AC4-4DD8-A7B3-CD9F6274E7E3}" dt="2025-04-13T21:23:40.979" v="3726" actId="20578"/>
        <pc:sldMkLst>
          <pc:docMk/>
          <pc:sldMk cId="309915136" sldId="353"/>
        </pc:sldMkLst>
        <pc:spChg chg="mod">
          <ac:chgData name="Pi, Yalong" userId="c9a3dc08-26f0-490d-b190-2780270c58e1" providerId="ADAL" clId="{F398E26A-6AC4-4DD8-A7B3-CD9F6274E7E3}" dt="2025-04-13T16:51:31.315" v="1812" actId="20577"/>
          <ac:spMkLst>
            <pc:docMk/>
            <pc:sldMk cId="309915136" sldId="353"/>
            <ac:spMk id="2" creationId="{1532C2DB-4783-9BF4-C137-D71462013D4D}"/>
          </ac:spMkLst>
        </pc:spChg>
        <pc:spChg chg="mod">
          <ac:chgData name="Pi, Yalong" userId="c9a3dc08-26f0-490d-b190-2780270c58e1" providerId="ADAL" clId="{F398E26A-6AC4-4DD8-A7B3-CD9F6274E7E3}" dt="2025-04-13T17:00:08.660" v="2052" actId="313"/>
          <ac:spMkLst>
            <pc:docMk/>
            <pc:sldMk cId="309915136" sldId="353"/>
            <ac:spMk id="3" creationId="{9034F3C7-C981-9D66-1909-076BF8AC7132}"/>
          </ac:spMkLst>
        </pc:spChg>
        <pc:spChg chg="add mod">
          <ac:chgData name="Pi, Yalong" userId="c9a3dc08-26f0-490d-b190-2780270c58e1" providerId="ADAL" clId="{F398E26A-6AC4-4DD8-A7B3-CD9F6274E7E3}" dt="2025-04-13T16:51:55.251" v="1837" actId="20577"/>
          <ac:spMkLst>
            <pc:docMk/>
            <pc:sldMk cId="309915136" sldId="353"/>
            <ac:spMk id="4" creationId="{07F43D17-81C8-5E2E-04E0-CFA1459ED31E}"/>
          </ac:spMkLst>
        </pc:spChg>
        <pc:spChg chg="add">
          <ac:chgData name="Pi, Yalong" userId="c9a3dc08-26f0-490d-b190-2780270c58e1" providerId="ADAL" clId="{F398E26A-6AC4-4DD8-A7B3-CD9F6274E7E3}" dt="2025-04-13T16:59:54.805" v="2048"/>
          <ac:spMkLst>
            <pc:docMk/>
            <pc:sldMk cId="309915136" sldId="353"/>
            <ac:spMk id="5" creationId="{A9DD27AC-40F4-C68D-6EC0-32B262D18BDA}"/>
          </ac:spMkLst>
        </pc:spChg>
        <pc:grpChg chg="mod">
          <ac:chgData name="Pi, Yalong" userId="c9a3dc08-26f0-490d-b190-2780270c58e1" providerId="ADAL" clId="{F398E26A-6AC4-4DD8-A7B3-CD9F6274E7E3}" dt="2025-04-13T21:00:22.428" v="3451"/>
          <ac:grpSpMkLst>
            <pc:docMk/>
            <pc:sldMk cId="309915136" sldId="353"/>
            <ac:grpSpMk id="15" creationId="{E40698C5-70C0-95CC-3CD2-CD26A1887FCA}"/>
          </ac:grpSpMkLst>
        </pc:grpChg>
        <pc:grpChg chg="mod">
          <ac:chgData name="Pi, Yalong" userId="c9a3dc08-26f0-490d-b190-2780270c58e1" providerId="ADAL" clId="{F398E26A-6AC4-4DD8-A7B3-CD9F6274E7E3}" dt="2025-04-13T21:00:22.428" v="3451"/>
          <ac:grpSpMkLst>
            <pc:docMk/>
            <pc:sldMk cId="309915136" sldId="353"/>
            <ac:grpSpMk id="16" creationId="{F2732C1D-3D10-B1F7-38CC-C750355571B2}"/>
          </ac:grpSpMkLst>
        </pc:grpChg>
        <pc:grpChg chg="mod">
          <ac:chgData name="Pi, Yalong" userId="c9a3dc08-26f0-490d-b190-2780270c58e1" providerId="ADAL" clId="{F398E26A-6AC4-4DD8-A7B3-CD9F6274E7E3}" dt="2025-04-13T21:00:28.347" v="3459"/>
          <ac:grpSpMkLst>
            <pc:docMk/>
            <pc:sldMk cId="309915136" sldId="353"/>
            <ac:grpSpMk id="24" creationId="{AEF99B4A-54D9-FEE0-9A7F-1BDB087931CF}"/>
          </ac:grpSpMkLst>
        </pc:grpChg>
        <pc:grpChg chg="mod">
          <ac:chgData name="Pi, Yalong" userId="c9a3dc08-26f0-490d-b190-2780270c58e1" providerId="ADAL" clId="{F398E26A-6AC4-4DD8-A7B3-CD9F6274E7E3}" dt="2025-04-13T21:00:38.387" v="3465"/>
          <ac:grpSpMkLst>
            <pc:docMk/>
            <pc:sldMk cId="309915136" sldId="353"/>
            <ac:grpSpMk id="30" creationId="{ED3DF7EC-560A-FB3E-5D9C-520DDD7BFE68}"/>
          </ac:grpSpMkLst>
        </pc:grpChg>
        <pc:grpChg chg="mod">
          <ac:chgData name="Pi, Yalong" userId="c9a3dc08-26f0-490d-b190-2780270c58e1" providerId="ADAL" clId="{F398E26A-6AC4-4DD8-A7B3-CD9F6274E7E3}" dt="2025-04-13T21:00:45.831" v="3472"/>
          <ac:grpSpMkLst>
            <pc:docMk/>
            <pc:sldMk cId="309915136" sldId="353"/>
            <ac:grpSpMk id="37" creationId="{F13C54D2-9BEC-8D27-19FB-C4C2B55E9219}"/>
          </ac:grpSpMkLst>
        </pc:grpChg>
        <pc:grpChg chg="mod">
          <ac:chgData name="Pi, Yalong" userId="c9a3dc08-26f0-490d-b190-2780270c58e1" providerId="ADAL" clId="{F398E26A-6AC4-4DD8-A7B3-CD9F6274E7E3}" dt="2025-04-13T21:00:57.392" v="3481"/>
          <ac:grpSpMkLst>
            <pc:docMk/>
            <pc:sldMk cId="309915136" sldId="353"/>
            <ac:grpSpMk id="46" creationId="{BE6026BE-CD8D-1BA7-E432-DAD258E1DB66}"/>
          </ac:grpSpMkLst>
        </pc:grpChg>
        <pc:grpChg chg="mod">
          <ac:chgData name="Pi, Yalong" userId="c9a3dc08-26f0-490d-b190-2780270c58e1" providerId="ADAL" clId="{F398E26A-6AC4-4DD8-A7B3-CD9F6274E7E3}" dt="2025-04-13T21:01:04.709" v="3491"/>
          <ac:grpSpMkLst>
            <pc:docMk/>
            <pc:sldMk cId="309915136" sldId="353"/>
            <ac:grpSpMk id="56" creationId="{CC94939B-D53E-7618-10A2-74D7BEE25F83}"/>
          </ac:grpSpMkLst>
        </pc:grpChg>
        <pc:grpChg chg="mod">
          <ac:chgData name="Pi, Yalong" userId="c9a3dc08-26f0-490d-b190-2780270c58e1" providerId="ADAL" clId="{F398E26A-6AC4-4DD8-A7B3-CD9F6274E7E3}" dt="2025-04-13T21:01:04.709" v="3491"/>
          <ac:grpSpMkLst>
            <pc:docMk/>
            <pc:sldMk cId="309915136" sldId="353"/>
            <ac:grpSpMk id="57" creationId="{7361EACB-1BCB-5F32-8D79-7E3CD905B02D}"/>
          </ac:grpSpMkLst>
        </pc:grpChg>
        <pc:inkChg chg="add">
          <ac:chgData name="Pi, Yalong" userId="c9a3dc08-26f0-490d-b190-2780270c58e1" providerId="ADAL" clId="{F398E26A-6AC4-4DD8-A7B3-CD9F6274E7E3}" dt="2025-04-13T21:00:06.513" v="3442" actId="9405"/>
          <ac:inkMkLst>
            <pc:docMk/>
            <pc:sldMk cId="309915136" sldId="353"/>
            <ac:inkMk id="6" creationId="{E117FF44-87C8-2B78-071C-BC44ADC4E31F}"/>
          </ac:inkMkLst>
        </pc:inkChg>
        <pc:inkChg chg="add mod">
          <ac:chgData name="Pi, Yalong" userId="c9a3dc08-26f0-490d-b190-2780270c58e1" providerId="ADAL" clId="{F398E26A-6AC4-4DD8-A7B3-CD9F6274E7E3}" dt="2025-04-13T21:00:22.428" v="3451"/>
          <ac:inkMkLst>
            <pc:docMk/>
            <pc:sldMk cId="309915136" sldId="353"/>
            <ac:inkMk id="7" creationId="{35994E6F-C6F8-CD1A-215C-1C0688137B18}"/>
          </ac:inkMkLst>
        </pc:inkChg>
        <pc:inkChg chg="add mod">
          <ac:chgData name="Pi, Yalong" userId="c9a3dc08-26f0-490d-b190-2780270c58e1" providerId="ADAL" clId="{F398E26A-6AC4-4DD8-A7B3-CD9F6274E7E3}" dt="2025-04-13T21:00:22.428" v="3451"/>
          <ac:inkMkLst>
            <pc:docMk/>
            <pc:sldMk cId="309915136" sldId="353"/>
            <ac:inkMk id="8" creationId="{EEDBCF2F-C699-4981-9F99-597AC6161753}"/>
          </ac:inkMkLst>
        </pc:inkChg>
        <pc:inkChg chg="add mod">
          <ac:chgData name="Pi, Yalong" userId="c9a3dc08-26f0-490d-b190-2780270c58e1" providerId="ADAL" clId="{F398E26A-6AC4-4DD8-A7B3-CD9F6274E7E3}" dt="2025-04-13T21:00:22.428" v="3451"/>
          <ac:inkMkLst>
            <pc:docMk/>
            <pc:sldMk cId="309915136" sldId="353"/>
            <ac:inkMk id="9" creationId="{908A7AE5-45B6-99E8-D9FD-F4E6BB29D3CC}"/>
          </ac:inkMkLst>
        </pc:inkChg>
        <pc:inkChg chg="add mod">
          <ac:chgData name="Pi, Yalong" userId="c9a3dc08-26f0-490d-b190-2780270c58e1" providerId="ADAL" clId="{F398E26A-6AC4-4DD8-A7B3-CD9F6274E7E3}" dt="2025-04-13T21:00:22.428" v="3451"/>
          <ac:inkMkLst>
            <pc:docMk/>
            <pc:sldMk cId="309915136" sldId="353"/>
            <ac:inkMk id="10" creationId="{DAE1B6B1-58DA-FA61-CD05-C528CED8C864}"/>
          </ac:inkMkLst>
        </pc:inkChg>
        <pc:inkChg chg="add mod">
          <ac:chgData name="Pi, Yalong" userId="c9a3dc08-26f0-490d-b190-2780270c58e1" providerId="ADAL" clId="{F398E26A-6AC4-4DD8-A7B3-CD9F6274E7E3}" dt="2025-04-13T21:00:22.428" v="3451"/>
          <ac:inkMkLst>
            <pc:docMk/>
            <pc:sldMk cId="309915136" sldId="353"/>
            <ac:inkMk id="11" creationId="{440549D3-E21E-61BC-7582-6DC2F4A687B6}"/>
          </ac:inkMkLst>
        </pc:inkChg>
        <pc:inkChg chg="add mod">
          <ac:chgData name="Pi, Yalong" userId="c9a3dc08-26f0-490d-b190-2780270c58e1" providerId="ADAL" clId="{F398E26A-6AC4-4DD8-A7B3-CD9F6274E7E3}" dt="2025-04-13T21:00:22.428" v="3451"/>
          <ac:inkMkLst>
            <pc:docMk/>
            <pc:sldMk cId="309915136" sldId="353"/>
            <ac:inkMk id="12" creationId="{036A4EDF-7197-998E-6269-BA4532A37A56}"/>
          </ac:inkMkLst>
        </pc:inkChg>
        <pc:inkChg chg="add mod">
          <ac:chgData name="Pi, Yalong" userId="c9a3dc08-26f0-490d-b190-2780270c58e1" providerId="ADAL" clId="{F398E26A-6AC4-4DD8-A7B3-CD9F6274E7E3}" dt="2025-04-13T21:00:22.428" v="3451"/>
          <ac:inkMkLst>
            <pc:docMk/>
            <pc:sldMk cId="309915136" sldId="353"/>
            <ac:inkMk id="13" creationId="{E243464B-F744-A9C4-186F-CB48A01E334C}"/>
          </ac:inkMkLst>
        </pc:inkChg>
        <pc:inkChg chg="add mod">
          <ac:chgData name="Pi, Yalong" userId="c9a3dc08-26f0-490d-b190-2780270c58e1" providerId="ADAL" clId="{F398E26A-6AC4-4DD8-A7B3-CD9F6274E7E3}" dt="2025-04-13T21:00:22.428" v="3451"/>
          <ac:inkMkLst>
            <pc:docMk/>
            <pc:sldMk cId="309915136" sldId="353"/>
            <ac:inkMk id="14" creationId="{1DAD943D-A920-0845-5141-76BDEE7171A6}"/>
          </ac:inkMkLst>
        </pc:inkChg>
        <pc:inkChg chg="add">
          <ac:chgData name="Pi, Yalong" userId="c9a3dc08-26f0-490d-b190-2780270c58e1" providerId="ADAL" clId="{F398E26A-6AC4-4DD8-A7B3-CD9F6274E7E3}" dt="2025-04-13T21:00:25.386" v="3452" actId="9405"/>
          <ac:inkMkLst>
            <pc:docMk/>
            <pc:sldMk cId="309915136" sldId="353"/>
            <ac:inkMk id="17" creationId="{3B4DE66C-F5AD-C525-6539-CA6AFB361C06}"/>
          </ac:inkMkLst>
        </pc:inkChg>
        <pc:inkChg chg="add mod">
          <ac:chgData name="Pi, Yalong" userId="c9a3dc08-26f0-490d-b190-2780270c58e1" providerId="ADAL" clId="{F398E26A-6AC4-4DD8-A7B3-CD9F6274E7E3}" dt="2025-04-13T21:00:28.347" v="3459"/>
          <ac:inkMkLst>
            <pc:docMk/>
            <pc:sldMk cId="309915136" sldId="353"/>
            <ac:inkMk id="18" creationId="{3931B1CB-86A3-4063-0239-F335D5E3F3BD}"/>
          </ac:inkMkLst>
        </pc:inkChg>
        <pc:inkChg chg="add mod">
          <ac:chgData name="Pi, Yalong" userId="c9a3dc08-26f0-490d-b190-2780270c58e1" providerId="ADAL" clId="{F398E26A-6AC4-4DD8-A7B3-CD9F6274E7E3}" dt="2025-04-13T21:00:28.347" v="3459"/>
          <ac:inkMkLst>
            <pc:docMk/>
            <pc:sldMk cId="309915136" sldId="353"/>
            <ac:inkMk id="19" creationId="{0B5263C0-AACF-A1EB-72E5-CD2D7A1FF454}"/>
          </ac:inkMkLst>
        </pc:inkChg>
        <pc:inkChg chg="add mod">
          <ac:chgData name="Pi, Yalong" userId="c9a3dc08-26f0-490d-b190-2780270c58e1" providerId="ADAL" clId="{F398E26A-6AC4-4DD8-A7B3-CD9F6274E7E3}" dt="2025-04-13T21:00:28.347" v="3459"/>
          <ac:inkMkLst>
            <pc:docMk/>
            <pc:sldMk cId="309915136" sldId="353"/>
            <ac:inkMk id="20" creationId="{F4245874-928C-3267-4B00-08419D421A85}"/>
          </ac:inkMkLst>
        </pc:inkChg>
        <pc:inkChg chg="add mod">
          <ac:chgData name="Pi, Yalong" userId="c9a3dc08-26f0-490d-b190-2780270c58e1" providerId="ADAL" clId="{F398E26A-6AC4-4DD8-A7B3-CD9F6274E7E3}" dt="2025-04-13T21:00:28.347" v="3459"/>
          <ac:inkMkLst>
            <pc:docMk/>
            <pc:sldMk cId="309915136" sldId="353"/>
            <ac:inkMk id="21" creationId="{0E16C3B0-633C-CB1F-8FB7-2F395B0CD4D6}"/>
          </ac:inkMkLst>
        </pc:inkChg>
        <pc:inkChg chg="add mod">
          <ac:chgData name="Pi, Yalong" userId="c9a3dc08-26f0-490d-b190-2780270c58e1" providerId="ADAL" clId="{F398E26A-6AC4-4DD8-A7B3-CD9F6274E7E3}" dt="2025-04-13T21:00:28.347" v="3459"/>
          <ac:inkMkLst>
            <pc:docMk/>
            <pc:sldMk cId="309915136" sldId="353"/>
            <ac:inkMk id="22" creationId="{E9ABFC2D-882A-0B0C-4B9E-9DBB61357D99}"/>
          </ac:inkMkLst>
        </pc:inkChg>
        <pc:inkChg chg="add mod">
          <ac:chgData name="Pi, Yalong" userId="c9a3dc08-26f0-490d-b190-2780270c58e1" providerId="ADAL" clId="{F398E26A-6AC4-4DD8-A7B3-CD9F6274E7E3}" dt="2025-04-13T21:00:28.347" v="3459"/>
          <ac:inkMkLst>
            <pc:docMk/>
            <pc:sldMk cId="309915136" sldId="353"/>
            <ac:inkMk id="23" creationId="{F3B710D6-F201-DB5D-DD47-E7CB3D1C1375}"/>
          </ac:inkMkLst>
        </pc:inkChg>
        <pc:inkChg chg="add mod">
          <ac:chgData name="Pi, Yalong" userId="c9a3dc08-26f0-490d-b190-2780270c58e1" providerId="ADAL" clId="{F398E26A-6AC4-4DD8-A7B3-CD9F6274E7E3}" dt="2025-04-13T21:00:38.387" v="3465"/>
          <ac:inkMkLst>
            <pc:docMk/>
            <pc:sldMk cId="309915136" sldId="353"/>
            <ac:inkMk id="25" creationId="{C7F30138-17B6-879E-A53C-60E8B807383C}"/>
          </ac:inkMkLst>
        </pc:inkChg>
        <pc:inkChg chg="add mod">
          <ac:chgData name="Pi, Yalong" userId="c9a3dc08-26f0-490d-b190-2780270c58e1" providerId="ADAL" clId="{F398E26A-6AC4-4DD8-A7B3-CD9F6274E7E3}" dt="2025-04-13T21:00:38.387" v="3465"/>
          <ac:inkMkLst>
            <pc:docMk/>
            <pc:sldMk cId="309915136" sldId="353"/>
            <ac:inkMk id="26" creationId="{DF4E0F44-F1DD-73AB-5DDA-1D55AF13AF6D}"/>
          </ac:inkMkLst>
        </pc:inkChg>
        <pc:inkChg chg="add mod">
          <ac:chgData name="Pi, Yalong" userId="c9a3dc08-26f0-490d-b190-2780270c58e1" providerId="ADAL" clId="{F398E26A-6AC4-4DD8-A7B3-CD9F6274E7E3}" dt="2025-04-13T21:00:38.387" v="3465"/>
          <ac:inkMkLst>
            <pc:docMk/>
            <pc:sldMk cId="309915136" sldId="353"/>
            <ac:inkMk id="27" creationId="{CD9CFE2E-5AAF-8368-66CD-5E955FC36A5F}"/>
          </ac:inkMkLst>
        </pc:inkChg>
        <pc:inkChg chg="add mod">
          <ac:chgData name="Pi, Yalong" userId="c9a3dc08-26f0-490d-b190-2780270c58e1" providerId="ADAL" clId="{F398E26A-6AC4-4DD8-A7B3-CD9F6274E7E3}" dt="2025-04-13T21:00:38.387" v="3465"/>
          <ac:inkMkLst>
            <pc:docMk/>
            <pc:sldMk cId="309915136" sldId="353"/>
            <ac:inkMk id="28" creationId="{C282B85B-1D27-BA32-68A7-47F8D90B4878}"/>
          </ac:inkMkLst>
        </pc:inkChg>
        <pc:inkChg chg="add mod">
          <ac:chgData name="Pi, Yalong" userId="c9a3dc08-26f0-490d-b190-2780270c58e1" providerId="ADAL" clId="{F398E26A-6AC4-4DD8-A7B3-CD9F6274E7E3}" dt="2025-04-13T21:00:38.387" v="3465"/>
          <ac:inkMkLst>
            <pc:docMk/>
            <pc:sldMk cId="309915136" sldId="353"/>
            <ac:inkMk id="29" creationId="{A3257C9E-8D34-DEC0-E761-A7FB4419483C}"/>
          </ac:inkMkLst>
        </pc:inkChg>
        <pc:inkChg chg="add mod">
          <ac:chgData name="Pi, Yalong" userId="c9a3dc08-26f0-490d-b190-2780270c58e1" providerId="ADAL" clId="{F398E26A-6AC4-4DD8-A7B3-CD9F6274E7E3}" dt="2025-04-13T21:00:45.831" v="3472"/>
          <ac:inkMkLst>
            <pc:docMk/>
            <pc:sldMk cId="309915136" sldId="353"/>
            <ac:inkMk id="31" creationId="{6FB38F04-2548-98AD-81A5-CB3A2655D6B6}"/>
          </ac:inkMkLst>
        </pc:inkChg>
        <pc:inkChg chg="add mod">
          <ac:chgData name="Pi, Yalong" userId="c9a3dc08-26f0-490d-b190-2780270c58e1" providerId="ADAL" clId="{F398E26A-6AC4-4DD8-A7B3-CD9F6274E7E3}" dt="2025-04-13T21:00:45.831" v="3472"/>
          <ac:inkMkLst>
            <pc:docMk/>
            <pc:sldMk cId="309915136" sldId="353"/>
            <ac:inkMk id="32" creationId="{8580D694-596D-33F4-A7F4-167AD1DF45A7}"/>
          </ac:inkMkLst>
        </pc:inkChg>
        <pc:inkChg chg="add mod">
          <ac:chgData name="Pi, Yalong" userId="c9a3dc08-26f0-490d-b190-2780270c58e1" providerId="ADAL" clId="{F398E26A-6AC4-4DD8-A7B3-CD9F6274E7E3}" dt="2025-04-13T21:00:45.831" v="3472"/>
          <ac:inkMkLst>
            <pc:docMk/>
            <pc:sldMk cId="309915136" sldId="353"/>
            <ac:inkMk id="33" creationId="{5E1D407D-7FEA-1C23-DA7B-1EFFFFC565F7}"/>
          </ac:inkMkLst>
        </pc:inkChg>
        <pc:inkChg chg="add mod">
          <ac:chgData name="Pi, Yalong" userId="c9a3dc08-26f0-490d-b190-2780270c58e1" providerId="ADAL" clId="{F398E26A-6AC4-4DD8-A7B3-CD9F6274E7E3}" dt="2025-04-13T21:00:45.831" v="3472"/>
          <ac:inkMkLst>
            <pc:docMk/>
            <pc:sldMk cId="309915136" sldId="353"/>
            <ac:inkMk id="34" creationId="{EF93F6FE-6236-8A4B-2C41-570052F7B03C}"/>
          </ac:inkMkLst>
        </pc:inkChg>
        <pc:inkChg chg="add mod">
          <ac:chgData name="Pi, Yalong" userId="c9a3dc08-26f0-490d-b190-2780270c58e1" providerId="ADAL" clId="{F398E26A-6AC4-4DD8-A7B3-CD9F6274E7E3}" dt="2025-04-13T21:00:45.831" v="3472"/>
          <ac:inkMkLst>
            <pc:docMk/>
            <pc:sldMk cId="309915136" sldId="353"/>
            <ac:inkMk id="35" creationId="{555F2272-7954-F648-4C7D-82B6C8F61CBF}"/>
          </ac:inkMkLst>
        </pc:inkChg>
        <pc:inkChg chg="add mod">
          <ac:chgData name="Pi, Yalong" userId="c9a3dc08-26f0-490d-b190-2780270c58e1" providerId="ADAL" clId="{F398E26A-6AC4-4DD8-A7B3-CD9F6274E7E3}" dt="2025-04-13T21:00:45.831" v="3472"/>
          <ac:inkMkLst>
            <pc:docMk/>
            <pc:sldMk cId="309915136" sldId="353"/>
            <ac:inkMk id="36" creationId="{0FCCCCEF-BED7-1267-D9BA-D500A8094843}"/>
          </ac:inkMkLst>
        </pc:inkChg>
        <pc:inkChg chg="add">
          <ac:chgData name="Pi, Yalong" userId="c9a3dc08-26f0-490d-b190-2780270c58e1" providerId="ADAL" clId="{F398E26A-6AC4-4DD8-A7B3-CD9F6274E7E3}" dt="2025-04-13T21:00:48.345" v="3473" actId="9405"/>
          <ac:inkMkLst>
            <pc:docMk/>
            <pc:sldMk cId="309915136" sldId="353"/>
            <ac:inkMk id="38" creationId="{84D97CBF-35FF-58B3-E220-E566476962BD}"/>
          </ac:inkMkLst>
        </pc:inkChg>
        <pc:inkChg chg="add">
          <ac:chgData name="Pi, Yalong" userId="c9a3dc08-26f0-490d-b190-2780270c58e1" providerId="ADAL" clId="{F398E26A-6AC4-4DD8-A7B3-CD9F6274E7E3}" dt="2025-04-13T21:00:54.453" v="3474" actId="9405"/>
          <ac:inkMkLst>
            <pc:docMk/>
            <pc:sldMk cId="309915136" sldId="353"/>
            <ac:inkMk id="39" creationId="{B861AAFD-2C65-21E4-B0AE-6381E7B7C164}"/>
          </ac:inkMkLst>
        </pc:inkChg>
        <pc:inkChg chg="add mod">
          <ac:chgData name="Pi, Yalong" userId="c9a3dc08-26f0-490d-b190-2780270c58e1" providerId="ADAL" clId="{F398E26A-6AC4-4DD8-A7B3-CD9F6274E7E3}" dt="2025-04-13T21:00:57.392" v="3481"/>
          <ac:inkMkLst>
            <pc:docMk/>
            <pc:sldMk cId="309915136" sldId="353"/>
            <ac:inkMk id="40" creationId="{6F39C17F-6F9B-72D6-E69E-99FD70957526}"/>
          </ac:inkMkLst>
        </pc:inkChg>
        <pc:inkChg chg="add mod">
          <ac:chgData name="Pi, Yalong" userId="c9a3dc08-26f0-490d-b190-2780270c58e1" providerId="ADAL" clId="{F398E26A-6AC4-4DD8-A7B3-CD9F6274E7E3}" dt="2025-04-13T21:00:57.392" v="3481"/>
          <ac:inkMkLst>
            <pc:docMk/>
            <pc:sldMk cId="309915136" sldId="353"/>
            <ac:inkMk id="41" creationId="{0852C56C-E64C-8B2D-0234-C9183620E900}"/>
          </ac:inkMkLst>
        </pc:inkChg>
        <pc:inkChg chg="add mod">
          <ac:chgData name="Pi, Yalong" userId="c9a3dc08-26f0-490d-b190-2780270c58e1" providerId="ADAL" clId="{F398E26A-6AC4-4DD8-A7B3-CD9F6274E7E3}" dt="2025-04-13T21:00:57.392" v="3481"/>
          <ac:inkMkLst>
            <pc:docMk/>
            <pc:sldMk cId="309915136" sldId="353"/>
            <ac:inkMk id="42" creationId="{93216C0C-9C06-5C6A-2737-F4CD582F1EEC}"/>
          </ac:inkMkLst>
        </pc:inkChg>
        <pc:inkChg chg="add mod">
          <ac:chgData name="Pi, Yalong" userId="c9a3dc08-26f0-490d-b190-2780270c58e1" providerId="ADAL" clId="{F398E26A-6AC4-4DD8-A7B3-CD9F6274E7E3}" dt="2025-04-13T21:00:57.392" v="3481"/>
          <ac:inkMkLst>
            <pc:docMk/>
            <pc:sldMk cId="309915136" sldId="353"/>
            <ac:inkMk id="43" creationId="{23ECB26C-2740-79E1-1F9D-0A997C6DA3CB}"/>
          </ac:inkMkLst>
        </pc:inkChg>
        <pc:inkChg chg="add mod">
          <ac:chgData name="Pi, Yalong" userId="c9a3dc08-26f0-490d-b190-2780270c58e1" providerId="ADAL" clId="{F398E26A-6AC4-4DD8-A7B3-CD9F6274E7E3}" dt="2025-04-13T21:00:57.392" v="3481"/>
          <ac:inkMkLst>
            <pc:docMk/>
            <pc:sldMk cId="309915136" sldId="353"/>
            <ac:inkMk id="44" creationId="{1430E602-E86D-2F72-27C7-57ED12B12E70}"/>
          </ac:inkMkLst>
        </pc:inkChg>
        <pc:inkChg chg="add mod">
          <ac:chgData name="Pi, Yalong" userId="c9a3dc08-26f0-490d-b190-2780270c58e1" providerId="ADAL" clId="{F398E26A-6AC4-4DD8-A7B3-CD9F6274E7E3}" dt="2025-04-13T21:00:57.392" v="3481"/>
          <ac:inkMkLst>
            <pc:docMk/>
            <pc:sldMk cId="309915136" sldId="353"/>
            <ac:inkMk id="45" creationId="{E312C2FE-DF5B-BC0F-1C0D-D0AE48EB264E}"/>
          </ac:inkMkLst>
        </pc:inkChg>
        <pc:inkChg chg="add mod">
          <ac:chgData name="Pi, Yalong" userId="c9a3dc08-26f0-490d-b190-2780270c58e1" providerId="ADAL" clId="{F398E26A-6AC4-4DD8-A7B3-CD9F6274E7E3}" dt="2025-04-13T21:01:04.709" v="3491"/>
          <ac:inkMkLst>
            <pc:docMk/>
            <pc:sldMk cId="309915136" sldId="353"/>
            <ac:inkMk id="47" creationId="{C31BF0AF-5377-F3BB-5269-EF7A378FA3B2}"/>
          </ac:inkMkLst>
        </pc:inkChg>
        <pc:inkChg chg="add mod">
          <ac:chgData name="Pi, Yalong" userId="c9a3dc08-26f0-490d-b190-2780270c58e1" providerId="ADAL" clId="{F398E26A-6AC4-4DD8-A7B3-CD9F6274E7E3}" dt="2025-04-13T21:01:04.709" v="3491"/>
          <ac:inkMkLst>
            <pc:docMk/>
            <pc:sldMk cId="309915136" sldId="353"/>
            <ac:inkMk id="48" creationId="{800EC074-5FDA-CF39-C624-B8932AD6E74F}"/>
          </ac:inkMkLst>
        </pc:inkChg>
        <pc:inkChg chg="add mod">
          <ac:chgData name="Pi, Yalong" userId="c9a3dc08-26f0-490d-b190-2780270c58e1" providerId="ADAL" clId="{F398E26A-6AC4-4DD8-A7B3-CD9F6274E7E3}" dt="2025-04-13T21:01:04.709" v="3491"/>
          <ac:inkMkLst>
            <pc:docMk/>
            <pc:sldMk cId="309915136" sldId="353"/>
            <ac:inkMk id="49" creationId="{85674C7D-B141-5176-115C-27872B3CDC19}"/>
          </ac:inkMkLst>
        </pc:inkChg>
        <pc:inkChg chg="add mod">
          <ac:chgData name="Pi, Yalong" userId="c9a3dc08-26f0-490d-b190-2780270c58e1" providerId="ADAL" clId="{F398E26A-6AC4-4DD8-A7B3-CD9F6274E7E3}" dt="2025-04-13T21:01:04.709" v="3491"/>
          <ac:inkMkLst>
            <pc:docMk/>
            <pc:sldMk cId="309915136" sldId="353"/>
            <ac:inkMk id="50" creationId="{E3BC2692-5B66-2781-CCA9-FB80D26C9A77}"/>
          </ac:inkMkLst>
        </pc:inkChg>
        <pc:inkChg chg="add mod">
          <ac:chgData name="Pi, Yalong" userId="c9a3dc08-26f0-490d-b190-2780270c58e1" providerId="ADAL" clId="{F398E26A-6AC4-4DD8-A7B3-CD9F6274E7E3}" dt="2025-04-13T21:01:04.709" v="3491"/>
          <ac:inkMkLst>
            <pc:docMk/>
            <pc:sldMk cId="309915136" sldId="353"/>
            <ac:inkMk id="51" creationId="{A9B634B5-F34E-0655-278A-F07B882AEE3E}"/>
          </ac:inkMkLst>
        </pc:inkChg>
        <pc:inkChg chg="add mod">
          <ac:chgData name="Pi, Yalong" userId="c9a3dc08-26f0-490d-b190-2780270c58e1" providerId="ADAL" clId="{F398E26A-6AC4-4DD8-A7B3-CD9F6274E7E3}" dt="2025-04-13T21:01:04.709" v="3491"/>
          <ac:inkMkLst>
            <pc:docMk/>
            <pc:sldMk cId="309915136" sldId="353"/>
            <ac:inkMk id="52" creationId="{25F77458-106C-C7FB-8315-1D6A9335E141}"/>
          </ac:inkMkLst>
        </pc:inkChg>
        <pc:inkChg chg="add mod">
          <ac:chgData name="Pi, Yalong" userId="c9a3dc08-26f0-490d-b190-2780270c58e1" providerId="ADAL" clId="{F398E26A-6AC4-4DD8-A7B3-CD9F6274E7E3}" dt="2025-04-13T21:01:04.709" v="3491"/>
          <ac:inkMkLst>
            <pc:docMk/>
            <pc:sldMk cId="309915136" sldId="353"/>
            <ac:inkMk id="53" creationId="{0578EFBB-DF37-FAB6-9139-80E1118B7C7A}"/>
          </ac:inkMkLst>
        </pc:inkChg>
        <pc:inkChg chg="add">
          <ac:chgData name="Pi, Yalong" userId="c9a3dc08-26f0-490d-b190-2780270c58e1" providerId="ADAL" clId="{F398E26A-6AC4-4DD8-A7B3-CD9F6274E7E3}" dt="2025-04-13T21:01:03.202" v="3489" actId="9405"/>
          <ac:inkMkLst>
            <pc:docMk/>
            <pc:sldMk cId="309915136" sldId="353"/>
            <ac:inkMk id="54" creationId="{84774DBE-094F-076B-F030-55F03E7F657B}"/>
          </ac:inkMkLst>
        </pc:inkChg>
        <pc:inkChg chg="add mod">
          <ac:chgData name="Pi, Yalong" userId="c9a3dc08-26f0-490d-b190-2780270c58e1" providerId="ADAL" clId="{F398E26A-6AC4-4DD8-A7B3-CD9F6274E7E3}" dt="2025-04-13T21:01:04.709" v="3491"/>
          <ac:inkMkLst>
            <pc:docMk/>
            <pc:sldMk cId="309915136" sldId="353"/>
            <ac:inkMk id="55" creationId="{E19EEDA3-B328-7FFE-98C9-77843D86A234}"/>
          </ac:inkMkLst>
        </pc:inkChg>
      </pc:sldChg>
      <pc:sldChg chg="addSp modSp new mod">
        <pc:chgData name="Pi, Yalong" userId="c9a3dc08-26f0-490d-b190-2780270c58e1" providerId="ADAL" clId="{F398E26A-6AC4-4DD8-A7B3-CD9F6274E7E3}" dt="2025-04-13T17:01:02.759" v="2085" actId="313"/>
        <pc:sldMkLst>
          <pc:docMk/>
          <pc:sldMk cId="2697768892" sldId="354"/>
        </pc:sldMkLst>
        <pc:spChg chg="mod">
          <ac:chgData name="Pi, Yalong" userId="c9a3dc08-26f0-490d-b190-2780270c58e1" providerId="ADAL" clId="{F398E26A-6AC4-4DD8-A7B3-CD9F6274E7E3}" dt="2025-04-13T16:56:51.722" v="1958" actId="20577"/>
          <ac:spMkLst>
            <pc:docMk/>
            <pc:sldMk cId="2697768892" sldId="354"/>
            <ac:spMk id="2" creationId="{F22AF09B-4A9D-8362-A3A7-E6586A9AFF72}"/>
          </ac:spMkLst>
        </pc:spChg>
        <pc:spChg chg="mod">
          <ac:chgData name="Pi, Yalong" userId="c9a3dc08-26f0-490d-b190-2780270c58e1" providerId="ADAL" clId="{F398E26A-6AC4-4DD8-A7B3-CD9F6274E7E3}" dt="2025-04-13T17:01:02.759" v="2085" actId="313"/>
          <ac:spMkLst>
            <pc:docMk/>
            <pc:sldMk cId="2697768892" sldId="354"/>
            <ac:spMk id="3" creationId="{46210953-B136-350D-6CF0-EF79796875B2}"/>
          </ac:spMkLst>
        </pc:spChg>
        <pc:picChg chg="add mod">
          <ac:chgData name="Pi, Yalong" userId="c9a3dc08-26f0-490d-b190-2780270c58e1" providerId="ADAL" clId="{F398E26A-6AC4-4DD8-A7B3-CD9F6274E7E3}" dt="2025-04-13T17:00:55.329" v="2063" actId="1076"/>
          <ac:picMkLst>
            <pc:docMk/>
            <pc:sldMk cId="2697768892" sldId="354"/>
            <ac:picMk id="5" creationId="{3F996F2B-1B90-EF20-FD4A-4F539CFDBA5D}"/>
          </ac:picMkLst>
        </pc:picChg>
      </pc:sldChg>
      <pc:sldChg chg="modSp new mod ord">
        <pc:chgData name="Pi, Yalong" userId="c9a3dc08-26f0-490d-b190-2780270c58e1" providerId="ADAL" clId="{F398E26A-6AC4-4DD8-A7B3-CD9F6274E7E3}" dt="2025-04-13T21:24:59.389" v="3731" actId="5793"/>
        <pc:sldMkLst>
          <pc:docMk/>
          <pc:sldMk cId="3067691518" sldId="355"/>
        </pc:sldMkLst>
        <pc:spChg chg="mod">
          <ac:chgData name="Pi, Yalong" userId="c9a3dc08-26f0-490d-b190-2780270c58e1" providerId="ADAL" clId="{F398E26A-6AC4-4DD8-A7B3-CD9F6274E7E3}" dt="2025-04-13T17:02:33.218" v="2103" actId="313"/>
          <ac:spMkLst>
            <pc:docMk/>
            <pc:sldMk cId="3067691518" sldId="355"/>
            <ac:spMk id="2" creationId="{F972AD70-0FB9-5541-822F-BC70F146657D}"/>
          </ac:spMkLst>
        </pc:spChg>
        <pc:spChg chg="mod">
          <ac:chgData name="Pi, Yalong" userId="c9a3dc08-26f0-490d-b190-2780270c58e1" providerId="ADAL" clId="{F398E26A-6AC4-4DD8-A7B3-CD9F6274E7E3}" dt="2025-04-13T21:24:59.389" v="3731" actId="5793"/>
          <ac:spMkLst>
            <pc:docMk/>
            <pc:sldMk cId="3067691518" sldId="355"/>
            <ac:spMk id="3" creationId="{1D6173AE-9EFF-433D-DB82-06F0BEBC1CD2}"/>
          </ac:spMkLst>
        </pc:spChg>
      </pc:sldChg>
      <pc:sldChg chg="modSp new mod ord">
        <pc:chgData name="Pi, Yalong" userId="c9a3dc08-26f0-490d-b190-2780270c58e1" providerId="ADAL" clId="{F398E26A-6AC4-4DD8-A7B3-CD9F6274E7E3}" dt="2025-04-13T21:30:22.601" v="3790"/>
        <pc:sldMkLst>
          <pc:docMk/>
          <pc:sldMk cId="755398599" sldId="356"/>
        </pc:sldMkLst>
        <pc:spChg chg="mod">
          <ac:chgData name="Pi, Yalong" userId="c9a3dc08-26f0-490d-b190-2780270c58e1" providerId="ADAL" clId="{F398E26A-6AC4-4DD8-A7B3-CD9F6274E7E3}" dt="2025-04-13T17:10:06.930" v="2190" actId="20577"/>
          <ac:spMkLst>
            <pc:docMk/>
            <pc:sldMk cId="755398599" sldId="356"/>
            <ac:spMk id="2" creationId="{47EE19AB-5876-8F70-A418-F585099BC402}"/>
          </ac:spMkLst>
        </pc:spChg>
        <pc:spChg chg="mod">
          <ac:chgData name="Pi, Yalong" userId="c9a3dc08-26f0-490d-b190-2780270c58e1" providerId="ADAL" clId="{F398E26A-6AC4-4DD8-A7B3-CD9F6274E7E3}" dt="2025-04-13T17:27:45.625" v="2424" actId="20577"/>
          <ac:spMkLst>
            <pc:docMk/>
            <pc:sldMk cId="755398599" sldId="356"/>
            <ac:spMk id="3" creationId="{CD3182BD-0353-A87F-F12F-0C593871A464}"/>
          </ac:spMkLst>
        </pc:spChg>
      </pc:sldChg>
      <pc:sldChg chg="new del">
        <pc:chgData name="Pi, Yalong" userId="c9a3dc08-26f0-490d-b190-2780270c58e1" providerId="ADAL" clId="{F398E26A-6AC4-4DD8-A7B3-CD9F6274E7E3}" dt="2025-04-13T17:19:06.675" v="2207" actId="47"/>
        <pc:sldMkLst>
          <pc:docMk/>
          <pc:sldMk cId="3156053064" sldId="357"/>
        </pc:sldMkLst>
      </pc:sldChg>
      <pc:sldChg chg="modSp new mod">
        <pc:chgData name="Pi, Yalong" userId="c9a3dc08-26f0-490d-b190-2780270c58e1" providerId="ADAL" clId="{F398E26A-6AC4-4DD8-A7B3-CD9F6274E7E3}" dt="2025-04-13T17:31:46.105" v="2565" actId="20577"/>
        <pc:sldMkLst>
          <pc:docMk/>
          <pc:sldMk cId="4027380804" sldId="358"/>
        </pc:sldMkLst>
        <pc:spChg chg="mod">
          <ac:chgData name="Pi, Yalong" userId="c9a3dc08-26f0-490d-b190-2780270c58e1" providerId="ADAL" clId="{F398E26A-6AC4-4DD8-A7B3-CD9F6274E7E3}" dt="2025-04-13T17:21:44.588" v="2219" actId="20577"/>
          <ac:spMkLst>
            <pc:docMk/>
            <pc:sldMk cId="4027380804" sldId="358"/>
            <ac:spMk id="2" creationId="{DD8C4AEE-FFAB-1653-D724-904AFD277F33}"/>
          </ac:spMkLst>
        </pc:spChg>
        <pc:spChg chg="mod">
          <ac:chgData name="Pi, Yalong" userId="c9a3dc08-26f0-490d-b190-2780270c58e1" providerId="ADAL" clId="{F398E26A-6AC4-4DD8-A7B3-CD9F6274E7E3}" dt="2025-04-13T17:31:46.105" v="2565" actId="20577"/>
          <ac:spMkLst>
            <pc:docMk/>
            <pc:sldMk cId="4027380804" sldId="358"/>
            <ac:spMk id="3" creationId="{9AAB38A6-0B44-58EB-2606-D547C33764A1}"/>
          </ac:spMkLst>
        </pc:spChg>
      </pc:sldChg>
      <pc:sldChg chg="modSp new mod ord">
        <pc:chgData name="Pi, Yalong" userId="c9a3dc08-26f0-490d-b190-2780270c58e1" providerId="ADAL" clId="{F398E26A-6AC4-4DD8-A7B3-CD9F6274E7E3}" dt="2025-04-13T17:31:14.997" v="2543" actId="20577"/>
        <pc:sldMkLst>
          <pc:docMk/>
          <pc:sldMk cId="950540010" sldId="359"/>
        </pc:sldMkLst>
        <pc:spChg chg="mod">
          <ac:chgData name="Pi, Yalong" userId="c9a3dc08-26f0-490d-b190-2780270c58e1" providerId="ADAL" clId="{F398E26A-6AC4-4DD8-A7B3-CD9F6274E7E3}" dt="2025-04-13T17:30:34.842" v="2450" actId="20577"/>
          <ac:spMkLst>
            <pc:docMk/>
            <pc:sldMk cId="950540010" sldId="359"/>
            <ac:spMk id="2" creationId="{60661195-AC7D-A3F6-DB4E-FB3AA24396DB}"/>
          </ac:spMkLst>
        </pc:spChg>
        <pc:spChg chg="mod">
          <ac:chgData name="Pi, Yalong" userId="c9a3dc08-26f0-490d-b190-2780270c58e1" providerId="ADAL" clId="{F398E26A-6AC4-4DD8-A7B3-CD9F6274E7E3}" dt="2025-04-13T17:31:14.997" v="2543" actId="20577"/>
          <ac:spMkLst>
            <pc:docMk/>
            <pc:sldMk cId="950540010" sldId="359"/>
            <ac:spMk id="3" creationId="{059887BF-4F00-42B3-51B3-AB775C83A07C}"/>
          </ac:spMkLst>
        </pc:spChg>
      </pc:sldChg>
      <pc:sldChg chg="add ord">
        <pc:chgData name="Pi, Yalong" userId="c9a3dc08-26f0-490d-b190-2780270c58e1" providerId="ADAL" clId="{F398E26A-6AC4-4DD8-A7B3-CD9F6274E7E3}" dt="2025-04-13T21:30:44.556" v="3792"/>
        <pc:sldMkLst>
          <pc:docMk/>
          <pc:sldMk cId="4092951891" sldId="360"/>
        </pc:sldMkLst>
      </pc:sldChg>
      <pc:sldChg chg="addSp delSp new">
        <pc:chgData name="Pi, Yalong" userId="c9a3dc08-26f0-490d-b190-2780270c58e1" providerId="ADAL" clId="{F398E26A-6AC4-4DD8-A7B3-CD9F6274E7E3}" dt="2025-04-13T18:12:50.884" v="2765"/>
        <pc:sldMkLst>
          <pc:docMk/>
          <pc:sldMk cId="4032812516" sldId="361"/>
        </pc:sldMkLst>
        <pc:picChg chg="add del">
          <ac:chgData name="Pi, Yalong" userId="c9a3dc08-26f0-490d-b190-2780270c58e1" providerId="ADAL" clId="{F398E26A-6AC4-4DD8-A7B3-CD9F6274E7E3}" dt="2025-04-13T18:12:13.106" v="2764" actId="478"/>
          <ac:picMkLst>
            <pc:docMk/>
            <pc:sldMk cId="4032812516" sldId="361"/>
            <ac:picMk id="8194" creationId="{BFE9EA4D-C11E-B883-F69C-60C10CBB395A}"/>
          </ac:picMkLst>
        </pc:picChg>
        <pc:picChg chg="add">
          <ac:chgData name="Pi, Yalong" userId="c9a3dc08-26f0-490d-b190-2780270c58e1" providerId="ADAL" clId="{F398E26A-6AC4-4DD8-A7B3-CD9F6274E7E3}" dt="2025-04-13T18:12:50.884" v="2765"/>
          <ac:picMkLst>
            <pc:docMk/>
            <pc:sldMk cId="4032812516" sldId="361"/>
            <ac:picMk id="8196" creationId="{70AA7CCA-CFF8-0F5E-6FD6-35652BD2C4C7}"/>
          </ac:picMkLst>
        </pc:picChg>
      </pc:sldChg>
      <pc:sldChg chg="addSp delSp modSp new mod">
        <pc:chgData name="Pi, Yalong" userId="c9a3dc08-26f0-490d-b190-2780270c58e1" providerId="ADAL" clId="{F398E26A-6AC4-4DD8-A7B3-CD9F6274E7E3}" dt="2025-04-13T20:44:22.118" v="3175"/>
        <pc:sldMkLst>
          <pc:docMk/>
          <pc:sldMk cId="3444501004" sldId="362"/>
        </pc:sldMkLst>
        <pc:grpChg chg="del mod">
          <ac:chgData name="Pi, Yalong" userId="c9a3dc08-26f0-490d-b190-2780270c58e1" providerId="ADAL" clId="{F398E26A-6AC4-4DD8-A7B3-CD9F6274E7E3}" dt="2025-04-13T20:42:58.378" v="3041"/>
          <ac:grpSpMkLst>
            <pc:docMk/>
            <pc:sldMk cId="3444501004" sldId="362"/>
            <ac:grpSpMk id="7" creationId="{0A6177E0-0740-C876-8BA5-17083A25473B}"/>
          </ac:grpSpMkLst>
        </pc:grpChg>
        <pc:grpChg chg="del mod">
          <ac:chgData name="Pi, Yalong" userId="c9a3dc08-26f0-490d-b190-2780270c58e1" providerId="ADAL" clId="{F398E26A-6AC4-4DD8-A7B3-CD9F6274E7E3}" dt="2025-04-13T20:43:00.186" v="3047"/>
          <ac:grpSpMkLst>
            <pc:docMk/>
            <pc:sldMk cId="3444501004" sldId="362"/>
            <ac:grpSpMk id="9" creationId="{22FD1B82-6CE8-1408-C222-E08D1BBB9D62}"/>
          </ac:grpSpMkLst>
        </pc:grpChg>
        <pc:grpChg chg="del mod">
          <ac:chgData name="Pi, Yalong" userId="c9a3dc08-26f0-490d-b190-2780270c58e1" providerId="ADAL" clId="{F398E26A-6AC4-4DD8-A7B3-CD9F6274E7E3}" dt="2025-04-13T20:43:03.646" v="3054"/>
          <ac:grpSpMkLst>
            <pc:docMk/>
            <pc:sldMk cId="3444501004" sldId="362"/>
            <ac:grpSpMk id="15" creationId="{872713E3-D44C-053C-9285-46F167AA4106}"/>
          </ac:grpSpMkLst>
        </pc:grpChg>
        <pc:grpChg chg="del mod">
          <ac:chgData name="Pi, Yalong" userId="c9a3dc08-26f0-490d-b190-2780270c58e1" providerId="ADAL" clId="{F398E26A-6AC4-4DD8-A7B3-CD9F6274E7E3}" dt="2025-04-13T20:43:06.594" v="3060"/>
          <ac:grpSpMkLst>
            <pc:docMk/>
            <pc:sldMk cId="3444501004" sldId="362"/>
            <ac:grpSpMk id="22" creationId="{4B504783-62AB-84C3-6587-E05DB5D57831}"/>
          </ac:grpSpMkLst>
        </pc:grpChg>
        <pc:grpChg chg="mod">
          <ac:chgData name="Pi, Yalong" userId="c9a3dc08-26f0-490d-b190-2780270c58e1" providerId="ADAL" clId="{F398E26A-6AC4-4DD8-A7B3-CD9F6274E7E3}" dt="2025-04-13T20:43:03.646" v="3054"/>
          <ac:grpSpMkLst>
            <pc:docMk/>
            <pc:sldMk cId="3444501004" sldId="362"/>
            <ac:grpSpMk id="23" creationId="{22A8A8B3-CCF6-3E69-DA99-AA11ACA638CF}"/>
          </ac:grpSpMkLst>
        </pc:grpChg>
        <pc:grpChg chg="mod">
          <ac:chgData name="Pi, Yalong" userId="c9a3dc08-26f0-490d-b190-2780270c58e1" providerId="ADAL" clId="{F398E26A-6AC4-4DD8-A7B3-CD9F6274E7E3}" dt="2025-04-13T20:43:06.594" v="3060"/>
          <ac:grpSpMkLst>
            <pc:docMk/>
            <pc:sldMk cId="3444501004" sldId="362"/>
            <ac:grpSpMk id="29" creationId="{8029E2CE-2760-D4C5-7B3C-8CAB2D5790F2}"/>
          </ac:grpSpMkLst>
        </pc:grpChg>
        <pc:grpChg chg="del mod">
          <ac:chgData name="Pi, Yalong" userId="c9a3dc08-26f0-490d-b190-2780270c58e1" providerId="ADAL" clId="{F398E26A-6AC4-4DD8-A7B3-CD9F6274E7E3}" dt="2025-04-13T20:43:18.012" v="3078"/>
          <ac:grpSpMkLst>
            <pc:docMk/>
            <pc:sldMk cId="3444501004" sldId="362"/>
            <ac:grpSpMk id="37" creationId="{7AF506DE-D4FE-6C28-A671-E68709741088}"/>
          </ac:grpSpMkLst>
        </pc:grpChg>
        <pc:grpChg chg="del mod">
          <ac:chgData name="Pi, Yalong" userId="c9a3dc08-26f0-490d-b190-2780270c58e1" providerId="ADAL" clId="{F398E26A-6AC4-4DD8-A7B3-CD9F6274E7E3}" dt="2025-04-13T20:43:38.579" v="3115"/>
          <ac:grpSpMkLst>
            <pc:docMk/>
            <pc:sldMk cId="3444501004" sldId="362"/>
            <ac:grpSpMk id="47" creationId="{17F9EC17-7331-006F-7C9A-A9F589980EF0}"/>
          </ac:grpSpMkLst>
        </pc:grpChg>
        <pc:grpChg chg="mod">
          <ac:chgData name="Pi, Yalong" userId="c9a3dc08-26f0-490d-b190-2780270c58e1" providerId="ADAL" clId="{F398E26A-6AC4-4DD8-A7B3-CD9F6274E7E3}" dt="2025-04-13T20:43:21.003" v="3084"/>
          <ac:grpSpMkLst>
            <pc:docMk/>
            <pc:sldMk cId="3444501004" sldId="362"/>
            <ac:grpSpMk id="53" creationId="{8ADFB457-9D93-98F4-1455-BE4BCD04F1DE}"/>
          </ac:grpSpMkLst>
        </pc:grpChg>
        <pc:grpChg chg="del mod">
          <ac:chgData name="Pi, Yalong" userId="c9a3dc08-26f0-490d-b190-2780270c58e1" providerId="ADAL" clId="{F398E26A-6AC4-4DD8-A7B3-CD9F6274E7E3}" dt="2025-04-13T20:43:31.851" v="3110"/>
          <ac:grpSpMkLst>
            <pc:docMk/>
            <pc:sldMk cId="3444501004" sldId="362"/>
            <ac:grpSpMk id="76" creationId="{64BA6BF1-002A-D8C8-E951-293BE0A247DA}"/>
          </ac:grpSpMkLst>
        </pc:grpChg>
        <pc:grpChg chg="mod">
          <ac:chgData name="Pi, Yalong" userId="c9a3dc08-26f0-490d-b190-2780270c58e1" providerId="ADAL" clId="{F398E26A-6AC4-4DD8-A7B3-CD9F6274E7E3}" dt="2025-04-13T20:43:30.511" v="3107"/>
          <ac:grpSpMkLst>
            <pc:docMk/>
            <pc:sldMk cId="3444501004" sldId="362"/>
            <ac:grpSpMk id="77" creationId="{346B94C4-1AC8-88CB-76DF-7BA0D7B8DA61}"/>
          </ac:grpSpMkLst>
        </pc:grpChg>
        <pc:grpChg chg="mod">
          <ac:chgData name="Pi, Yalong" userId="c9a3dc08-26f0-490d-b190-2780270c58e1" providerId="ADAL" clId="{F398E26A-6AC4-4DD8-A7B3-CD9F6274E7E3}" dt="2025-04-13T20:43:30.511" v="3107"/>
          <ac:grpSpMkLst>
            <pc:docMk/>
            <pc:sldMk cId="3444501004" sldId="362"/>
            <ac:grpSpMk id="78" creationId="{6C21A900-AC8E-A5FE-C40F-A3446A8033AC}"/>
          </ac:grpSpMkLst>
        </pc:grpChg>
        <pc:grpChg chg="mod">
          <ac:chgData name="Pi, Yalong" userId="c9a3dc08-26f0-490d-b190-2780270c58e1" providerId="ADAL" clId="{F398E26A-6AC4-4DD8-A7B3-CD9F6274E7E3}" dt="2025-04-13T20:43:31.851" v="3110"/>
          <ac:grpSpMkLst>
            <pc:docMk/>
            <pc:sldMk cId="3444501004" sldId="362"/>
            <ac:grpSpMk id="81" creationId="{D38EF0D4-C804-021D-FC79-BB2754988CDE}"/>
          </ac:grpSpMkLst>
        </pc:grpChg>
        <pc:grpChg chg="mod">
          <ac:chgData name="Pi, Yalong" userId="c9a3dc08-26f0-490d-b190-2780270c58e1" providerId="ADAL" clId="{F398E26A-6AC4-4DD8-A7B3-CD9F6274E7E3}" dt="2025-04-13T20:43:38.579" v="3115"/>
          <ac:grpSpMkLst>
            <pc:docMk/>
            <pc:sldMk cId="3444501004" sldId="362"/>
            <ac:grpSpMk id="86" creationId="{98D7E378-8E77-7021-5680-E7AB6F7E7447}"/>
          </ac:grpSpMkLst>
        </pc:grpChg>
        <pc:grpChg chg="mod">
          <ac:chgData name="Pi, Yalong" userId="c9a3dc08-26f0-490d-b190-2780270c58e1" providerId="ADAL" clId="{F398E26A-6AC4-4DD8-A7B3-CD9F6274E7E3}" dt="2025-04-13T20:43:50.166" v="3138"/>
          <ac:grpSpMkLst>
            <pc:docMk/>
            <pc:sldMk cId="3444501004" sldId="362"/>
            <ac:grpSpMk id="109" creationId="{93D8AFC3-C268-A11B-7B7A-C112E8EDCA70}"/>
          </ac:grpSpMkLst>
        </pc:grpChg>
        <pc:grpChg chg="mod">
          <ac:chgData name="Pi, Yalong" userId="c9a3dc08-26f0-490d-b190-2780270c58e1" providerId="ADAL" clId="{F398E26A-6AC4-4DD8-A7B3-CD9F6274E7E3}" dt="2025-04-13T20:43:50.166" v="3138"/>
          <ac:grpSpMkLst>
            <pc:docMk/>
            <pc:sldMk cId="3444501004" sldId="362"/>
            <ac:grpSpMk id="110" creationId="{87DADB79-7426-F97C-3204-922689F0D82D}"/>
          </ac:grpSpMkLst>
        </pc:grpChg>
        <pc:grpChg chg="del mod">
          <ac:chgData name="Pi, Yalong" userId="c9a3dc08-26f0-490d-b190-2780270c58e1" providerId="ADAL" clId="{F398E26A-6AC4-4DD8-A7B3-CD9F6274E7E3}" dt="2025-04-13T20:43:50.166" v="3138"/>
          <ac:grpSpMkLst>
            <pc:docMk/>
            <pc:sldMk cId="3444501004" sldId="362"/>
            <ac:grpSpMk id="111" creationId="{7ED669ED-6300-29F1-B5E7-D3D009BD7742}"/>
          </ac:grpSpMkLst>
        </pc:grpChg>
        <pc:grpChg chg="mod">
          <ac:chgData name="Pi, Yalong" userId="c9a3dc08-26f0-490d-b190-2780270c58e1" providerId="ADAL" clId="{F398E26A-6AC4-4DD8-A7B3-CD9F6274E7E3}" dt="2025-04-13T20:43:50.166" v="3138"/>
          <ac:grpSpMkLst>
            <pc:docMk/>
            <pc:sldMk cId="3444501004" sldId="362"/>
            <ac:grpSpMk id="112" creationId="{E993CDB8-9FDE-5452-CE58-7FB1DC4A8093}"/>
          </ac:grpSpMkLst>
        </pc:grpChg>
        <pc:grpChg chg="del mod">
          <ac:chgData name="Pi, Yalong" userId="c9a3dc08-26f0-490d-b190-2780270c58e1" providerId="ADAL" clId="{F398E26A-6AC4-4DD8-A7B3-CD9F6274E7E3}" dt="2025-04-13T20:43:50.166" v="3138"/>
          <ac:grpSpMkLst>
            <pc:docMk/>
            <pc:sldMk cId="3444501004" sldId="362"/>
            <ac:grpSpMk id="113" creationId="{A9C0CE44-3DC4-BEDC-8352-E9BEB7F5A518}"/>
          </ac:grpSpMkLst>
        </pc:grpChg>
        <pc:grpChg chg="mod">
          <ac:chgData name="Pi, Yalong" userId="c9a3dc08-26f0-490d-b190-2780270c58e1" providerId="ADAL" clId="{F398E26A-6AC4-4DD8-A7B3-CD9F6274E7E3}" dt="2025-04-13T20:43:50.166" v="3138"/>
          <ac:grpSpMkLst>
            <pc:docMk/>
            <pc:sldMk cId="3444501004" sldId="362"/>
            <ac:grpSpMk id="114" creationId="{E077A8EB-08D9-408E-80FF-A1356CC534C4}"/>
          </ac:grpSpMkLst>
        </pc:grpChg>
        <pc:grpChg chg="del mod">
          <ac:chgData name="Pi, Yalong" userId="c9a3dc08-26f0-490d-b190-2780270c58e1" providerId="ADAL" clId="{F398E26A-6AC4-4DD8-A7B3-CD9F6274E7E3}" dt="2025-04-13T20:43:59.003" v="3154"/>
          <ac:grpSpMkLst>
            <pc:docMk/>
            <pc:sldMk cId="3444501004" sldId="362"/>
            <ac:grpSpMk id="117" creationId="{D883FD70-0715-B068-2765-233B10417EFF}"/>
          </ac:grpSpMkLst>
        </pc:grpChg>
        <pc:grpChg chg="mod">
          <ac:chgData name="Pi, Yalong" userId="c9a3dc08-26f0-490d-b190-2780270c58e1" providerId="ADAL" clId="{F398E26A-6AC4-4DD8-A7B3-CD9F6274E7E3}" dt="2025-04-13T20:43:59.003" v="3154"/>
          <ac:grpSpMkLst>
            <pc:docMk/>
            <pc:sldMk cId="3444501004" sldId="362"/>
            <ac:grpSpMk id="130" creationId="{14720A86-5C5C-1EA1-E3E6-FBC754ABDF14}"/>
          </ac:grpSpMkLst>
        </pc:grpChg>
        <pc:grpChg chg="del mod">
          <ac:chgData name="Pi, Yalong" userId="c9a3dc08-26f0-490d-b190-2780270c58e1" providerId="ADAL" clId="{F398E26A-6AC4-4DD8-A7B3-CD9F6274E7E3}" dt="2025-04-13T20:44:04.974" v="3163"/>
          <ac:grpSpMkLst>
            <pc:docMk/>
            <pc:sldMk cId="3444501004" sldId="362"/>
            <ac:grpSpMk id="131" creationId="{C9CE5197-CF16-F3B1-6566-13935F63BD90}"/>
          </ac:grpSpMkLst>
        </pc:grpChg>
        <pc:grpChg chg="mod">
          <ac:chgData name="Pi, Yalong" userId="c9a3dc08-26f0-490d-b190-2780270c58e1" providerId="ADAL" clId="{F398E26A-6AC4-4DD8-A7B3-CD9F6274E7E3}" dt="2025-04-13T20:43:59.003" v="3154"/>
          <ac:grpSpMkLst>
            <pc:docMk/>
            <pc:sldMk cId="3444501004" sldId="362"/>
            <ac:grpSpMk id="132" creationId="{26E16EDA-5148-F48F-4A80-00EAF8733A5D}"/>
          </ac:grpSpMkLst>
        </pc:grpChg>
        <pc:grpChg chg="mod">
          <ac:chgData name="Pi, Yalong" userId="c9a3dc08-26f0-490d-b190-2780270c58e1" providerId="ADAL" clId="{F398E26A-6AC4-4DD8-A7B3-CD9F6274E7E3}" dt="2025-04-13T20:43:59.003" v="3154"/>
          <ac:grpSpMkLst>
            <pc:docMk/>
            <pc:sldMk cId="3444501004" sldId="362"/>
            <ac:grpSpMk id="133" creationId="{3846D050-7F6A-DB6D-4878-B29741DC5107}"/>
          </ac:grpSpMkLst>
        </pc:grpChg>
        <pc:grpChg chg="mod">
          <ac:chgData name="Pi, Yalong" userId="c9a3dc08-26f0-490d-b190-2780270c58e1" providerId="ADAL" clId="{F398E26A-6AC4-4DD8-A7B3-CD9F6274E7E3}" dt="2025-04-13T20:44:04.974" v="3163"/>
          <ac:grpSpMkLst>
            <pc:docMk/>
            <pc:sldMk cId="3444501004" sldId="362"/>
            <ac:grpSpMk id="142" creationId="{9522A7BD-7717-C7D3-4499-79B758412A2E}"/>
          </ac:grpSpMkLst>
        </pc:grpChg>
        <pc:grpChg chg="mod">
          <ac:chgData name="Pi, Yalong" userId="c9a3dc08-26f0-490d-b190-2780270c58e1" providerId="ADAL" clId="{F398E26A-6AC4-4DD8-A7B3-CD9F6274E7E3}" dt="2025-04-13T20:44:04.974" v="3163"/>
          <ac:grpSpMkLst>
            <pc:docMk/>
            <pc:sldMk cId="3444501004" sldId="362"/>
            <ac:grpSpMk id="143" creationId="{A895D472-8731-E797-3D22-D3097E0FCB0E}"/>
          </ac:grpSpMkLst>
        </pc:grpChg>
        <pc:grpChg chg="mod">
          <ac:chgData name="Pi, Yalong" userId="c9a3dc08-26f0-490d-b190-2780270c58e1" providerId="ADAL" clId="{F398E26A-6AC4-4DD8-A7B3-CD9F6274E7E3}" dt="2025-04-13T20:44:04.974" v="3163"/>
          <ac:grpSpMkLst>
            <pc:docMk/>
            <pc:sldMk cId="3444501004" sldId="362"/>
            <ac:grpSpMk id="144" creationId="{35F29395-5653-6082-41D6-69E109C5561F}"/>
          </ac:grpSpMkLst>
        </pc:grpChg>
        <pc:grpChg chg="mod">
          <ac:chgData name="Pi, Yalong" userId="c9a3dc08-26f0-490d-b190-2780270c58e1" providerId="ADAL" clId="{F398E26A-6AC4-4DD8-A7B3-CD9F6274E7E3}" dt="2025-04-13T20:44:22.118" v="3175"/>
          <ac:grpSpMkLst>
            <pc:docMk/>
            <pc:sldMk cId="3444501004" sldId="362"/>
            <ac:grpSpMk id="156" creationId="{B7B1B6A1-D5C7-6923-3A61-4EFCA6F459F2}"/>
          </ac:grpSpMkLst>
        </pc:grpChg>
        <pc:inkChg chg="add mod">
          <ac:chgData name="Pi, Yalong" userId="c9a3dc08-26f0-490d-b190-2780270c58e1" providerId="ADAL" clId="{F398E26A-6AC4-4DD8-A7B3-CD9F6274E7E3}" dt="2025-04-13T20:42:58.378" v="3041"/>
          <ac:inkMkLst>
            <pc:docMk/>
            <pc:sldMk cId="3444501004" sldId="362"/>
            <ac:inkMk id="2" creationId="{473BF64C-59F3-A9DF-8588-C7CA5E5AE6E0}"/>
          </ac:inkMkLst>
        </pc:inkChg>
        <pc:inkChg chg="add mod">
          <ac:chgData name="Pi, Yalong" userId="c9a3dc08-26f0-490d-b190-2780270c58e1" providerId="ADAL" clId="{F398E26A-6AC4-4DD8-A7B3-CD9F6274E7E3}" dt="2025-04-13T20:43:00.186" v="3047"/>
          <ac:inkMkLst>
            <pc:docMk/>
            <pc:sldMk cId="3444501004" sldId="362"/>
            <ac:inkMk id="3" creationId="{4351C9EF-C991-CB57-2622-BFEC8AC5BBE4}"/>
          </ac:inkMkLst>
        </pc:inkChg>
        <pc:inkChg chg="add mod">
          <ac:chgData name="Pi, Yalong" userId="c9a3dc08-26f0-490d-b190-2780270c58e1" providerId="ADAL" clId="{F398E26A-6AC4-4DD8-A7B3-CD9F6274E7E3}" dt="2025-04-13T20:43:00.186" v="3047"/>
          <ac:inkMkLst>
            <pc:docMk/>
            <pc:sldMk cId="3444501004" sldId="362"/>
            <ac:inkMk id="4" creationId="{CACE13DE-C10C-40BE-69DD-F8A084A38886}"/>
          </ac:inkMkLst>
        </pc:inkChg>
        <pc:inkChg chg="add mod">
          <ac:chgData name="Pi, Yalong" userId="c9a3dc08-26f0-490d-b190-2780270c58e1" providerId="ADAL" clId="{F398E26A-6AC4-4DD8-A7B3-CD9F6274E7E3}" dt="2025-04-13T20:43:00.186" v="3047"/>
          <ac:inkMkLst>
            <pc:docMk/>
            <pc:sldMk cId="3444501004" sldId="362"/>
            <ac:inkMk id="5" creationId="{62DDEAA9-1300-D9A9-C08F-0D896B8EBA72}"/>
          </ac:inkMkLst>
        </pc:inkChg>
        <pc:inkChg chg="add mod">
          <ac:chgData name="Pi, Yalong" userId="c9a3dc08-26f0-490d-b190-2780270c58e1" providerId="ADAL" clId="{F398E26A-6AC4-4DD8-A7B3-CD9F6274E7E3}" dt="2025-04-13T20:43:00.186" v="3047"/>
          <ac:inkMkLst>
            <pc:docMk/>
            <pc:sldMk cId="3444501004" sldId="362"/>
            <ac:inkMk id="6" creationId="{FE6715D1-4553-0C85-154D-7A4BC89D622C}"/>
          </ac:inkMkLst>
        </pc:inkChg>
        <pc:inkChg chg="add mod">
          <ac:chgData name="Pi, Yalong" userId="c9a3dc08-26f0-490d-b190-2780270c58e1" providerId="ADAL" clId="{F398E26A-6AC4-4DD8-A7B3-CD9F6274E7E3}" dt="2025-04-13T20:43:03.646" v="3054"/>
          <ac:inkMkLst>
            <pc:docMk/>
            <pc:sldMk cId="3444501004" sldId="362"/>
            <ac:inkMk id="8" creationId="{24E75A3E-FE40-FB47-7162-444DAC59244D}"/>
          </ac:inkMkLst>
        </pc:inkChg>
        <pc:inkChg chg="add mod">
          <ac:chgData name="Pi, Yalong" userId="c9a3dc08-26f0-490d-b190-2780270c58e1" providerId="ADAL" clId="{F398E26A-6AC4-4DD8-A7B3-CD9F6274E7E3}" dt="2025-04-13T20:43:03.646" v="3054"/>
          <ac:inkMkLst>
            <pc:docMk/>
            <pc:sldMk cId="3444501004" sldId="362"/>
            <ac:inkMk id="10" creationId="{650D4212-CB9E-D41C-A1A5-5A95F32A80B9}"/>
          </ac:inkMkLst>
        </pc:inkChg>
        <pc:inkChg chg="add mod">
          <ac:chgData name="Pi, Yalong" userId="c9a3dc08-26f0-490d-b190-2780270c58e1" providerId="ADAL" clId="{F398E26A-6AC4-4DD8-A7B3-CD9F6274E7E3}" dt="2025-04-13T20:43:00.186" v="3047"/>
          <ac:inkMkLst>
            <pc:docMk/>
            <pc:sldMk cId="3444501004" sldId="362"/>
            <ac:inkMk id="11" creationId="{AD182ED2-1217-29ED-0117-A962DDFCC46C}"/>
          </ac:inkMkLst>
        </pc:inkChg>
        <pc:inkChg chg="add mod">
          <ac:chgData name="Pi, Yalong" userId="c9a3dc08-26f0-490d-b190-2780270c58e1" providerId="ADAL" clId="{F398E26A-6AC4-4DD8-A7B3-CD9F6274E7E3}" dt="2025-04-13T20:43:00.186" v="3047"/>
          <ac:inkMkLst>
            <pc:docMk/>
            <pc:sldMk cId="3444501004" sldId="362"/>
            <ac:inkMk id="12" creationId="{AE24FE26-B381-8A40-FB09-9E726940679F}"/>
          </ac:inkMkLst>
        </pc:inkChg>
        <pc:inkChg chg="add">
          <ac:chgData name="Pi, Yalong" userId="c9a3dc08-26f0-490d-b190-2780270c58e1" providerId="ADAL" clId="{F398E26A-6AC4-4DD8-A7B3-CD9F6274E7E3}" dt="2025-04-13T20:42:59.262" v="3045" actId="9405"/>
          <ac:inkMkLst>
            <pc:docMk/>
            <pc:sldMk cId="3444501004" sldId="362"/>
            <ac:inkMk id="13" creationId="{DF02C0C2-7B2A-C84D-96E6-2BBFC43B0BD2}"/>
          </ac:inkMkLst>
        </pc:inkChg>
        <pc:inkChg chg="add mod">
          <ac:chgData name="Pi, Yalong" userId="c9a3dc08-26f0-490d-b190-2780270c58e1" providerId="ADAL" clId="{F398E26A-6AC4-4DD8-A7B3-CD9F6274E7E3}" dt="2025-04-13T20:43:03.646" v="3054"/>
          <ac:inkMkLst>
            <pc:docMk/>
            <pc:sldMk cId="3444501004" sldId="362"/>
            <ac:inkMk id="14" creationId="{7D724BD7-2E89-D910-7BC3-8B948158B81F}"/>
          </ac:inkMkLst>
        </pc:inkChg>
        <pc:inkChg chg="add mod">
          <ac:chgData name="Pi, Yalong" userId="c9a3dc08-26f0-490d-b190-2780270c58e1" providerId="ADAL" clId="{F398E26A-6AC4-4DD8-A7B3-CD9F6274E7E3}" dt="2025-04-13T20:43:03.646" v="3054"/>
          <ac:inkMkLst>
            <pc:docMk/>
            <pc:sldMk cId="3444501004" sldId="362"/>
            <ac:inkMk id="16" creationId="{58F48F4E-8CC4-57AD-83F8-314314538145}"/>
          </ac:inkMkLst>
        </pc:inkChg>
        <pc:inkChg chg="add mod">
          <ac:chgData name="Pi, Yalong" userId="c9a3dc08-26f0-490d-b190-2780270c58e1" providerId="ADAL" clId="{F398E26A-6AC4-4DD8-A7B3-CD9F6274E7E3}" dt="2025-04-13T20:43:06.594" v="3060"/>
          <ac:inkMkLst>
            <pc:docMk/>
            <pc:sldMk cId="3444501004" sldId="362"/>
            <ac:inkMk id="17" creationId="{96737E1C-994E-18CE-D063-D0B0CCDF1B02}"/>
          </ac:inkMkLst>
        </pc:inkChg>
        <pc:inkChg chg="add mod">
          <ac:chgData name="Pi, Yalong" userId="c9a3dc08-26f0-490d-b190-2780270c58e1" providerId="ADAL" clId="{F398E26A-6AC4-4DD8-A7B3-CD9F6274E7E3}" dt="2025-04-13T20:43:03.646" v="3054"/>
          <ac:inkMkLst>
            <pc:docMk/>
            <pc:sldMk cId="3444501004" sldId="362"/>
            <ac:inkMk id="18" creationId="{C8AFB9BD-E737-E246-7ECA-D0903B7A0A7C}"/>
          </ac:inkMkLst>
        </pc:inkChg>
        <pc:inkChg chg="add mod">
          <ac:chgData name="Pi, Yalong" userId="c9a3dc08-26f0-490d-b190-2780270c58e1" providerId="ADAL" clId="{F398E26A-6AC4-4DD8-A7B3-CD9F6274E7E3}" dt="2025-04-13T20:43:06.594" v="3060"/>
          <ac:inkMkLst>
            <pc:docMk/>
            <pc:sldMk cId="3444501004" sldId="362"/>
            <ac:inkMk id="19" creationId="{FC7EAB86-F6D9-5141-E6BD-1CA132E52BBA}"/>
          </ac:inkMkLst>
        </pc:inkChg>
        <pc:inkChg chg="add mod">
          <ac:chgData name="Pi, Yalong" userId="c9a3dc08-26f0-490d-b190-2780270c58e1" providerId="ADAL" clId="{F398E26A-6AC4-4DD8-A7B3-CD9F6274E7E3}" dt="2025-04-13T20:43:06.594" v="3060"/>
          <ac:inkMkLst>
            <pc:docMk/>
            <pc:sldMk cId="3444501004" sldId="362"/>
            <ac:inkMk id="20" creationId="{E90B85A7-9D74-7537-A410-D811D2FA488C}"/>
          </ac:inkMkLst>
        </pc:inkChg>
        <pc:inkChg chg="add mod">
          <ac:chgData name="Pi, Yalong" userId="c9a3dc08-26f0-490d-b190-2780270c58e1" providerId="ADAL" clId="{F398E26A-6AC4-4DD8-A7B3-CD9F6274E7E3}" dt="2025-04-13T20:43:06.594" v="3060"/>
          <ac:inkMkLst>
            <pc:docMk/>
            <pc:sldMk cId="3444501004" sldId="362"/>
            <ac:inkMk id="21" creationId="{3CADEE8E-C9EF-4445-5B1B-4B13FB97F75D}"/>
          </ac:inkMkLst>
        </pc:inkChg>
        <pc:inkChg chg="add">
          <ac:chgData name="Pi, Yalong" userId="c9a3dc08-26f0-490d-b190-2780270c58e1" providerId="ADAL" clId="{F398E26A-6AC4-4DD8-A7B3-CD9F6274E7E3}" dt="2025-04-13T20:43:04.137" v="3055" actId="9405"/>
          <ac:inkMkLst>
            <pc:docMk/>
            <pc:sldMk cId="3444501004" sldId="362"/>
            <ac:inkMk id="24" creationId="{DBC5485A-8FB9-CD35-C013-AA2BBC02BC93}"/>
          </ac:inkMkLst>
        </pc:inkChg>
        <pc:inkChg chg="add mod">
          <ac:chgData name="Pi, Yalong" userId="c9a3dc08-26f0-490d-b190-2780270c58e1" providerId="ADAL" clId="{F398E26A-6AC4-4DD8-A7B3-CD9F6274E7E3}" dt="2025-04-13T20:43:06.594" v="3060"/>
          <ac:inkMkLst>
            <pc:docMk/>
            <pc:sldMk cId="3444501004" sldId="362"/>
            <ac:inkMk id="25" creationId="{17B8BD5C-744E-C047-BFDA-2CFE46E22052}"/>
          </ac:inkMkLst>
        </pc:inkChg>
        <pc:inkChg chg="add mod">
          <ac:chgData name="Pi, Yalong" userId="c9a3dc08-26f0-490d-b190-2780270c58e1" providerId="ADAL" clId="{F398E26A-6AC4-4DD8-A7B3-CD9F6274E7E3}" dt="2025-04-13T20:43:06.594" v="3060"/>
          <ac:inkMkLst>
            <pc:docMk/>
            <pc:sldMk cId="3444501004" sldId="362"/>
            <ac:inkMk id="26" creationId="{B41F65F2-3AF8-CD19-DC82-61B612A7B660}"/>
          </ac:inkMkLst>
        </pc:inkChg>
        <pc:inkChg chg="add mod">
          <ac:chgData name="Pi, Yalong" userId="c9a3dc08-26f0-490d-b190-2780270c58e1" providerId="ADAL" clId="{F398E26A-6AC4-4DD8-A7B3-CD9F6274E7E3}" dt="2025-04-13T20:43:06.594" v="3060"/>
          <ac:inkMkLst>
            <pc:docMk/>
            <pc:sldMk cId="3444501004" sldId="362"/>
            <ac:inkMk id="27" creationId="{4A8B11D7-D5EA-585D-D2F5-FAAC9C511882}"/>
          </ac:inkMkLst>
        </pc:inkChg>
        <pc:inkChg chg="add mod">
          <ac:chgData name="Pi, Yalong" userId="c9a3dc08-26f0-490d-b190-2780270c58e1" providerId="ADAL" clId="{F398E26A-6AC4-4DD8-A7B3-CD9F6274E7E3}" dt="2025-04-13T20:43:06.594" v="3060"/>
          <ac:inkMkLst>
            <pc:docMk/>
            <pc:sldMk cId="3444501004" sldId="362"/>
            <ac:inkMk id="28" creationId="{82DF55B4-17D2-E6F7-50D7-336C7C125B2C}"/>
          </ac:inkMkLst>
        </pc:inkChg>
        <pc:inkChg chg="add">
          <ac:chgData name="Pi, Yalong" userId="c9a3dc08-26f0-490d-b190-2780270c58e1" providerId="ADAL" clId="{F398E26A-6AC4-4DD8-A7B3-CD9F6274E7E3}" dt="2025-04-13T20:43:10.013" v="3061" actId="9405"/>
          <ac:inkMkLst>
            <pc:docMk/>
            <pc:sldMk cId="3444501004" sldId="362"/>
            <ac:inkMk id="30" creationId="{980FB34B-9C45-637F-8E74-91DF7DF4A40E}"/>
          </ac:inkMkLst>
        </pc:inkChg>
        <pc:inkChg chg="add">
          <ac:chgData name="Pi, Yalong" userId="c9a3dc08-26f0-490d-b190-2780270c58e1" providerId="ADAL" clId="{F398E26A-6AC4-4DD8-A7B3-CD9F6274E7E3}" dt="2025-04-13T20:43:10.282" v="3062" actId="9405"/>
          <ac:inkMkLst>
            <pc:docMk/>
            <pc:sldMk cId="3444501004" sldId="362"/>
            <ac:inkMk id="31" creationId="{D247C0CE-4EDE-6E8E-139E-8936EF8B712F}"/>
          </ac:inkMkLst>
        </pc:inkChg>
        <pc:inkChg chg="add mod">
          <ac:chgData name="Pi, Yalong" userId="c9a3dc08-26f0-490d-b190-2780270c58e1" providerId="ADAL" clId="{F398E26A-6AC4-4DD8-A7B3-CD9F6274E7E3}" dt="2025-04-13T20:43:38.579" v="3115"/>
          <ac:inkMkLst>
            <pc:docMk/>
            <pc:sldMk cId="3444501004" sldId="362"/>
            <ac:inkMk id="32" creationId="{78B84E93-A21D-3296-0E4B-87DAE6BEA5E0}"/>
          </ac:inkMkLst>
        </pc:inkChg>
        <pc:inkChg chg="add mod">
          <ac:chgData name="Pi, Yalong" userId="c9a3dc08-26f0-490d-b190-2780270c58e1" providerId="ADAL" clId="{F398E26A-6AC4-4DD8-A7B3-CD9F6274E7E3}" dt="2025-04-13T20:43:13.474" v="3068"/>
          <ac:inkMkLst>
            <pc:docMk/>
            <pc:sldMk cId="3444501004" sldId="362"/>
            <ac:inkMk id="33" creationId="{4C04911D-2022-4561-9300-B96F6641C7A3}"/>
          </ac:inkMkLst>
        </pc:inkChg>
        <pc:inkChg chg="add mod">
          <ac:chgData name="Pi, Yalong" userId="c9a3dc08-26f0-490d-b190-2780270c58e1" providerId="ADAL" clId="{F398E26A-6AC4-4DD8-A7B3-CD9F6274E7E3}" dt="2025-04-13T20:43:13.474" v="3068"/>
          <ac:inkMkLst>
            <pc:docMk/>
            <pc:sldMk cId="3444501004" sldId="362"/>
            <ac:inkMk id="34" creationId="{4D9D53B7-5D48-7E5E-C5E3-67E587BC2B2D}"/>
          </ac:inkMkLst>
        </pc:inkChg>
        <pc:inkChg chg="add mod">
          <ac:chgData name="Pi, Yalong" userId="c9a3dc08-26f0-490d-b190-2780270c58e1" providerId="ADAL" clId="{F398E26A-6AC4-4DD8-A7B3-CD9F6274E7E3}" dt="2025-04-13T20:43:38.579" v="3115"/>
          <ac:inkMkLst>
            <pc:docMk/>
            <pc:sldMk cId="3444501004" sldId="362"/>
            <ac:inkMk id="35" creationId="{02F49B9C-2A27-26D5-683C-DDB2D5F0F8BC}"/>
          </ac:inkMkLst>
        </pc:inkChg>
        <pc:inkChg chg="add mod">
          <ac:chgData name="Pi, Yalong" userId="c9a3dc08-26f0-490d-b190-2780270c58e1" providerId="ADAL" clId="{F398E26A-6AC4-4DD8-A7B3-CD9F6274E7E3}" dt="2025-04-13T20:43:38.579" v="3115"/>
          <ac:inkMkLst>
            <pc:docMk/>
            <pc:sldMk cId="3444501004" sldId="362"/>
            <ac:inkMk id="36" creationId="{CDBB7BB4-C777-0FAD-7191-267DED5BE911}"/>
          </ac:inkMkLst>
        </pc:inkChg>
        <pc:inkChg chg="add">
          <ac:chgData name="Pi, Yalong" userId="c9a3dc08-26f0-490d-b190-2780270c58e1" providerId="ADAL" clId="{F398E26A-6AC4-4DD8-A7B3-CD9F6274E7E3}" dt="2025-04-13T20:43:14.062" v="3069" actId="9405"/>
          <ac:inkMkLst>
            <pc:docMk/>
            <pc:sldMk cId="3444501004" sldId="362"/>
            <ac:inkMk id="38" creationId="{C894F587-FE34-F9ED-86DC-1E82D3FE346F}"/>
          </ac:inkMkLst>
        </pc:inkChg>
        <pc:inkChg chg="add mod">
          <ac:chgData name="Pi, Yalong" userId="c9a3dc08-26f0-490d-b190-2780270c58e1" providerId="ADAL" clId="{F398E26A-6AC4-4DD8-A7B3-CD9F6274E7E3}" dt="2025-04-13T20:43:18.012" v="3078"/>
          <ac:inkMkLst>
            <pc:docMk/>
            <pc:sldMk cId="3444501004" sldId="362"/>
            <ac:inkMk id="39" creationId="{CA015D6A-0B79-AE99-0909-A4EED1BA92A1}"/>
          </ac:inkMkLst>
        </pc:inkChg>
        <pc:inkChg chg="add mod">
          <ac:chgData name="Pi, Yalong" userId="c9a3dc08-26f0-490d-b190-2780270c58e1" providerId="ADAL" clId="{F398E26A-6AC4-4DD8-A7B3-CD9F6274E7E3}" dt="2025-04-13T20:43:38.579" v="3115"/>
          <ac:inkMkLst>
            <pc:docMk/>
            <pc:sldMk cId="3444501004" sldId="362"/>
            <ac:inkMk id="40" creationId="{DB570BF4-AD87-DD74-7783-E1D9B884BAAB}"/>
          </ac:inkMkLst>
        </pc:inkChg>
        <pc:inkChg chg="add mod">
          <ac:chgData name="Pi, Yalong" userId="c9a3dc08-26f0-490d-b190-2780270c58e1" providerId="ADAL" clId="{F398E26A-6AC4-4DD8-A7B3-CD9F6274E7E3}" dt="2025-04-13T20:43:38.579" v="3115"/>
          <ac:inkMkLst>
            <pc:docMk/>
            <pc:sldMk cId="3444501004" sldId="362"/>
            <ac:inkMk id="41" creationId="{5E7D8BA9-6A3E-072A-146F-558631365A6B}"/>
          </ac:inkMkLst>
        </pc:inkChg>
        <pc:inkChg chg="add">
          <ac:chgData name="Pi, Yalong" userId="c9a3dc08-26f0-490d-b190-2780270c58e1" providerId="ADAL" clId="{F398E26A-6AC4-4DD8-A7B3-CD9F6274E7E3}" dt="2025-04-13T20:43:15.532" v="3073" actId="9405"/>
          <ac:inkMkLst>
            <pc:docMk/>
            <pc:sldMk cId="3444501004" sldId="362"/>
            <ac:inkMk id="42" creationId="{549A296C-322F-486A-BD93-EBED77AB722C}"/>
          </ac:inkMkLst>
        </pc:inkChg>
        <pc:inkChg chg="add mod">
          <ac:chgData name="Pi, Yalong" userId="c9a3dc08-26f0-490d-b190-2780270c58e1" providerId="ADAL" clId="{F398E26A-6AC4-4DD8-A7B3-CD9F6274E7E3}" dt="2025-04-13T20:43:38.579" v="3115"/>
          <ac:inkMkLst>
            <pc:docMk/>
            <pc:sldMk cId="3444501004" sldId="362"/>
            <ac:inkMk id="43" creationId="{ED13A4B6-FC57-03A1-0EA1-030FF6FA7683}"/>
          </ac:inkMkLst>
        </pc:inkChg>
        <pc:inkChg chg="add">
          <ac:chgData name="Pi, Yalong" userId="c9a3dc08-26f0-490d-b190-2780270c58e1" providerId="ADAL" clId="{F398E26A-6AC4-4DD8-A7B3-CD9F6274E7E3}" dt="2025-04-13T20:43:16.558" v="3075" actId="9405"/>
          <ac:inkMkLst>
            <pc:docMk/>
            <pc:sldMk cId="3444501004" sldId="362"/>
            <ac:inkMk id="44" creationId="{CDC1A685-6CD2-6516-E877-5B9FAA1AB187}"/>
          </ac:inkMkLst>
        </pc:inkChg>
        <pc:inkChg chg="add mod">
          <ac:chgData name="Pi, Yalong" userId="c9a3dc08-26f0-490d-b190-2780270c58e1" providerId="ADAL" clId="{F398E26A-6AC4-4DD8-A7B3-CD9F6274E7E3}" dt="2025-04-13T20:43:38.579" v="3115"/>
          <ac:inkMkLst>
            <pc:docMk/>
            <pc:sldMk cId="3444501004" sldId="362"/>
            <ac:inkMk id="45" creationId="{BDE6742C-0F36-6FE6-3F37-E9194A8371BA}"/>
          </ac:inkMkLst>
        </pc:inkChg>
        <pc:inkChg chg="add">
          <ac:chgData name="Pi, Yalong" userId="c9a3dc08-26f0-490d-b190-2780270c58e1" providerId="ADAL" clId="{F398E26A-6AC4-4DD8-A7B3-CD9F6274E7E3}" dt="2025-04-13T20:43:17.502" v="3077" actId="9405"/>
          <ac:inkMkLst>
            <pc:docMk/>
            <pc:sldMk cId="3444501004" sldId="362"/>
            <ac:inkMk id="46" creationId="{0852DF6B-65B8-477E-D4C6-4D8E44AE938B}"/>
          </ac:inkMkLst>
        </pc:inkChg>
        <pc:inkChg chg="add mod">
          <ac:chgData name="Pi, Yalong" userId="c9a3dc08-26f0-490d-b190-2780270c58e1" providerId="ADAL" clId="{F398E26A-6AC4-4DD8-A7B3-CD9F6274E7E3}" dt="2025-04-13T20:43:21.003" v="3084"/>
          <ac:inkMkLst>
            <pc:docMk/>
            <pc:sldMk cId="3444501004" sldId="362"/>
            <ac:inkMk id="48" creationId="{2FAB5915-6121-6591-1E76-458E3972D7ED}"/>
          </ac:inkMkLst>
        </pc:inkChg>
        <pc:inkChg chg="add mod">
          <ac:chgData name="Pi, Yalong" userId="c9a3dc08-26f0-490d-b190-2780270c58e1" providerId="ADAL" clId="{F398E26A-6AC4-4DD8-A7B3-CD9F6274E7E3}" dt="2025-04-13T20:43:21.003" v="3084"/>
          <ac:inkMkLst>
            <pc:docMk/>
            <pc:sldMk cId="3444501004" sldId="362"/>
            <ac:inkMk id="49" creationId="{15C50738-D8DC-C518-0354-2F1F1C0966DD}"/>
          </ac:inkMkLst>
        </pc:inkChg>
        <pc:inkChg chg="add mod">
          <ac:chgData name="Pi, Yalong" userId="c9a3dc08-26f0-490d-b190-2780270c58e1" providerId="ADAL" clId="{F398E26A-6AC4-4DD8-A7B3-CD9F6274E7E3}" dt="2025-04-13T20:43:21.003" v="3084"/>
          <ac:inkMkLst>
            <pc:docMk/>
            <pc:sldMk cId="3444501004" sldId="362"/>
            <ac:inkMk id="50" creationId="{D6528E4A-6A51-2B88-1AAE-05B33015D48A}"/>
          </ac:inkMkLst>
        </pc:inkChg>
        <pc:inkChg chg="add mod">
          <ac:chgData name="Pi, Yalong" userId="c9a3dc08-26f0-490d-b190-2780270c58e1" providerId="ADAL" clId="{F398E26A-6AC4-4DD8-A7B3-CD9F6274E7E3}" dt="2025-04-13T20:43:21.003" v="3084"/>
          <ac:inkMkLst>
            <pc:docMk/>
            <pc:sldMk cId="3444501004" sldId="362"/>
            <ac:inkMk id="51" creationId="{1E22ABFD-205A-429C-18EF-4666B05BB4D5}"/>
          </ac:inkMkLst>
        </pc:inkChg>
        <pc:inkChg chg="add mod">
          <ac:chgData name="Pi, Yalong" userId="c9a3dc08-26f0-490d-b190-2780270c58e1" providerId="ADAL" clId="{F398E26A-6AC4-4DD8-A7B3-CD9F6274E7E3}" dt="2025-04-13T20:43:21.003" v="3084"/>
          <ac:inkMkLst>
            <pc:docMk/>
            <pc:sldMk cId="3444501004" sldId="362"/>
            <ac:inkMk id="52" creationId="{639C266F-A8B9-914A-55D6-C0221E6AEADB}"/>
          </ac:inkMkLst>
        </pc:inkChg>
        <pc:inkChg chg="add mod">
          <ac:chgData name="Pi, Yalong" userId="c9a3dc08-26f0-490d-b190-2780270c58e1" providerId="ADAL" clId="{F398E26A-6AC4-4DD8-A7B3-CD9F6274E7E3}" dt="2025-04-13T20:43:30.511" v="3107"/>
          <ac:inkMkLst>
            <pc:docMk/>
            <pc:sldMk cId="3444501004" sldId="362"/>
            <ac:inkMk id="54" creationId="{F6C787BA-139D-987B-608E-6EA81D4BC91C}"/>
          </ac:inkMkLst>
        </pc:inkChg>
        <pc:inkChg chg="add">
          <ac:chgData name="Pi, Yalong" userId="c9a3dc08-26f0-490d-b190-2780270c58e1" providerId="ADAL" clId="{F398E26A-6AC4-4DD8-A7B3-CD9F6274E7E3}" dt="2025-04-13T20:43:21.268" v="3086" actId="9405"/>
          <ac:inkMkLst>
            <pc:docMk/>
            <pc:sldMk cId="3444501004" sldId="362"/>
            <ac:inkMk id="55" creationId="{6A53E7DF-F74B-E443-3AAC-3DC99EFEEB9A}"/>
          </ac:inkMkLst>
        </pc:inkChg>
        <pc:inkChg chg="add">
          <ac:chgData name="Pi, Yalong" userId="c9a3dc08-26f0-490d-b190-2780270c58e1" providerId="ADAL" clId="{F398E26A-6AC4-4DD8-A7B3-CD9F6274E7E3}" dt="2025-04-13T20:43:21.706" v="3087" actId="9405"/>
          <ac:inkMkLst>
            <pc:docMk/>
            <pc:sldMk cId="3444501004" sldId="362"/>
            <ac:inkMk id="56" creationId="{70BB9EC2-57A8-6AA3-D10C-BBBD60E0F15E}"/>
          </ac:inkMkLst>
        </pc:inkChg>
        <pc:inkChg chg="add mod">
          <ac:chgData name="Pi, Yalong" userId="c9a3dc08-26f0-490d-b190-2780270c58e1" providerId="ADAL" clId="{F398E26A-6AC4-4DD8-A7B3-CD9F6274E7E3}" dt="2025-04-13T20:43:30.511" v="3107"/>
          <ac:inkMkLst>
            <pc:docMk/>
            <pc:sldMk cId="3444501004" sldId="362"/>
            <ac:inkMk id="57" creationId="{7071B6B9-B3C5-8597-5975-2F9E53CF8A23}"/>
          </ac:inkMkLst>
        </pc:inkChg>
        <pc:inkChg chg="add">
          <ac:chgData name="Pi, Yalong" userId="c9a3dc08-26f0-490d-b190-2780270c58e1" providerId="ADAL" clId="{F398E26A-6AC4-4DD8-A7B3-CD9F6274E7E3}" dt="2025-04-13T20:43:22.533" v="3089" actId="9405"/>
          <ac:inkMkLst>
            <pc:docMk/>
            <pc:sldMk cId="3444501004" sldId="362"/>
            <ac:inkMk id="58" creationId="{F3CDCD77-FF8F-55BA-D261-E77F6601B740}"/>
          </ac:inkMkLst>
        </pc:inkChg>
        <pc:inkChg chg="add">
          <ac:chgData name="Pi, Yalong" userId="c9a3dc08-26f0-490d-b190-2780270c58e1" providerId="ADAL" clId="{F398E26A-6AC4-4DD8-A7B3-CD9F6274E7E3}" dt="2025-04-13T20:43:23.084" v="3090" actId="9405"/>
          <ac:inkMkLst>
            <pc:docMk/>
            <pc:sldMk cId="3444501004" sldId="362"/>
            <ac:inkMk id="59" creationId="{C065D635-800A-ED4F-6765-A4B7AD024123}"/>
          </ac:inkMkLst>
        </pc:inkChg>
        <pc:inkChg chg="add">
          <ac:chgData name="Pi, Yalong" userId="c9a3dc08-26f0-490d-b190-2780270c58e1" providerId="ADAL" clId="{F398E26A-6AC4-4DD8-A7B3-CD9F6274E7E3}" dt="2025-04-13T20:43:23.652" v="3091" actId="9405"/>
          <ac:inkMkLst>
            <pc:docMk/>
            <pc:sldMk cId="3444501004" sldId="362"/>
            <ac:inkMk id="60" creationId="{8C2EDECE-72F8-D2A0-8309-7C0ED8EADD10}"/>
          </ac:inkMkLst>
        </pc:inkChg>
        <pc:inkChg chg="add mod">
          <ac:chgData name="Pi, Yalong" userId="c9a3dc08-26f0-490d-b190-2780270c58e1" providerId="ADAL" clId="{F398E26A-6AC4-4DD8-A7B3-CD9F6274E7E3}" dt="2025-04-13T20:43:30.511" v="3107"/>
          <ac:inkMkLst>
            <pc:docMk/>
            <pc:sldMk cId="3444501004" sldId="362"/>
            <ac:inkMk id="61" creationId="{43E59CAA-CE65-2A53-EC2E-4423A0FD7E8D}"/>
          </ac:inkMkLst>
        </pc:inkChg>
        <pc:inkChg chg="add">
          <ac:chgData name="Pi, Yalong" userId="c9a3dc08-26f0-490d-b190-2780270c58e1" providerId="ADAL" clId="{F398E26A-6AC4-4DD8-A7B3-CD9F6274E7E3}" dt="2025-04-13T20:43:24.225" v="3093" actId="9405"/>
          <ac:inkMkLst>
            <pc:docMk/>
            <pc:sldMk cId="3444501004" sldId="362"/>
            <ac:inkMk id="62" creationId="{B8C69CD4-92B1-EBE4-D0FA-966607A956B5}"/>
          </ac:inkMkLst>
        </pc:inkChg>
        <pc:inkChg chg="add">
          <ac:chgData name="Pi, Yalong" userId="c9a3dc08-26f0-490d-b190-2780270c58e1" providerId="ADAL" clId="{F398E26A-6AC4-4DD8-A7B3-CD9F6274E7E3}" dt="2025-04-13T20:43:24.522" v="3094" actId="9405"/>
          <ac:inkMkLst>
            <pc:docMk/>
            <pc:sldMk cId="3444501004" sldId="362"/>
            <ac:inkMk id="63" creationId="{09A85907-6FD2-6665-2241-3CEF4ADDAC06}"/>
          </ac:inkMkLst>
        </pc:inkChg>
        <pc:inkChg chg="add mod">
          <ac:chgData name="Pi, Yalong" userId="c9a3dc08-26f0-490d-b190-2780270c58e1" providerId="ADAL" clId="{F398E26A-6AC4-4DD8-A7B3-CD9F6274E7E3}" dt="2025-04-13T20:43:30.511" v="3107"/>
          <ac:inkMkLst>
            <pc:docMk/>
            <pc:sldMk cId="3444501004" sldId="362"/>
            <ac:inkMk id="64" creationId="{BEA94368-1CB3-BB8A-F46A-8F3B8E170AD0}"/>
          </ac:inkMkLst>
        </pc:inkChg>
        <pc:inkChg chg="add">
          <ac:chgData name="Pi, Yalong" userId="c9a3dc08-26f0-490d-b190-2780270c58e1" providerId="ADAL" clId="{F398E26A-6AC4-4DD8-A7B3-CD9F6274E7E3}" dt="2025-04-13T20:43:25.208" v="3096" actId="9405"/>
          <ac:inkMkLst>
            <pc:docMk/>
            <pc:sldMk cId="3444501004" sldId="362"/>
            <ac:inkMk id="65" creationId="{EB5A9857-B6DB-B7AA-959D-97941D78C582}"/>
          </ac:inkMkLst>
        </pc:inkChg>
        <pc:inkChg chg="add">
          <ac:chgData name="Pi, Yalong" userId="c9a3dc08-26f0-490d-b190-2780270c58e1" providerId="ADAL" clId="{F398E26A-6AC4-4DD8-A7B3-CD9F6274E7E3}" dt="2025-04-13T20:43:25.972" v="3097" actId="9405"/>
          <ac:inkMkLst>
            <pc:docMk/>
            <pc:sldMk cId="3444501004" sldId="362"/>
            <ac:inkMk id="66" creationId="{5A12C882-E0FE-DA70-5E09-812995D3093D}"/>
          </ac:inkMkLst>
        </pc:inkChg>
        <pc:inkChg chg="add mod">
          <ac:chgData name="Pi, Yalong" userId="c9a3dc08-26f0-490d-b190-2780270c58e1" providerId="ADAL" clId="{F398E26A-6AC4-4DD8-A7B3-CD9F6274E7E3}" dt="2025-04-13T20:43:31.851" v="3110"/>
          <ac:inkMkLst>
            <pc:docMk/>
            <pc:sldMk cId="3444501004" sldId="362"/>
            <ac:inkMk id="67" creationId="{5F7A5A27-7870-8BAD-BD42-96150D3628BF}"/>
          </ac:inkMkLst>
        </pc:inkChg>
        <pc:inkChg chg="add mod">
          <ac:chgData name="Pi, Yalong" userId="c9a3dc08-26f0-490d-b190-2780270c58e1" providerId="ADAL" clId="{F398E26A-6AC4-4DD8-A7B3-CD9F6274E7E3}" dt="2025-04-13T20:43:31.851" v="3110"/>
          <ac:inkMkLst>
            <pc:docMk/>
            <pc:sldMk cId="3444501004" sldId="362"/>
            <ac:inkMk id="68" creationId="{B3EC7985-5264-548C-1953-FD92ECF259F1}"/>
          </ac:inkMkLst>
        </pc:inkChg>
        <pc:inkChg chg="add mod">
          <ac:chgData name="Pi, Yalong" userId="c9a3dc08-26f0-490d-b190-2780270c58e1" providerId="ADAL" clId="{F398E26A-6AC4-4DD8-A7B3-CD9F6274E7E3}" dt="2025-04-13T20:43:31.851" v="3110"/>
          <ac:inkMkLst>
            <pc:docMk/>
            <pc:sldMk cId="3444501004" sldId="362"/>
            <ac:inkMk id="69" creationId="{823A8F13-8B02-51D5-AF28-07296AA60796}"/>
          </ac:inkMkLst>
        </pc:inkChg>
        <pc:inkChg chg="add mod">
          <ac:chgData name="Pi, Yalong" userId="c9a3dc08-26f0-490d-b190-2780270c58e1" providerId="ADAL" clId="{F398E26A-6AC4-4DD8-A7B3-CD9F6274E7E3}" dt="2025-04-13T20:43:31.851" v="3110"/>
          <ac:inkMkLst>
            <pc:docMk/>
            <pc:sldMk cId="3444501004" sldId="362"/>
            <ac:inkMk id="70" creationId="{C2334D4A-3DE6-BBB8-7650-6C952557B795}"/>
          </ac:inkMkLst>
        </pc:inkChg>
        <pc:inkChg chg="add">
          <ac:chgData name="Pi, Yalong" userId="c9a3dc08-26f0-490d-b190-2780270c58e1" providerId="ADAL" clId="{F398E26A-6AC4-4DD8-A7B3-CD9F6274E7E3}" dt="2025-04-13T20:43:27.766" v="3102" actId="9405"/>
          <ac:inkMkLst>
            <pc:docMk/>
            <pc:sldMk cId="3444501004" sldId="362"/>
            <ac:inkMk id="71" creationId="{0ECA369C-B519-9D8A-1678-18AD2D97E98A}"/>
          </ac:inkMkLst>
        </pc:inkChg>
        <pc:inkChg chg="add mod">
          <ac:chgData name="Pi, Yalong" userId="c9a3dc08-26f0-490d-b190-2780270c58e1" providerId="ADAL" clId="{F398E26A-6AC4-4DD8-A7B3-CD9F6274E7E3}" dt="2025-04-13T20:43:31.851" v="3110"/>
          <ac:inkMkLst>
            <pc:docMk/>
            <pc:sldMk cId="3444501004" sldId="362"/>
            <ac:inkMk id="72" creationId="{3565E989-A1C8-0471-83AB-20B4618FEE87}"/>
          </ac:inkMkLst>
        </pc:inkChg>
        <pc:inkChg chg="add">
          <ac:chgData name="Pi, Yalong" userId="c9a3dc08-26f0-490d-b190-2780270c58e1" providerId="ADAL" clId="{F398E26A-6AC4-4DD8-A7B3-CD9F6274E7E3}" dt="2025-04-13T20:43:29.244" v="3104" actId="9405"/>
          <ac:inkMkLst>
            <pc:docMk/>
            <pc:sldMk cId="3444501004" sldId="362"/>
            <ac:inkMk id="73" creationId="{A4D08429-C313-3186-BEF9-D27590911170}"/>
          </ac:inkMkLst>
        </pc:inkChg>
        <pc:inkChg chg="add mod">
          <ac:chgData name="Pi, Yalong" userId="c9a3dc08-26f0-490d-b190-2780270c58e1" providerId="ADAL" clId="{F398E26A-6AC4-4DD8-A7B3-CD9F6274E7E3}" dt="2025-04-13T20:43:31.851" v="3110"/>
          <ac:inkMkLst>
            <pc:docMk/>
            <pc:sldMk cId="3444501004" sldId="362"/>
            <ac:inkMk id="74" creationId="{E9143BE3-20A6-60A5-ABC4-647CF35A4A59}"/>
          </ac:inkMkLst>
        </pc:inkChg>
        <pc:inkChg chg="add mod">
          <ac:chgData name="Pi, Yalong" userId="c9a3dc08-26f0-490d-b190-2780270c58e1" providerId="ADAL" clId="{F398E26A-6AC4-4DD8-A7B3-CD9F6274E7E3}" dt="2025-04-13T20:43:31.851" v="3110"/>
          <ac:inkMkLst>
            <pc:docMk/>
            <pc:sldMk cId="3444501004" sldId="362"/>
            <ac:inkMk id="75" creationId="{438D5A3B-B32C-FDF5-4691-7DE20888E980}"/>
          </ac:inkMkLst>
        </pc:inkChg>
        <pc:inkChg chg="add">
          <ac:chgData name="Pi, Yalong" userId="c9a3dc08-26f0-490d-b190-2780270c58e1" providerId="ADAL" clId="{F398E26A-6AC4-4DD8-A7B3-CD9F6274E7E3}" dt="2025-04-13T20:43:30.912" v="3108" actId="9405"/>
          <ac:inkMkLst>
            <pc:docMk/>
            <pc:sldMk cId="3444501004" sldId="362"/>
            <ac:inkMk id="79" creationId="{CBA199D4-74A7-ED20-0AD1-89B2A13B5ED4}"/>
          </ac:inkMkLst>
        </pc:inkChg>
        <pc:inkChg chg="add mod">
          <ac:chgData name="Pi, Yalong" userId="c9a3dc08-26f0-490d-b190-2780270c58e1" providerId="ADAL" clId="{F398E26A-6AC4-4DD8-A7B3-CD9F6274E7E3}" dt="2025-04-13T20:43:31.851" v="3110"/>
          <ac:inkMkLst>
            <pc:docMk/>
            <pc:sldMk cId="3444501004" sldId="362"/>
            <ac:inkMk id="80" creationId="{EA3C8F20-264B-45EE-E0CE-FEFBE00DDB74}"/>
          </ac:inkMkLst>
        </pc:inkChg>
        <pc:inkChg chg="add">
          <ac:chgData name="Pi, Yalong" userId="c9a3dc08-26f0-490d-b190-2780270c58e1" providerId="ADAL" clId="{F398E26A-6AC4-4DD8-A7B3-CD9F6274E7E3}" dt="2025-04-13T20:43:32.289" v="3111" actId="9405"/>
          <ac:inkMkLst>
            <pc:docMk/>
            <pc:sldMk cId="3444501004" sldId="362"/>
            <ac:inkMk id="82" creationId="{0A57A293-718D-C3A2-7D64-8D0283EE1271}"/>
          </ac:inkMkLst>
        </pc:inkChg>
        <pc:inkChg chg="add">
          <ac:chgData name="Pi, Yalong" userId="c9a3dc08-26f0-490d-b190-2780270c58e1" providerId="ADAL" clId="{F398E26A-6AC4-4DD8-A7B3-CD9F6274E7E3}" dt="2025-04-13T20:43:32.524" v="3112" actId="9405"/>
          <ac:inkMkLst>
            <pc:docMk/>
            <pc:sldMk cId="3444501004" sldId="362"/>
            <ac:inkMk id="83" creationId="{BE0BC458-C885-C7DB-4BA6-C1C575338424}"/>
          </ac:inkMkLst>
        </pc:inkChg>
        <pc:inkChg chg="add">
          <ac:chgData name="Pi, Yalong" userId="c9a3dc08-26f0-490d-b190-2780270c58e1" providerId="ADAL" clId="{F398E26A-6AC4-4DD8-A7B3-CD9F6274E7E3}" dt="2025-04-13T20:43:37.124" v="3113" actId="9405"/>
          <ac:inkMkLst>
            <pc:docMk/>
            <pc:sldMk cId="3444501004" sldId="362"/>
            <ac:inkMk id="84" creationId="{C76122E4-6DF2-5BE8-DD95-266B6DD45464}"/>
          </ac:inkMkLst>
        </pc:inkChg>
        <pc:inkChg chg="add mod">
          <ac:chgData name="Pi, Yalong" userId="c9a3dc08-26f0-490d-b190-2780270c58e1" providerId="ADAL" clId="{F398E26A-6AC4-4DD8-A7B3-CD9F6274E7E3}" dt="2025-04-13T20:43:38.579" v="3115"/>
          <ac:inkMkLst>
            <pc:docMk/>
            <pc:sldMk cId="3444501004" sldId="362"/>
            <ac:inkMk id="85" creationId="{CB8A6893-BB14-2DF0-A303-6A0F25D56E35}"/>
          </ac:inkMkLst>
        </pc:inkChg>
        <pc:inkChg chg="add">
          <ac:chgData name="Pi, Yalong" userId="c9a3dc08-26f0-490d-b190-2780270c58e1" providerId="ADAL" clId="{F398E26A-6AC4-4DD8-A7B3-CD9F6274E7E3}" dt="2025-04-13T20:43:40.626" v="3116" actId="9405"/>
          <ac:inkMkLst>
            <pc:docMk/>
            <pc:sldMk cId="3444501004" sldId="362"/>
            <ac:inkMk id="87" creationId="{689536CC-72C9-6207-D661-7CFA2A07ABF7}"/>
          </ac:inkMkLst>
        </pc:inkChg>
        <pc:inkChg chg="add">
          <ac:chgData name="Pi, Yalong" userId="c9a3dc08-26f0-490d-b190-2780270c58e1" providerId="ADAL" clId="{F398E26A-6AC4-4DD8-A7B3-CD9F6274E7E3}" dt="2025-04-13T20:43:40.872" v="3117" actId="9405"/>
          <ac:inkMkLst>
            <pc:docMk/>
            <pc:sldMk cId="3444501004" sldId="362"/>
            <ac:inkMk id="88" creationId="{333FEE30-FD30-8D72-7AF8-A62B3AEB8DCA}"/>
          </ac:inkMkLst>
        </pc:inkChg>
        <pc:inkChg chg="add">
          <ac:chgData name="Pi, Yalong" userId="c9a3dc08-26f0-490d-b190-2780270c58e1" providerId="ADAL" clId="{F398E26A-6AC4-4DD8-A7B3-CD9F6274E7E3}" dt="2025-04-13T20:43:41.199" v="3118" actId="9405"/>
          <ac:inkMkLst>
            <pc:docMk/>
            <pc:sldMk cId="3444501004" sldId="362"/>
            <ac:inkMk id="89" creationId="{67E3104A-FE37-823E-2AE3-1C8C4C179AB9}"/>
          </ac:inkMkLst>
        </pc:inkChg>
        <pc:inkChg chg="add">
          <ac:chgData name="Pi, Yalong" userId="c9a3dc08-26f0-490d-b190-2780270c58e1" providerId="ADAL" clId="{F398E26A-6AC4-4DD8-A7B3-CD9F6274E7E3}" dt="2025-04-13T20:43:41.836" v="3119" actId="9405"/>
          <ac:inkMkLst>
            <pc:docMk/>
            <pc:sldMk cId="3444501004" sldId="362"/>
            <ac:inkMk id="90" creationId="{9718E493-3E58-1919-847D-3375AA50F0E0}"/>
          </ac:inkMkLst>
        </pc:inkChg>
        <pc:inkChg chg="add">
          <ac:chgData name="Pi, Yalong" userId="c9a3dc08-26f0-490d-b190-2780270c58e1" providerId="ADAL" clId="{F398E26A-6AC4-4DD8-A7B3-CD9F6274E7E3}" dt="2025-04-13T20:43:42.085" v="3120" actId="9405"/>
          <ac:inkMkLst>
            <pc:docMk/>
            <pc:sldMk cId="3444501004" sldId="362"/>
            <ac:inkMk id="91" creationId="{674380BE-64DD-0096-1A2A-058A0EA014CC}"/>
          </ac:inkMkLst>
        </pc:inkChg>
        <pc:inkChg chg="add mod">
          <ac:chgData name="Pi, Yalong" userId="c9a3dc08-26f0-490d-b190-2780270c58e1" providerId="ADAL" clId="{F398E26A-6AC4-4DD8-A7B3-CD9F6274E7E3}" dt="2025-04-13T20:43:50.166" v="3138"/>
          <ac:inkMkLst>
            <pc:docMk/>
            <pc:sldMk cId="3444501004" sldId="362"/>
            <ac:inkMk id="92" creationId="{B7B086A8-FD79-11FC-C032-DC9E9701A84D}"/>
          </ac:inkMkLst>
        </pc:inkChg>
        <pc:inkChg chg="add">
          <ac:chgData name="Pi, Yalong" userId="c9a3dc08-26f0-490d-b190-2780270c58e1" providerId="ADAL" clId="{F398E26A-6AC4-4DD8-A7B3-CD9F6274E7E3}" dt="2025-04-13T20:43:42.633" v="3122" actId="9405"/>
          <ac:inkMkLst>
            <pc:docMk/>
            <pc:sldMk cId="3444501004" sldId="362"/>
            <ac:inkMk id="93" creationId="{675DFBA3-8B80-19B6-1CF6-94A7A9A09D58}"/>
          </ac:inkMkLst>
        </pc:inkChg>
        <pc:inkChg chg="add">
          <ac:chgData name="Pi, Yalong" userId="c9a3dc08-26f0-490d-b190-2780270c58e1" providerId="ADAL" clId="{F398E26A-6AC4-4DD8-A7B3-CD9F6274E7E3}" dt="2025-04-13T20:43:44.510" v="3123" actId="9405"/>
          <ac:inkMkLst>
            <pc:docMk/>
            <pc:sldMk cId="3444501004" sldId="362"/>
            <ac:inkMk id="94" creationId="{97AFCEDD-3175-6F69-83F5-6D0476D5E638}"/>
          </ac:inkMkLst>
        </pc:inkChg>
        <pc:inkChg chg="add">
          <ac:chgData name="Pi, Yalong" userId="c9a3dc08-26f0-490d-b190-2780270c58e1" providerId="ADAL" clId="{F398E26A-6AC4-4DD8-A7B3-CD9F6274E7E3}" dt="2025-04-13T20:43:44.870" v="3124" actId="9405"/>
          <ac:inkMkLst>
            <pc:docMk/>
            <pc:sldMk cId="3444501004" sldId="362"/>
            <ac:inkMk id="95" creationId="{B6292274-AC2A-0897-F0DB-E4E22AFD7459}"/>
          </ac:inkMkLst>
        </pc:inkChg>
        <pc:inkChg chg="add">
          <ac:chgData name="Pi, Yalong" userId="c9a3dc08-26f0-490d-b190-2780270c58e1" providerId="ADAL" clId="{F398E26A-6AC4-4DD8-A7B3-CD9F6274E7E3}" dt="2025-04-13T20:43:45.310" v="3125" actId="9405"/>
          <ac:inkMkLst>
            <pc:docMk/>
            <pc:sldMk cId="3444501004" sldId="362"/>
            <ac:inkMk id="96" creationId="{BA2F5A76-F0D4-9D26-0E6F-EE52D0082D7B}"/>
          </ac:inkMkLst>
        </pc:inkChg>
        <pc:inkChg chg="add">
          <ac:chgData name="Pi, Yalong" userId="c9a3dc08-26f0-490d-b190-2780270c58e1" providerId="ADAL" clId="{F398E26A-6AC4-4DD8-A7B3-CD9F6274E7E3}" dt="2025-04-13T20:43:45.798" v="3126" actId="9405"/>
          <ac:inkMkLst>
            <pc:docMk/>
            <pc:sldMk cId="3444501004" sldId="362"/>
            <ac:inkMk id="97" creationId="{36A16627-B96A-7E43-CB86-F511EB36A6F4}"/>
          </ac:inkMkLst>
        </pc:inkChg>
        <pc:inkChg chg="add mod">
          <ac:chgData name="Pi, Yalong" userId="c9a3dc08-26f0-490d-b190-2780270c58e1" providerId="ADAL" clId="{F398E26A-6AC4-4DD8-A7B3-CD9F6274E7E3}" dt="2025-04-13T20:43:50.166" v="3138"/>
          <ac:inkMkLst>
            <pc:docMk/>
            <pc:sldMk cId="3444501004" sldId="362"/>
            <ac:inkMk id="98" creationId="{C1355714-5EED-EE9E-EE04-EED8F68800EC}"/>
          </ac:inkMkLst>
        </pc:inkChg>
        <pc:inkChg chg="add">
          <ac:chgData name="Pi, Yalong" userId="c9a3dc08-26f0-490d-b190-2780270c58e1" providerId="ADAL" clId="{F398E26A-6AC4-4DD8-A7B3-CD9F6274E7E3}" dt="2025-04-13T20:43:46.288" v="3128" actId="9405"/>
          <ac:inkMkLst>
            <pc:docMk/>
            <pc:sldMk cId="3444501004" sldId="362"/>
            <ac:inkMk id="99" creationId="{0EAB29BD-094D-005A-6884-0AF743447187}"/>
          </ac:inkMkLst>
        </pc:inkChg>
        <pc:inkChg chg="add">
          <ac:chgData name="Pi, Yalong" userId="c9a3dc08-26f0-490d-b190-2780270c58e1" providerId="ADAL" clId="{F398E26A-6AC4-4DD8-A7B3-CD9F6274E7E3}" dt="2025-04-13T20:43:46.634" v="3129" actId="9405"/>
          <ac:inkMkLst>
            <pc:docMk/>
            <pc:sldMk cId="3444501004" sldId="362"/>
            <ac:inkMk id="100" creationId="{84D4DB6F-1325-F335-D9B2-3F45A9D702C3}"/>
          </ac:inkMkLst>
        </pc:inkChg>
        <pc:inkChg chg="add">
          <ac:chgData name="Pi, Yalong" userId="c9a3dc08-26f0-490d-b190-2780270c58e1" providerId="ADAL" clId="{F398E26A-6AC4-4DD8-A7B3-CD9F6274E7E3}" dt="2025-04-13T20:43:46.855" v="3130" actId="9405"/>
          <ac:inkMkLst>
            <pc:docMk/>
            <pc:sldMk cId="3444501004" sldId="362"/>
            <ac:inkMk id="101" creationId="{ED8F84EA-552A-3D81-B9E9-65DA44C6C6FE}"/>
          </ac:inkMkLst>
        </pc:inkChg>
        <pc:inkChg chg="add">
          <ac:chgData name="Pi, Yalong" userId="c9a3dc08-26f0-490d-b190-2780270c58e1" providerId="ADAL" clId="{F398E26A-6AC4-4DD8-A7B3-CD9F6274E7E3}" dt="2025-04-13T20:43:47.057" v="3131" actId="9405"/>
          <ac:inkMkLst>
            <pc:docMk/>
            <pc:sldMk cId="3444501004" sldId="362"/>
            <ac:inkMk id="102" creationId="{AF78F87D-523D-4AF5-AD30-58981A100D81}"/>
          </ac:inkMkLst>
        </pc:inkChg>
        <pc:inkChg chg="add">
          <ac:chgData name="Pi, Yalong" userId="c9a3dc08-26f0-490d-b190-2780270c58e1" providerId="ADAL" clId="{F398E26A-6AC4-4DD8-A7B3-CD9F6274E7E3}" dt="2025-04-13T20:43:47.794" v="3132" actId="9405"/>
          <ac:inkMkLst>
            <pc:docMk/>
            <pc:sldMk cId="3444501004" sldId="362"/>
            <ac:inkMk id="103" creationId="{9154C269-1FC4-109B-9531-FC8EADA47532}"/>
          </ac:inkMkLst>
        </pc:inkChg>
        <pc:inkChg chg="add">
          <ac:chgData name="Pi, Yalong" userId="c9a3dc08-26f0-490d-b190-2780270c58e1" providerId="ADAL" clId="{F398E26A-6AC4-4DD8-A7B3-CD9F6274E7E3}" dt="2025-04-13T20:43:48.257" v="3133" actId="9405"/>
          <ac:inkMkLst>
            <pc:docMk/>
            <pc:sldMk cId="3444501004" sldId="362"/>
            <ac:inkMk id="104" creationId="{76373D98-A77F-D27D-F094-79C080FECDE2}"/>
          </ac:inkMkLst>
        </pc:inkChg>
        <pc:inkChg chg="add mod">
          <ac:chgData name="Pi, Yalong" userId="c9a3dc08-26f0-490d-b190-2780270c58e1" providerId="ADAL" clId="{F398E26A-6AC4-4DD8-A7B3-CD9F6274E7E3}" dt="2025-04-13T20:43:50.166" v="3138"/>
          <ac:inkMkLst>
            <pc:docMk/>
            <pc:sldMk cId="3444501004" sldId="362"/>
            <ac:inkMk id="105" creationId="{5658D9D7-FA94-72FE-3CD6-419A54DD839C}"/>
          </ac:inkMkLst>
        </pc:inkChg>
        <pc:inkChg chg="add">
          <ac:chgData name="Pi, Yalong" userId="c9a3dc08-26f0-490d-b190-2780270c58e1" providerId="ADAL" clId="{F398E26A-6AC4-4DD8-A7B3-CD9F6274E7E3}" dt="2025-04-13T20:43:49.038" v="3135" actId="9405"/>
          <ac:inkMkLst>
            <pc:docMk/>
            <pc:sldMk cId="3444501004" sldId="362"/>
            <ac:inkMk id="106" creationId="{96944903-8D81-863C-8460-2869CD989692}"/>
          </ac:inkMkLst>
        </pc:inkChg>
        <pc:inkChg chg="add mod">
          <ac:chgData name="Pi, Yalong" userId="c9a3dc08-26f0-490d-b190-2780270c58e1" providerId="ADAL" clId="{F398E26A-6AC4-4DD8-A7B3-CD9F6274E7E3}" dt="2025-04-13T20:43:50.166" v="3138"/>
          <ac:inkMkLst>
            <pc:docMk/>
            <pc:sldMk cId="3444501004" sldId="362"/>
            <ac:inkMk id="107" creationId="{091A3B8A-F1CB-EFD0-9A99-4DD75A9F09C9}"/>
          </ac:inkMkLst>
        </pc:inkChg>
        <pc:inkChg chg="add">
          <ac:chgData name="Pi, Yalong" userId="c9a3dc08-26f0-490d-b190-2780270c58e1" providerId="ADAL" clId="{F398E26A-6AC4-4DD8-A7B3-CD9F6274E7E3}" dt="2025-04-13T20:43:49.476" v="3137" actId="9405"/>
          <ac:inkMkLst>
            <pc:docMk/>
            <pc:sldMk cId="3444501004" sldId="362"/>
            <ac:inkMk id="108" creationId="{E8CBAD55-1DE1-D311-E8D5-95AB4B534F24}"/>
          </ac:inkMkLst>
        </pc:inkChg>
        <pc:inkChg chg="add mod">
          <ac:chgData name="Pi, Yalong" userId="c9a3dc08-26f0-490d-b190-2780270c58e1" providerId="ADAL" clId="{F398E26A-6AC4-4DD8-A7B3-CD9F6274E7E3}" dt="2025-04-13T20:43:51.467" v="3141"/>
          <ac:inkMkLst>
            <pc:docMk/>
            <pc:sldMk cId="3444501004" sldId="362"/>
            <ac:inkMk id="115" creationId="{764F39EA-0979-6FBE-CAA6-F49A0DB01192}"/>
          </ac:inkMkLst>
        </pc:inkChg>
        <pc:inkChg chg="add mod">
          <ac:chgData name="Pi, Yalong" userId="c9a3dc08-26f0-490d-b190-2780270c58e1" providerId="ADAL" clId="{F398E26A-6AC4-4DD8-A7B3-CD9F6274E7E3}" dt="2025-04-13T20:43:51.467" v="3141"/>
          <ac:inkMkLst>
            <pc:docMk/>
            <pc:sldMk cId="3444501004" sldId="362"/>
            <ac:inkMk id="116" creationId="{D2B66A68-010E-3296-73B3-C1B88E9CABE3}"/>
          </ac:inkMkLst>
        </pc:inkChg>
        <pc:inkChg chg="add mod">
          <ac:chgData name="Pi, Yalong" userId="c9a3dc08-26f0-490d-b190-2780270c58e1" providerId="ADAL" clId="{F398E26A-6AC4-4DD8-A7B3-CD9F6274E7E3}" dt="2025-04-13T20:43:59.003" v="3154"/>
          <ac:inkMkLst>
            <pc:docMk/>
            <pc:sldMk cId="3444501004" sldId="362"/>
            <ac:inkMk id="118" creationId="{B9D379F4-A671-4166-94B0-1712C8981D25}"/>
          </ac:inkMkLst>
        </pc:inkChg>
        <pc:inkChg chg="add">
          <ac:chgData name="Pi, Yalong" userId="c9a3dc08-26f0-490d-b190-2780270c58e1" providerId="ADAL" clId="{F398E26A-6AC4-4DD8-A7B3-CD9F6274E7E3}" dt="2025-04-13T20:43:54.536" v="3143" actId="9405"/>
          <ac:inkMkLst>
            <pc:docMk/>
            <pc:sldMk cId="3444501004" sldId="362"/>
            <ac:inkMk id="119" creationId="{B75868E4-9DCC-0347-C657-3C188CD710BF}"/>
          </ac:inkMkLst>
        </pc:inkChg>
        <pc:inkChg chg="add mod">
          <ac:chgData name="Pi, Yalong" userId="c9a3dc08-26f0-490d-b190-2780270c58e1" providerId="ADAL" clId="{F398E26A-6AC4-4DD8-A7B3-CD9F6274E7E3}" dt="2025-04-13T20:43:59.003" v="3154"/>
          <ac:inkMkLst>
            <pc:docMk/>
            <pc:sldMk cId="3444501004" sldId="362"/>
            <ac:inkMk id="120" creationId="{325A16EF-AEF1-63B8-31D3-317B3D9007F4}"/>
          </ac:inkMkLst>
        </pc:inkChg>
        <pc:inkChg chg="add">
          <ac:chgData name="Pi, Yalong" userId="c9a3dc08-26f0-490d-b190-2780270c58e1" providerId="ADAL" clId="{F398E26A-6AC4-4DD8-A7B3-CD9F6274E7E3}" dt="2025-04-13T20:43:55.587" v="3145" actId="9405"/>
          <ac:inkMkLst>
            <pc:docMk/>
            <pc:sldMk cId="3444501004" sldId="362"/>
            <ac:inkMk id="121" creationId="{92BBF3D5-7765-7F1A-3A0E-E6582A6297D0}"/>
          </ac:inkMkLst>
        </pc:inkChg>
        <pc:inkChg chg="add">
          <ac:chgData name="Pi, Yalong" userId="c9a3dc08-26f0-490d-b190-2780270c58e1" providerId="ADAL" clId="{F398E26A-6AC4-4DD8-A7B3-CD9F6274E7E3}" dt="2025-04-13T20:43:55.919" v="3146" actId="9405"/>
          <ac:inkMkLst>
            <pc:docMk/>
            <pc:sldMk cId="3444501004" sldId="362"/>
            <ac:inkMk id="122" creationId="{B6C393E3-F80F-72F7-5993-EEA98FD8A746}"/>
          </ac:inkMkLst>
        </pc:inkChg>
        <pc:inkChg chg="add mod">
          <ac:chgData name="Pi, Yalong" userId="c9a3dc08-26f0-490d-b190-2780270c58e1" providerId="ADAL" clId="{F398E26A-6AC4-4DD8-A7B3-CD9F6274E7E3}" dt="2025-04-13T20:43:59.003" v="3154"/>
          <ac:inkMkLst>
            <pc:docMk/>
            <pc:sldMk cId="3444501004" sldId="362"/>
            <ac:inkMk id="123" creationId="{4FB72035-8ABB-22B6-94C2-2761CE1C336B}"/>
          </ac:inkMkLst>
        </pc:inkChg>
        <pc:inkChg chg="add">
          <ac:chgData name="Pi, Yalong" userId="c9a3dc08-26f0-490d-b190-2780270c58e1" providerId="ADAL" clId="{F398E26A-6AC4-4DD8-A7B3-CD9F6274E7E3}" dt="2025-04-13T20:43:56.338" v="3148" actId="9405"/>
          <ac:inkMkLst>
            <pc:docMk/>
            <pc:sldMk cId="3444501004" sldId="362"/>
            <ac:inkMk id="124" creationId="{15CB8E04-BC28-264C-50EF-239EBCFE5DCC}"/>
          </ac:inkMkLst>
        </pc:inkChg>
        <pc:inkChg chg="add mod">
          <ac:chgData name="Pi, Yalong" userId="c9a3dc08-26f0-490d-b190-2780270c58e1" providerId="ADAL" clId="{F398E26A-6AC4-4DD8-A7B3-CD9F6274E7E3}" dt="2025-04-13T20:43:59.003" v="3154"/>
          <ac:inkMkLst>
            <pc:docMk/>
            <pc:sldMk cId="3444501004" sldId="362"/>
            <ac:inkMk id="125" creationId="{AC739293-4608-E30F-9840-4DD4BAF990CC}"/>
          </ac:inkMkLst>
        </pc:inkChg>
        <pc:inkChg chg="add mod">
          <ac:chgData name="Pi, Yalong" userId="c9a3dc08-26f0-490d-b190-2780270c58e1" providerId="ADAL" clId="{F398E26A-6AC4-4DD8-A7B3-CD9F6274E7E3}" dt="2025-04-13T20:44:04.974" v="3163"/>
          <ac:inkMkLst>
            <pc:docMk/>
            <pc:sldMk cId="3444501004" sldId="362"/>
            <ac:inkMk id="126" creationId="{6B4D0E49-DEDD-81F2-0EB0-BB104F97A85C}"/>
          </ac:inkMkLst>
        </pc:inkChg>
        <pc:inkChg chg="add mod">
          <ac:chgData name="Pi, Yalong" userId="c9a3dc08-26f0-490d-b190-2780270c58e1" providerId="ADAL" clId="{F398E26A-6AC4-4DD8-A7B3-CD9F6274E7E3}" dt="2025-04-13T20:44:04.974" v="3163"/>
          <ac:inkMkLst>
            <pc:docMk/>
            <pc:sldMk cId="3444501004" sldId="362"/>
            <ac:inkMk id="127" creationId="{B0A48AAA-EB5C-B9CD-836E-18A9A0324B45}"/>
          </ac:inkMkLst>
        </pc:inkChg>
        <pc:inkChg chg="add">
          <ac:chgData name="Pi, Yalong" userId="c9a3dc08-26f0-490d-b190-2780270c58e1" providerId="ADAL" clId="{F398E26A-6AC4-4DD8-A7B3-CD9F6274E7E3}" dt="2025-04-13T20:43:57.814" v="3152" actId="9405"/>
          <ac:inkMkLst>
            <pc:docMk/>
            <pc:sldMk cId="3444501004" sldId="362"/>
            <ac:inkMk id="128" creationId="{8833D3FA-B1D4-EC01-9C6D-764B061BC0B7}"/>
          </ac:inkMkLst>
        </pc:inkChg>
        <pc:inkChg chg="add mod">
          <ac:chgData name="Pi, Yalong" userId="c9a3dc08-26f0-490d-b190-2780270c58e1" providerId="ADAL" clId="{F398E26A-6AC4-4DD8-A7B3-CD9F6274E7E3}" dt="2025-04-13T20:43:59.003" v="3154"/>
          <ac:inkMkLst>
            <pc:docMk/>
            <pc:sldMk cId="3444501004" sldId="362"/>
            <ac:inkMk id="129" creationId="{2F093588-B408-88C6-03F1-97636B1509E9}"/>
          </ac:inkMkLst>
        </pc:inkChg>
        <pc:inkChg chg="add">
          <ac:chgData name="Pi, Yalong" userId="c9a3dc08-26f0-490d-b190-2780270c58e1" providerId="ADAL" clId="{F398E26A-6AC4-4DD8-A7B3-CD9F6274E7E3}" dt="2025-04-13T20:43:59.517" v="3155" actId="9405"/>
          <ac:inkMkLst>
            <pc:docMk/>
            <pc:sldMk cId="3444501004" sldId="362"/>
            <ac:inkMk id="134" creationId="{250FA149-CE43-5EBB-D7CD-31B9046F7D14}"/>
          </ac:inkMkLst>
        </pc:inkChg>
        <pc:inkChg chg="add">
          <ac:chgData name="Pi, Yalong" userId="c9a3dc08-26f0-490d-b190-2780270c58e1" providerId="ADAL" clId="{F398E26A-6AC4-4DD8-A7B3-CD9F6274E7E3}" dt="2025-04-13T20:44:00.178" v="3156" actId="9405"/>
          <ac:inkMkLst>
            <pc:docMk/>
            <pc:sldMk cId="3444501004" sldId="362"/>
            <ac:inkMk id="135" creationId="{E78A3582-9D0B-168F-6FC0-E5B9EA98471F}"/>
          </ac:inkMkLst>
        </pc:inkChg>
        <pc:inkChg chg="add mod">
          <ac:chgData name="Pi, Yalong" userId="c9a3dc08-26f0-490d-b190-2780270c58e1" providerId="ADAL" clId="{F398E26A-6AC4-4DD8-A7B3-CD9F6274E7E3}" dt="2025-04-13T20:44:04.974" v="3163"/>
          <ac:inkMkLst>
            <pc:docMk/>
            <pc:sldMk cId="3444501004" sldId="362"/>
            <ac:inkMk id="136" creationId="{424A8D05-EB2B-886A-50E7-1D2E001A5742}"/>
          </ac:inkMkLst>
        </pc:inkChg>
        <pc:inkChg chg="add mod">
          <ac:chgData name="Pi, Yalong" userId="c9a3dc08-26f0-490d-b190-2780270c58e1" providerId="ADAL" clId="{F398E26A-6AC4-4DD8-A7B3-CD9F6274E7E3}" dt="2025-04-13T20:44:04.974" v="3163"/>
          <ac:inkMkLst>
            <pc:docMk/>
            <pc:sldMk cId="3444501004" sldId="362"/>
            <ac:inkMk id="137" creationId="{A2FE3565-1293-CA25-63C9-7F5BF98F323E}"/>
          </ac:inkMkLst>
        </pc:inkChg>
        <pc:inkChg chg="add">
          <ac:chgData name="Pi, Yalong" userId="c9a3dc08-26f0-490d-b190-2780270c58e1" providerId="ADAL" clId="{F398E26A-6AC4-4DD8-A7B3-CD9F6274E7E3}" dt="2025-04-13T20:44:01.389" v="3159" actId="9405"/>
          <ac:inkMkLst>
            <pc:docMk/>
            <pc:sldMk cId="3444501004" sldId="362"/>
            <ac:inkMk id="138" creationId="{015D2DA9-F96D-25DA-7471-5F64BE91873C}"/>
          </ac:inkMkLst>
        </pc:inkChg>
        <pc:inkChg chg="add">
          <ac:chgData name="Pi, Yalong" userId="c9a3dc08-26f0-490d-b190-2780270c58e1" providerId="ADAL" clId="{F398E26A-6AC4-4DD8-A7B3-CD9F6274E7E3}" dt="2025-04-13T20:44:01.623" v="3160" actId="9405"/>
          <ac:inkMkLst>
            <pc:docMk/>
            <pc:sldMk cId="3444501004" sldId="362"/>
            <ac:inkMk id="139" creationId="{9C28BD48-0EBD-0F92-865C-9C64E6691700}"/>
          </ac:inkMkLst>
        </pc:inkChg>
        <pc:inkChg chg="add mod">
          <ac:chgData name="Pi, Yalong" userId="c9a3dc08-26f0-490d-b190-2780270c58e1" providerId="ADAL" clId="{F398E26A-6AC4-4DD8-A7B3-CD9F6274E7E3}" dt="2025-04-13T20:44:04.974" v="3163"/>
          <ac:inkMkLst>
            <pc:docMk/>
            <pc:sldMk cId="3444501004" sldId="362"/>
            <ac:inkMk id="140" creationId="{17D20924-4A9F-D11A-DB0E-AE06A6BED99F}"/>
          </ac:inkMkLst>
        </pc:inkChg>
        <pc:inkChg chg="add mod">
          <ac:chgData name="Pi, Yalong" userId="c9a3dc08-26f0-490d-b190-2780270c58e1" providerId="ADAL" clId="{F398E26A-6AC4-4DD8-A7B3-CD9F6274E7E3}" dt="2025-04-13T20:44:04.974" v="3163"/>
          <ac:inkMkLst>
            <pc:docMk/>
            <pc:sldMk cId="3444501004" sldId="362"/>
            <ac:inkMk id="141" creationId="{8618561A-90FB-F38A-5D56-2B88BBE4FA5A}"/>
          </ac:inkMkLst>
        </pc:inkChg>
        <pc:inkChg chg="add">
          <ac:chgData name="Pi, Yalong" userId="c9a3dc08-26f0-490d-b190-2780270c58e1" providerId="ADAL" clId="{F398E26A-6AC4-4DD8-A7B3-CD9F6274E7E3}" dt="2025-04-13T20:44:07.343" v="3164" actId="9405"/>
          <ac:inkMkLst>
            <pc:docMk/>
            <pc:sldMk cId="3444501004" sldId="362"/>
            <ac:inkMk id="145" creationId="{CFDDAA2A-F008-87AF-1122-0928847B200F}"/>
          </ac:inkMkLst>
        </pc:inkChg>
        <pc:inkChg chg="add mod">
          <ac:chgData name="Pi, Yalong" userId="c9a3dc08-26f0-490d-b190-2780270c58e1" providerId="ADAL" clId="{F398E26A-6AC4-4DD8-A7B3-CD9F6274E7E3}" dt="2025-04-13T20:44:22.118" v="3175"/>
          <ac:inkMkLst>
            <pc:docMk/>
            <pc:sldMk cId="3444501004" sldId="362"/>
            <ac:inkMk id="146" creationId="{F695561A-9BD2-9EDA-B915-428623664517}"/>
          </ac:inkMkLst>
        </pc:inkChg>
        <pc:inkChg chg="add mod">
          <ac:chgData name="Pi, Yalong" userId="c9a3dc08-26f0-490d-b190-2780270c58e1" providerId="ADAL" clId="{F398E26A-6AC4-4DD8-A7B3-CD9F6274E7E3}" dt="2025-04-13T20:44:22.118" v="3175"/>
          <ac:inkMkLst>
            <pc:docMk/>
            <pc:sldMk cId="3444501004" sldId="362"/>
            <ac:inkMk id="147" creationId="{7CF612E5-2B32-BCED-640C-A25CB764CF60}"/>
          </ac:inkMkLst>
        </pc:inkChg>
        <pc:inkChg chg="add mod">
          <ac:chgData name="Pi, Yalong" userId="c9a3dc08-26f0-490d-b190-2780270c58e1" providerId="ADAL" clId="{F398E26A-6AC4-4DD8-A7B3-CD9F6274E7E3}" dt="2025-04-13T20:44:22.118" v="3175"/>
          <ac:inkMkLst>
            <pc:docMk/>
            <pc:sldMk cId="3444501004" sldId="362"/>
            <ac:inkMk id="148" creationId="{0616B7AD-02E0-DAFA-9DB5-A454C91107BD}"/>
          </ac:inkMkLst>
        </pc:inkChg>
        <pc:inkChg chg="add mod">
          <ac:chgData name="Pi, Yalong" userId="c9a3dc08-26f0-490d-b190-2780270c58e1" providerId="ADAL" clId="{F398E26A-6AC4-4DD8-A7B3-CD9F6274E7E3}" dt="2025-04-13T20:44:22.118" v="3175"/>
          <ac:inkMkLst>
            <pc:docMk/>
            <pc:sldMk cId="3444501004" sldId="362"/>
            <ac:inkMk id="149" creationId="{E08A01E7-3477-2B87-3E40-8E87DED0202E}"/>
          </ac:inkMkLst>
        </pc:inkChg>
        <pc:inkChg chg="add mod">
          <ac:chgData name="Pi, Yalong" userId="c9a3dc08-26f0-490d-b190-2780270c58e1" providerId="ADAL" clId="{F398E26A-6AC4-4DD8-A7B3-CD9F6274E7E3}" dt="2025-04-13T20:44:22.118" v="3175"/>
          <ac:inkMkLst>
            <pc:docMk/>
            <pc:sldMk cId="3444501004" sldId="362"/>
            <ac:inkMk id="150" creationId="{7FBC1943-8B52-2EE2-8135-F396672CAE87}"/>
          </ac:inkMkLst>
        </pc:inkChg>
        <pc:inkChg chg="add mod">
          <ac:chgData name="Pi, Yalong" userId="c9a3dc08-26f0-490d-b190-2780270c58e1" providerId="ADAL" clId="{F398E26A-6AC4-4DD8-A7B3-CD9F6274E7E3}" dt="2025-04-13T20:44:22.118" v="3175"/>
          <ac:inkMkLst>
            <pc:docMk/>
            <pc:sldMk cId="3444501004" sldId="362"/>
            <ac:inkMk id="151" creationId="{1A386404-09E7-C04E-C693-C4FC9139B4F4}"/>
          </ac:inkMkLst>
        </pc:inkChg>
        <pc:inkChg chg="add mod">
          <ac:chgData name="Pi, Yalong" userId="c9a3dc08-26f0-490d-b190-2780270c58e1" providerId="ADAL" clId="{F398E26A-6AC4-4DD8-A7B3-CD9F6274E7E3}" dt="2025-04-13T20:44:22.118" v="3175"/>
          <ac:inkMkLst>
            <pc:docMk/>
            <pc:sldMk cId="3444501004" sldId="362"/>
            <ac:inkMk id="152" creationId="{B97BE924-1725-7634-DA98-C2CF4C53373E}"/>
          </ac:inkMkLst>
        </pc:inkChg>
        <pc:inkChg chg="add mod">
          <ac:chgData name="Pi, Yalong" userId="c9a3dc08-26f0-490d-b190-2780270c58e1" providerId="ADAL" clId="{F398E26A-6AC4-4DD8-A7B3-CD9F6274E7E3}" dt="2025-04-13T20:44:22.118" v="3175"/>
          <ac:inkMkLst>
            <pc:docMk/>
            <pc:sldMk cId="3444501004" sldId="362"/>
            <ac:inkMk id="153" creationId="{BEC334EC-53EE-15CB-9BB9-1584DEB5FEA2}"/>
          </ac:inkMkLst>
        </pc:inkChg>
        <pc:inkChg chg="add">
          <ac:chgData name="Pi, Yalong" userId="c9a3dc08-26f0-490d-b190-2780270c58e1" providerId="ADAL" clId="{F398E26A-6AC4-4DD8-A7B3-CD9F6274E7E3}" dt="2025-04-13T20:44:20.903" v="3173" actId="9405"/>
          <ac:inkMkLst>
            <pc:docMk/>
            <pc:sldMk cId="3444501004" sldId="362"/>
            <ac:inkMk id="154" creationId="{4FA0BDD1-E11F-E3D1-CBF1-550989494964}"/>
          </ac:inkMkLst>
        </pc:inkChg>
        <pc:inkChg chg="add mod">
          <ac:chgData name="Pi, Yalong" userId="c9a3dc08-26f0-490d-b190-2780270c58e1" providerId="ADAL" clId="{F398E26A-6AC4-4DD8-A7B3-CD9F6274E7E3}" dt="2025-04-13T20:44:22.118" v="3175"/>
          <ac:inkMkLst>
            <pc:docMk/>
            <pc:sldMk cId="3444501004" sldId="362"/>
            <ac:inkMk id="155" creationId="{BCD4E5D1-A30D-BBAB-2EF2-D920317BD911}"/>
          </ac:inkMkLst>
        </pc:inkChg>
      </pc:sldChg>
      <pc:sldChg chg="addSp delSp modSp add mod">
        <pc:chgData name="Pi, Yalong" userId="c9a3dc08-26f0-490d-b190-2780270c58e1" providerId="ADAL" clId="{F398E26A-6AC4-4DD8-A7B3-CD9F6274E7E3}" dt="2025-04-13T20:59:14.392" v="3441"/>
        <pc:sldMkLst>
          <pc:docMk/>
          <pc:sldMk cId="4202341203" sldId="363"/>
        </pc:sldMkLst>
        <pc:spChg chg="add del">
          <ac:chgData name="Pi, Yalong" userId="c9a3dc08-26f0-490d-b190-2780270c58e1" providerId="ADAL" clId="{F398E26A-6AC4-4DD8-A7B3-CD9F6274E7E3}" dt="2025-04-13T20:57:57.755" v="3380" actId="478"/>
          <ac:spMkLst>
            <pc:docMk/>
            <pc:sldMk cId="4202341203" sldId="363"/>
            <ac:spMk id="4" creationId="{70AE99B9-4B9E-77D4-2FDD-E899DFECAA7F}"/>
          </ac:spMkLst>
        </pc:spChg>
        <pc:grpChg chg="del mod">
          <ac:chgData name="Pi, Yalong" userId="c9a3dc08-26f0-490d-b190-2780270c58e1" providerId="ADAL" clId="{F398E26A-6AC4-4DD8-A7B3-CD9F6274E7E3}" dt="2025-04-13T20:58:39.436" v="3403"/>
          <ac:grpSpMkLst>
            <pc:docMk/>
            <pc:sldMk cId="4202341203" sldId="363"/>
            <ac:grpSpMk id="6166" creationId="{B62A1D02-E8CD-C7C7-75B3-B5EE05353C7C}"/>
          </ac:grpSpMkLst>
        </pc:grpChg>
        <pc:grpChg chg="mod">
          <ac:chgData name="Pi, Yalong" userId="c9a3dc08-26f0-490d-b190-2780270c58e1" providerId="ADAL" clId="{F398E26A-6AC4-4DD8-A7B3-CD9F6274E7E3}" dt="2025-04-13T20:58:37.024" v="3399"/>
          <ac:grpSpMkLst>
            <pc:docMk/>
            <pc:sldMk cId="4202341203" sldId="363"/>
            <ac:grpSpMk id="6167" creationId="{6C81BFB6-3988-D400-1B31-EE20FF0628F1}"/>
          </ac:grpSpMkLst>
        </pc:grpChg>
        <pc:grpChg chg="mod">
          <ac:chgData name="Pi, Yalong" userId="c9a3dc08-26f0-490d-b190-2780270c58e1" providerId="ADAL" clId="{F398E26A-6AC4-4DD8-A7B3-CD9F6274E7E3}" dt="2025-04-13T20:58:39.436" v="3403"/>
          <ac:grpSpMkLst>
            <pc:docMk/>
            <pc:sldMk cId="4202341203" sldId="363"/>
            <ac:grpSpMk id="6171" creationId="{61860B28-33AA-510B-A64E-02F7D6A37F7E}"/>
          </ac:grpSpMkLst>
        </pc:grpChg>
        <pc:grpChg chg="mod">
          <ac:chgData name="Pi, Yalong" userId="c9a3dc08-26f0-490d-b190-2780270c58e1" providerId="ADAL" clId="{F398E26A-6AC4-4DD8-A7B3-CD9F6274E7E3}" dt="2025-04-13T20:58:46.504" v="3418"/>
          <ac:grpSpMkLst>
            <pc:docMk/>
            <pc:sldMk cId="4202341203" sldId="363"/>
            <ac:grpSpMk id="6186" creationId="{F1F0683A-6FA5-FD0E-AC59-A795A4D62F74}"/>
          </ac:grpSpMkLst>
        </pc:grpChg>
        <pc:grpChg chg="mod">
          <ac:chgData name="Pi, Yalong" userId="c9a3dc08-26f0-490d-b190-2780270c58e1" providerId="ADAL" clId="{F398E26A-6AC4-4DD8-A7B3-CD9F6274E7E3}" dt="2025-04-13T20:58:46.504" v="3418"/>
          <ac:grpSpMkLst>
            <pc:docMk/>
            <pc:sldMk cId="4202341203" sldId="363"/>
            <ac:grpSpMk id="6187" creationId="{463777D1-15E7-6FB4-9784-DC83C83C15D1}"/>
          </ac:grpSpMkLst>
        </pc:grpChg>
        <pc:grpChg chg="mod">
          <ac:chgData name="Pi, Yalong" userId="c9a3dc08-26f0-490d-b190-2780270c58e1" providerId="ADAL" clId="{F398E26A-6AC4-4DD8-A7B3-CD9F6274E7E3}" dt="2025-04-13T20:58:46.504" v="3418"/>
          <ac:grpSpMkLst>
            <pc:docMk/>
            <pc:sldMk cId="4202341203" sldId="363"/>
            <ac:grpSpMk id="6188" creationId="{017533E3-A552-CA42-AD78-1C7D50A5BA6E}"/>
          </ac:grpSpMkLst>
        </pc:grpChg>
        <pc:grpChg chg="del mod">
          <ac:chgData name="Pi, Yalong" userId="c9a3dc08-26f0-490d-b190-2780270c58e1" providerId="ADAL" clId="{F398E26A-6AC4-4DD8-A7B3-CD9F6274E7E3}" dt="2025-04-13T20:59:05.256" v="3431"/>
          <ac:grpSpMkLst>
            <pc:docMk/>
            <pc:sldMk cId="4202341203" sldId="363"/>
            <ac:grpSpMk id="6196" creationId="{0D8C51AA-945E-74ED-EC53-3DA9CC8F5AF7}"/>
          </ac:grpSpMkLst>
        </pc:grpChg>
        <pc:grpChg chg="mod">
          <ac:chgData name="Pi, Yalong" userId="c9a3dc08-26f0-490d-b190-2780270c58e1" providerId="ADAL" clId="{F398E26A-6AC4-4DD8-A7B3-CD9F6274E7E3}" dt="2025-04-13T20:59:03.003" v="3426"/>
          <ac:grpSpMkLst>
            <pc:docMk/>
            <pc:sldMk cId="4202341203" sldId="363"/>
            <ac:grpSpMk id="6197" creationId="{5C6D25E1-0F06-4143-D664-444831E56CA6}"/>
          </ac:grpSpMkLst>
        </pc:grpChg>
        <pc:grpChg chg="mod">
          <ac:chgData name="Pi, Yalong" userId="c9a3dc08-26f0-490d-b190-2780270c58e1" providerId="ADAL" clId="{F398E26A-6AC4-4DD8-A7B3-CD9F6274E7E3}" dt="2025-04-13T20:59:05.256" v="3431"/>
          <ac:grpSpMkLst>
            <pc:docMk/>
            <pc:sldMk cId="4202341203" sldId="363"/>
            <ac:grpSpMk id="6202" creationId="{1E1BB6F7-01F5-972D-62AD-34725FF74C79}"/>
          </ac:grpSpMkLst>
        </pc:grpChg>
        <pc:grpChg chg="del mod">
          <ac:chgData name="Pi, Yalong" userId="c9a3dc08-26f0-490d-b190-2780270c58e1" providerId="ADAL" clId="{F398E26A-6AC4-4DD8-A7B3-CD9F6274E7E3}" dt="2025-04-13T20:59:14.392" v="3441"/>
          <ac:grpSpMkLst>
            <pc:docMk/>
            <pc:sldMk cId="4202341203" sldId="363"/>
            <ac:grpSpMk id="6210" creationId="{B534D65D-6EFA-2291-F440-4BA11D049445}"/>
          </ac:grpSpMkLst>
        </pc:grpChg>
        <pc:grpChg chg="mod">
          <ac:chgData name="Pi, Yalong" userId="c9a3dc08-26f0-490d-b190-2780270c58e1" providerId="ADAL" clId="{F398E26A-6AC4-4DD8-A7B3-CD9F6274E7E3}" dt="2025-04-13T20:59:14.392" v="3441"/>
          <ac:grpSpMkLst>
            <pc:docMk/>
            <pc:sldMk cId="4202341203" sldId="363"/>
            <ac:grpSpMk id="6212" creationId="{A3BAB59C-9D1C-9218-0B03-A26C78D87BC1}"/>
          </ac:grpSpMkLst>
        </pc:grpChg>
        <pc:picChg chg="del">
          <ac:chgData name="Pi, Yalong" userId="c9a3dc08-26f0-490d-b190-2780270c58e1" providerId="ADAL" clId="{F398E26A-6AC4-4DD8-A7B3-CD9F6274E7E3}" dt="2025-04-13T20:57:35.478" v="3374" actId="478"/>
          <ac:picMkLst>
            <pc:docMk/>
            <pc:sldMk cId="4202341203" sldId="363"/>
            <ac:picMk id="6146" creationId="{83D68574-1667-3B8D-0E89-148B8C25432A}"/>
          </ac:picMkLst>
        </pc:picChg>
        <pc:inkChg chg="add mod">
          <ac:chgData name="Pi, Yalong" userId="c9a3dc08-26f0-490d-b190-2780270c58e1" providerId="ADAL" clId="{F398E26A-6AC4-4DD8-A7B3-CD9F6274E7E3}" dt="2025-04-13T20:58:37.024" v="3399"/>
          <ac:inkMkLst>
            <pc:docMk/>
            <pc:sldMk cId="4202341203" sldId="363"/>
            <ac:inkMk id="25" creationId="{D56FBA3A-B60A-AD56-C621-E52D7F7874E9}"/>
          </ac:inkMkLst>
        </pc:inkChg>
        <pc:inkChg chg="add">
          <ac:chgData name="Pi, Yalong" userId="c9a3dc08-26f0-490d-b190-2780270c58e1" providerId="ADAL" clId="{F398E26A-6AC4-4DD8-A7B3-CD9F6274E7E3}" dt="2025-04-13T20:58:30.853" v="3383" actId="9405"/>
          <ac:inkMkLst>
            <pc:docMk/>
            <pc:sldMk cId="4202341203" sldId="363"/>
            <ac:inkMk id="38" creationId="{2198ED6F-9C68-CFE5-8B14-D01FD75811F8}"/>
          </ac:inkMkLst>
        </pc:inkChg>
        <pc:inkChg chg="del">
          <ac:chgData name="Pi, Yalong" userId="c9a3dc08-26f0-490d-b190-2780270c58e1" providerId="ADAL" clId="{F398E26A-6AC4-4DD8-A7B3-CD9F6274E7E3}" dt="2025-04-13T20:58:01.276" v="3381" actId="478"/>
          <ac:inkMkLst>
            <pc:docMk/>
            <pc:sldMk cId="4202341203" sldId="363"/>
            <ac:inkMk id="6149" creationId="{A5D33ADB-2486-6617-B073-2297075F9116}"/>
          </ac:inkMkLst>
        </pc:inkChg>
        <pc:inkChg chg="del">
          <ac:chgData name="Pi, Yalong" userId="c9a3dc08-26f0-490d-b190-2780270c58e1" providerId="ADAL" clId="{F398E26A-6AC4-4DD8-A7B3-CD9F6274E7E3}" dt="2025-04-13T20:57:55.218" v="3378" actId="478"/>
          <ac:inkMkLst>
            <pc:docMk/>
            <pc:sldMk cId="4202341203" sldId="363"/>
            <ac:inkMk id="6150" creationId="{5DD6A60F-4DFA-5448-AC55-CF159BC4928A}"/>
          </ac:inkMkLst>
        </pc:inkChg>
        <pc:inkChg chg="add mod">
          <ac:chgData name="Pi, Yalong" userId="c9a3dc08-26f0-490d-b190-2780270c58e1" providerId="ADAL" clId="{F398E26A-6AC4-4DD8-A7B3-CD9F6274E7E3}" dt="2025-04-13T20:58:37.024" v="3399"/>
          <ac:inkMkLst>
            <pc:docMk/>
            <pc:sldMk cId="4202341203" sldId="363"/>
            <ac:inkMk id="6151" creationId="{C72C106C-F73B-E499-2B32-04CC09E74B36}"/>
          </ac:inkMkLst>
        </pc:inkChg>
        <pc:inkChg chg="add mod">
          <ac:chgData name="Pi, Yalong" userId="c9a3dc08-26f0-490d-b190-2780270c58e1" providerId="ADAL" clId="{F398E26A-6AC4-4DD8-A7B3-CD9F6274E7E3}" dt="2025-04-13T20:58:37.024" v="3399"/>
          <ac:inkMkLst>
            <pc:docMk/>
            <pc:sldMk cId="4202341203" sldId="363"/>
            <ac:inkMk id="6152" creationId="{71D6251D-0000-AE40-BCF6-8A7E3A281B05}"/>
          </ac:inkMkLst>
        </pc:inkChg>
        <pc:inkChg chg="add mod">
          <ac:chgData name="Pi, Yalong" userId="c9a3dc08-26f0-490d-b190-2780270c58e1" providerId="ADAL" clId="{F398E26A-6AC4-4DD8-A7B3-CD9F6274E7E3}" dt="2025-04-13T20:58:37.024" v="3399"/>
          <ac:inkMkLst>
            <pc:docMk/>
            <pc:sldMk cId="4202341203" sldId="363"/>
            <ac:inkMk id="6153" creationId="{6E8F9F85-1FC4-402D-278E-9706DAC24B74}"/>
          </ac:inkMkLst>
        </pc:inkChg>
        <pc:inkChg chg="add">
          <ac:chgData name="Pi, Yalong" userId="c9a3dc08-26f0-490d-b190-2780270c58e1" providerId="ADAL" clId="{F398E26A-6AC4-4DD8-A7B3-CD9F6274E7E3}" dt="2025-04-13T20:58:31.688" v="3387" actId="9405"/>
          <ac:inkMkLst>
            <pc:docMk/>
            <pc:sldMk cId="4202341203" sldId="363"/>
            <ac:inkMk id="6154" creationId="{6736A2BD-54AC-5883-E4D0-E14791C8BF48}"/>
          </ac:inkMkLst>
        </pc:inkChg>
        <pc:inkChg chg="add mod">
          <ac:chgData name="Pi, Yalong" userId="c9a3dc08-26f0-490d-b190-2780270c58e1" providerId="ADAL" clId="{F398E26A-6AC4-4DD8-A7B3-CD9F6274E7E3}" dt="2025-04-13T20:58:37.024" v="3399"/>
          <ac:inkMkLst>
            <pc:docMk/>
            <pc:sldMk cId="4202341203" sldId="363"/>
            <ac:inkMk id="6155" creationId="{127299C5-2268-0F47-8B8D-63AD65BF03F2}"/>
          </ac:inkMkLst>
        </pc:inkChg>
        <pc:inkChg chg="add">
          <ac:chgData name="Pi, Yalong" userId="c9a3dc08-26f0-490d-b190-2780270c58e1" providerId="ADAL" clId="{F398E26A-6AC4-4DD8-A7B3-CD9F6274E7E3}" dt="2025-04-13T20:58:32.433" v="3389" actId="9405"/>
          <ac:inkMkLst>
            <pc:docMk/>
            <pc:sldMk cId="4202341203" sldId="363"/>
            <ac:inkMk id="6156" creationId="{F19E03A0-135E-3B2F-E058-F3EAB1272E98}"/>
          </ac:inkMkLst>
        </pc:inkChg>
        <pc:inkChg chg="add">
          <ac:chgData name="Pi, Yalong" userId="c9a3dc08-26f0-490d-b190-2780270c58e1" providerId="ADAL" clId="{F398E26A-6AC4-4DD8-A7B3-CD9F6274E7E3}" dt="2025-04-13T20:58:32.701" v="3390" actId="9405"/>
          <ac:inkMkLst>
            <pc:docMk/>
            <pc:sldMk cId="4202341203" sldId="363"/>
            <ac:inkMk id="6157" creationId="{831AD6F3-04E5-54E9-14B6-05DB3AA61C87}"/>
          </ac:inkMkLst>
        </pc:inkChg>
        <pc:inkChg chg="add">
          <ac:chgData name="Pi, Yalong" userId="c9a3dc08-26f0-490d-b190-2780270c58e1" providerId="ADAL" clId="{F398E26A-6AC4-4DD8-A7B3-CD9F6274E7E3}" dt="2025-04-13T20:58:33.215" v="3391" actId="9405"/>
          <ac:inkMkLst>
            <pc:docMk/>
            <pc:sldMk cId="4202341203" sldId="363"/>
            <ac:inkMk id="6158" creationId="{A63F6960-43B9-2DF1-260E-6BA7BEC8EC87}"/>
          </ac:inkMkLst>
        </pc:inkChg>
        <pc:inkChg chg="add">
          <ac:chgData name="Pi, Yalong" userId="c9a3dc08-26f0-490d-b190-2780270c58e1" providerId="ADAL" clId="{F398E26A-6AC4-4DD8-A7B3-CD9F6274E7E3}" dt="2025-04-13T20:58:33.748" v="3392" actId="9405"/>
          <ac:inkMkLst>
            <pc:docMk/>
            <pc:sldMk cId="4202341203" sldId="363"/>
            <ac:inkMk id="6159" creationId="{45DE1A49-5E70-8591-3C71-BF03E5EED426}"/>
          </ac:inkMkLst>
        </pc:inkChg>
        <pc:inkChg chg="add">
          <ac:chgData name="Pi, Yalong" userId="c9a3dc08-26f0-490d-b190-2780270c58e1" providerId="ADAL" clId="{F398E26A-6AC4-4DD8-A7B3-CD9F6274E7E3}" dt="2025-04-13T20:58:34.242" v="3393" actId="9405"/>
          <ac:inkMkLst>
            <pc:docMk/>
            <pc:sldMk cId="4202341203" sldId="363"/>
            <ac:inkMk id="6160" creationId="{CAF173A6-1ACF-B9B1-8D82-E9638F6D0636}"/>
          </ac:inkMkLst>
        </pc:inkChg>
        <pc:inkChg chg="add mod">
          <ac:chgData name="Pi, Yalong" userId="c9a3dc08-26f0-490d-b190-2780270c58e1" providerId="ADAL" clId="{F398E26A-6AC4-4DD8-A7B3-CD9F6274E7E3}" dt="2025-04-13T20:58:37.024" v="3399"/>
          <ac:inkMkLst>
            <pc:docMk/>
            <pc:sldMk cId="4202341203" sldId="363"/>
            <ac:inkMk id="6161" creationId="{666E6746-27C2-01F6-5399-6BEEE3A7118D}"/>
          </ac:inkMkLst>
        </pc:inkChg>
        <pc:inkChg chg="add mod">
          <ac:chgData name="Pi, Yalong" userId="c9a3dc08-26f0-490d-b190-2780270c58e1" providerId="ADAL" clId="{F398E26A-6AC4-4DD8-A7B3-CD9F6274E7E3}" dt="2025-04-13T20:58:39.436" v="3403"/>
          <ac:inkMkLst>
            <pc:docMk/>
            <pc:sldMk cId="4202341203" sldId="363"/>
            <ac:inkMk id="6162" creationId="{FD4A661E-B118-D687-E415-9280BBF85F56}"/>
          </ac:inkMkLst>
        </pc:inkChg>
        <pc:inkChg chg="add mod">
          <ac:chgData name="Pi, Yalong" userId="c9a3dc08-26f0-490d-b190-2780270c58e1" providerId="ADAL" clId="{F398E26A-6AC4-4DD8-A7B3-CD9F6274E7E3}" dt="2025-04-13T20:58:39.436" v="3403"/>
          <ac:inkMkLst>
            <pc:docMk/>
            <pc:sldMk cId="4202341203" sldId="363"/>
            <ac:inkMk id="6163" creationId="{92CD7DFE-1651-82E4-0261-EECBAC021CF6}"/>
          </ac:inkMkLst>
        </pc:inkChg>
        <pc:inkChg chg="add mod">
          <ac:chgData name="Pi, Yalong" userId="c9a3dc08-26f0-490d-b190-2780270c58e1" providerId="ADAL" clId="{F398E26A-6AC4-4DD8-A7B3-CD9F6274E7E3}" dt="2025-04-13T20:58:39.436" v="3403"/>
          <ac:inkMkLst>
            <pc:docMk/>
            <pc:sldMk cId="4202341203" sldId="363"/>
            <ac:inkMk id="6164" creationId="{15297A62-1727-DA48-B9A1-30DEA460B300}"/>
          </ac:inkMkLst>
        </pc:inkChg>
        <pc:inkChg chg="add mod">
          <ac:chgData name="Pi, Yalong" userId="c9a3dc08-26f0-490d-b190-2780270c58e1" providerId="ADAL" clId="{F398E26A-6AC4-4DD8-A7B3-CD9F6274E7E3}" dt="2025-04-13T20:58:39.436" v="3403"/>
          <ac:inkMkLst>
            <pc:docMk/>
            <pc:sldMk cId="4202341203" sldId="363"/>
            <ac:inkMk id="6165" creationId="{78B7C16E-79EC-EF49-B41F-A3BBFBE80593}"/>
          </ac:inkMkLst>
        </pc:inkChg>
        <pc:inkChg chg="add mod">
          <ac:chgData name="Pi, Yalong" userId="c9a3dc08-26f0-490d-b190-2780270c58e1" providerId="ADAL" clId="{F398E26A-6AC4-4DD8-A7B3-CD9F6274E7E3}" dt="2025-04-13T20:58:39.436" v="3403"/>
          <ac:inkMkLst>
            <pc:docMk/>
            <pc:sldMk cId="4202341203" sldId="363"/>
            <ac:inkMk id="6168" creationId="{84FAD630-D909-EC43-E6EF-A3981D39499B}"/>
          </ac:inkMkLst>
        </pc:inkChg>
        <pc:inkChg chg="add mod">
          <ac:chgData name="Pi, Yalong" userId="c9a3dc08-26f0-490d-b190-2780270c58e1" providerId="ADAL" clId="{F398E26A-6AC4-4DD8-A7B3-CD9F6274E7E3}" dt="2025-04-13T20:58:39.436" v="3403"/>
          <ac:inkMkLst>
            <pc:docMk/>
            <pc:sldMk cId="4202341203" sldId="363"/>
            <ac:inkMk id="6169" creationId="{D5956C07-BA50-4142-2927-E1FE87E82E90}"/>
          </ac:inkMkLst>
        </pc:inkChg>
        <pc:inkChg chg="add mod">
          <ac:chgData name="Pi, Yalong" userId="c9a3dc08-26f0-490d-b190-2780270c58e1" providerId="ADAL" clId="{F398E26A-6AC4-4DD8-A7B3-CD9F6274E7E3}" dt="2025-04-13T20:58:39.436" v="3403"/>
          <ac:inkMkLst>
            <pc:docMk/>
            <pc:sldMk cId="4202341203" sldId="363"/>
            <ac:inkMk id="6170" creationId="{89B91845-AD5B-B3B7-19B0-8694E61743D2}"/>
          </ac:inkMkLst>
        </pc:inkChg>
        <pc:inkChg chg="add">
          <ac:chgData name="Pi, Yalong" userId="c9a3dc08-26f0-490d-b190-2780270c58e1" providerId="ADAL" clId="{F398E26A-6AC4-4DD8-A7B3-CD9F6274E7E3}" dt="2025-04-13T20:58:41.567" v="3404" actId="9405"/>
          <ac:inkMkLst>
            <pc:docMk/>
            <pc:sldMk cId="4202341203" sldId="363"/>
            <ac:inkMk id="6172" creationId="{164581FE-89CB-9A24-9FA1-30E4F6B47566}"/>
          </ac:inkMkLst>
        </pc:inkChg>
        <pc:inkChg chg="add">
          <ac:chgData name="Pi, Yalong" userId="c9a3dc08-26f0-490d-b190-2780270c58e1" providerId="ADAL" clId="{F398E26A-6AC4-4DD8-A7B3-CD9F6274E7E3}" dt="2025-04-13T20:58:42.010" v="3405" actId="9405"/>
          <ac:inkMkLst>
            <pc:docMk/>
            <pc:sldMk cId="4202341203" sldId="363"/>
            <ac:inkMk id="6173" creationId="{433DB828-B9F7-CC4E-02FF-A926938C4235}"/>
          </ac:inkMkLst>
        </pc:inkChg>
        <pc:inkChg chg="add">
          <ac:chgData name="Pi, Yalong" userId="c9a3dc08-26f0-490d-b190-2780270c58e1" providerId="ADAL" clId="{F398E26A-6AC4-4DD8-A7B3-CD9F6274E7E3}" dt="2025-04-13T20:58:42.341" v="3406" actId="9405"/>
          <ac:inkMkLst>
            <pc:docMk/>
            <pc:sldMk cId="4202341203" sldId="363"/>
            <ac:inkMk id="6174" creationId="{548023F5-5B2E-E2DD-453F-1308521CE14A}"/>
          </ac:inkMkLst>
        </pc:inkChg>
        <pc:inkChg chg="add">
          <ac:chgData name="Pi, Yalong" userId="c9a3dc08-26f0-490d-b190-2780270c58e1" providerId="ADAL" clId="{F398E26A-6AC4-4DD8-A7B3-CD9F6274E7E3}" dt="2025-04-13T20:58:42.577" v="3407" actId="9405"/>
          <ac:inkMkLst>
            <pc:docMk/>
            <pc:sldMk cId="4202341203" sldId="363"/>
            <ac:inkMk id="6175" creationId="{85E4E0D0-2057-E942-AB29-1774AB5FA661}"/>
          </ac:inkMkLst>
        </pc:inkChg>
        <pc:inkChg chg="add mod">
          <ac:chgData name="Pi, Yalong" userId="c9a3dc08-26f0-490d-b190-2780270c58e1" providerId="ADAL" clId="{F398E26A-6AC4-4DD8-A7B3-CD9F6274E7E3}" dt="2025-04-13T20:58:46.504" v="3418"/>
          <ac:inkMkLst>
            <pc:docMk/>
            <pc:sldMk cId="4202341203" sldId="363"/>
            <ac:inkMk id="6176" creationId="{A4D72D9D-1B0A-A1C7-20D5-5A7C318884DC}"/>
          </ac:inkMkLst>
        </pc:inkChg>
        <pc:inkChg chg="add">
          <ac:chgData name="Pi, Yalong" userId="c9a3dc08-26f0-490d-b190-2780270c58e1" providerId="ADAL" clId="{F398E26A-6AC4-4DD8-A7B3-CD9F6274E7E3}" dt="2025-04-13T20:58:43.154" v="3409" actId="9405"/>
          <ac:inkMkLst>
            <pc:docMk/>
            <pc:sldMk cId="4202341203" sldId="363"/>
            <ac:inkMk id="6177" creationId="{EEBE9A6F-15B6-46C7-CF4F-C1300266C55D}"/>
          </ac:inkMkLst>
        </pc:inkChg>
        <pc:inkChg chg="add mod">
          <ac:chgData name="Pi, Yalong" userId="c9a3dc08-26f0-490d-b190-2780270c58e1" providerId="ADAL" clId="{F398E26A-6AC4-4DD8-A7B3-CD9F6274E7E3}" dt="2025-04-13T20:58:46.504" v="3418"/>
          <ac:inkMkLst>
            <pc:docMk/>
            <pc:sldMk cId="4202341203" sldId="363"/>
            <ac:inkMk id="6178" creationId="{90BACBD7-7BA8-7C4B-1F13-BE76E8B2FC2D}"/>
          </ac:inkMkLst>
        </pc:inkChg>
        <pc:inkChg chg="add">
          <ac:chgData name="Pi, Yalong" userId="c9a3dc08-26f0-490d-b190-2780270c58e1" providerId="ADAL" clId="{F398E26A-6AC4-4DD8-A7B3-CD9F6274E7E3}" dt="2025-04-13T20:58:43.989" v="3411" actId="9405"/>
          <ac:inkMkLst>
            <pc:docMk/>
            <pc:sldMk cId="4202341203" sldId="363"/>
            <ac:inkMk id="6179" creationId="{84C1048B-87DC-DF1B-95E5-14B0C4DA225B}"/>
          </ac:inkMkLst>
        </pc:inkChg>
        <pc:inkChg chg="add mod">
          <ac:chgData name="Pi, Yalong" userId="c9a3dc08-26f0-490d-b190-2780270c58e1" providerId="ADAL" clId="{F398E26A-6AC4-4DD8-A7B3-CD9F6274E7E3}" dt="2025-04-13T20:58:46.504" v="3418"/>
          <ac:inkMkLst>
            <pc:docMk/>
            <pc:sldMk cId="4202341203" sldId="363"/>
            <ac:inkMk id="6180" creationId="{58D82401-5064-0997-C5AC-12D4A6B1444E}"/>
          </ac:inkMkLst>
        </pc:inkChg>
        <pc:inkChg chg="add mod">
          <ac:chgData name="Pi, Yalong" userId="c9a3dc08-26f0-490d-b190-2780270c58e1" providerId="ADAL" clId="{F398E26A-6AC4-4DD8-A7B3-CD9F6274E7E3}" dt="2025-04-13T20:58:46.504" v="3418"/>
          <ac:inkMkLst>
            <pc:docMk/>
            <pc:sldMk cId="4202341203" sldId="363"/>
            <ac:inkMk id="6181" creationId="{2DA0294B-2EDF-04F6-DEBE-0CB109F81E28}"/>
          </ac:inkMkLst>
        </pc:inkChg>
        <pc:inkChg chg="add">
          <ac:chgData name="Pi, Yalong" userId="c9a3dc08-26f0-490d-b190-2780270c58e1" providerId="ADAL" clId="{F398E26A-6AC4-4DD8-A7B3-CD9F6274E7E3}" dt="2025-04-13T20:58:44.790" v="3414" actId="9405"/>
          <ac:inkMkLst>
            <pc:docMk/>
            <pc:sldMk cId="4202341203" sldId="363"/>
            <ac:inkMk id="6182" creationId="{57DE5C46-4159-BB03-A98E-3CC57B993762}"/>
          </ac:inkMkLst>
        </pc:inkChg>
        <pc:inkChg chg="add mod">
          <ac:chgData name="Pi, Yalong" userId="c9a3dc08-26f0-490d-b190-2780270c58e1" providerId="ADAL" clId="{F398E26A-6AC4-4DD8-A7B3-CD9F6274E7E3}" dt="2025-04-13T20:58:46.504" v="3418"/>
          <ac:inkMkLst>
            <pc:docMk/>
            <pc:sldMk cId="4202341203" sldId="363"/>
            <ac:inkMk id="6183" creationId="{F0AFC268-6D96-0215-6E9A-69F06B038E5B}"/>
          </ac:inkMkLst>
        </pc:inkChg>
        <pc:inkChg chg="add mod">
          <ac:chgData name="Pi, Yalong" userId="c9a3dc08-26f0-490d-b190-2780270c58e1" providerId="ADAL" clId="{F398E26A-6AC4-4DD8-A7B3-CD9F6274E7E3}" dt="2025-04-13T20:58:46.504" v="3418"/>
          <ac:inkMkLst>
            <pc:docMk/>
            <pc:sldMk cId="4202341203" sldId="363"/>
            <ac:inkMk id="6184" creationId="{41F5F062-C1AC-449A-7D6A-CFCF930EB76D}"/>
          </ac:inkMkLst>
        </pc:inkChg>
        <pc:inkChg chg="add mod">
          <ac:chgData name="Pi, Yalong" userId="c9a3dc08-26f0-490d-b190-2780270c58e1" providerId="ADAL" clId="{F398E26A-6AC4-4DD8-A7B3-CD9F6274E7E3}" dt="2025-04-13T20:58:46.504" v="3418"/>
          <ac:inkMkLst>
            <pc:docMk/>
            <pc:sldMk cId="4202341203" sldId="363"/>
            <ac:inkMk id="6185" creationId="{7607D1B5-8143-1555-8A78-FA53C5B11DC9}"/>
          </ac:inkMkLst>
        </pc:inkChg>
        <pc:inkChg chg="add mod">
          <ac:chgData name="Pi, Yalong" userId="c9a3dc08-26f0-490d-b190-2780270c58e1" providerId="ADAL" clId="{F398E26A-6AC4-4DD8-A7B3-CD9F6274E7E3}" dt="2025-04-13T20:59:03.003" v="3426"/>
          <ac:inkMkLst>
            <pc:docMk/>
            <pc:sldMk cId="4202341203" sldId="363"/>
            <ac:inkMk id="6189" creationId="{11EAF28A-F649-C2D5-1802-564C5C1DC1A4}"/>
          </ac:inkMkLst>
        </pc:inkChg>
        <pc:inkChg chg="add mod">
          <ac:chgData name="Pi, Yalong" userId="c9a3dc08-26f0-490d-b190-2780270c58e1" providerId="ADAL" clId="{F398E26A-6AC4-4DD8-A7B3-CD9F6274E7E3}" dt="2025-04-13T20:59:03.003" v="3426"/>
          <ac:inkMkLst>
            <pc:docMk/>
            <pc:sldMk cId="4202341203" sldId="363"/>
            <ac:inkMk id="6190" creationId="{49695575-641F-1645-C59F-AB793E306D2A}"/>
          </ac:inkMkLst>
        </pc:inkChg>
        <pc:inkChg chg="add mod">
          <ac:chgData name="Pi, Yalong" userId="c9a3dc08-26f0-490d-b190-2780270c58e1" providerId="ADAL" clId="{F398E26A-6AC4-4DD8-A7B3-CD9F6274E7E3}" dt="2025-04-13T20:59:05.256" v="3431"/>
          <ac:inkMkLst>
            <pc:docMk/>
            <pc:sldMk cId="4202341203" sldId="363"/>
            <ac:inkMk id="6191" creationId="{F1599867-FE26-F969-0BB1-C2F6DFFB97F8}"/>
          </ac:inkMkLst>
        </pc:inkChg>
        <pc:inkChg chg="add mod">
          <ac:chgData name="Pi, Yalong" userId="c9a3dc08-26f0-490d-b190-2780270c58e1" providerId="ADAL" clId="{F398E26A-6AC4-4DD8-A7B3-CD9F6274E7E3}" dt="2025-04-13T20:59:05.256" v="3431"/>
          <ac:inkMkLst>
            <pc:docMk/>
            <pc:sldMk cId="4202341203" sldId="363"/>
            <ac:inkMk id="6192" creationId="{2859D1CA-B7DA-7E63-A57D-587AC10E8A82}"/>
          </ac:inkMkLst>
        </pc:inkChg>
        <pc:inkChg chg="add mod">
          <ac:chgData name="Pi, Yalong" userId="c9a3dc08-26f0-490d-b190-2780270c58e1" providerId="ADAL" clId="{F398E26A-6AC4-4DD8-A7B3-CD9F6274E7E3}" dt="2025-04-13T20:59:05.256" v="3431"/>
          <ac:inkMkLst>
            <pc:docMk/>
            <pc:sldMk cId="4202341203" sldId="363"/>
            <ac:inkMk id="6193" creationId="{BBA3C2B9-25F3-6622-961A-9B99A6AA396F}"/>
          </ac:inkMkLst>
        </pc:inkChg>
        <pc:inkChg chg="add mod">
          <ac:chgData name="Pi, Yalong" userId="c9a3dc08-26f0-490d-b190-2780270c58e1" providerId="ADAL" clId="{F398E26A-6AC4-4DD8-A7B3-CD9F6274E7E3}" dt="2025-04-13T20:59:05.256" v="3431"/>
          <ac:inkMkLst>
            <pc:docMk/>
            <pc:sldMk cId="4202341203" sldId="363"/>
            <ac:inkMk id="6194" creationId="{5FCFC8A1-51D4-7BA2-6C57-7B2933FDB23A}"/>
          </ac:inkMkLst>
        </pc:inkChg>
        <pc:inkChg chg="add mod">
          <ac:chgData name="Pi, Yalong" userId="c9a3dc08-26f0-490d-b190-2780270c58e1" providerId="ADAL" clId="{F398E26A-6AC4-4DD8-A7B3-CD9F6274E7E3}" dt="2025-04-13T20:59:03.003" v="3426"/>
          <ac:inkMkLst>
            <pc:docMk/>
            <pc:sldMk cId="4202341203" sldId="363"/>
            <ac:inkMk id="6195" creationId="{DE157401-509C-F1E8-D7DC-2147C3FE2199}"/>
          </ac:inkMkLst>
        </pc:inkChg>
        <pc:inkChg chg="add mod">
          <ac:chgData name="Pi, Yalong" userId="c9a3dc08-26f0-490d-b190-2780270c58e1" providerId="ADAL" clId="{F398E26A-6AC4-4DD8-A7B3-CD9F6274E7E3}" dt="2025-04-13T20:59:05.256" v="3431"/>
          <ac:inkMkLst>
            <pc:docMk/>
            <pc:sldMk cId="4202341203" sldId="363"/>
            <ac:inkMk id="6198" creationId="{0E6DCC5D-5DB2-9F39-C705-5DEBE3069CC6}"/>
          </ac:inkMkLst>
        </pc:inkChg>
        <pc:inkChg chg="add mod">
          <ac:chgData name="Pi, Yalong" userId="c9a3dc08-26f0-490d-b190-2780270c58e1" providerId="ADAL" clId="{F398E26A-6AC4-4DD8-A7B3-CD9F6274E7E3}" dt="2025-04-13T20:59:05.256" v="3431"/>
          <ac:inkMkLst>
            <pc:docMk/>
            <pc:sldMk cId="4202341203" sldId="363"/>
            <ac:inkMk id="6199" creationId="{12D4B718-0F01-785D-2DD9-CAEC6D2714E8}"/>
          </ac:inkMkLst>
        </pc:inkChg>
        <pc:inkChg chg="add mod">
          <ac:chgData name="Pi, Yalong" userId="c9a3dc08-26f0-490d-b190-2780270c58e1" providerId="ADAL" clId="{F398E26A-6AC4-4DD8-A7B3-CD9F6274E7E3}" dt="2025-04-13T20:59:05.256" v="3431"/>
          <ac:inkMkLst>
            <pc:docMk/>
            <pc:sldMk cId="4202341203" sldId="363"/>
            <ac:inkMk id="6200" creationId="{C5CF4D23-60ED-1BE3-A8DF-0D85639EA9CC}"/>
          </ac:inkMkLst>
        </pc:inkChg>
        <pc:inkChg chg="add mod">
          <ac:chgData name="Pi, Yalong" userId="c9a3dc08-26f0-490d-b190-2780270c58e1" providerId="ADAL" clId="{F398E26A-6AC4-4DD8-A7B3-CD9F6274E7E3}" dt="2025-04-13T20:59:05.256" v="3431"/>
          <ac:inkMkLst>
            <pc:docMk/>
            <pc:sldMk cId="4202341203" sldId="363"/>
            <ac:inkMk id="6201" creationId="{5C15A24E-06BB-5D63-08FE-C6BECB8F2B9A}"/>
          </ac:inkMkLst>
        </pc:inkChg>
        <pc:inkChg chg="add mod">
          <ac:chgData name="Pi, Yalong" userId="c9a3dc08-26f0-490d-b190-2780270c58e1" providerId="ADAL" clId="{F398E26A-6AC4-4DD8-A7B3-CD9F6274E7E3}" dt="2025-04-13T20:59:14.392" v="3441"/>
          <ac:inkMkLst>
            <pc:docMk/>
            <pc:sldMk cId="4202341203" sldId="363"/>
            <ac:inkMk id="6203" creationId="{1D0D650A-0379-C130-15DA-97F570544261}"/>
          </ac:inkMkLst>
        </pc:inkChg>
        <pc:inkChg chg="add mod">
          <ac:chgData name="Pi, Yalong" userId="c9a3dc08-26f0-490d-b190-2780270c58e1" providerId="ADAL" clId="{F398E26A-6AC4-4DD8-A7B3-CD9F6274E7E3}" dt="2025-04-13T20:59:14.392" v="3441"/>
          <ac:inkMkLst>
            <pc:docMk/>
            <pc:sldMk cId="4202341203" sldId="363"/>
            <ac:inkMk id="6204" creationId="{3116B75E-8660-6704-2420-5A6F48AE3E4D}"/>
          </ac:inkMkLst>
        </pc:inkChg>
        <pc:inkChg chg="add mod">
          <ac:chgData name="Pi, Yalong" userId="c9a3dc08-26f0-490d-b190-2780270c58e1" providerId="ADAL" clId="{F398E26A-6AC4-4DD8-A7B3-CD9F6274E7E3}" dt="2025-04-13T20:59:14.392" v="3441"/>
          <ac:inkMkLst>
            <pc:docMk/>
            <pc:sldMk cId="4202341203" sldId="363"/>
            <ac:inkMk id="6205" creationId="{768B9F4C-581F-E261-9542-60B6B3109E17}"/>
          </ac:inkMkLst>
        </pc:inkChg>
        <pc:inkChg chg="add mod">
          <ac:chgData name="Pi, Yalong" userId="c9a3dc08-26f0-490d-b190-2780270c58e1" providerId="ADAL" clId="{F398E26A-6AC4-4DD8-A7B3-CD9F6274E7E3}" dt="2025-04-13T20:59:14.392" v="3441"/>
          <ac:inkMkLst>
            <pc:docMk/>
            <pc:sldMk cId="4202341203" sldId="363"/>
            <ac:inkMk id="6206" creationId="{1F199AD7-CE1B-7AE9-48BC-A9FEC93F035D}"/>
          </ac:inkMkLst>
        </pc:inkChg>
        <pc:inkChg chg="add mod">
          <ac:chgData name="Pi, Yalong" userId="c9a3dc08-26f0-490d-b190-2780270c58e1" providerId="ADAL" clId="{F398E26A-6AC4-4DD8-A7B3-CD9F6274E7E3}" dt="2025-04-13T20:59:14.392" v="3441"/>
          <ac:inkMkLst>
            <pc:docMk/>
            <pc:sldMk cId="4202341203" sldId="363"/>
            <ac:inkMk id="6207" creationId="{F13686DC-3C54-4133-00B3-AFDAEEF9C3D4}"/>
          </ac:inkMkLst>
        </pc:inkChg>
        <pc:inkChg chg="add mod">
          <ac:chgData name="Pi, Yalong" userId="c9a3dc08-26f0-490d-b190-2780270c58e1" providerId="ADAL" clId="{F398E26A-6AC4-4DD8-A7B3-CD9F6274E7E3}" dt="2025-04-13T20:59:14.392" v="3441"/>
          <ac:inkMkLst>
            <pc:docMk/>
            <pc:sldMk cId="4202341203" sldId="363"/>
            <ac:inkMk id="6208" creationId="{82C1D0E6-1FF8-5E1A-EAF5-168BF5DA09EA}"/>
          </ac:inkMkLst>
        </pc:inkChg>
        <pc:inkChg chg="add mod">
          <ac:chgData name="Pi, Yalong" userId="c9a3dc08-26f0-490d-b190-2780270c58e1" providerId="ADAL" clId="{F398E26A-6AC4-4DD8-A7B3-CD9F6274E7E3}" dt="2025-04-13T20:59:14.392" v="3441"/>
          <ac:inkMkLst>
            <pc:docMk/>
            <pc:sldMk cId="4202341203" sldId="363"/>
            <ac:inkMk id="6209" creationId="{710A5A55-B0A2-C240-C329-4C06F6FA8271}"/>
          </ac:inkMkLst>
        </pc:inkChg>
        <pc:inkChg chg="add mod">
          <ac:chgData name="Pi, Yalong" userId="c9a3dc08-26f0-490d-b190-2780270c58e1" providerId="ADAL" clId="{F398E26A-6AC4-4DD8-A7B3-CD9F6274E7E3}" dt="2025-04-13T20:59:14.392" v="3441"/>
          <ac:inkMkLst>
            <pc:docMk/>
            <pc:sldMk cId="4202341203" sldId="363"/>
            <ac:inkMk id="6211" creationId="{66B266E6-1925-6A45-4421-6B3F9CE8D274}"/>
          </ac:inkMkLst>
        </pc:inkChg>
      </pc:sldChg>
      <pc:sldChg chg="addSp delSp modSp new mod">
        <pc:chgData name="Pi, Yalong" userId="c9a3dc08-26f0-490d-b190-2780270c58e1" providerId="ADAL" clId="{F398E26A-6AC4-4DD8-A7B3-CD9F6274E7E3}" dt="2025-04-13T22:19:03.830" v="4560"/>
        <pc:sldMkLst>
          <pc:docMk/>
          <pc:sldMk cId="3583247520" sldId="364"/>
        </pc:sldMkLst>
        <pc:spChg chg="mod">
          <ac:chgData name="Pi, Yalong" userId="c9a3dc08-26f0-490d-b190-2780270c58e1" providerId="ADAL" clId="{F398E26A-6AC4-4DD8-A7B3-CD9F6274E7E3}" dt="2025-04-13T22:00:52.177" v="4125" actId="5793"/>
          <ac:spMkLst>
            <pc:docMk/>
            <pc:sldMk cId="3583247520" sldId="364"/>
            <ac:spMk id="2" creationId="{75EF37A0-564F-29D2-9057-680F78B69AD0}"/>
          </ac:spMkLst>
        </pc:spChg>
        <pc:grpChg chg="del mod">
          <ac:chgData name="Pi, Yalong" userId="c9a3dc08-26f0-490d-b190-2780270c58e1" providerId="ADAL" clId="{F398E26A-6AC4-4DD8-A7B3-CD9F6274E7E3}" dt="2025-04-13T22:01:12.942" v="4140"/>
          <ac:grpSpMkLst>
            <pc:docMk/>
            <pc:sldMk cId="3583247520" sldId="364"/>
            <ac:grpSpMk id="6" creationId="{6F43724A-1787-1E73-5569-22B85E11DB46}"/>
          </ac:grpSpMkLst>
        </pc:grpChg>
        <pc:grpChg chg="del mod">
          <ac:chgData name="Pi, Yalong" userId="c9a3dc08-26f0-490d-b190-2780270c58e1" providerId="ADAL" clId="{F398E26A-6AC4-4DD8-A7B3-CD9F6274E7E3}" dt="2025-04-13T22:01:12.942" v="4140"/>
          <ac:grpSpMkLst>
            <pc:docMk/>
            <pc:sldMk cId="3583247520" sldId="364"/>
            <ac:grpSpMk id="17" creationId="{00895D5C-D598-D327-98AF-DD4F263FD23D}"/>
          </ac:grpSpMkLst>
        </pc:grpChg>
        <pc:grpChg chg="del mod">
          <ac:chgData name="Pi, Yalong" userId="c9a3dc08-26f0-490d-b190-2780270c58e1" providerId="ADAL" clId="{F398E26A-6AC4-4DD8-A7B3-CD9F6274E7E3}" dt="2025-04-13T22:01:15.502" v="4145"/>
          <ac:grpSpMkLst>
            <pc:docMk/>
            <pc:sldMk cId="3583247520" sldId="364"/>
            <ac:grpSpMk id="18" creationId="{01F68D0B-57E0-BFB2-5E8D-0D468BB95E8D}"/>
          </ac:grpSpMkLst>
        </pc:grpChg>
        <pc:grpChg chg="del mod">
          <ac:chgData name="Pi, Yalong" userId="c9a3dc08-26f0-490d-b190-2780270c58e1" providerId="ADAL" clId="{F398E26A-6AC4-4DD8-A7B3-CD9F6274E7E3}" dt="2025-04-13T22:01:15.502" v="4145"/>
          <ac:grpSpMkLst>
            <pc:docMk/>
            <pc:sldMk cId="3583247520" sldId="364"/>
            <ac:grpSpMk id="23" creationId="{7E5D7CAD-D189-47CD-1360-8548CB23B1ED}"/>
          </ac:grpSpMkLst>
        </pc:grpChg>
        <pc:grpChg chg="del mod">
          <ac:chgData name="Pi, Yalong" userId="c9a3dc08-26f0-490d-b190-2780270c58e1" providerId="ADAL" clId="{F398E26A-6AC4-4DD8-A7B3-CD9F6274E7E3}" dt="2025-04-13T22:01:18.692" v="4148"/>
          <ac:grpSpMkLst>
            <pc:docMk/>
            <pc:sldMk cId="3583247520" sldId="364"/>
            <ac:grpSpMk id="24" creationId="{533AE65C-FF4B-D1E5-9EAA-A5813AE908BA}"/>
          </ac:grpSpMkLst>
        </pc:grpChg>
        <pc:grpChg chg="del mod">
          <ac:chgData name="Pi, Yalong" userId="c9a3dc08-26f0-490d-b190-2780270c58e1" providerId="ADAL" clId="{F398E26A-6AC4-4DD8-A7B3-CD9F6274E7E3}" dt="2025-04-13T22:01:22.431" v="4154"/>
          <ac:grpSpMkLst>
            <pc:docMk/>
            <pc:sldMk cId="3583247520" sldId="364"/>
            <ac:grpSpMk id="27" creationId="{AD37F62E-4163-299B-02FD-0F1387D2584B}"/>
          </ac:grpSpMkLst>
        </pc:grpChg>
        <pc:grpChg chg="del mod">
          <ac:chgData name="Pi, Yalong" userId="c9a3dc08-26f0-490d-b190-2780270c58e1" providerId="ADAL" clId="{F398E26A-6AC4-4DD8-A7B3-CD9F6274E7E3}" dt="2025-04-13T22:01:22.431" v="4154"/>
          <ac:grpSpMkLst>
            <pc:docMk/>
            <pc:sldMk cId="3583247520" sldId="364"/>
            <ac:grpSpMk id="30" creationId="{8B45B64C-B35A-EF9E-8A77-03C63B8FB540}"/>
          </ac:grpSpMkLst>
        </pc:grpChg>
        <pc:grpChg chg="del mod">
          <ac:chgData name="Pi, Yalong" userId="c9a3dc08-26f0-490d-b190-2780270c58e1" providerId="ADAL" clId="{F398E26A-6AC4-4DD8-A7B3-CD9F6274E7E3}" dt="2025-04-13T22:02:21.080" v="4180"/>
          <ac:grpSpMkLst>
            <pc:docMk/>
            <pc:sldMk cId="3583247520" sldId="364"/>
            <ac:grpSpMk id="33" creationId="{75D94437-F6F0-B8DC-C6F4-BA203A9B6374}"/>
          </ac:grpSpMkLst>
        </pc:grpChg>
        <pc:grpChg chg="mod">
          <ac:chgData name="Pi, Yalong" userId="c9a3dc08-26f0-490d-b190-2780270c58e1" providerId="ADAL" clId="{F398E26A-6AC4-4DD8-A7B3-CD9F6274E7E3}" dt="2025-04-13T22:01:24.993" v="4157"/>
          <ac:grpSpMkLst>
            <pc:docMk/>
            <pc:sldMk cId="3583247520" sldId="364"/>
            <ac:grpSpMk id="36" creationId="{8E12A8C4-2164-6168-42A7-A1FB5456AA86}"/>
          </ac:grpSpMkLst>
        </pc:grpChg>
        <pc:grpChg chg="mod">
          <ac:chgData name="Pi, Yalong" userId="c9a3dc08-26f0-490d-b190-2780270c58e1" providerId="ADAL" clId="{F398E26A-6AC4-4DD8-A7B3-CD9F6274E7E3}" dt="2025-04-13T22:01:29.931" v="4161"/>
          <ac:grpSpMkLst>
            <pc:docMk/>
            <pc:sldMk cId="3583247520" sldId="364"/>
            <ac:grpSpMk id="40" creationId="{EA158C81-EE98-BA23-3C64-8398A783C971}"/>
          </ac:grpSpMkLst>
        </pc:grpChg>
        <pc:grpChg chg="del mod">
          <ac:chgData name="Pi, Yalong" userId="c9a3dc08-26f0-490d-b190-2780270c58e1" providerId="ADAL" clId="{F398E26A-6AC4-4DD8-A7B3-CD9F6274E7E3}" dt="2025-04-13T22:02:07.283" v="4168"/>
          <ac:grpSpMkLst>
            <pc:docMk/>
            <pc:sldMk cId="3583247520" sldId="364"/>
            <ac:grpSpMk id="45" creationId="{2C59ACE4-C571-0D67-50B3-B7C502B2D595}"/>
          </ac:grpSpMkLst>
        </pc:grpChg>
        <pc:grpChg chg="mod">
          <ac:chgData name="Pi, Yalong" userId="c9a3dc08-26f0-490d-b190-2780270c58e1" providerId="ADAL" clId="{F398E26A-6AC4-4DD8-A7B3-CD9F6274E7E3}" dt="2025-04-13T22:02:07.283" v="4168"/>
          <ac:grpSpMkLst>
            <pc:docMk/>
            <pc:sldMk cId="3583247520" sldId="364"/>
            <ac:grpSpMk id="47" creationId="{E43EA4D4-9F0B-108F-A846-CB4EC9353EEA}"/>
          </ac:grpSpMkLst>
        </pc:grpChg>
        <pc:grpChg chg="del mod">
          <ac:chgData name="Pi, Yalong" userId="c9a3dc08-26f0-490d-b190-2780270c58e1" providerId="ADAL" clId="{F398E26A-6AC4-4DD8-A7B3-CD9F6274E7E3}" dt="2025-04-13T22:15:23.240" v="4374"/>
          <ac:grpSpMkLst>
            <pc:docMk/>
            <pc:sldMk cId="3583247520" sldId="364"/>
            <ac:grpSpMk id="51" creationId="{220E7D8F-A5EA-891C-0E9D-A6ECA718ADB8}"/>
          </ac:grpSpMkLst>
        </pc:grpChg>
        <pc:grpChg chg="del mod">
          <ac:chgData name="Pi, Yalong" userId="c9a3dc08-26f0-490d-b190-2780270c58e1" providerId="ADAL" clId="{F398E26A-6AC4-4DD8-A7B3-CD9F6274E7E3}" dt="2025-04-13T22:15:23.240" v="4374"/>
          <ac:grpSpMkLst>
            <pc:docMk/>
            <pc:sldMk cId="3583247520" sldId="364"/>
            <ac:grpSpMk id="56" creationId="{C915D4C1-4796-851D-5AD5-2AEAF2CA2AD1}"/>
          </ac:grpSpMkLst>
        </pc:grpChg>
        <pc:grpChg chg="mod">
          <ac:chgData name="Pi, Yalong" userId="c9a3dc08-26f0-490d-b190-2780270c58e1" providerId="ADAL" clId="{F398E26A-6AC4-4DD8-A7B3-CD9F6274E7E3}" dt="2025-04-13T22:02:21.080" v="4180"/>
          <ac:grpSpMkLst>
            <pc:docMk/>
            <pc:sldMk cId="3583247520" sldId="364"/>
            <ac:grpSpMk id="59" creationId="{0B43CFDA-C221-DD98-72B5-93AB61CE40BB}"/>
          </ac:grpSpMkLst>
        </pc:grpChg>
        <pc:grpChg chg="del mod">
          <ac:chgData name="Pi, Yalong" userId="c9a3dc08-26f0-490d-b190-2780270c58e1" providerId="ADAL" clId="{F398E26A-6AC4-4DD8-A7B3-CD9F6274E7E3}" dt="2025-04-13T22:03:22.174" v="4255"/>
          <ac:grpSpMkLst>
            <pc:docMk/>
            <pc:sldMk cId="3583247520" sldId="364"/>
            <ac:grpSpMk id="70" creationId="{3631AD5C-7F24-B1F3-0FD9-C076C4E9B46E}"/>
          </ac:grpSpMkLst>
        </pc:grpChg>
        <pc:grpChg chg="del mod">
          <ac:chgData name="Pi, Yalong" userId="c9a3dc08-26f0-490d-b190-2780270c58e1" providerId="ADAL" clId="{F398E26A-6AC4-4DD8-A7B3-CD9F6274E7E3}" dt="2025-04-13T22:03:22.174" v="4255"/>
          <ac:grpSpMkLst>
            <pc:docMk/>
            <pc:sldMk cId="3583247520" sldId="364"/>
            <ac:grpSpMk id="71" creationId="{7D00E4C2-D257-01D5-10DA-802F8422DD02}"/>
          </ac:grpSpMkLst>
        </pc:grpChg>
        <pc:grpChg chg="del mod">
          <ac:chgData name="Pi, Yalong" userId="c9a3dc08-26f0-490d-b190-2780270c58e1" providerId="ADAL" clId="{F398E26A-6AC4-4DD8-A7B3-CD9F6274E7E3}" dt="2025-04-13T22:02:54.667" v="4213"/>
          <ac:grpSpMkLst>
            <pc:docMk/>
            <pc:sldMk cId="3583247520" sldId="364"/>
            <ac:grpSpMk id="86" creationId="{DC65AA76-0C0F-5714-8671-DB0BF41C8056}"/>
          </ac:grpSpMkLst>
        </pc:grpChg>
        <pc:grpChg chg="del mod">
          <ac:chgData name="Pi, Yalong" userId="c9a3dc08-26f0-490d-b190-2780270c58e1" providerId="ADAL" clId="{F398E26A-6AC4-4DD8-A7B3-CD9F6274E7E3}" dt="2025-04-13T22:03:01.089" v="4226"/>
          <ac:grpSpMkLst>
            <pc:docMk/>
            <pc:sldMk cId="3583247520" sldId="364"/>
            <ac:grpSpMk id="87" creationId="{C7C8A128-B99E-2F66-BA43-E9B702405A27}"/>
          </ac:grpSpMkLst>
        </pc:grpChg>
        <pc:grpChg chg="del mod">
          <ac:chgData name="Pi, Yalong" userId="c9a3dc08-26f0-490d-b190-2780270c58e1" providerId="ADAL" clId="{F398E26A-6AC4-4DD8-A7B3-CD9F6274E7E3}" dt="2025-04-13T22:03:01.089" v="4226"/>
          <ac:grpSpMkLst>
            <pc:docMk/>
            <pc:sldMk cId="3583247520" sldId="364"/>
            <ac:grpSpMk id="88" creationId="{2F772F39-59F4-252C-4250-AFD409DBF2A8}"/>
          </ac:grpSpMkLst>
        </pc:grpChg>
        <pc:grpChg chg="mod">
          <ac:chgData name="Pi, Yalong" userId="c9a3dc08-26f0-490d-b190-2780270c58e1" providerId="ADAL" clId="{F398E26A-6AC4-4DD8-A7B3-CD9F6274E7E3}" dt="2025-04-13T22:02:50.399" v="4209"/>
          <ac:grpSpMkLst>
            <pc:docMk/>
            <pc:sldMk cId="3583247520" sldId="364"/>
            <ac:grpSpMk id="91" creationId="{41FF685B-386C-A21B-620E-D91DA769AA6C}"/>
          </ac:grpSpMkLst>
        </pc:grpChg>
        <pc:grpChg chg="del mod">
          <ac:chgData name="Pi, Yalong" userId="c9a3dc08-26f0-490d-b190-2780270c58e1" providerId="ADAL" clId="{F398E26A-6AC4-4DD8-A7B3-CD9F6274E7E3}" dt="2025-04-13T22:03:01.089" v="4226"/>
          <ac:grpSpMkLst>
            <pc:docMk/>
            <pc:sldMk cId="3583247520" sldId="364"/>
            <ac:grpSpMk id="93" creationId="{6D2D20C2-3C85-4137-EA45-B11B260E9EFE}"/>
          </ac:grpSpMkLst>
        </pc:grpChg>
        <pc:grpChg chg="del mod">
          <ac:chgData name="Pi, Yalong" userId="c9a3dc08-26f0-490d-b190-2780270c58e1" providerId="ADAL" clId="{F398E26A-6AC4-4DD8-A7B3-CD9F6274E7E3}" dt="2025-04-13T22:03:01.089" v="4226"/>
          <ac:grpSpMkLst>
            <pc:docMk/>
            <pc:sldMk cId="3583247520" sldId="364"/>
            <ac:grpSpMk id="104" creationId="{2D69D213-0211-4223-33DA-41446AC8A124}"/>
          </ac:grpSpMkLst>
        </pc:grpChg>
        <pc:grpChg chg="del mod">
          <ac:chgData name="Pi, Yalong" userId="c9a3dc08-26f0-490d-b190-2780270c58e1" providerId="ADAL" clId="{F398E26A-6AC4-4DD8-A7B3-CD9F6274E7E3}" dt="2025-04-13T22:03:01.089" v="4226"/>
          <ac:grpSpMkLst>
            <pc:docMk/>
            <pc:sldMk cId="3583247520" sldId="364"/>
            <ac:grpSpMk id="105" creationId="{0AC377C7-E9E5-FF8C-18C4-C19E739BA85A}"/>
          </ac:grpSpMkLst>
        </pc:grpChg>
        <pc:grpChg chg="del mod">
          <ac:chgData name="Pi, Yalong" userId="c9a3dc08-26f0-490d-b190-2780270c58e1" providerId="ADAL" clId="{F398E26A-6AC4-4DD8-A7B3-CD9F6274E7E3}" dt="2025-04-13T22:03:12.485" v="4241"/>
          <ac:grpSpMkLst>
            <pc:docMk/>
            <pc:sldMk cId="3583247520" sldId="364"/>
            <ac:grpSpMk id="106" creationId="{AD3607AB-C918-D808-7C96-B8F82B8407D8}"/>
          </ac:grpSpMkLst>
        </pc:grpChg>
        <pc:grpChg chg="del mod">
          <ac:chgData name="Pi, Yalong" userId="c9a3dc08-26f0-490d-b190-2780270c58e1" providerId="ADAL" clId="{F398E26A-6AC4-4DD8-A7B3-CD9F6274E7E3}" dt="2025-04-13T22:03:03.798" v="4233"/>
          <ac:grpSpMkLst>
            <pc:docMk/>
            <pc:sldMk cId="3583247520" sldId="364"/>
            <ac:grpSpMk id="108" creationId="{EA25DEA3-63AB-8FB5-89A9-4D7636A13CE4}"/>
          </ac:grpSpMkLst>
        </pc:grpChg>
        <pc:grpChg chg="mod">
          <ac:chgData name="Pi, Yalong" userId="c9a3dc08-26f0-490d-b190-2780270c58e1" providerId="ADAL" clId="{F398E26A-6AC4-4DD8-A7B3-CD9F6274E7E3}" dt="2025-04-13T22:03:03.798" v="4233"/>
          <ac:grpSpMkLst>
            <pc:docMk/>
            <pc:sldMk cId="3583247520" sldId="364"/>
            <ac:grpSpMk id="115" creationId="{A2B58B46-A93D-01BE-7B72-C9F563CE7F50}"/>
          </ac:grpSpMkLst>
        </pc:grpChg>
        <pc:grpChg chg="del mod">
          <ac:chgData name="Pi, Yalong" userId="c9a3dc08-26f0-490d-b190-2780270c58e1" providerId="ADAL" clId="{F398E26A-6AC4-4DD8-A7B3-CD9F6274E7E3}" dt="2025-04-13T22:03:17.582" v="4250"/>
          <ac:grpSpMkLst>
            <pc:docMk/>
            <pc:sldMk cId="3583247520" sldId="364"/>
            <ac:grpSpMk id="123" creationId="{5369A7CF-FB13-70EB-ED96-6E92CBE84614}"/>
          </ac:grpSpMkLst>
        </pc:grpChg>
        <pc:grpChg chg="mod">
          <ac:chgData name="Pi, Yalong" userId="c9a3dc08-26f0-490d-b190-2780270c58e1" providerId="ADAL" clId="{F398E26A-6AC4-4DD8-A7B3-CD9F6274E7E3}" dt="2025-04-13T22:03:17.582" v="4250"/>
          <ac:grpSpMkLst>
            <pc:docMk/>
            <pc:sldMk cId="3583247520" sldId="364"/>
            <ac:grpSpMk id="132" creationId="{223B2B66-6BEA-2221-67D3-EFCB4DE5594F}"/>
          </ac:grpSpMkLst>
        </pc:grpChg>
        <pc:grpChg chg="del mod">
          <ac:chgData name="Pi, Yalong" userId="c9a3dc08-26f0-490d-b190-2780270c58e1" providerId="ADAL" clId="{F398E26A-6AC4-4DD8-A7B3-CD9F6274E7E3}" dt="2025-04-13T22:03:24.681" v="4260"/>
          <ac:grpSpMkLst>
            <pc:docMk/>
            <pc:sldMk cId="3583247520" sldId="364"/>
            <ac:grpSpMk id="137" creationId="{F1BB86F0-407F-A437-448C-ED5CD42A8002}"/>
          </ac:grpSpMkLst>
        </pc:grpChg>
        <pc:grpChg chg="del mod">
          <ac:chgData name="Pi, Yalong" userId="c9a3dc08-26f0-490d-b190-2780270c58e1" providerId="ADAL" clId="{F398E26A-6AC4-4DD8-A7B3-CD9F6274E7E3}" dt="2025-04-13T22:03:28.123" v="4263"/>
          <ac:grpSpMkLst>
            <pc:docMk/>
            <pc:sldMk cId="3583247520" sldId="364"/>
            <ac:grpSpMk id="142" creationId="{8781BA33-202A-6B8A-0D42-3DCD0F7FFE1E}"/>
          </ac:grpSpMkLst>
        </pc:grpChg>
        <pc:grpChg chg="del mod">
          <ac:chgData name="Pi, Yalong" userId="c9a3dc08-26f0-490d-b190-2780270c58e1" providerId="ADAL" clId="{F398E26A-6AC4-4DD8-A7B3-CD9F6274E7E3}" dt="2025-04-13T22:15:23.240" v="4374"/>
          <ac:grpSpMkLst>
            <pc:docMk/>
            <pc:sldMk cId="3583247520" sldId="364"/>
            <ac:grpSpMk id="145" creationId="{8680BB24-2F1B-374E-ACFE-33B05A91AF41}"/>
          </ac:grpSpMkLst>
        </pc:grpChg>
        <pc:grpChg chg="del mod">
          <ac:chgData name="Pi, Yalong" userId="c9a3dc08-26f0-490d-b190-2780270c58e1" providerId="ADAL" clId="{F398E26A-6AC4-4DD8-A7B3-CD9F6274E7E3}" dt="2025-04-13T22:03:38.427" v="4270"/>
          <ac:grpSpMkLst>
            <pc:docMk/>
            <pc:sldMk cId="3583247520" sldId="364"/>
            <ac:grpSpMk id="148" creationId="{3DBB146D-9540-3CC8-41F7-B6970307F160}"/>
          </ac:grpSpMkLst>
        </pc:grpChg>
        <pc:grpChg chg="del mod">
          <ac:chgData name="Pi, Yalong" userId="c9a3dc08-26f0-490d-b190-2780270c58e1" providerId="ADAL" clId="{F398E26A-6AC4-4DD8-A7B3-CD9F6274E7E3}" dt="2025-04-13T22:03:42.727" v="4275"/>
          <ac:grpSpMkLst>
            <pc:docMk/>
            <pc:sldMk cId="3583247520" sldId="364"/>
            <ac:grpSpMk id="150" creationId="{15F58110-0565-7CAE-0671-0BC18964CE72}"/>
          </ac:grpSpMkLst>
        </pc:grpChg>
        <pc:grpChg chg="del mod">
          <ac:chgData name="Pi, Yalong" userId="c9a3dc08-26f0-490d-b190-2780270c58e1" providerId="ADAL" clId="{F398E26A-6AC4-4DD8-A7B3-CD9F6274E7E3}" dt="2025-04-13T22:03:48.445" v="4288"/>
          <ac:grpSpMkLst>
            <pc:docMk/>
            <pc:sldMk cId="3583247520" sldId="364"/>
            <ac:grpSpMk id="155" creationId="{703C8FBD-1445-A72F-1D73-3962CB2137BF}"/>
          </ac:grpSpMkLst>
        </pc:grpChg>
        <pc:grpChg chg="del mod">
          <ac:chgData name="Pi, Yalong" userId="c9a3dc08-26f0-490d-b190-2780270c58e1" providerId="ADAL" clId="{F398E26A-6AC4-4DD8-A7B3-CD9F6274E7E3}" dt="2025-04-13T22:15:36.142" v="4376"/>
          <ac:grpSpMkLst>
            <pc:docMk/>
            <pc:sldMk cId="3583247520" sldId="364"/>
            <ac:grpSpMk id="168" creationId="{BF1D7C55-A68A-915B-3346-193DC437A3C1}"/>
          </ac:grpSpMkLst>
        </pc:grpChg>
        <pc:grpChg chg="mod">
          <ac:chgData name="Pi, Yalong" userId="c9a3dc08-26f0-490d-b190-2780270c58e1" providerId="ADAL" clId="{F398E26A-6AC4-4DD8-A7B3-CD9F6274E7E3}" dt="2025-04-13T22:03:55.898" v="4294"/>
          <ac:grpSpMkLst>
            <pc:docMk/>
            <pc:sldMk cId="3583247520" sldId="364"/>
            <ac:grpSpMk id="174" creationId="{2EECAEFC-2DB2-CB6F-B90B-A0B6D0EEA4B8}"/>
          </ac:grpSpMkLst>
        </pc:grpChg>
        <pc:grpChg chg="del mod">
          <ac:chgData name="Pi, Yalong" userId="c9a3dc08-26f0-490d-b190-2780270c58e1" providerId="ADAL" clId="{F398E26A-6AC4-4DD8-A7B3-CD9F6274E7E3}" dt="2025-04-13T22:15:36.142" v="4376"/>
          <ac:grpSpMkLst>
            <pc:docMk/>
            <pc:sldMk cId="3583247520" sldId="364"/>
            <ac:grpSpMk id="187" creationId="{B883AFE5-BD9B-1339-3E13-78A0D28C9E83}"/>
          </ac:grpSpMkLst>
        </pc:grpChg>
        <pc:grpChg chg="del mod">
          <ac:chgData name="Pi, Yalong" userId="c9a3dc08-26f0-490d-b190-2780270c58e1" providerId="ADAL" clId="{F398E26A-6AC4-4DD8-A7B3-CD9F6274E7E3}" dt="2025-04-13T22:15:23.240" v="4374"/>
          <ac:grpSpMkLst>
            <pc:docMk/>
            <pc:sldMk cId="3583247520" sldId="364"/>
            <ac:grpSpMk id="197" creationId="{330D58B3-6261-39BB-0447-4D6850CEC993}"/>
          </ac:grpSpMkLst>
        </pc:grpChg>
        <pc:grpChg chg="del mod">
          <ac:chgData name="Pi, Yalong" userId="c9a3dc08-26f0-490d-b190-2780270c58e1" providerId="ADAL" clId="{F398E26A-6AC4-4DD8-A7B3-CD9F6274E7E3}" dt="2025-04-13T22:15:01.410" v="4363"/>
          <ac:grpSpMkLst>
            <pc:docMk/>
            <pc:sldMk cId="3583247520" sldId="364"/>
            <ac:grpSpMk id="201" creationId="{F3C69ECB-610A-5C43-0EE4-01D37740A13E}"/>
          </ac:grpSpMkLst>
        </pc:grpChg>
        <pc:grpChg chg="del mod">
          <ac:chgData name="Pi, Yalong" userId="c9a3dc08-26f0-490d-b190-2780270c58e1" providerId="ADAL" clId="{F398E26A-6AC4-4DD8-A7B3-CD9F6274E7E3}" dt="2025-04-13T22:15:23.240" v="4374"/>
          <ac:grpSpMkLst>
            <pc:docMk/>
            <pc:sldMk cId="3583247520" sldId="364"/>
            <ac:grpSpMk id="205" creationId="{A5EA3F93-473C-6D29-66C9-7CD7FE6E73A9}"/>
          </ac:grpSpMkLst>
        </pc:grpChg>
        <pc:grpChg chg="del mod">
          <ac:chgData name="Pi, Yalong" userId="c9a3dc08-26f0-490d-b190-2780270c58e1" providerId="ADAL" clId="{F398E26A-6AC4-4DD8-A7B3-CD9F6274E7E3}" dt="2025-04-13T22:15:13.917" v="4367"/>
          <ac:grpSpMkLst>
            <pc:docMk/>
            <pc:sldMk cId="3583247520" sldId="364"/>
            <ac:grpSpMk id="208" creationId="{55248A01-5522-DB87-4EB2-AD3B7CC2E7AB}"/>
          </ac:grpSpMkLst>
        </pc:grpChg>
        <pc:grpChg chg="mod">
          <ac:chgData name="Pi, Yalong" userId="c9a3dc08-26f0-490d-b190-2780270c58e1" providerId="ADAL" clId="{F398E26A-6AC4-4DD8-A7B3-CD9F6274E7E3}" dt="2025-04-13T22:15:23.240" v="4374"/>
          <ac:grpSpMkLst>
            <pc:docMk/>
            <pc:sldMk cId="3583247520" sldId="364"/>
            <ac:grpSpMk id="214" creationId="{408B06EE-DD10-F4E6-E3FF-AC41AEE13CC4}"/>
          </ac:grpSpMkLst>
        </pc:grpChg>
        <pc:grpChg chg="del mod">
          <ac:chgData name="Pi, Yalong" userId="c9a3dc08-26f0-490d-b190-2780270c58e1" providerId="ADAL" clId="{F398E26A-6AC4-4DD8-A7B3-CD9F6274E7E3}" dt="2025-04-13T22:15:36.142" v="4376"/>
          <ac:grpSpMkLst>
            <pc:docMk/>
            <pc:sldMk cId="3583247520" sldId="364"/>
            <ac:grpSpMk id="215" creationId="{30D97655-D273-061E-4845-FADB062F04A9}"/>
          </ac:grpSpMkLst>
        </pc:grpChg>
        <pc:grpChg chg="add del mod">
          <ac:chgData name="Pi, Yalong" userId="c9a3dc08-26f0-490d-b190-2780270c58e1" providerId="ADAL" clId="{F398E26A-6AC4-4DD8-A7B3-CD9F6274E7E3}" dt="2025-04-13T22:16:04.054" v="4393" actId="165"/>
          <ac:grpSpMkLst>
            <pc:docMk/>
            <pc:sldMk cId="3583247520" sldId="364"/>
            <ac:grpSpMk id="217" creationId="{13C0E3D6-E7DC-2F4A-F4C8-BC45F9B48BD6}"/>
          </ac:grpSpMkLst>
        </pc:grpChg>
        <pc:grpChg chg="add del mod">
          <ac:chgData name="Pi, Yalong" userId="c9a3dc08-26f0-490d-b190-2780270c58e1" providerId="ADAL" clId="{F398E26A-6AC4-4DD8-A7B3-CD9F6274E7E3}" dt="2025-04-13T22:15:46.827" v="4389"/>
          <ac:grpSpMkLst>
            <pc:docMk/>
            <pc:sldMk cId="3583247520" sldId="364"/>
            <ac:grpSpMk id="222" creationId="{0CB1C643-A3D1-3085-C995-07BA375239D1}"/>
          </ac:grpSpMkLst>
        </pc:grpChg>
        <pc:grpChg chg="mod">
          <ac:chgData name="Pi, Yalong" userId="c9a3dc08-26f0-490d-b190-2780270c58e1" providerId="ADAL" clId="{F398E26A-6AC4-4DD8-A7B3-CD9F6274E7E3}" dt="2025-04-13T22:15:45.579" v="4386"/>
          <ac:grpSpMkLst>
            <pc:docMk/>
            <pc:sldMk cId="3583247520" sldId="364"/>
            <ac:grpSpMk id="225" creationId="{7F0C83F6-4226-911B-75C8-A8CD7274AAE9}"/>
          </ac:grpSpMkLst>
        </pc:grpChg>
        <pc:grpChg chg="add del mod">
          <ac:chgData name="Pi, Yalong" userId="c9a3dc08-26f0-490d-b190-2780270c58e1" providerId="ADAL" clId="{F398E26A-6AC4-4DD8-A7B3-CD9F6274E7E3}" dt="2025-04-13T22:18:56.290" v="4543"/>
          <ac:grpSpMkLst>
            <pc:docMk/>
            <pc:sldMk cId="3583247520" sldId="364"/>
            <ac:grpSpMk id="226" creationId="{C1939E09-9F52-D918-001C-AAD076DE68B0}"/>
          </ac:grpSpMkLst>
        </pc:grpChg>
        <pc:grpChg chg="del mod">
          <ac:chgData name="Pi, Yalong" userId="c9a3dc08-26f0-490d-b190-2780270c58e1" providerId="ADAL" clId="{F398E26A-6AC4-4DD8-A7B3-CD9F6274E7E3}" dt="2025-04-13T22:16:23.387" v="4409"/>
          <ac:grpSpMkLst>
            <pc:docMk/>
            <pc:sldMk cId="3583247520" sldId="364"/>
            <ac:grpSpMk id="229" creationId="{9A979C0E-19E9-F169-DF8C-29D96E366159}"/>
          </ac:grpSpMkLst>
        </pc:grpChg>
        <pc:grpChg chg="del mod">
          <ac:chgData name="Pi, Yalong" userId="c9a3dc08-26f0-490d-b190-2780270c58e1" providerId="ADAL" clId="{F398E26A-6AC4-4DD8-A7B3-CD9F6274E7E3}" dt="2025-04-13T22:16:23.387" v="4409"/>
          <ac:grpSpMkLst>
            <pc:docMk/>
            <pc:sldMk cId="3583247520" sldId="364"/>
            <ac:grpSpMk id="240" creationId="{34F2BA44-592A-95C4-B031-69E62BB5CE8D}"/>
          </ac:grpSpMkLst>
        </pc:grpChg>
        <pc:grpChg chg="del mod">
          <ac:chgData name="Pi, Yalong" userId="c9a3dc08-26f0-490d-b190-2780270c58e1" providerId="ADAL" clId="{F398E26A-6AC4-4DD8-A7B3-CD9F6274E7E3}" dt="2025-04-13T22:16:26.549" v="4416"/>
          <ac:grpSpMkLst>
            <pc:docMk/>
            <pc:sldMk cId="3583247520" sldId="364"/>
            <ac:grpSpMk id="241" creationId="{8BDFB6F3-3A09-630D-341A-F8C89D365D64}"/>
          </ac:grpSpMkLst>
        </pc:grpChg>
        <pc:grpChg chg="del mod">
          <ac:chgData name="Pi, Yalong" userId="c9a3dc08-26f0-490d-b190-2780270c58e1" providerId="ADAL" clId="{F398E26A-6AC4-4DD8-A7B3-CD9F6274E7E3}" dt="2025-04-13T22:16:28.520" v="4418"/>
          <ac:grpSpMkLst>
            <pc:docMk/>
            <pc:sldMk cId="3583247520" sldId="364"/>
            <ac:grpSpMk id="248" creationId="{B6A9AE39-04E4-9C2C-649C-65D63BC1E66A}"/>
          </ac:grpSpMkLst>
        </pc:grpChg>
        <pc:grpChg chg="del mod">
          <ac:chgData name="Pi, Yalong" userId="c9a3dc08-26f0-490d-b190-2780270c58e1" providerId="ADAL" clId="{F398E26A-6AC4-4DD8-A7B3-CD9F6274E7E3}" dt="2025-04-13T22:16:30.290" v="4420"/>
          <ac:grpSpMkLst>
            <pc:docMk/>
            <pc:sldMk cId="3583247520" sldId="364"/>
            <ac:grpSpMk id="250" creationId="{51B1C0AF-7E03-993F-6B8B-CD9AB49F7243}"/>
          </ac:grpSpMkLst>
        </pc:grpChg>
        <pc:grpChg chg="mod">
          <ac:chgData name="Pi, Yalong" userId="c9a3dc08-26f0-490d-b190-2780270c58e1" providerId="ADAL" clId="{F398E26A-6AC4-4DD8-A7B3-CD9F6274E7E3}" dt="2025-04-13T22:16:30.290" v="4420"/>
          <ac:grpSpMkLst>
            <pc:docMk/>
            <pc:sldMk cId="3583247520" sldId="364"/>
            <ac:grpSpMk id="252" creationId="{01429D6A-6D6D-52C7-FC07-C3263F35F20C}"/>
          </ac:grpSpMkLst>
        </pc:grpChg>
        <pc:grpChg chg="del mod">
          <ac:chgData name="Pi, Yalong" userId="c9a3dc08-26f0-490d-b190-2780270c58e1" providerId="ADAL" clId="{F398E26A-6AC4-4DD8-A7B3-CD9F6274E7E3}" dt="2025-04-13T22:18:56.290" v="4543"/>
          <ac:grpSpMkLst>
            <pc:docMk/>
            <pc:sldMk cId="3583247520" sldId="364"/>
            <ac:grpSpMk id="255" creationId="{9C9CA67D-0020-7E76-FF5C-DD6B2C64F5AB}"/>
          </ac:grpSpMkLst>
        </pc:grpChg>
        <pc:grpChg chg="del mod">
          <ac:chgData name="Pi, Yalong" userId="c9a3dc08-26f0-490d-b190-2780270c58e1" providerId="ADAL" clId="{F398E26A-6AC4-4DD8-A7B3-CD9F6274E7E3}" dt="2025-04-13T22:18:55.301" v="4541"/>
          <ac:grpSpMkLst>
            <pc:docMk/>
            <pc:sldMk cId="3583247520" sldId="364"/>
            <ac:grpSpMk id="258" creationId="{F19BC852-CD96-8A6A-C452-4C8AEA165DC9}"/>
          </ac:grpSpMkLst>
        </pc:grpChg>
        <pc:grpChg chg="del mod">
          <ac:chgData name="Pi, Yalong" userId="c9a3dc08-26f0-490d-b190-2780270c58e1" providerId="ADAL" clId="{F398E26A-6AC4-4DD8-A7B3-CD9F6274E7E3}" dt="2025-04-13T22:18:56.290" v="4543"/>
          <ac:grpSpMkLst>
            <pc:docMk/>
            <pc:sldMk cId="3583247520" sldId="364"/>
            <ac:grpSpMk id="266" creationId="{BA0A451A-07C8-1434-D7EF-855B5D19438B}"/>
          </ac:grpSpMkLst>
        </pc:grpChg>
        <pc:grpChg chg="del mod">
          <ac:chgData name="Pi, Yalong" userId="c9a3dc08-26f0-490d-b190-2780270c58e1" providerId="ADAL" clId="{F398E26A-6AC4-4DD8-A7B3-CD9F6274E7E3}" dt="2025-04-13T22:19:03.830" v="4560"/>
          <ac:grpSpMkLst>
            <pc:docMk/>
            <pc:sldMk cId="3583247520" sldId="364"/>
            <ac:grpSpMk id="268" creationId="{8686B27B-9B22-BA15-E5CC-B7C5AD6B902E}"/>
          </ac:grpSpMkLst>
        </pc:grpChg>
        <pc:grpChg chg="mod">
          <ac:chgData name="Pi, Yalong" userId="c9a3dc08-26f0-490d-b190-2780270c58e1" providerId="ADAL" clId="{F398E26A-6AC4-4DD8-A7B3-CD9F6274E7E3}" dt="2025-04-13T22:19:03.830" v="4560"/>
          <ac:grpSpMkLst>
            <pc:docMk/>
            <pc:sldMk cId="3583247520" sldId="364"/>
            <ac:grpSpMk id="285" creationId="{3BD75A0C-1893-14A1-1609-6D63B5BB0591}"/>
          </ac:grpSpMkLst>
        </pc:grpChg>
        <pc:inkChg chg="add mod">
          <ac:chgData name="Pi, Yalong" userId="c9a3dc08-26f0-490d-b190-2780270c58e1" providerId="ADAL" clId="{F398E26A-6AC4-4DD8-A7B3-CD9F6274E7E3}" dt="2025-04-13T22:01:18.692" v="4148"/>
          <ac:inkMkLst>
            <pc:docMk/>
            <pc:sldMk cId="3583247520" sldId="364"/>
            <ac:inkMk id="3" creationId="{5F659FF4-A6FC-4D57-6E85-1FE55E6964A5}"/>
          </ac:inkMkLst>
        </pc:inkChg>
        <pc:inkChg chg="add mod">
          <ac:chgData name="Pi, Yalong" userId="c9a3dc08-26f0-490d-b190-2780270c58e1" providerId="ADAL" clId="{F398E26A-6AC4-4DD8-A7B3-CD9F6274E7E3}" dt="2025-04-13T22:01:12.942" v="4140"/>
          <ac:inkMkLst>
            <pc:docMk/>
            <pc:sldMk cId="3583247520" sldId="364"/>
            <ac:inkMk id="4" creationId="{CF3DE2E0-2A0F-1DBB-57D2-097048F0B4BF}"/>
          </ac:inkMkLst>
        </pc:inkChg>
        <pc:inkChg chg="add mod">
          <ac:chgData name="Pi, Yalong" userId="c9a3dc08-26f0-490d-b190-2780270c58e1" providerId="ADAL" clId="{F398E26A-6AC4-4DD8-A7B3-CD9F6274E7E3}" dt="2025-04-13T22:02:21.080" v="4180"/>
          <ac:inkMkLst>
            <pc:docMk/>
            <pc:sldMk cId="3583247520" sldId="364"/>
            <ac:inkMk id="5" creationId="{7177936A-8BE0-B793-44A1-929E30F2DD1A}"/>
          </ac:inkMkLst>
        </pc:inkChg>
        <pc:inkChg chg="add">
          <ac:chgData name="Pi, Yalong" userId="c9a3dc08-26f0-490d-b190-2780270c58e1" providerId="ADAL" clId="{F398E26A-6AC4-4DD8-A7B3-CD9F6274E7E3}" dt="2025-04-13T22:01:08.439" v="4130" actId="9405"/>
          <ac:inkMkLst>
            <pc:docMk/>
            <pc:sldMk cId="3583247520" sldId="364"/>
            <ac:inkMk id="7" creationId="{EA18251C-7A87-3D3D-5247-F5D4F53E47BB}"/>
          </ac:inkMkLst>
        </pc:inkChg>
        <pc:inkChg chg="add mod">
          <ac:chgData name="Pi, Yalong" userId="c9a3dc08-26f0-490d-b190-2780270c58e1" providerId="ADAL" clId="{F398E26A-6AC4-4DD8-A7B3-CD9F6274E7E3}" dt="2025-04-13T22:02:21.080" v="4180"/>
          <ac:inkMkLst>
            <pc:docMk/>
            <pc:sldMk cId="3583247520" sldId="364"/>
            <ac:inkMk id="8" creationId="{30D23871-C644-9DCF-DC06-7AC2B6F9AD6E}"/>
          </ac:inkMkLst>
        </pc:inkChg>
        <pc:inkChg chg="add">
          <ac:chgData name="Pi, Yalong" userId="c9a3dc08-26f0-490d-b190-2780270c58e1" providerId="ADAL" clId="{F398E26A-6AC4-4DD8-A7B3-CD9F6274E7E3}" dt="2025-04-13T22:01:09.749" v="4132" actId="9405"/>
          <ac:inkMkLst>
            <pc:docMk/>
            <pc:sldMk cId="3583247520" sldId="364"/>
            <ac:inkMk id="9" creationId="{730A49D6-DEF3-24B2-1C25-1E58944A031B}"/>
          </ac:inkMkLst>
        </pc:inkChg>
        <pc:inkChg chg="add mod">
          <ac:chgData name="Pi, Yalong" userId="c9a3dc08-26f0-490d-b190-2780270c58e1" providerId="ADAL" clId="{F398E26A-6AC4-4DD8-A7B3-CD9F6274E7E3}" dt="2025-04-13T22:01:12.942" v="4140"/>
          <ac:inkMkLst>
            <pc:docMk/>
            <pc:sldMk cId="3583247520" sldId="364"/>
            <ac:inkMk id="10" creationId="{22C8B7E8-29BD-CDE6-CC39-C430B8499FB3}"/>
          </ac:inkMkLst>
        </pc:inkChg>
        <pc:inkChg chg="add mod">
          <ac:chgData name="Pi, Yalong" userId="c9a3dc08-26f0-490d-b190-2780270c58e1" providerId="ADAL" clId="{F398E26A-6AC4-4DD8-A7B3-CD9F6274E7E3}" dt="2025-04-13T22:02:21.080" v="4180"/>
          <ac:inkMkLst>
            <pc:docMk/>
            <pc:sldMk cId="3583247520" sldId="364"/>
            <ac:inkMk id="11" creationId="{CE27644A-F458-EFC1-547D-ED2D4E0B3203}"/>
          </ac:inkMkLst>
        </pc:inkChg>
        <pc:inkChg chg="add mod">
          <ac:chgData name="Pi, Yalong" userId="c9a3dc08-26f0-490d-b190-2780270c58e1" providerId="ADAL" clId="{F398E26A-6AC4-4DD8-A7B3-CD9F6274E7E3}" dt="2025-04-13T22:01:12.942" v="4140"/>
          <ac:inkMkLst>
            <pc:docMk/>
            <pc:sldMk cId="3583247520" sldId="364"/>
            <ac:inkMk id="12" creationId="{EC77378E-2F53-242C-8860-C4A68E274FAB}"/>
          </ac:inkMkLst>
        </pc:inkChg>
        <pc:inkChg chg="add mod">
          <ac:chgData name="Pi, Yalong" userId="c9a3dc08-26f0-490d-b190-2780270c58e1" providerId="ADAL" clId="{F398E26A-6AC4-4DD8-A7B3-CD9F6274E7E3}" dt="2025-04-13T22:02:21.080" v="4180"/>
          <ac:inkMkLst>
            <pc:docMk/>
            <pc:sldMk cId="3583247520" sldId="364"/>
            <ac:inkMk id="13" creationId="{8ED7638D-9702-F777-60D1-6E64B46202E5}"/>
          </ac:inkMkLst>
        </pc:inkChg>
        <pc:inkChg chg="add mod">
          <ac:chgData name="Pi, Yalong" userId="c9a3dc08-26f0-490d-b190-2780270c58e1" providerId="ADAL" clId="{F398E26A-6AC4-4DD8-A7B3-CD9F6274E7E3}" dt="2025-04-13T22:01:12.942" v="4140"/>
          <ac:inkMkLst>
            <pc:docMk/>
            <pc:sldMk cId="3583247520" sldId="364"/>
            <ac:inkMk id="14" creationId="{404C728F-618E-6DC8-C232-FCCD855A5AE5}"/>
          </ac:inkMkLst>
        </pc:inkChg>
        <pc:inkChg chg="add mod">
          <ac:chgData name="Pi, Yalong" userId="c9a3dc08-26f0-490d-b190-2780270c58e1" providerId="ADAL" clId="{F398E26A-6AC4-4DD8-A7B3-CD9F6274E7E3}" dt="2025-04-13T22:01:12.942" v="4140"/>
          <ac:inkMkLst>
            <pc:docMk/>
            <pc:sldMk cId="3583247520" sldId="364"/>
            <ac:inkMk id="15" creationId="{94691418-CBE1-B1E3-D855-BE1EA86499C6}"/>
          </ac:inkMkLst>
        </pc:inkChg>
        <pc:inkChg chg="add mod">
          <ac:chgData name="Pi, Yalong" userId="c9a3dc08-26f0-490d-b190-2780270c58e1" providerId="ADAL" clId="{F398E26A-6AC4-4DD8-A7B3-CD9F6274E7E3}" dt="2025-04-13T22:02:21.080" v="4180"/>
          <ac:inkMkLst>
            <pc:docMk/>
            <pc:sldMk cId="3583247520" sldId="364"/>
            <ac:inkMk id="16" creationId="{9F724C99-DE0C-DE37-7A4A-B897CB79FA62}"/>
          </ac:inkMkLst>
        </pc:inkChg>
        <pc:inkChg chg="add mod">
          <ac:chgData name="Pi, Yalong" userId="c9a3dc08-26f0-490d-b190-2780270c58e1" providerId="ADAL" clId="{F398E26A-6AC4-4DD8-A7B3-CD9F6274E7E3}" dt="2025-04-13T22:02:21.080" v="4180"/>
          <ac:inkMkLst>
            <pc:docMk/>
            <pc:sldMk cId="3583247520" sldId="364"/>
            <ac:inkMk id="19" creationId="{7D0B640D-022F-C60C-696E-E5EF0ED0C998}"/>
          </ac:inkMkLst>
        </pc:inkChg>
        <pc:inkChg chg="add mod">
          <ac:chgData name="Pi, Yalong" userId="c9a3dc08-26f0-490d-b190-2780270c58e1" providerId="ADAL" clId="{F398E26A-6AC4-4DD8-A7B3-CD9F6274E7E3}" dt="2025-04-13T22:02:21.080" v="4180"/>
          <ac:inkMkLst>
            <pc:docMk/>
            <pc:sldMk cId="3583247520" sldId="364"/>
            <ac:inkMk id="20" creationId="{E7DA7AF5-CE04-6DEC-2FD1-AC84D8B1218C}"/>
          </ac:inkMkLst>
        </pc:inkChg>
        <pc:inkChg chg="add">
          <ac:chgData name="Pi, Yalong" userId="c9a3dc08-26f0-490d-b190-2780270c58e1" providerId="ADAL" clId="{F398E26A-6AC4-4DD8-A7B3-CD9F6274E7E3}" dt="2025-04-13T22:01:14.169" v="4143" actId="9405"/>
          <ac:inkMkLst>
            <pc:docMk/>
            <pc:sldMk cId="3583247520" sldId="364"/>
            <ac:inkMk id="21" creationId="{5EFB4F49-F4A4-A795-62DD-390C849B4E92}"/>
          </ac:inkMkLst>
        </pc:inkChg>
        <pc:inkChg chg="add">
          <ac:chgData name="Pi, Yalong" userId="c9a3dc08-26f0-490d-b190-2780270c58e1" providerId="ADAL" clId="{F398E26A-6AC4-4DD8-A7B3-CD9F6274E7E3}" dt="2025-04-13T22:01:14.711" v="4144" actId="9405"/>
          <ac:inkMkLst>
            <pc:docMk/>
            <pc:sldMk cId="3583247520" sldId="364"/>
            <ac:inkMk id="22" creationId="{1E0963C4-388E-516A-C6C3-6BF5B0E0479B}"/>
          </ac:inkMkLst>
        </pc:inkChg>
        <pc:inkChg chg="add">
          <ac:chgData name="Pi, Yalong" userId="c9a3dc08-26f0-490d-b190-2780270c58e1" providerId="ADAL" clId="{F398E26A-6AC4-4DD8-A7B3-CD9F6274E7E3}" dt="2025-04-13T22:01:16.734" v="4146" actId="9405"/>
          <ac:inkMkLst>
            <pc:docMk/>
            <pc:sldMk cId="3583247520" sldId="364"/>
            <ac:inkMk id="25" creationId="{17B370E8-BD0B-D35E-5032-0E0CB845F90F}"/>
          </ac:inkMkLst>
        </pc:inkChg>
        <pc:inkChg chg="add">
          <ac:chgData name="Pi, Yalong" userId="c9a3dc08-26f0-490d-b190-2780270c58e1" providerId="ADAL" clId="{F398E26A-6AC4-4DD8-A7B3-CD9F6274E7E3}" dt="2025-04-13T22:01:17.761" v="4147" actId="9405"/>
          <ac:inkMkLst>
            <pc:docMk/>
            <pc:sldMk cId="3583247520" sldId="364"/>
            <ac:inkMk id="26" creationId="{2A9B4486-1760-0C31-0366-D69A70323126}"/>
          </ac:inkMkLst>
        </pc:inkChg>
        <pc:inkChg chg="add mod">
          <ac:chgData name="Pi, Yalong" userId="c9a3dc08-26f0-490d-b190-2780270c58e1" providerId="ADAL" clId="{F398E26A-6AC4-4DD8-A7B3-CD9F6274E7E3}" dt="2025-04-13T22:02:21.080" v="4180"/>
          <ac:inkMkLst>
            <pc:docMk/>
            <pc:sldMk cId="3583247520" sldId="364"/>
            <ac:inkMk id="28" creationId="{570E6ED4-C257-A925-A8A3-FAF6516CB3FC}"/>
          </ac:inkMkLst>
        </pc:inkChg>
        <pc:inkChg chg="add mod">
          <ac:chgData name="Pi, Yalong" userId="c9a3dc08-26f0-490d-b190-2780270c58e1" providerId="ADAL" clId="{F398E26A-6AC4-4DD8-A7B3-CD9F6274E7E3}" dt="2025-04-13T22:01:20.497" v="4151"/>
          <ac:inkMkLst>
            <pc:docMk/>
            <pc:sldMk cId="3583247520" sldId="364"/>
            <ac:inkMk id="29" creationId="{ACE207AD-7262-87AA-0633-6111752AFCCD}"/>
          </ac:inkMkLst>
        </pc:inkChg>
        <pc:inkChg chg="add">
          <ac:chgData name="Pi, Yalong" userId="c9a3dc08-26f0-490d-b190-2780270c58e1" providerId="ADAL" clId="{F398E26A-6AC4-4DD8-A7B3-CD9F6274E7E3}" dt="2025-04-13T22:01:21.488" v="4152" actId="9405"/>
          <ac:inkMkLst>
            <pc:docMk/>
            <pc:sldMk cId="3583247520" sldId="364"/>
            <ac:inkMk id="31" creationId="{FB770C67-9686-D259-0E42-C73F62933B86}"/>
          </ac:inkMkLst>
        </pc:inkChg>
        <pc:inkChg chg="add">
          <ac:chgData name="Pi, Yalong" userId="c9a3dc08-26f0-490d-b190-2780270c58e1" providerId="ADAL" clId="{F398E26A-6AC4-4DD8-A7B3-CD9F6274E7E3}" dt="2025-04-13T22:01:21.814" v="4153" actId="9405"/>
          <ac:inkMkLst>
            <pc:docMk/>
            <pc:sldMk cId="3583247520" sldId="364"/>
            <ac:inkMk id="32" creationId="{FC28A7C7-C7AF-3AEC-5A3F-C6FD6582843C}"/>
          </ac:inkMkLst>
        </pc:inkChg>
        <pc:inkChg chg="add mod">
          <ac:chgData name="Pi, Yalong" userId="c9a3dc08-26f0-490d-b190-2780270c58e1" providerId="ADAL" clId="{F398E26A-6AC4-4DD8-A7B3-CD9F6274E7E3}" dt="2025-04-13T22:01:24.993" v="4157"/>
          <ac:inkMkLst>
            <pc:docMk/>
            <pc:sldMk cId="3583247520" sldId="364"/>
            <ac:inkMk id="34" creationId="{1B792508-7376-A2C1-3370-CDB2859E987E}"/>
          </ac:inkMkLst>
        </pc:inkChg>
        <pc:inkChg chg="add mod">
          <ac:chgData name="Pi, Yalong" userId="c9a3dc08-26f0-490d-b190-2780270c58e1" providerId="ADAL" clId="{F398E26A-6AC4-4DD8-A7B3-CD9F6274E7E3}" dt="2025-04-13T22:01:24.993" v="4157"/>
          <ac:inkMkLst>
            <pc:docMk/>
            <pc:sldMk cId="3583247520" sldId="364"/>
            <ac:inkMk id="35" creationId="{F8319978-C675-ACD6-2B3F-77DE63C1A3EB}"/>
          </ac:inkMkLst>
        </pc:inkChg>
        <pc:inkChg chg="add">
          <ac:chgData name="Pi, Yalong" userId="c9a3dc08-26f0-490d-b190-2780270c58e1" providerId="ADAL" clId="{F398E26A-6AC4-4DD8-A7B3-CD9F6274E7E3}" dt="2025-04-13T22:01:26.018" v="4158" actId="9405"/>
          <ac:inkMkLst>
            <pc:docMk/>
            <pc:sldMk cId="3583247520" sldId="364"/>
            <ac:inkMk id="37" creationId="{2D1B723C-6428-4660-D6A1-2409AAEB9D6E}"/>
          </ac:inkMkLst>
        </pc:inkChg>
        <pc:inkChg chg="add mod">
          <ac:chgData name="Pi, Yalong" userId="c9a3dc08-26f0-490d-b190-2780270c58e1" providerId="ADAL" clId="{F398E26A-6AC4-4DD8-A7B3-CD9F6274E7E3}" dt="2025-04-13T22:01:29.931" v="4161"/>
          <ac:inkMkLst>
            <pc:docMk/>
            <pc:sldMk cId="3583247520" sldId="364"/>
            <ac:inkMk id="38" creationId="{79A35EEB-5C69-1E06-F1A1-40F471546524}"/>
          </ac:inkMkLst>
        </pc:inkChg>
        <pc:inkChg chg="add mod">
          <ac:chgData name="Pi, Yalong" userId="c9a3dc08-26f0-490d-b190-2780270c58e1" providerId="ADAL" clId="{F398E26A-6AC4-4DD8-A7B3-CD9F6274E7E3}" dt="2025-04-13T22:01:29.931" v="4161"/>
          <ac:inkMkLst>
            <pc:docMk/>
            <pc:sldMk cId="3583247520" sldId="364"/>
            <ac:inkMk id="39" creationId="{1ED3C899-4C3A-B515-B7A7-101C01F7B5BB}"/>
          </ac:inkMkLst>
        </pc:inkChg>
        <pc:inkChg chg="add mod">
          <ac:chgData name="Pi, Yalong" userId="c9a3dc08-26f0-490d-b190-2780270c58e1" providerId="ADAL" clId="{F398E26A-6AC4-4DD8-A7B3-CD9F6274E7E3}" dt="2025-04-13T22:02:07.283" v="4168"/>
          <ac:inkMkLst>
            <pc:docMk/>
            <pc:sldMk cId="3583247520" sldId="364"/>
            <ac:inkMk id="41" creationId="{A4264AC6-035C-A994-471D-985EB67B65E7}"/>
          </ac:inkMkLst>
        </pc:inkChg>
        <pc:inkChg chg="add mod">
          <ac:chgData name="Pi, Yalong" userId="c9a3dc08-26f0-490d-b190-2780270c58e1" providerId="ADAL" clId="{F398E26A-6AC4-4DD8-A7B3-CD9F6274E7E3}" dt="2025-04-13T22:02:07.283" v="4168"/>
          <ac:inkMkLst>
            <pc:docMk/>
            <pc:sldMk cId="3583247520" sldId="364"/>
            <ac:inkMk id="42" creationId="{43F7A18B-2E14-C0E2-4AEB-2798AAE57A6A}"/>
          </ac:inkMkLst>
        </pc:inkChg>
        <pc:inkChg chg="add mod">
          <ac:chgData name="Pi, Yalong" userId="c9a3dc08-26f0-490d-b190-2780270c58e1" providerId="ADAL" clId="{F398E26A-6AC4-4DD8-A7B3-CD9F6274E7E3}" dt="2025-04-13T22:02:07.283" v="4168"/>
          <ac:inkMkLst>
            <pc:docMk/>
            <pc:sldMk cId="3583247520" sldId="364"/>
            <ac:inkMk id="43" creationId="{81BD2C1B-4C89-4AC6-7538-B09811FD4123}"/>
          </ac:inkMkLst>
        </pc:inkChg>
        <pc:inkChg chg="add mod">
          <ac:chgData name="Pi, Yalong" userId="c9a3dc08-26f0-490d-b190-2780270c58e1" providerId="ADAL" clId="{F398E26A-6AC4-4DD8-A7B3-CD9F6274E7E3}" dt="2025-04-13T22:02:07.283" v="4168"/>
          <ac:inkMkLst>
            <pc:docMk/>
            <pc:sldMk cId="3583247520" sldId="364"/>
            <ac:inkMk id="44" creationId="{B9BEA997-FB9A-9FDD-9811-3FB701640CD9}"/>
          </ac:inkMkLst>
        </pc:inkChg>
        <pc:inkChg chg="add mod">
          <ac:chgData name="Pi, Yalong" userId="c9a3dc08-26f0-490d-b190-2780270c58e1" providerId="ADAL" clId="{F398E26A-6AC4-4DD8-A7B3-CD9F6274E7E3}" dt="2025-04-13T22:02:07.283" v="4168"/>
          <ac:inkMkLst>
            <pc:docMk/>
            <pc:sldMk cId="3583247520" sldId="364"/>
            <ac:inkMk id="46" creationId="{A3C8C4AD-FBAB-79A1-6259-B6A017D6F86F}"/>
          </ac:inkMkLst>
        </pc:inkChg>
        <pc:inkChg chg="add mod">
          <ac:chgData name="Pi, Yalong" userId="c9a3dc08-26f0-490d-b190-2780270c58e1" providerId="ADAL" clId="{F398E26A-6AC4-4DD8-A7B3-CD9F6274E7E3}" dt="2025-04-13T22:02:14.215" v="4172"/>
          <ac:inkMkLst>
            <pc:docMk/>
            <pc:sldMk cId="3583247520" sldId="364"/>
            <ac:inkMk id="48" creationId="{0A2D4659-6C73-29F5-FD15-0CB2AEDACC9A}"/>
          </ac:inkMkLst>
        </pc:inkChg>
        <pc:inkChg chg="add mod">
          <ac:chgData name="Pi, Yalong" userId="c9a3dc08-26f0-490d-b190-2780270c58e1" providerId="ADAL" clId="{F398E26A-6AC4-4DD8-A7B3-CD9F6274E7E3}" dt="2025-04-13T22:02:14.215" v="4172"/>
          <ac:inkMkLst>
            <pc:docMk/>
            <pc:sldMk cId="3583247520" sldId="364"/>
            <ac:inkMk id="49" creationId="{9ADF7469-DBEC-67C2-7DEC-B774F9483815}"/>
          </ac:inkMkLst>
        </pc:inkChg>
        <pc:inkChg chg="add mod">
          <ac:chgData name="Pi, Yalong" userId="c9a3dc08-26f0-490d-b190-2780270c58e1" providerId="ADAL" clId="{F398E26A-6AC4-4DD8-A7B3-CD9F6274E7E3}" dt="2025-04-13T22:02:14.215" v="4172"/>
          <ac:inkMkLst>
            <pc:docMk/>
            <pc:sldMk cId="3583247520" sldId="364"/>
            <ac:inkMk id="50" creationId="{E972CDB6-5CF4-4BF8-EEBD-F443FDCA8542}"/>
          </ac:inkMkLst>
        </pc:inkChg>
        <pc:inkChg chg="add mod">
          <ac:chgData name="Pi, Yalong" userId="c9a3dc08-26f0-490d-b190-2780270c58e1" providerId="ADAL" clId="{F398E26A-6AC4-4DD8-A7B3-CD9F6274E7E3}" dt="2025-04-13T22:02:16.869" v="4177"/>
          <ac:inkMkLst>
            <pc:docMk/>
            <pc:sldMk cId="3583247520" sldId="364"/>
            <ac:inkMk id="52" creationId="{C0A1094F-0B37-6A2A-1894-82E33708DAD6}"/>
          </ac:inkMkLst>
        </pc:inkChg>
        <pc:inkChg chg="add mod">
          <ac:chgData name="Pi, Yalong" userId="c9a3dc08-26f0-490d-b190-2780270c58e1" providerId="ADAL" clId="{F398E26A-6AC4-4DD8-A7B3-CD9F6274E7E3}" dt="2025-04-13T22:16:28.520" v="4418"/>
          <ac:inkMkLst>
            <pc:docMk/>
            <pc:sldMk cId="3583247520" sldId="364"/>
            <ac:inkMk id="53" creationId="{64686C9D-7D1F-B4E5-3609-389714C0FBF6}"/>
          </ac:inkMkLst>
        </pc:inkChg>
        <pc:inkChg chg="add mod">
          <ac:chgData name="Pi, Yalong" userId="c9a3dc08-26f0-490d-b190-2780270c58e1" providerId="ADAL" clId="{F398E26A-6AC4-4DD8-A7B3-CD9F6274E7E3}" dt="2025-04-13T22:16:30.290" v="4420"/>
          <ac:inkMkLst>
            <pc:docMk/>
            <pc:sldMk cId="3583247520" sldId="364"/>
            <ac:inkMk id="54" creationId="{8D72E15D-AD04-0E35-A856-B497A5EBEF32}"/>
          </ac:inkMkLst>
        </pc:inkChg>
        <pc:inkChg chg="add mod">
          <ac:chgData name="Pi, Yalong" userId="c9a3dc08-26f0-490d-b190-2780270c58e1" providerId="ADAL" clId="{F398E26A-6AC4-4DD8-A7B3-CD9F6274E7E3}" dt="2025-04-13T22:02:16.869" v="4177"/>
          <ac:inkMkLst>
            <pc:docMk/>
            <pc:sldMk cId="3583247520" sldId="364"/>
            <ac:inkMk id="55" creationId="{DEA002EA-ED24-A4FA-40E6-5FC445800CEF}"/>
          </ac:inkMkLst>
        </pc:inkChg>
        <pc:inkChg chg="add">
          <ac:chgData name="Pi, Yalong" userId="c9a3dc08-26f0-490d-b190-2780270c58e1" providerId="ADAL" clId="{F398E26A-6AC4-4DD8-A7B3-CD9F6274E7E3}" dt="2025-04-13T22:02:20.092" v="4178" actId="9405"/>
          <ac:inkMkLst>
            <pc:docMk/>
            <pc:sldMk cId="3583247520" sldId="364"/>
            <ac:inkMk id="57" creationId="{677724D0-C9B8-7ABE-572A-1DEABB03A347}"/>
          </ac:inkMkLst>
        </pc:inkChg>
        <pc:inkChg chg="add">
          <ac:chgData name="Pi, Yalong" userId="c9a3dc08-26f0-490d-b190-2780270c58e1" providerId="ADAL" clId="{F398E26A-6AC4-4DD8-A7B3-CD9F6274E7E3}" dt="2025-04-13T22:02:20.547" v="4179" actId="9405"/>
          <ac:inkMkLst>
            <pc:docMk/>
            <pc:sldMk cId="3583247520" sldId="364"/>
            <ac:inkMk id="58" creationId="{89581A0E-9248-3D66-2545-B71A437F2E2E}"/>
          </ac:inkMkLst>
        </pc:inkChg>
        <pc:inkChg chg="add mod">
          <ac:chgData name="Pi, Yalong" userId="c9a3dc08-26f0-490d-b190-2780270c58e1" providerId="ADAL" clId="{F398E26A-6AC4-4DD8-A7B3-CD9F6274E7E3}" dt="2025-04-13T22:16:30.290" v="4420"/>
          <ac:inkMkLst>
            <pc:docMk/>
            <pc:sldMk cId="3583247520" sldId="364"/>
            <ac:inkMk id="60" creationId="{607F2BE0-709A-2F4D-6905-5CCF60223DC6}"/>
          </ac:inkMkLst>
        </pc:inkChg>
        <pc:inkChg chg="add mod">
          <ac:chgData name="Pi, Yalong" userId="c9a3dc08-26f0-490d-b190-2780270c58e1" providerId="ADAL" clId="{F398E26A-6AC4-4DD8-A7B3-CD9F6274E7E3}" dt="2025-04-13T22:16:26.549" v="4416"/>
          <ac:inkMkLst>
            <pc:docMk/>
            <pc:sldMk cId="3583247520" sldId="364"/>
            <ac:inkMk id="61" creationId="{E892839A-D9C9-96BE-013A-F78DB290D1B5}"/>
          </ac:inkMkLst>
        </pc:inkChg>
        <pc:inkChg chg="add mod">
          <ac:chgData name="Pi, Yalong" userId="c9a3dc08-26f0-490d-b190-2780270c58e1" providerId="ADAL" clId="{F398E26A-6AC4-4DD8-A7B3-CD9F6274E7E3}" dt="2025-04-13T22:03:30.749" v="4265"/>
          <ac:inkMkLst>
            <pc:docMk/>
            <pc:sldMk cId="3583247520" sldId="364"/>
            <ac:inkMk id="62" creationId="{ECCF66DE-C151-4FDD-DFFD-4D56E084F58A}"/>
          </ac:inkMkLst>
        </pc:inkChg>
        <pc:inkChg chg="add mod">
          <ac:chgData name="Pi, Yalong" userId="c9a3dc08-26f0-490d-b190-2780270c58e1" providerId="ADAL" clId="{F398E26A-6AC4-4DD8-A7B3-CD9F6274E7E3}" dt="2025-04-13T22:16:30.290" v="4420"/>
          <ac:inkMkLst>
            <pc:docMk/>
            <pc:sldMk cId="3583247520" sldId="364"/>
            <ac:inkMk id="63" creationId="{D635F6B3-CAD2-4156-2ABB-92752D9B18C8}"/>
          </ac:inkMkLst>
        </pc:inkChg>
        <pc:inkChg chg="add mod">
          <ac:chgData name="Pi, Yalong" userId="c9a3dc08-26f0-490d-b190-2780270c58e1" providerId="ADAL" clId="{F398E26A-6AC4-4DD8-A7B3-CD9F6274E7E3}" dt="2025-04-13T22:02:28.538" v="4191"/>
          <ac:inkMkLst>
            <pc:docMk/>
            <pc:sldMk cId="3583247520" sldId="364"/>
            <ac:inkMk id="64" creationId="{4EDBE36C-4506-9F47-D247-41B2FE4E9C35}"/>
          </ac:inkMkLst>
        </pc:inkChg>
        <pc:inkChg chg="add mod">
          <ac:chgData name="Pi, Yalong" userId="c9a3dc08-26f0-490d-b190-2780270c58e1" providerId="ADAL" clId="{F398E26A-6AC4-4DD8-A7B3-CD9F6274E7E3}" dt="2025-04-13T22:16:30.290" v="4420"/>
          <ac:inkMkLst>
            <pc:docMk/>
            <pc:sldMk cId="3583247520" sldId="364"/>
            <ac:inkMk id="65" creationId="{D2296339-0D9D-4ACC-D232-FB105EF60B3A}"/>
          </ac:inkMkLst>
        </pc:inkChg>
        <pc:inkChg chg="add mod">
          <ac:chgData name="Pi, Yalong" userId="c9a3dc08-26f0-490d-b190-2780270c58e1" providerId="ADAL" clId="{F398E26A-6AC4-4DD8-A7B3-CD9F6274E7E3}" dt="2025-04-13T22:16:26.549" v="4416"/>
          <ac:inkMkLst>
            <pc:docMk/>
            <pc:sldMk cId="3583247520" sldId="364"/>
            <ac:inkMk id="66" creationId="{2A56C4F1-8733-CA91-85B7-661781D7DDFD}"/>
          </ac:inkMkLst>
        </pc:inkChg>
        <pc:inkChg chg="add mod">
          <ac:chgData name="Pi, Yalong" userId="c9a3dc08-26f0-490d-b190-2780270c58e1" providerId="ADAL" clId="{F398E26A-6AC4-4DD8-A7B3-CD9F6274E7E3}" dt="2025-04-13T22:02:28.538" v="4191"/>
          <ac:inkMkLst>
            <pc:docMk/>
            <pc:sldMk cId="3583247520" sldId="364"/>
            <ac:inkMk id="67" creationId="{1F760715-463B-D64D-C2A5-442D02153EF0}"/>
          </ac:inkMkLst>
        </pc:inkChg>
        <pc:inkChg chg="add mod topLvl">
          <ac:chgData name="Pi, Yalong" userId="c9a3dc08-26f0-490d-b190-2780270c58e1" providerId="ADAL" clId="{F398E26A-6AC4-4DD8-A7B3-CD9F6274E7E3}" dt="2025-04-13T22:16:28.520" v="4418"/>
          <ac:inkMkLst>
            <pc:docMk/>
            <pc:sldMk cId="3583247520" sldId="364"/>
            <ac:inkMk id="68" creationId="{A9D2786C-4E95-014D-26F4-408AEE69215B}"/>
          </ac:inkMkLst>
        </pc:inkChg>
        <pc:inkChg chg="add mod">
          <ac:chgData name="Pi, Yalong" userId="c9a3dc08-26f0-490d-b190-2780270c58e1" providerId="ADAL" clId="{F398E26A-6AC4-4DD8-A7B3-CD9F6274E7E3}" dt="2025-04-13T22:03:22.174" v="4255"/>
          <ac:inkMkLst>
            <pc:docMk/>
            <pc:sldMk cId="3583247520" sldId="364"/>
            <ac:inkMk id="69" creationId="{DAC0FCC4-E95F-0D2B-4E0D-0F6224341436}"/>
          </ac:inkMkLst>
        </pc:inkChg>
        <pc:inkChg chg="add">
          <ac:chgData name="Pi, Yalong" userId="c9a3dc08-26f0-490d-b190-2780270c58e1" providerId="ADAL" clId="{F398E26A-6AC4-4DD8-A7B3-CD9F6274E7E3}" dt="2025-04-13T22:02:39.544" v="4192" actId="9405"/>
          <ac:inkMkLst>
            <pc:docMk/>
            <pc:sldMk cId="3583247520" sldId="364"/>
            <ac:inkMk id="72" creationId="{6C9B13AA-5E6C-1833-56BC-18D3DEE782E1}"/>
          </ac:inkMkLst>
        </pc:inkChg>
        <pc:inkChg chg="add mod">
          <ac:chgData name="Pi, Yalong" userId="c9a3dc08-26f0-490d-b190-2780270c58e1" providerId="ADAL" clId="{F398E26A-6AC4-4DD8-A7B3-CD9F6274E7E3}" dt="2025-04-13T22:03:03.798" v="4233"/>
          <ac:inkMkLst>
            <pc:docMk/>
            <pc:sldMk cId="3583247520" sldId="364"/>
            <ac:inkMk id="73" creationId="{1DB7A14B-9E3D-F5C4-3974-ECA93030362D}"/>
          </ac:inkMkLst>
        </pc:inkChg>
        <pc:inkChg chg="add mod">
          <ac:chgData name="Pi, Yalong" userId="c9a3dc08-26f0-490d-b190-2780270c58e1" providerId="ADAL" clId="{F398E26A-6AC4-4DD8-A7B3-CD9F6274E7E3}" dt="2025-04-13T22:03:03.798" v="4233"/>
          <ac:inkMkLst>
            <pc:docMk/>
            <pc:sldMk cId="3583247520" sldId="364"/>
            <ac:inkMk id="74" creationId="{CF515386-AC59-5ED7-7369-70E705D10338}"/>
          </ac:inkMkLst>
        </pc:inkChg>
        <pc:inkChg chg="add">
          <ac:chgData name="Pi, Yalong" userId="c9a3dc08-26f0-490d-b190-2780270c58e1" providerId="ADAL" clId="{F398E26A-6AC4-4DD8-A7B3-CD9F6274E7E3}" dt="2025-04-13T22:02:41.774" v="4195" actId="9405"/>
          <ac:inkMkLst>
            <pc:docMk/>
            <pc:sldMk cId="3583247520" sldId="364"/>
            <ac:inkMk id="75" creationId="{1B702BCB-8C72-1880-CE5E-6832B9E2D2B5}"/>
          </ac:inkMkLst>
        </pc:inkChg>
        <pc:inkChg chg="add mod">
          <ac:chgData name="Pi, Yalong" userId="c9a3dc08-26f0-490d-b190-2780270c58e1" providerId="ADAL" clId="{F398E26A-6AC4-4DD8-A7B3-CD9F6274E7E3}" dt="2025-04-13T22:02:49.037" v="4206"/>
          <ac:inkMkLst>
            <pc:docMk/>
            <pc:sldMk cId="3583247520" sldId="364"/>
            <ac:inkMk id="76" creationId="{837654A8-4785-4F1F-F0F7-ABF590AF1C33}"/>
          </ac:inkMkLst>
        </pc:inkChg>
        <pc:inkChg chg="add mod">
          <ac:chgData name="Pi, Yalong" userId="c9a3dc08-26f0-490d-b190-2780270c58e1" providerId="ADAL" clId="{F398E26A-6AC4-4DD8-A7B3-CD9F6274E7E3}" dt="2025-04-13T22:03:03.798" v="4233"/>
          <ac:inkMkLst>
            <pc:docMk/>
            <pc:sldMk cId="3583247520" sldId="364"/>
            <ac:inkMk id="77" creationId="{C655F615-2640-4C25-2DC9-7D673B5F2DC2}"/>
          </ac:inkMkLst>
        </pc:inkChg>
        <pc:inkChg chg="add mod">
          <ac:chgData name="Pi, Yalong" userId="c9a3dc08-26f0-490d-b190-2780270c58e1" providerId="ADAL" clId="{F398E26A-6AC4-4DD8-A7B3-CD9F6274E7E3}" dt="2025-04-13T22:02:49.037" v="4206"/>
          <ac:inkMkLst>
            <pc:docMk/>
            <pc:sldMk cId="3583247520" sldId="364"/>
            <ac:inkMk id="78" creationId="{35B407AF-7EE9-69B2-72DC-D60685E295FF}"/>
          </ac:inkMkLst>
        </pc:inkChg>
        <pc:inkChg chg="add mod">
          <ac:chgData name="Pi, Yalong" userId="c9a3dc08-26f0-490d-b190-2780270c58e1" providerId="ADAL" clId="{F398E26A-6AC4-4DD8-A7B3-CD9F6274E7E3}" dt="2025-04-13T22:02:54.667" v="4213"/>
          <ac:inkMkLst>
            <pc:docMk/>
            <pc:sldMk cId="3583247520" sldId="364"/>
            <ac:inkMk id="79" creationId="{3E668E61-289E-FF76-AEFA-29B7D51EB7BF}"/>
          </ac:inkMkLst>
        </pc:inkChg>
        <pc:inkChg chg="add mod">
          <ac:chgData name="Pi, Yalong" userId="c9a3dc08-26f0-490d-b190-2780270c58e1" providerId="ADAL" clId="{F398E26A-6AC4-4DD8-A7B3-CD9F6274E7E3}" dt="2025-04-13T22:02:54.667" v="4213"/>
          <ac:inkMkLst>
            <pc:docMk/>
            <pc:sldMk cId="3583247520" sldId="364"/>
            <ac:inkMk id="80" creationId="{21060F01-53CE-F2F6-D3C1-396870D65E35}"/>
          </ac:inkMkLst>
        </pc:inkChg>
        <pc:inkChg chg="add mod">
          <ac:chgData name="Pi, Yalong" userId="c9a3dc08-26f0-490d-b190-2780270c58e1" providerId="ADAL" clId="{F398E26A-6AC4-4DD8-A7B3-CD9F6274E7E3}" dt="2025-04-13T22:02:54.667" v="4213"/>
          <ac:inkMkLst>
            <pc:docMk/>
            <pc:sldMk cId="3583247520" sldId="364"/>
            <ac:inkMk id="81" creationId="{428F66A1-7223-4F8A-A357-C28E2B60020F}"/>
          </ac:inkMkLst>
        </pc:inkChg>
        <pc:inkChg chg="add mod">
          <ac:chgData name="Pi, Yalong" userId="c9a3dc08-26f0-490d-b190-2780270c58e1" providerId="ADAL" clId="{F398E26A-6AC4-4DD8-A7B3-CD9F6274E7E3}" dt="2025-04-13T22:02:54.667" v="4213"/>
          <ac:inkMkLst>
            <pc:docMk/>
            <pc:sldMk cId="3583247520" sldId="364"/>
            <ac:inkMk id="82" creationId="{730E0E71-17CD-501D-B703-F7CEA62B584C}"/>
          </ac:inkMkLst>
        </pc:inkChg>
        <pc:inkChg chg="add mod">
          <ac:chgData name="Pi, Yalong" userId="c9a3dc08-26f0-490d-b190-2780270c58e1" providerId="ADAL" clId="{F398E26A-6AC4-4DD8-A7B3-CD9F6274E7E3}" dt="2025-04-13T22:02:54.667" v="4213"/>
          <ac:inkMkLst>
            <pc:docMk/>
            <pc:sldMk cId="3583247520" sldId="364"/>
            <ac:inkMk id="83" creationId="{CC75B773-3AC2-6FDA-47B3-5D968D2889D9}"/>
          </ac:inkMkLst>
        </pc:inkChg>
        <pc:inkChg chg="add del">
          <ac:chgData name="Pi, Yalong" userId="c9a3dc08-26f0-490d-b190-2780270c58e1" providerId="ADAL" clId="{F398E26A-6AC4-4DD8-A7B3-CD9F6274E7E3}" dt="2025-04-13T22:02:51.186" v="4210"/>
          <ac:inkMkLst>
            <pc:docMk/>
            <pc:sldMk cId="3583247520" sldId="364"/>
            <ac:inkMk id="84" creationId="{2B52AE3A-93B8-8A1F-6EE3-09A9DBE3B2EF}"/>
          </ac:inkMkLst>
        </pc:inkChg>
        <pc:inkChg chg="add del mod">
          <ac:chgData name="Pi, Yalong" userId="c9a3dc08-26f0-490d-b190-2780270c58e1" providerId="ADAL" clId="{F398E26A-6AC4-4DD8-A7B3-CD9F6274E7E3}" dt="2025-04-13T22:02:51.397" v="4211"/>
          <ac:inkMkLst>
            <pc:docMk/>
            <pc:sldMk cId="3583247520" sldId="364"/>
            <ac:inkMk id="85" creationId="{4FD87D9F-DC8D-A62A-1A8F-641209B6303A}"/>
          </ac:inkMkLst>
        </pc:inkChg>
        <pc:inkChg chg="add mod">
          <ac:chgData name="Pi, Yalong" userId="c9a3dc08-26f0-490d-b190-2780270c58e1" providerId="ADAL" clId="{F398E26A-6AC4-4DD8-A7B3-CD9F6274E7E3}" dt="2025-04-13T22:02:50.399" v="4209"/>
          <ac:inkMkLst>
            <pc:docMk/>
            <pc:sldMk cId="3583247520" sldId="364"/>
            <ac:inkMk id="89" creationId="{D14757E7-7A4B-D59F-D4CC-FCCEC5A870FE}"/>
          </ac:inkMkLst>
        </pc:inkChg>
        <pc:inkChg chg="add mod">
          <ac:chgData name="Pi, Yalong" userId="c9a3dc08-26f0-490d-b190-2780270c58e1" providerId="ADAL" clId="{F398E26A-6AC4-4DD8-A7B3-CD9F6274E7E3}" dt="2025-04-13T22:02:50.399" v="4209"/>
          <ac:inkMkLst>
            <pc:docMk/>
            <pc:sldMk cId="3583247520" sldId="364"/>
            <ac:inkMk id="90" creationId="{D123AF20-DF4C-7C4D-E808-7AB073A631A1}"/>
          </ac:inkMkLst>
        </pc:inkChg>
        <pc:inkChg chg="add mod">
          <ac:chgData name="Pi, Yalong" userId="c9a3dc08-26f0-490d-b190-2780270c58e1" providerId="ADAL" clId="{F398E26A-6AC4-4DD8-A7B3-CD9F6274E7E3}" dt="2025-04-13T22:02:54.667" v="4213"/>
          <ac:inkMkLst>
            <pc:docMk/>
            <pc:sldMk cId="3583247520" sldId="364"/>
            <ac:inkMk id="92" creationId="{F85BF937-5D1E-9652-7AD0-4755C791E136}"/>
          </ac:inkMkLst>
        </pc:inkChg>
        <pc:inkChg chg="add mod">
          <ac:chgData name="Pi, Yalong" userId="c9a3dc08-26f0-490d-b190-2780270c58e1" providerId="ADAL" clId="{F398E26A-6AC4-4DD8-A7B3-CD9F6274E7E3}" dt="2025-04-13T22:03:12.485" v="4241"/>
          <ac:inkMkLst>
            <pc:docMk/>
            <pc:sldMk cId="3583247520" sldId="364"/>
            <ac:inkMk id="94" creationId="{8D43E9AC-AC54-541D-DDEF-7BA12A9D4DFF}"/>
          </ac:inkMkLst>
        </pc:inkChg>
        <pc:inkChg chg="add mod">
          <ac:chgData name="Pi, Yalong" userId="c9a3dc08-26f0-490d-b190-2780270c58e1" providerId="ADAL" clId="{F398E26A-6AC4-4DD8-A7B3-CD9F6274E7E3}" dt="2025-04-13T22:03:12.485" v="4241"/>
          <ac:inkMkLst>
            <pc:docMk/>
            <pc:sldMk cId="3583247520" sldId="364"/>
            <ac:inkMk id="95" creationId="{71B7B42A-1B30-6EC5-2817-2C2F2624D31A}"/>
          </ac:inkMkLst>
        </pc:inkChg>
        <pc:inkChg chg="add mod">
          <ac:chgData name="Pi, Yalong" userId="c9a3dc08-26f0-490d-b190-2780270c58e1" providerId="ADAL" clId="{F398E26A-6AC4-4DD8-A7B3-CD9F6274E7E3}" dt="2025-04-13T22:02:59.579" v="4224"/>
          <ac:inkMkLst>
            <pc:docMk/>
            <pc:sldMk cId="3583247520" sldId="364"/>
            <ac:inkMk id="96" creationId="{66ECD01B-81F7-D2C7-DA6E-287CCE2CAD54}"/>
          </ac:inkMkLst>
        </pc:inkChg>
        <pc:inkChg chg="add mod">
          <ac:chgData name="Pi, Yalong" userId="c9a3dc08-26f0-490d-b190-2780270c58e1" providerId="ADAL" clId="{F398E26A-6AC4-4DD8-A7B3-CD9F6274E7E3}" dt="2025-04-13T22:03:03.798" v="4233"/>
          <ac:inkMkLst>
            <pc:docMk/>
            <pc:sldMk cId="3583247520" sldId="364"/>
            <ac:inkMk id="97" creationId="{D8FF7BA2-9FC7-1B40-78BB-9B612D2C3734}"/>
          </ac:inkMkLst>
        </pc:inkChg>
        <pc:inkChg chg="add mod">
          <ac:chgData name="Pi, Yalong" userId="c9a3dc08-26f0-490d-b190-2780270c58e1" providerId="ADAL" clId="{F398E26A-6AC4-4DD8-A7B3-CD9F6274E7E3}" dt="2025-04-13T22:03:03.798" v="4233"/>
          <ac:inkMkLst>
            <pc:docMk/>
            <pc:sldMk cId="3583247520" sldId="364"/>
            <ac:inkMk id="98" creationId="{317810D6-0CF3-98B8-18DD-F728C655DF44}"/>
          </ac:inkMkLst>
        </pc:inkChg>
        <pc:inkChg chg="add mod">
          <ac:chgData name="Pi, Yalong" userId="c9a3dc08-26f0-490d-b190-2780270c58e1" providerId="ADAL" clId="{F398E26A-6AC4-4DD8-A7B3-CD9F6274E7E3}" dt="2025-04-13T22:02:59.579" v="4224"/>
          <ac:inkMkLst>
            <pc:docMk/>
            <pc:sldMk cId="3583247520" sldId="364"/>
            <ac:inkMk id="99" creationId="{B39AEEBF-CC20-8020-7C3F-AE7C285C0834}"/>
          </ac:inkMkLst>
        </pc:inkChg>
        <pc:inkChg chg="add mod">
          <ac:chgData name="Pi, Yalong" userId="c9a3dc08-26f0-490d-b190-2780270c58e1" providerId="ADAL" clId="{F398E26A-6AC4-4DD8-A7B3-CD9F6274E7E3}" dt="2025-04-13T22:02:59.579" v="4224"/>
          <ac:inkMkLst>
            <pc:docMk/>
            <pc:sldMk cId="3583247520" sldId="364"/>
            <ac:inkMk id="100" creationId="{0F236137-746D-B7F9-668F-45A347541053}"/>
          </ac:inkMkLst>
        </pc:inkChg>
        <pc:inkChg chg="add">
          <ac:chgData name="Pi, Yalong" userId="c9a3dc08-26f0-490d-b190-2780270c58e1" providerId="ADAL" clId="{F398E26A-6AC4-4DD8-A7B3-CD9F6274E7E3}" dt="2025-04-13T22:02:58.576" v="4221" actId="9405"/>
          <ac:inkMkLst>
            <pc:docMk/>
            <pc:sldMk cId="3583247520" sldId="364"/>
            <ac:inkMk id="101" creationId="{50B075D5-EFDE-A341-43B5-EFC648725C6A}"/>
          </ac:inkMkLst>
        </pc:inkChg>
        <pc:inkChg chg="add mod">
          <ac:chgData name="Pi, Yalong" userId="c9a3dc08-26f0-490d-b190-2780270c58e1" providerId="ADAL" clId="{F398E26A-6AC4-4DD8-A7B3-CD9F6274E7E3}" dt="2025-04-13T22:02:59.579" v="4224"/>
          <ac:inkMkLst>
            <pc:docMk/>
            <pc:sldMk cId="3583247520" sldId="364"/>
            <ac:inkMk id="102" creationId="{A3802866-CD5A-9370-7B65-BB77D046028D}"/>
          </ac:inkMkLst>
        </pc:inkChg>
        <pc:inkChg chg="add mod">
          <ac:chgData name="Pi, Yalong" userId="c9a3dc08-26f0-490d-b190-2780270c58e1" providerId="ADAL" clId="{F398E26A-6AC4-4DD8-A7B3-CD9F6274E7E3}" dt="2025-04-13T22:02:59.579" v="4224"/>
          <ac:inkMkLst>
            <pc:docMk/>
            <pc:sldMk cId="3583247520" sldId="364"/>
            <ac:inkMk id="103" creationId="{807D798C-5D54-9803-DF69-F339EA789377}"/>
          </ac:inkMkLst>
        </pc:inkChg>
        <pc:inkChg chg="add">
          <ac:chgData name="Pi, Yalong" userId="c9a3dc08-26f0-490d-b190-2780270c58e1" providerId="ADAL" clId="{F398E26A-6AC4-4DD8-A7B3-CD9F6274E7E3}" dt="2025-04-13T22:03:00.574" v="4225" actId="9405"/>
          <ac:inkMkLst>
            <pc:docMk/>
            <pc:sldMk cId="3583247520" sldId="364"/>
            <ac:inkMk id="107" creationId="{0E63508F-011F-5FBC-DE86-874BC188EAEA}"/>
          </ac:inkMkLst>
        </pc:inkChg>
        <pc:inkChg chg="add">
          <ac:chgData name="Pi, Yalong" userId="c9a3dc08-26f0-490d-b190-2780270c58e1" providerId="ADAL" clId="{F398E26A-6AC4-4DD8-A7B3-CD9F6274E7E3}" dt="2025-04-13T22:03:01.350" v="4227" actId="9405"/>
          <ac:inkMkLst>
            <pc:docMk/>
            <pc:sldMk cId="3583247520" sldId="364"/>
            <ac:inkMk id="109" creationId="{D3D22DA0-AF0B-1DE6-B1EC-71D326C5237E}"/>
          </ac:inkMkLst>
        </pc:inkChg>
        <pc:inkChg chg="add">
          <ac:chgData name="Pi, Yalong" userId="c9a3dc08-26f0-490d-b190-2780270c58e1" providerId="ADAL" clId="{F398E26A-6AC4-4DD8-A7B3-CD9F6274E7E3}" dt="2025-04-13T22:03:01.574" v="4228" actId="9405"/>
          <ac:inkMkLst>
            <pc:docMk/>
            <pc:sldMk cId="3583247520" sldId="364"/>
            <ac:inkMk id="110" creationId="{7AE02CFF-8E59-460A-334A-0FA9F5BB7B0B}"/>
          </ac:inkMkLst>
        </pc:inkChg>
        <pc:inkChg chg="add mod">
          <ac:chgData name="Pi, Yalong" userId="c9a3dc08-26f0-490d-b190-2780270c58e1" providerId="ADAL" clId="{F398E26A-6AC4-4DD8-A7B3-CD9F6274E7E3}" dt="2025-04-13T22:03:03.798" v="4233"/>
          <ac:inkMkLst>
            <pc:docMk/>
            <pc:sldMk cId="3583247520" sldId="364"/>
            <ac:inkMk id="111" creationId="{553A8A57-2FE7-2C98-7C5C-6FAD2B02895A}"/>
          </ac:inkMkLst>
        </pc:inkChg>
        <pc:inkChg chg="add mod">
          <ac:chgData name="Pi, Yalong" userId="c9a3dc08-26f0-490d-b190-2780270c58e1" providerId="ADAL" clId="{F398E26A-6AC4-4DD8-A7B3-CD9F6274E7E3}" dt="2025-04-13T22:03:03.798" v="4233"/>
          <ac:inkMkLst>
            <pc:docMk/>
            <pc:sldMk cId="3583247520" sldId="364"/>
            <ac:inkMk id="112" creationId="{07BDD9BC-D326-C5B0-4012-BE8632EC7581}"/>
          </ac:inkMkLst>
        </pc:inkChg>
        <pc:inkChg chg="add mod">
          <ac:chgData name="Pi, Yalong" userId="c9a3dc08-26f0-490d-b190-2780270c58e1" providerId="ADAL" clId="{F398E26A-6AC4-4DD8-A7B3-CD9F6274E7E3}" dt="2025-04-13T22:03:03.798" v="4233"/>
          <ac:inkMkLst>
            <pc:docMk/>
            <pc:sldMk cId="3583247520" sldId="364"/>
            <ac:inkMk id="113" creationId="{A21D6B5A-5A52-23C8-3FA5-A6AFEF6C2971}"/>
          </ac:inkMkLst>
        </pc:inkChg>
        <pc:inkChg chg="add">
          <ac:chgData name="Pi, Yalong" userId="c9a3dc08-26f0-490d-b190-2780270c58e1" providerId="ADAL" clId="{F398E26A-6AC4-4DD8-A7B3-CD9F6274E7E3}" dt="2025-04-13T22:03:03.125" v="4232" actId="9405"/>
          <ac:inkMkLst>
            <pc:docMk/>
            <pc:sldMk cId="3583247520" sldId="364"/>
            <ac:inkMk id="114" creationId="{1A020306-3340-7F01-1FE7-5498868207C5}"/>
          </ac:inkMkLst>
        </pc:inkChg>
        <pc:inkChg chg="add mod">
          <ac:chgData name="Pi, Yalong" userId="c9a3dc08-26f0-490d-b190-2780270c58e1" providerId="ADAL" clId="{F398E26A-6AC4-4DD8-A7B3-CD9F6274E7E3}" dt="2025-04-13T22:03:17.582" v="4250"/>
          <ac:inkMkLst>
            <pc:docMk/>
            <pc:sldMk cId="3583247520" sldId="364"/>
            <ac:inkMk id="116" creationId="{88B2E111-BE22-DB11-77D0-E8DF1003EA0D}"/>
          </ac:inkMkLst>
        </pc:inkChg>
        <pc:inkChg chg="add mod">
          <ac:chgData name="Pi, Yalong" userId="c9a3dc08-26f0-490d-b190-2780270c58e1" providerId="ADAL" clId="{F398E26A-6AC4-4DD8-A7B3-CD9F6274E7E3}" dt="2025-04-13T22:03:17.582" v="4250"/>
          <ac:inkMkLst>
            <pc:docMk/>
            <pc:sldMk cId="3583247520" sldId="364"/>
            <ac:inkMk id="117" creationId="{069B12C3-5439-537E-9709-E879CC1DC8A6}"/>
          </ac:inkMkLst>
        </pc:inkChg>
        <pc:inkChg chg="add mod">
          <ac:chgData name="Pi, Yalong" userId="c9a3dc08-26f0-490d-b190-2780270c58e1" providerId="ADAL" clId="{F398E26A-6AC4-4DD8-A7B3-CD9F6274E7E3}" dt="2025-04-13T22:03:17.582" v="4250"/>
          <ac:inkMkLst>
            <pc:docMk/>
            <pc:sldMk cId="3583247520" sldId="364"/>
            <ac:inkMk id="118" creationId="{F88E0E0E-7F92-4B0F-C41E-2BD5F86058B2}"/>
          </ac:inkMkLst>
        </pc:inkChg>
        <pc:inkChg chg="add mod">
          <ac:chgData name="Pi, Yalong" userId="c9a3dc08-26f0-490d-b190-2780270c58e1" providerId="ADAL" clId="{F398E26A-6AC4-4DD8-A7B3-CD9F6274E7E3}" dt="2025-04-13T22:03:12.485" v="4241"/>
          <ac:inkMkLst>
            <pc:docMk/>
            <pc:sldMk cId="3583247520" sldId="364"/>
            <ac:inkMk id="119" creationId="{990D195A-8A3A-C7E2-A012-1E9B0A3273F4}"/>
          </ac:inkMkLst>
        </pc:inkChg>
        <pc:inkChg chg="add">
          <ac:chgData name="Pi, Yalong" userId="c9a3dc08-26f0-490d-b190-2780270c58e1" providerId="ADAL" clId="{F398E26A-6AC4-4DD8-A7B3-CD9F6274E7E3}" dt="2025-04-13T22:03:10.948" v="4238" actId="9405"/>
          <ac:inkMkLst>
            <pc:docMk/>
            <pc:sldMk cId="3583247520" sldId="364"/>
            <ac:inkMk id="120" creationId="{44EEC231-23A5-9E9D-3946-470765F870EA}"/>
          </ac:inkMkLst>
        </pc:inkChg>
        <pc:inkChg chg="add mod">
          <ac:chgData name="Pi, Yalong" userId="c9a3dc08-26f0-490d-b190-2780270c58e1" providerId="ADAL" clId="{F398E26A-6AC4-4DD8-A7B3-CD9F6274E7E3}" dt="2025-04-13T22:03:12.485" v="4241"/>
          <ac:inkMkLst>
            <pc:docMk/>
            <pc:sldMk cId="3583247520" sldId="364"/>
            <ac:inkMk id="121" creationId="{CDBD7EC0-3665-AAE1-104B-AC7B8FA045B1}"/>
          </ac:inkMkLst>
        </pc:inkChg>
        <pc:inkChg chg="add mod">
          <ac:chgData name="Pi, Yalong" userId="c9a3dc08-26f0-490d-b190-2780270c58e1" providerId="ADAL" clId="{F398E26A-6AC4-4DD8-A7B3-CD9F6274E7E3}" dt="2025-04-13T22:03:12.485" v="4241"/>
          <ac:inkMkLst>
            <pc:docMk/>
            <pc:sldMk cId="3583247520" sldId="364"/>
            <ac:inkMk id="122" creationId="{EC604B87-623C-2C3D-316F-4BC89C9F7590}"/>
          </ac:inkMkLst>
        </pc:inkChg>
        <pc:inkChg chg="add mod">
          <ac:chgData name="Pi, Yalong" userId="c9a3dc08-26f0-490d-b190-2780270c58e1" providerId="ADAL" clId="{F398E26A-6AC4-4DD8-A7B3-CD9F6274E7E3}" dt="2025-04-13T22:03:17.582" v="4250"/>
          <ac:inkMkLst>
            <pc:docMk/>
            <pc:sldMk cId="3583247520" sldId="364"/>
            <ac:inkMk id="124" creationId="{6737278A-6CD5-9C84-7C50-60EAB3DE45DD}"/>
          </ac:inkMkLst>
        </pc:inkChg>
        <pc:inkChg chg="add">
          <ac:chgData name="Pi, Yalong" userId="c9a3dc08-26f0-490d-b190-2780270c58e1" providerId="ADAL" clId="{F398E26A-6AC4-4DD8-A7B3-CD9F6274E7E3}" dt="2025-04-13T22:03:14.116" v="4243" actId="9405"/>
          <ac:inkMkLst>
            <pc:docMk/>
            <pc:sldMk cId="3583247520" sldId="364"/>
            <ac:inkMk id="125" creationId="{05D8FB69-3DFF-331A-C32C-995ED431DB24}"/>
          </ac:inkMkLst>
        </pc:inkChg>
        <pc:inkChg chg="add mod">
          <ac:chgData name="Pi, Yalong" userId="c9a3dc08-26f0-490d-b190-2780270c58e1" providerId="ADAL" clId="{F398E26A-6AC4-4DD8-A7B3-CD9F6274E7E3}" dt="2025-04-13T22:03:17.582" v="4250"/>
          <ac:inkMkLst>
            <pc:docMk/>
            <pc:sldMk cId="3583247520" sldId="364"/>
            <ac:inkMk id="126" creationId="{CC80E7A0-A3A9-F03A-0D29-763ED018945C}"/>
          </ac:inkMkLst>
        </pc:inkChg>
        <pc:inkChg chg="add mod">
          <ac:chgData name="Pi, Yalong" userId="c9a3dc08-26f0-490d-b190-2780270c58e1" providerId="ADAL" clId="{F398E26A-6AC4-4DD8-A7B3-CD9F6274E7E3}" dt="2025-04-13T22:03:17.582" v="4250"/>
          <ac:inkMkLst>
            <pc:docMk/>
            <pc:sldMk cId="3583247520" sldId="364"/>
            <ac:inkMk id="127" creationId="{29E909F5-2794-94FA-BE3D-D02D0BB8F1F4}"/>
          </ac:inkMkLst>
        </pc:inkChg>
        <pc:inkChg chg="add">
          <ac:chgData name="Pi, Yalong" userId="c9a3dc08-26f0-490d-b190-2780270c58e1" providerId="ADAL" clId="{F398E26A-6AC4-4DD8-A7B3-CD9F6274E7E3}" dt="2025-04-13T22:03:15.425" v="4246" actId="9405"/>
          <ac:inkMkLst>
            <pc:docMk/>
            <pc:sldMk cId="3583247520" sldId="364"/>
            <ac:inkMk id="128" creationId="{A5C29907-A5E1-F1CB-8AC9-A71B0EA90384}"/>
          </ac:inkMkLst>
        </pc:inkChg>
        <pc:inkChg chg="add">
          <ac:chgData name="Pi, Yalong" userId="c9a3dc08-26f0-490d-b190-2780270c58e1" providerId="ADAL" clId="{F398E26A-6AC4-4DD8-A7B3-CD9F6274E7E3}" dt="2025-04-13T22:03:15.813" v="4247" actId="9405"/>
          <ac:inkMkLst>
            <pc:docMk/>
            <pc:sldMk cId="3583247520" sldId="364"/>
            <ac:inkMk id="129" creationId="{DB2E5AA5-C084-C910-C73F-3B182CF2099B}"/>
          </ac:inkMkLst>
        </pc:inkChg>
        <pc:inkChg chg="add mod">
          <ac:chgData name="Pi, Yalong" userId="c9a3dc08-26f0-490d-b190-2780270c58e1" providerId="ADAL" clId="{F398E26A-6AC4-4DD8-A7B3-CD9F6274E7E3}" dt="2025-04-13T22:03:17.582" v="4250"/>
          <ac:inkMkLst>
            <pc:docMk/>
            <pc:sldMk cId="3583247520" sldId="364"/>
            <ac:inkMk id="130" creationId="{809FE95E-1BC1-7228-B5D3-BE2D1E88C18D}"/>
          </ac:inkMkLst>
        </pc:inkChg>
        <pc:inkChg chg="add mod">
          <ac:chgData name="Pi, Yalong" userId="c9a3dc08-26f0-490d-b190-2780270c58e1" providerId="ADAL" clId="{F398E26A-6AC4-4DD8-A7B3-CD9F6274E7E3}" dt="2025-04-13T22:03:17.582" v="4250"/>
          <ac:inkMkLst>
            <pc:docMk/>
            <pc:sldMk cId="3583247520" sldId="364"/>
            <ac:inkMk id="131" creationId="{096FAE3F-69E6-FB07-1F05-A2C7C0BE42B6}"/>
          </ac:inkMkLst>
        </pc:inkChg>
        <pc:inkChg chg="add mod">
          <ac:chgData name="Pi, Yalong" userId="c9a3dc08-26f0-490d-b190-2780270c58e1" providerId="ADAL" clId="{F398E26A-6AC4-4DD8-A7B3-CD9F6274E7E3}" dt="2025-04-13T22:03:30.748" v="4264"/>
          <ac:inkMkLst>
            <pc:docMk/>
            <pc:sldMk cId="3583247520" sldId="364"/>
            <ac:inkMk id="133" creationId="{4D96D63F-6761-9E11-0611-E724002E2F4A}"/>
          </ac:inkMkLst>
        </pc:inkChg>
        <pc:inkChg chg="add">
          <ac:chgData name="Pi, Yalong" userId="c9a3dc08-26f0-490d-b190-2780270c58e1" providerId="ADAL" clId="{F398E26A-6AC4-4DD8-A7B3-CD9F6274E7E3}" dt="2025-04-13T22:03:20.789" v="4252" actId="9405"/>
          <ac:inkMkLst>
            <pc:docMk/>
            <pc:sldMk cId="3583247520" sldId="364"/>
            <ac:inkMk id="134" creationId="{FD9D126F-3730-4AEA-EC6A-F051BD4D0AA6}"/>
          </ac:inkMkLst>
        </pc:inkChg>
        <pc:inkChg chg="add mod">
          <ac:chgData name="Pi, Yalong" userId="c9a3dc08-26f0-490d-b190-2780270c58e1" providerId="ADAL" clId="{F398E26A-6AC4-4DD8-A7B3-CD9F6274E7E3}" dt="2025-04-13T22:03:22.174" v="4255"/>
          <ac:inkMkLst>
            <pc:docMk/>
            <pc:sldMk cId="3583247520" sldId="364"/>
            <ac:inkMk id="135" creationId="{563D39B5-D996-9A7B-3C26-FFE5BB71AC39}"/>
          </ac:inkMkLst>
        </pc:inkChg>
        <pc:inkChg chg="add mod">
          <ac:chgData name="Pi, Yalong" userId="c9a3dc08-26f0-490d-b190-2780270c58e1" providerId="ADAL" clId="{F398E26A-6AC4-4DD8-A7B3-CD9F6274E7E3}" dt="2025-04-13T22:03:30.749" v="4265"/>
          <ac:inkMkLst>
            <pc:docMk/>
            <pc:sldMk cId="3583247520" sldId="364"/>
            <ac:inkMk id="136" creationId="{40DAF396-E369-8240-1B11-FA3A2536EBED}"/>
          </ac:inkMkLst>
        </pc:inkChg>
        <pc:inkChg chg="add mod">
          <ac:chgData name="Pi, Yalong" userId="c9a3dc08-26f0-490d-b190-2780270c58e1" providerId="ADAL" clId="{F398E26A-6AC4-4DD8-A7B3-CD9F6274E7E3}" dt="2025-04-13T22:16:26.549" v="4416"/>
          <ac:inkMkLst>
            <pc:docMk/>
            <pc:sldMk cId="3583247520" sldId="364"/>
            <ac:inkMk id="138" creationId="{A223CB35-D651-00B8-9FC0-A4B2D5272226}"/>
          </ac:inkMkLst>
        </pc:inkChg>
        <pc:inkChg chg="add mod topLvl">
          <ac:chgData name="Pi, Yalong" userId="c9a3dc08-26f0-490d-b190-2780270c58e1" providerId="ADAL" clId="{F398E26A-6AC4-4DD8-A7B3-CD9F6274E7E3}" dt="2025-04-13T22:16:26.549" v="4416"/>
          <ac:inkMkLst>
            <pc:docMk/>
            <pc:sldMk cId="3583247520" sldId="364"/>
            <ac:inkMk id="139" creationId="{C4B0A1DB-6AF6-5155-0DB6-080E884C1BA3}"/>
          </ac:inkMkLst>
        </pc:inkChg>
        <pc:inkChg chg="add">
          <ac:chgData name="Pi, Yalong" userId="c9a3dc08-26f0-490d-b190-2780270c58e1" providerId="ADAL" clId="{F398E26A-6AC4-4DD8-A7B3-CD9F6274E7E3}" dt="2025-04-13T22:03:23.629" v="4258" actId="9405"/>
          <ac:inkMkLst>
            <pc:docMk/>
            <pc:sldMk cId="3583247520" sldId="364"/>
            <ac:inkMk id="140" creationId="{EBAF7CFB-AFE0-DDD0-2483-6E3F7211AD57}"/>
          </ac:inkMkLst>
        </pc:inkChg>
        <pc:inkChg chg="add mod">
          <ac:chgData name="Pi, Yalong" userId="c9a3dc08-26f0-490d-b190-2780270c58e1" providerId="ADAL" clId="{F398E26A-6AC4-4DD8-A7B3-CD9F6274E7E3}" dt="2025-04-13T22:03:30.749" v="4265"/>
          <ac:inkMkLst>
            <pc:docMk/>
            <pc:sldMk cId="3583247520" sldId="364"/>
            <ac:inkMk id="141" creationId="{8E114A7A-6F71-8760-2187-E65840A8685A}"/>
          </ac:inkMkLst>
        </pc:inkChg>
        <pc:inkChg chg="add del mod">
          <ac:chgData name="Pi, Yalong" userId="c9a3dc08-26f0-490d-b190-2780270c58e1" providerId="ADAL" clId="{F398E26A-6AC4-4DD8-A7B3-CD9F6274E7E3}" dt="2025-04-13T22:03:30.748" v="4264"/>
          <ac:inkMkLst>
            <pc:docMk/>
            <pc:sldMk cId="3583247520" sldId="364"/>
            <ac:inkMk id="143" creationId="{2BE320B8-FC97-F209-1B9C-E84900FE21AB}"/>
          </ac:inkMkLst>
        </pc:inkChg>
        <pc:inkChg chg="add del">
          <ac:chgData name="Pi, Yalong" userId="c9a3dc08-26f0-490d-b190-2780270c58e1" providerId="ADAL" clId="{F398E26A-6AC4-4DD8-A7B3-CD9F6274E7E3}" dt="2025-04-13T22:03:30.749" v="4265"/>
          <ac:inkMkLst>
            <pc:docMk/>
            <pc:sldMk cId="3583247520" sldId="364"/>
            <ac:inkMk id="144" creationId="{D1E43FB1-712E-743A-A908-9336C50DD8F0}"/>
          </ac:inkMkLst>
        </pc:inkChg>
        <pc:inkChg chg="add mod">
          <ac:chgData name="Pi, Yalong" userId="c9a3dc08-26f0-490d-b190-2780270c58e1" providerId="ADAL" clId="{F398E26A-6AC4-4DD8-A7B3-CD9F6274E7E3}" dt="2025-04-13T22:03:42.727" v="4275"/>
          <ac:inkMkLst>
            <pc:docMk/>
            <pc:sldMk cId="3583247520" sldId="364"/>
            <ac:inkMk id="146" creationId="{9C41594E-91EB-73E1-080D-7BC8CEF6AA93}"/>
          </ac:inkMkLst>
        </pc:inkChg>
        <pc:inkChg chg="add mod">
          <ac:chgData name="Pi, Yalong" userId="c9a3dc08-26f0-490d-b190-2780270c58e1" providerId="ADAL" clId="{F398E26A-6AC4-4DD8-A7B3-CD9F6274E7E3}" dt="2025-04-13T22:18:56.290" v="4543"/>
          <ac:inkMkLst>
            <pc:docMk/>
            <pc:sldMk cId="3583247520" sldId="364"/>
            <ac:inkMk id="147" creationId="{5F696435-FC7D-E1A7-35DB-856078B58822}"/>
          </ac:inkMkLst>
        </pc:inkChg>
        <pc:inkChg chg="add mod">
          <ac:chgData name="Pi, Yalong" userId="c9a3dc08-26f0-490d-b190-2780270c58e1" providerId="ADAL" clId="{F398E26A-6AC4-4DD8-A7B3-CD9F6274E7E3}" dt="2025-04-13T22:18:43.535" v="4527"/>
          <ac:inkMkLst>
            <pc:docMk/>
            <pc:sldMk cId="3583247520" sldId="364"/>
            <ac:inkMk id="149" creationId="{95E5C179-4FA6-9317-8E71-15FEA3852718}"/>
          </ac:inkMkLst>
        </pc:inkChg>
        <pc:inkChg chg="add mod">
          <ac:chgData name="Pi, Yalong" userId="c9a3dc08-26f0-490d-b190-2780270c58e1" providerId="ADAL" clId="{F398E26A-6AC4-4DD8-A7B3-CD9F6274E7E3}" dt="2025-04-13T22:15:36.142" v="4376"/>
          <ac:inkMkLst>
            <pc:docMk/>
            <pc:sldMk cId="3583247520" sldId="364"/>
            <ac:inkMk id="151" creationId="{9B1475DF-B932-E09C-69FD-C5FC3042FC0B}"/>
          </ac:inkMkLst>
        </pc:inkChg>
        <pc:inkChg chg="add mod">
          <ac:chgData name="Pi, Yalong" userId="c9a3dc08-26f0-490d-b190-2780270c58e1" providerId="ADAL" clId="{F398E26A-6AC4-4DD8-A7B3-CD9F6274E7E3}" dt="2025-04-13T22:18:43.535" v="4527"/>
          <ac:inkMkLst>
            <pc:docMk/>
            <pc:sldMk cId="3583247520" sldId="364"/>
            <ac:inkMk id="152" creationId="{E30D6B6E-714F-298D-314B-83A811B6CD75}"/>
          </ac:inkMkLst>
        </pc:inkChg>
        <pc:inkChg chg="add mod topLvl">
          <ac:chgData name="Pi, Yalong" userId="c9a3dc08-26f0-490d-b190-2780270c58e1" providerId="ADAL" clId="{F398E26A-6AC4-4DD8-A7B3-CD9F6274E7E3}" dt="2025-04-13T22:18:43.535" v="4527"/>
          <ac:inkMkLst>
            <pc:docMk/>
            <pc:sldMk cId="3583247520" sldId="364"/>
            <ac:inkMk id="153" creationId="{03C6E380-0E27-88BE-A160-B648150109FC}"/>
          </ac:inkMkLst>
        </pc:inkChg>
        <pc:inkChg chg="add mod">
          <ac:chgData name="Pi, Yalong" userId="c9a3dc08-26f0-490d-b190-2780270c58e1" providerId="ADAL" clId="{F398E26A-6AC4-4DD8-A7B3-CD9F6274E7E3}" dt="2025-04-13T22:03:42.727" v="4275"/>
          <ac:inkMkLst>
            <pc:docMk/>
            <pc:sldMk cId="3583247520" sldId="364"/>
            <ac:inkMk id="154" creationId="{21406305-A326-A79E-16C2-9D23338725B8}"/>
          </ac:inkMkLst>
        </pc:inkChg>
        <pc:inkChg chg="add mod topLvl">
          <ac:chgData name="Pi, Yalong" userId="c9a3dc08-26f0-490d-b190-2780270c58e1" providerId="ADAL" clId="{F398E26A-6AC4-4DD8-A7B3-CD9F6274E7E3}" dt="2025-04-13T22:19:03.830" v="4560"/>
          <ac:inkMkLst>
            <pc:docMk/>
            <pc:sldMk cId="3583247520" sldId="364"/>
            <ac:inkMk id="156" creationId="{6ECAFB65-6DCA-B55E-9D72-28E7E267854B}"/>
          </ac:inkMkLst>
        </pc:inkChg>
        <pc:inkChg chg="add mod">
          <ac:chgData name="Pi, Yalong" userId="c9a3dc08-26f0-490d-b190-2780270c58e1" providerId="ADAL" clId="{F398E26A-6AC4-4DD8-A7B3-CD9F6274E7E3}" dt="2025-04-13T22:18:56.290" v="4543"/>
          <ac:inkMkLst>
            <pc:docMk/>
            <pc:sldMk cId="3583247520" sldId="364"/>
            <ac:inkMk id="157" creationId="{56280891-8677-C8B4-3127-D62592D48EE1}"/>
          </ac:inkMkLst>
        </pc:inkChg>
        <pc:inkChg chg="add mod">
          <ac:chgData name="Pi, Yalong" userId="c9a3dc08-26f0-490d-b190-2780270c58e1" providerId="ADAL" clId="{F398E26A-6AC4-4DD8-A7B3-CD9F6274E7E3}" dt="2025-04-13T22:18:43.535" v="4527"/>
          <ac:inkMkLst>
            <pc:docMk/>
            <pc:sldMk cId="3583247520" sldId="364"/>
            <ac:inkMk id="158" creationId="{E621FF3B-0FA4-FDC2-A258-C09FFF7399D9}"/>
          </ac:inkMkLst>
        </pc:inkChg>
        <pc:inkChg chg="add mod topLvl">
          <ac:chgData name="Pi, Yalong" userId="c9a3dc08-26f0-490d-b190-2780270c58e1" providerId="ADAL" clId="{F398E26A-6AC4-4DD8-A7B3-CD9F6274E7E3}" dt="2025-04-13T22:19:03.830" v="4560"/>
          <ac:inkMkLst>
            <pc:docMk/>
            <pc:sldMk cId="3583247520" sldId="364"/>
            <ac:inkMk id="159" creationId="{AF4125BB-5349-6216-958D-9D0302431FD0}"/>
          </ac:inkMkLst>
        </pc:inkChg>
        <pc:inkChg chg="add">
          <ac:chgData name="Pi, Yalong" userId="c9a3dc08-26f0-490d-b190-2780270c58e1" providerId="ADAL" clId="{F398E26A-6AC4-4DD8-A7B3-CD9F6274E7E3}" dt="2025-04-13T22:03:45.373" v="4280" actId="9405"/>
          <ac:inkMkLst>
            <pc:docMk/>
            <pc:sldMk cId="3583247520" sldId="364"/>
            <ac:inkMk id="160" creationId="{C0E70227-6879-9546-E6C2-AA8E661B0CE4}"/>
          </ac:inkMkLst>
        </pc:inkChg>
        <pc:inkChg chg="add mod">
          <ac:chgData name="Pi, Yalong" userId="c9a3dc08-26f0-490d-b190-2780270c58e1" providerId="ADAL" clId="{F398E26A-6AC4-4DD8-A7B3-CD9F6274E7E3}" dt="2025-04-13T22:18:43.535" v="4526"/>
          <ac:inkMkLst>
            <pc:docMk/>
            <pc:sldMk cId="3583247520" sldId="364"/>
            <ac:inkMk id="161" creationId="{9A2A93E6-937A-A977-ADCC-4FA683FAE175}"/>
          </ac:inkMkLst>
        </pc:inkChg>
        <pc:inkChg chg="add mod">
          <ac:chgData name="Pi, Yalong" userId="c9a3dc08-26f0-490d-b190-2780270c58e1" providerId="ADAL" clId="{F398E26A-6AC4-4DD8-A7B3-CD9F6274E7E3}" dt="2025-04-13T22:18:43.535" v="4527"/>
          <ac:inkMkLst>
            <pc:docMk/>
            <pc:sldMk cId="3583247520" sldId="364"/>
            <ac:inkMk id="162" creationId="{E1D5BE4A-6514-0DC2-D09C-0C77537E0C13}"/>
          </ac:inkMkLst>
        </pc:inkChg>
        <pc:inkChg chg="add mod topLvl">
          <ac:chgData name="Pi, Yalong" userId="c9a3dc08-26f0-490d-b190-2780270c58e1" providerId="ADAL" clId="{F398E26A-6AC4-4DD8-A7B3-CD9F6274E7E3}" dt="2025-04-13T22:19:03.830" v="4560"/>
          <ac:inkMkLst>
            <pc:docMk/>
            <pc:sldMk cId="3583247520" sldId="364"/>
            <ac:inkMk id="163" creationId="{AEEC5814-BFE4-C1F8-E54D-EE9CCAA09DCB}"/>
          </ac:inkMkLst>
        </pc:inkChg>
        <pc:inkChg chg="add">
          <ac:chgData name="Pi, Yalong" userId="c9a3dc08-26f0-490d-b190-2780270c58e1" providerId="ADAL" clId="{F398E26A-6AC4-4DD8-A7B3-CD9F6274E7E3}" dt="2025-04-13T22:03:46.600" v="4284" actId="9405"/>
          <ac:inkMkLst>
            <pc:docMk/>
            <pc:sldMk cId="3583247520" sldId="364"/>
            <ac:inkMk id="164" creationId="{D1AF21D0-EB2C-E91E-68D6-91A35B0D54BD}"/>
          </ac:inkMkLst>
        </pc:inkChg>
        <pc:inkChg chg="add">
          <ac:chgData name="Pi, Yalong" userId="c9a3dc08-26f0-490d-b190-2780270c58e1" providerId="ADAL" clId="{F398E26A-6AC4-4DD8-A7B3-CD9F6274E7E3}" dt="2025-04-13T22:03:46.754" v="4285" actId="9405"/>
          <ac:inkMkLst>
            <pc:docMk/>
            <pc:sldMk cId="3583247520" sldId="364"/>
            <ac:inkMk id="165" creationId="{31EECB2B-F719-68A1-F656-8411430B9A23}"/>
          </ac:inkMkLst>
        </pc:inkChg>
        <pc:inkChg chg="add mod">
          <ac:chgData name="Pi, Yalong" userId="c9a3dc08-26f0-490d-b190-2780270c58e1" providerId="ADAL" clId="{F398E26A-6AC4-4DD8-A7B3-CD9F6274E7E3}" dt="2025-04-13T22:18:43.535" v="4527"/>
          <ac:inkMkLst>
            <pc:docMk/>
            <pc:sldMk cId="3583247520" sldId="364"/>
            <ac:inkMk id="166" creationId="{D6E16399-8A31-C1CB-BF68-E129901037F1}"/>
          </ac:inkMkLst>
        </pc:inkChg>
        <pc:inkChg chg="add">
          <ac:chgData name="Pi, Yalong" userId="c9a3dc08-26f0-490d-b190-2780270c58e1" providerId="ADAL" clId="{F398E26A-6AC4-4DD8-A7B3-CD9F6274E7E3}" dt="2025-04-13T22:03:47.878" v="4287" actId="9405"/>
          <ac:inkMkLst>
            <pc:docMk/>
            <pc:sldMk cId="3583247520" sldId="364"/>
            <ac:inkMk id="167" creationId="{41839CA8-C7DD-4954-D048-521EC4520811}"/>
          </ac:inkMkLst>
        </pc:inkChg>
        <pc:inkChg chg="add mod">
          <ac:chgData name="Pi, Yalong" userId="c9a3dc08-26f0-490d-b190-2780270c58e1" providerId="ADAL" clId="{F398E26A-6AC4-4DD8-A7B3-CD9F6274E7E3}" dt="2025-04-13T22:03:55.898" v="4294"/>
          <ac:inkMkLst>
            <pc:docMk/>
            <pc:sldMk cId="3583247520" sldId="364"/>
            <ac:inkMk id="169" creationId="{C20C28D1-6C0B-CE73-507E-C81DCE9F7FEE}"/>
          </ac:inkMkLst>
        </pc:inkChg>
        <pc:inkChg chg="add mod">
          <ac:chgData name="Pi, Yalong" userId="c9a3dc08-26f0-490d-b190-2780270c58e1" providerId="ADAL" clId="{F398E26A-6AC4-4DD8-A7B3-CD9F6274E7E3}" dt="2025-04-13T22:03:55.898" v="4294"/>
          <ac:inkMkLst>
            <pc:docMk/>
            <pc:sldMk cId="3583247520" sldId="364"/>
            <ac:inkMk id="170" creationId="{192F3335-4B68-5096-ED93-448311188043}"/>
          </ac:inkMkLst>
        </pc:inkChg>
        <pc:inkChg chg="add mod">
          <ac:chgData name="Pi, Yalong" userId="c9a3dc08-26f0-490d-b190-2780270c58e1" providerId="ADAL" clId="{F398E26A-6AC4-4DD8-A7B3-CD9F6274E7E3}" dt="2025-04-13T22:03:55.898" v="4294"/>
          <ac:inkMkLst>
            <pc:docMk/>
            <pc:sldMk cId="3583247520" sldId="364"/>
            <ac:inkMk id="171" creationId="{5449E8D5-C0EB-4323-90FF-2BA0A2D678E7}"/>
          </ac:inkMkLst>
        </pc:inkChg>
        <pc:inkChg chg="add mod">
          <ac:chgData name="Pi, Yalong" userId="c9a3dc08-26f0-490d-b190-2780270c58e1" providerId="ADAL" clId="{F398E26A-6AC4-4DD8-A7B3-CD9F6274E7E3}" dt="2025-04-13T22:03:55.898" v="4294"/>
          <ac:inkMkLst>
            <pc:docMk/>
            <pc:sldMk cId="3583247520" sldId="364"/>
            <ac:inkMk id="172" creationId="{828509A5-1EE4-5238-85E9-6723E865512A}"/>
          </ac:inkMkLst>
        </pc:inkChg>
        <pc:inkChg chg="add mod">
          <ac:chgData name="Pi, Yalong" userId="c9a3dc08-26f0-490d-b190-2780270c58e1" providerId="ADAL" clId="{F398E26A-6AC4-4DD8-A7B3-CD9F6274E7E3}" dt="2025-04-13T22:03:55.898" v="4294"/>
          <ac:inkMkLst>
            <pc:docMk/>
            <pc:sldMk cId="3583247520" sldId="364"/>
            <ac:inkMk id="173" creationId="{A19D701E-13D7-9551-4B06-303C6D98BFED}"/>
          </ac:inkMkLst>
        </pc:inkChg>
        <pc:inkChg chg="add del mod">
          <ac:chgData name="Pi, Yalong" userId="c9a3dc08-26f0-490d-b190-2780270c58e1" providerId="ADAL" clId="{F398E26A-6AC4-4DD8-A7B3-CD9F6274E7E3}" dt="2025-04-13T22:18:43.535" v="4524"/>
          <ac:inkMkLst>
            <pc:docMk/>
            <pc:sldMk cId="3583247520" sldId="364"/>
            <ac:inkMk id="175" creationId="{7AE52239-874E-345C-D7B5-2692B6081039}"/>
          </ac:inkMkLst>
        </pc:inkChg>
        <pc:inkChg chg="add del mod">
          <ac:chgData name="Pi, Yalong" userId="c9a3dc08-26f0-490d-b190-2780270c58e1" providerId="ADAL" clId="{F398E26A-6AC4-4DD8-A7B3-CD9F6274E7E3}" dt="2025-04-13T22:18:43.535" v="4526"/>
          <ac:inkMkLst>
            <pc:docMk/>
            <pc:sldMk cId="3583247520" sldId="364"/>
            <ac:inkMk id="176" creationId="{F1D5D072-9220-6535-CD70-CA69C935DFB3}"/>
          </ac:inkMkLst>
        </pc:inkChg>
        <pc:inkChg chg="add del mod">
          <ac:chgData name="Pi, Yalong" userId="c9a3dc08-26f0-490d-b190-2780270c58e1" providerId="ADAL" clId="{F398E26A-6AC4-4DD8-A7B3-CD9F6274E7E3}" dt="2025-04-13T22:18:43.533" v="4516"/>
          <ac:inkMkLst>
            <pc:docMk/>
            <pc:sldMk cId="3583247520" sldId="364"/>
            <ac:inkMk id="177" creationId="{F476344D-D1EB-339E-B584-1589669D6AA7}"/>
          </ac:inkMkLst>
        </pc:inkChg>
        <pc:inkChg chg="add mod">
          <ac:chgData name="Pi, Yalong" userId="c9a3dc08-26f0-490d-b190-2780270c58e1" providerId="ADAL" clId="{F398E26A-6AC4-4DD8-A7B3-CD9F6274E7E3}" dt="2025-04-13T22:14:27.477" v="4345"/>
          <ac:inkMkLst>
            <pc:docMk/>
            <pc:sldMk cId="3583247520" sldId="364"/>
            <ac:inkMk id="178" creationId="{58F362E8-5B48-82B5-552F-974AB38791B9}"/>
          </ac:inkMkLst>
        </pc:inkChg>
        <pc:inkChg chg="add mod">
          <ac:chgData name="Pi, Yalong" userId="c9a3dc08-26f0-490d-b190-2780270c58e1" providerId="ADAL" clId="{F398E26A-6AC4-4DD8-A7B3-CD9F6274E7E3}" dt="2025-04-13T22:14:27.477" v="4345"/>
          <ac:inkMkLst>
            <pc:docMk/>
            <pc:sldMk cId="3583247520" sldId="364"/>
            <ac:inkMk id="179" creationId="{200C2774-7D62-08DA-6783-9B044F895889}"/>
          </ac:inkMkLst>
        </pc:inkChg>
        <pc:inkChg chg="add del mod">
          <ac:chgData name="Pi, Yalong" userId="c9a3dc08-26f0-490d-b190-2780270c58e1" providerId="ADAL" clId="{F398E26A-6AC4-4DD8-A7B3-CD9F6274E7E3}" dt="2025-04-13T22:18:43.535" v="4525"/>
          <ac:inkMkLst>
            <pc:docMk/>
            <pc:sldMk cId="3583247520" sldId="364"/>
            <ac:inkMk id="180" creationId="{A36C0A40-C179-AC24-FA8E-4E2DC9AA2AE7}"/>
          </ac:inkMkLst>
        </pc:inkChg>
        <pc:inkChg chg="add mod topLvl">
          <ac:chgData name="Pi, Yalong" userId="c9a3dc08-26f0-490d-b190-2780270c58e1" providerId="ADAL" clId="{F398E26A-6AC4-4DD8-A7B3-CD9F6274E7E3}" dt="2025-04-13T22:16:04.054" v="4393" actId="165"/>
          <ac:inkMkLst>
            <pc:docMk/>
            <pc:sldMk cId="3583247520" sldId="364"/>
            <ac:inkMk id="181" creationId="{F939588E-3903-6B48-833A-CC9B29756ED3}"/>
          </ac:inkMkLst>
        </pc:inkChg>
        <pc:inkChg chg="add del mod">
          <ac:chgData name="Pi, Yalong" userId="c9a3dc08-26f0-490d-b190-2780270c58e1" providerId="ADAL" clId="{F398E26A-6AC4-4DD8-A7B3-CD9F6274E7E3}" dt="2025-04-13T22:18:43.535" v="4527"/>
          <ac:inkMkLst>
            <pc:docMk/>
            <pc:sldMk cId="3583247520" sldId="364"/>
            <ac:inkMk id="182" creationId="{E7BFCD0B-E8A3-87EF-AAE6-79C378FA04B7}"/>
          </ac:inkMkLst>
        </pc:inkChg>
        <pc:inkChg chg="add del mod topLvl">
          <ac:chgData name="Pi, Yalong" userId="c9a3dc08-26f0-490d-b190-2780270c58e1" providerId="ADAL" clId="{F398E26A-6AC4-4DD8-A7B3-CD9F6274E7E3}" dt="2025-04-13T22:18:43.534" v="4519"/>
          <ac:inkMkLst>
            <pc:docMk/>
            <pc:sldMk cId="3583247520" sldId="364"/>
            <ac:inkMk id="183" creationId="{968FEEE8-0CF3-351F-E784-D9C71179B622}"/>
          </ac:inkMkLst>
        </pc:inkChg>
        <pc:inkChg chg="add mod">
          <ac:chgData name="Pi, Yalong" userId="c9a3dc08-26f0-490d-b190-2780270c58e1" providerId="ADAL" clId="{F398E26A-6AC4-4DD8-A7B3-CD9F6274E7E3}" dt="2025-04-13T22:14:27.477" v="4345"/>
          <ac:inkMkLst>
            <pc:docMk/>
            <pc:sldMk cId="3583247520" sldId="364"/>
            <ac:inkMk id="184" creationId="{C87E7B46-D68F-BBBC-8F4F-D22E02034B59}"/>
          </ac:inkMkLst>
        </pc:inkChg>
        <pc:inkChg chg="add mod">
          <ac:chgData name="Pi, Yalong" userId="c9a3dc08-26f0-490d-b190-2780270c58e1" providerId="ADAL" clId="{F398E26A-6AC4-4DD8-A7B3-CD9F6274E7E3}" dt="2025-04-13T22:14:27.477" v="4345"/>
          <ac:inkMkLst>
            <pc:docMk/>
            <pc:sldMk cId="3583247520" sldId="364"/>
            <ac:inkMk id="185" creationId="{592C694E-2EE3-29E3-ECE2-AB2826467DD6}"/>
          </ac:inkMkLst>
        </pc:inkChg>
        <pc:inkChg chg="add mod">
          <ac:chgData name="Pi, Yalong" userId="c9a3dc08-26f0-490d-b190-2780270c58e1" providerId="ADAL" clId="{F398E26A-6AC4-4DD8-A7B3-CD9F6274E7E3}" dt="2025-04-13T22:14:27.477" v="4345"/>
          <ac:inkMkLst>
            <pc:docMk/>
            <pc:sldMk cId="3583247520" sldId="364"/>
            <ac:inkMk id="186" creationId="{B7E365AA-9ED7-8446-D4EB-3F9B166605B0}"/>
          </ac:inkMkLst>
        </pc:inkChg>
        <pc:inkChg chg="add mod">
          <ac:chgData name="Pi, Yalong" userId="c9a3dc08-26f0-490d-b190-2780270c58e1" providerId="ADAL" clId="{F398E26A-6AC4-4DD8-A7B3-CD9F6274E7E3}" dt="2025-04-13T22:14:41.831" v="4355"/>
          <ac:inkMkLst>
            <pc:docMk/>
            <pc:sldMk cId="3583247520" sldId="364"/>
            <ac:inkMk id="188" creationId="{8D475D11-65A8-7701-22C5-9C6E832E4142}"/>
          </ac:inkMkLst>
        </pc:inkChg>
        <pc:inkChg chg="add mod">
          <ac:chgData name="Pi, Yalong" userId="c9a3dc08-26f0-490d-b190-2780270c58e1" providerId="ADAL" clId="{F398E26A-6AC4-4DD8-A7B3-CD9F6274E7E3}" dt="2025-04-13T22:16:30.290" v="4420"/>
          <ac:inkMkLst>
            <pc:docMk/>
            <pc:sldMk cId="3583247520" sldId="364"/>
            <ac:inkMk id="189" creationId="{33FB4A14-5249-E4A1-0289-BECAA56357A9}"/>
          </ac:inkMkLst>
        </pc:inkChg>
        <pc:inkChg chg="add mod">
          <ac:chgData name="Pi, Yalong" userId="c9a3dc08-26f0-490d-b190-2780270c58e1" providerId="ADAL" clId="{F398E26A-6AC4-4DD8-A7B3-CD9F6274E7E3}" dt="2025-04-13T22:14:41.831" v="4355"/>
          <ac:inkMkLst>
            <pc:docMk/>
            <pc:sldMk cId="3583247520" sldId="364"/>
            <ac:inkMk id="190" creationId="{1FDAC2B6-697C-A3A6-3605-218B843E5025}"/>
          </ac:inkMkLst>
        </pc:inkChg>
        <pc:inkChg chg="add mod">
          <ac:chgData name="Pi, Yalong" userId="c9a3dc08-26f0-490d-b190-2780270c58e1" providerId="ADAL" clId="{F398E26A-6AC4-4DD8-A7B3-CD9F6274E7E3}" dt="2025-04-13T22:14:41.831" v="4355"/>
          <ac:inkMkLst>
            <pc:docMk/>
            <pc:sldMk cId="3583247520" sldId="364"/>
            <ac:inkMk id="191" creationId="{59117B5E-4731-EFEF-ABF7-C8FBEEE479FC}"/>
          </ac:inkMkLst>
        </pc:inkChg>
        <pc:inkChg chg="add mod">
          <ac:chgData name="Pi, Yalong" userId="c9a3dc08-26f0-490d-b190-2780270c58e1" providerId="ADAL" clId="{F398E26A-6AC4-4DD8-A7B3-CD9F6274E7E3}" dt="2025-04-13T22:16:28.520" v="4418"/>
          <ac:inkMkLst>
            <pc:docMk/>
            <pc:sldMk cId="3583247520" sldId="364"/>
            <ac:inkMk id="192" creationId="{A746651A-569D-0E1F-6D18-A817D5F93536}"/>
          </ac:inkMkLst>
        </pc:inkChg>
        <pc:inkChg chg="add mod">
          <ac:chgData name="Pi, Yalong" userId="c9a3dc08-26f0-490d-b190-2780270c58e1" providerId="ADAL" clId="{F398E26A-6AC4-4DD8-A7B3-CD9F6274E7E3}" dt="2025-04-13T22:14:41.831" v="4355"/>
          <ac:inkMkLst>
            <pc:docMk/>
            <pc:sldMk cId="3583247520" sldId="364"/>
            <ac:inkMk id="193" creationId="{1ABBD1F6-2E92-2E82-BA49-A905AB6B8AA8}"/>
          </ac:inkMkLst>
        </pc:inkChg>
        <pc:inkChg chg="add mod">
          <ac:chgData name="Pi, Yalong" userId="c9a3dc08-26f0-490d-b190-2780270c58e1" providerId="ADAL" clId="{F398E26A-6AC4-4DD8-A7B3-CD9F6274E7E3}" dt="2025-04-13T22:14:41.831" v="4355"/>
          <ac:inkMkLst>
            <pc:docMk/>
            <pc:sldMk cId="3583247520" sldId="364"/>
            <ac:inkMk id="194" creationId="{69113AB3-B92F-E0F7-6402-72FB7C8E84C0}"/>
          </ac:inkMkLst>
        </pc:inkChg>
        <pc:inkChg chg="add mod">
          <ac:chgData name="Pi, Yalong" userId="c9a3dc08-26f0-490d-b190-2780270c58e1" providerId="ADAL" clId="{F398E26A-6AC4-4DD8-A7B3-CD9F6274E7E3}" dt="2025-04-13T22:16:28.520" v="4418"/>
          <ac:inkMkLst>
            <pc:docMk/>
            <pc:sldMk cId="3583247520" sldId="364"/>
            <ac:inkMk id="195" creationId="{DA2FD057-6608-7082-7BE4-AE919E022630}"/>
          </ac:inkMkLst>
        </pc:inkChg>
        <pc:inkChg chg="add mod">
          <ac:chgData name="Pi, Yalong" userId="c9a3dc08-26f0-490d-b190-2780270c58e1" providerId="ADAL" clId="{F398E26A-6AC4-4DD8-A7B3-CD9F6274E7E3}" dt="2025-04-13T22:16:28.520" v="4418"/>
          <ac:inkMkLst>
            <pc:docMk/>
            <pc:sldMk cId="3583247520" sldId="364"/>
            <ac:inkMk id="196" creationId="{0AFBA464-2850-5995-92FD-91A33876B8AF}"/>
          </ac:inkMkLst>
        </pc:inkChg>
        <pc:inkChg chg="add">
          <ac:chgData name="Pi, Yalong" userId="c9a3dc08-26f0-490d-b190-2780270c58e1" providerId="ADAL" clId="{F398E26A-6AC4-4DD8-A7B3-CD9F6274E7E3}" dt="2025-04-13T22:14:44.373" v="4356" actId="9405"/>
          <ac:inkMkLst>
            <pc:docMk/>
            <pc:sldMk cId="3583247520" sldId="364"/>
            <ac:inkMk id="198" creationId="{72F5B49D-B742-2E90-DB7F-934D525AB293}"/>
          </ac:inkMkLst>
        </pc:inkChg>
        <pc:inkChg chg="add mod">
          <ac:chgData name="Pi, Yalong" userId="c9a3dc08-26f0-490d-b190-2780270c58e1" providerId="ADAL" clId="{F398E26A-6AC4-4DD8-A7B3-CD9F6274E7E3}" dt="2025-04-13T22:15:01.410" v="4363"/>
          <ac:inkMkLst>
            <pc:docMk/>
            <pc:sldMk cId="3583247520" sldId="364"/>
            <ac:inkMk id="199" creationId="{11CE25C6-7623-65D8-C85A-DA1274176C3E}"/>
          </ac:inkMkLst>
        </pc:inkChg>
        <pc:inkChg chg="add mod">
          <ac:chgData name="Pi, Yalong" userId="c9a3dc08-26f0-490d-b190-2780270c58e1" providerId="ADAL" clId="{F398E26A-6AC4-4DD8-A7B3-CD9F6274E7E3}" dt="2025-04-13T22:16:30.290" v="4420"/>
          <ac:inkMkLst>
            <pc:docMk/>
            <pc:sldMk cId="3583247520" sldId="364"/>
            <ac:inkMk id="200" creationId="{29D04372-4A61-DC42-1251-A36B69038B11}"/>
          </ac:inkMkLst>
        </pc:inkChg>
        <pc:inkChg chg="add mod">
          <ac:chgData name="Pi, Yalong" userId="c9a3dc08-26f0-490d-b190-2780270c58e1" providerId="ADAL" clId="{F398E26A-6AC4-4DD8-A7B3-CD9F6274E7E3}" dt="2025-04-13T22:15:01.410" v="4363"/>
          <ac:inkMkLst>
            <pc:docMk/>
            <pc:sldMk cId="3583247520" sldId="364"/>
            <ac:inkMk id="202" creationId="{95DBE0A5-3BC4-EBB2-987E-53234F265B5A}"/>
          </ac:inkMkLst>
        </pc:inkChg>
        <pc:inkChg chg="add mod">
          <ac:chgData name="Pi, Yalong" userId="c9a3dc08-26f0-490d-b190-2780270c58e1" providerId="ADAL" clId="{F398E26A-6AC4-4DD8-A7B3-CD9F6274E7E3}" dt="2025-04-13T22:15:01.410" v="4363"/>
          <ac:inkMkLst>
            <pc:docMk/>
            <pc:sldMk cId="3583247520" sldId="364"/>
            <ac:inkMk id="203" creationId="{BB88B067-B7A0-91F8-F895-5BF95B3AF478}"/>
          </ac:inkMkLst>
        </pc:inkChg>
        <pc:inkChg chg="add mod">
          <ac:chgData name="Pi, Yalong" userId="c9a3dc08-26f0-490d-b190-2780270c58e1" providerId="ADAL" clId="{F398E26A-6AC4-4DD8-A7B3-CD9F6274E7E3}" dt="2025-04-13T22:15:01.410" v="4363"/>
          <ac:inkMkLst>
            <pc:docMk/>
            <pc:sldMk cId="3583247520" sldId="364"/>
            <ac:inkMk id="204" creationId="{E450985B-2E22-8328-EC77-AAC3ED4F2EB1}"/>
          </ac:inkMkLst>
        </pc:inkChg>
        <pc:inkChg chg="add del mod">
          <ac:chgData name="Pi, Yalong" userId="c9a3dc08-26f0-490d-b190-2780270c58e1" providerId="ADAL" clId="{F398E26A-6AC4-4DD8-A7B3-CD9F6274E7E3}" dt="2025-04-13T22:15:13.917" v="4367"/>
          <ac:inkMkLst>
            <pc:docMk/>
            <pc:sldMk cId="3583247520" sldId="364"/>
            <ac:inkMk id="206" creationId="{17A15C84-BC80-A3AA-447D-1A45EDA3ECF7}"/>
          </ac:inkMkLst>
        </pc:inkChg>
        <pc:inkChg chg="add del mod">
          <ac:chgData name="Pi, Yalong" userId="c9a3dc08-26f0-490d-b190-2780270c58e1" providerId="ADAL" clId="{F398E26A-6AC4-4DD8-A7B3-CD9F6274E7E3}" dt="2025-04-13T22:15:13.917" v="4368"/>
          <ac:inkMkLst>
            <pc:docMk/>
            <pc:sldMk cId="3583247520" sldId="364"/>
            <ac:inkMk id="207" creationId="{BB7ED074-3D60-2811-4E10-935006A07843}"/>
          </ac:inkMkLst>
        </pc:inkChg>
        <pc:inkChg chg="add">
          <ac:chgData name="Pi, Yalong" userId="c9a3dc08-26f0-490d-b190-2780270c58e1" providerId="ADAL" clId="{F398E26A-6AC4-4DD8-A7B3-CD9F6274E7E3}" dt="2025-04-13T22:15:17.268" v="4369" actId="9405"/>
          <ac:inkMkLst>
            <pc:docMk/>
            <pc:sldMk cId="3583247520" sldId="364"/>
            <ac:inkMk id="209" creationId="{ACFCF9D4-CB2D-FCBA-FEEA-FFDEDA53FF72}"/>
          </ac:inkMkLst>
        </pc:inkChg>
        <pc:inkChg chg="add">
          <ac:chgData name="Pi, Yalong" userId="c9a3dc08-26f0-490d-b190-2780270c58e1" providerId="ADAL" clId="{F398E26A-6AC4-4DD8-A7B3-CD9F6274E7E3}" dt="2025-04-13T22:15:18.309" v="4370" actId="9405"/>
          <ac:inkMkLst>
            <pc:docMk/>
            <pc:sldMk cId="3583247520" sldId="364"/>
            <ac:inkMk id="210" creationId="{2F6A673B-CA67-421B-0DBA-BEB1D55C4964}"/>
          </ac:inkMkLst>
        </pc:inkChg>
        <pc:inkChg chg="add mod">
          <ac:chgData name="Pi, Yalong" userId="c9a3dc08-26f0-490d-b190-2780270c58e1" providerId="ADAL" clId="{F398E26A-6AC4-4DD8-A7B3-CD9F6274E7E3}" dt="2025-04-13T22:16:30.290" v="4420"/>
          <ac:inkMkLst>
            <pc:docMk/>
            <pc:sldMk cId="3583247520" sldId="364"/>
            <ac:inkMk id="211" creationId="{1DD1FA13-8C51-B720-23EF-840AF0092A03}"/>
          </ac:inkMkLst>
        </pc:inkChg>
        <pc:inkChg chg="add">
          <ac:chgData name="Pi, Yalong" userId="c9a3dc08-26f0-490d-b190-2780270c58e1" providerId="ADAL" clId="{F398E26A-6AC4-4DD8-A7B3-CD9F6274E7E3}" dt="2025-04-13T22:15:22.345" v="4372" actId="9405"/>
          <ac:inkMkLst>
            <pc:docMk/>
            <pc:sldMk cId="3583247520" sldId="364"/>
            <ac:inkMk id="212" creationId="{C1ADAC4A-C38D-E7E3-B4C2-91CC50D57396}"/>
          </ac:inkMkLst>
        </pc:inkChg>
        <pc:inkChg chg="add">
          <ac:chgData name="Pi, Yalong" userId="c9a3dc08-26f0-490d-b190-2780270c58e1" providerId="ADAL" clId="{F398E26A-6AC4-4DD8-A7B3-CD9F6274E7E3}" dt="2025-04-13T22:15:22.705" v="4373" actId="9405"/>
          <ac:inkMkLst>
            <pc:docMk/>
            <pc:sldMk cId="3583247520" sldId="364"/>
            <ac:inkMk id="213" creationId="{83A0A7EC-6A6E-B4AC-B268-D58CEB129CA1}"/>
          </ac:inkMkLst>
        </pc:inkChg>
        <pc:inkChg chg="add mod topLvl">
          <ac:chgData name="Pi, Yalong" userId="c9a3dc08-26f0-490d-b190-2780270c58e1" providerId="ADAL" clId="{F398E26A-6AC4-4DD8-A7B3-CD9F6274E7E3}" dt="2025-04-13T22:16:04.054" v="4393" actId="165"/>
          <ac:inkMkLst>
            <pc:docMk/>
            <pc:sldMk cId="3583247520" sldId="364"/>
            <ac:inkMk id="216" creationId="{3155FA9D-086A-748A-02C2-1ED92607FE4E}"/>
          </ac:inkMkLst>
        </pc:inkChg>
        <pc:inkChg chg="add del">
          <ac:chgData name="Pi, Yalong" userId="c9a3dc08-26f0-490d-b190-2780270c58e1" providerId="ADAL" clId="{F398E26A-6AC4-4DD8-A7B3-CD9F6274E7E3}" dt="2025-04-13T22:15:48.252" v="4392" actId="9405"/>
          <ac:inkMkLst>
            <pc:docMk/>
            <pc:sldMk cId="3583247520" sldId="364"/>
            <ac:inkMk id="218" creationId="{42A1EC0A-6D65-8CCE-94C5-B377868171F0}"/>
          </ac:inkMkLst>
        </pc:inkChg>
        <pc:inkChg chg="add del">
          <ac:chgData name="Pi, Yalong" userId="c9a3dc08-26f0-490d-b190-2780270c58e1" providerId="ADAL" clId="{F398E26A-6AC4-4DD8-A7B3-CD9F6274E7E3}" dt="2025-04-13T22:15:47.921" v="4391" actId="9405"/>
          <ac:inkMkLst>
            <pc:docMk/>
            <pc:sldMk cId="3583247520" sldId="364"/>
            <ac:inkMk id="219" creationId="{FDD65667-3401-E237-EAED-B23957C5ED60}"/>
          </ac:inkMkLst>
        </pc:inkChg>
        <pc:inkChg chg="add del">
          <ac:chgData name="Pi, Yalong" userId="c9a3dc08-26f0-490d-b190-2780270c58e1" providerId="ADAL" clId="{F398E26A-6AC4-4DD8-A7B3-CD9F6274E7E3}" dt="2025-04-13T22:15:47.418" v="4390" actId="9405"/>
          <ac:inkMkLst>
            <pc:docMk/>
            <pc:sldMk cId="3583247520" sldId="364"/>
            <ac:inkMk id="220" creationId="{6377C0A8-D095-1E94-E20D-89B14B67E23B}"/>
          </ac:inkMkLst>
        </pc:inkChg>
        <pc:inkChg chg="add del">
          <ac:chgData name="Pi, Yalong" userId="c9a3dc08-26f0-490d-b190-2780270c58e1" providerId="ADAL" clId="{F398E26A-6AC4-4DD8-A7B3-CD9F6274E7E3}" dt="2025-04-13T22:15:46.827" v="4388" actId="9405"/>
          <ac:inkMkLst>
            <pc:docMk/>
            <pc:sldMk cId="3583247520" sldId="364"/>
            <ac:inkMk id="221" creationId="{0B29DC6E-B70F-B732-87B9-10E0FB5BCDDC}"/>
          </ac:inkMkLst>
        </pc:inkChg>
        <pc:inkChg chg="add del">
          <ac:chgData name="Pi, Yalong" userId="c9a3dc08-26f0-490d-b190-2780270c58e1" providerId="ADAL" clId="{F398E26A-6AC4-4DD8-A7B3-CD9F6274E7E3}" dt="2025-04-13T22:15:45.960" v="4387" actId="9405"/>
          <ac:inkMkLst>
            <pc:docMk/>
            <pc:sldMk cId="3583247520" sldId="364"/>
            <ac:inkMk id="223" creationId="{10EC2D07-E3AA-3036-C626-E851925DA211}"/>
          </ac:inkMkLst>
        </pc:inkChg>
        <pc:inkChg chg="add del">
          <ac:chgData name="Pi, Yalong" userId="c9a3dc08-26f0-490d-b190-2780270c58e1" providerId="ADAL" clId="{F398E26A-6AC4-4DD8-A7B3-CD9F6274E7E3}" dt="2025-04-13T22:15:45.578" v="4385" actId="9405"/>
          <ac:inkMkLst>
            <pc:docMk/>
            <pc:sldMk cId="3583247520" sldId="364"/>
            <ac:inkMk id="224" creationId="{665E72EC-952E-C59B-A89D-56BA0278B1C2}"/>
          </ac:inkMkLst>
        </pc:inkChg>
        <pc:inkChg chg="add mod">
          <ac:chgData name="Pi, Yalong" userId="c9a3dc08-26f0-490d-b190-2780270c58e1" providerId="ADAL" clId="{F398E26A-6AC4-4DD8-A7B3-CD9F6274E7E3}" dt="2025-04-13T22:16:18.256" v="4398"/>
          <ac:inkMkLst>
            <pc:docMk/>
            <pc:sldMk cId="3583247520" sldId="364"/>
            <ac:inkMk id="227" creationId="{2DD65DD7-2447-1393-7C69-D4F59588D520}"/>
          </ac:inkMkLst>
        </pc:inkChg>
        <pc:inkChg chg="add mod">
          <ac:chgData name="Pi, Yalong" userId="c9a3dc08-26f0-490d-b190-2780270c58e1" providerId="ADAL" clId="{F398E26A-6AC4-4DD8-A7B3-CD9F6274E7E3}" dt="2025-04-13T22:16:18.256" v="4398"/>
          <ac:inkMkLst>
            <pc:docMk/>
            <pc:sldMk cId="3583247520" sldId="364"/>
            <ac:inkMk id="228" creationId="{6A5EB15B-81B5-380A-43C6-2B6649674079}"/>
          </ac:inkMkLst>
        </pc:inkChg>
        <pc:inkChg chg="add mod">
          <ac:chgData name="Pi, Yalong" userId="c9a3dc08-26f0-490d-b190-2780270c58e1" providerId="ADAL" clId="{F398E26A-6AC4-4DD8-A7B3-CD9F6274E7E3}" dt="2025-04-13T22:16:26.549" v="4416"/>
          <ac:inkMkLst>
            <pc:docMk/>
            <pc:sldMk cId="3583247520" sldId="364"/>
            <ac:inkMk id="230" creationId="{5B04A1DD-041F-5FFC-F418-ACC5F82CAE05}"/>
          </ac:inkMkLst>
        </pc:inkChg>
        <pc:inkChg chg="add">
          <ac:chgData name="Pi, Yalong" userId="c9a3dc08-26f0-490d-b190-2780270c58e1" providerId="ADAL" clId="{F398E26A-6AC4-4DD8-A7B3-CD9F6274E7E3}" dt="2025-04-13T22:16:19.140" v="4400" actId="9405"/>
          <ac:inkMkLst>
            <pc:docMk/>
            <pc:sldMk cId="3583247520" sldId="364"/>
            <ac:inkMk id="231" creationId="{E315CA77-AAF1-551B-FA75-E64DA735C277}"/>
          </ac:inkMkLst>
        </pc:inkChg>
        <pc:inkChg chg="add mod">
          <ac:chgData name="Pi, Yalong" userId="c9a3dc08-26f0-490d-b190-2780270c58e1" providerId="ADAL" clId="{F398E26A-6AC4-4DD8-A7B3-CD9F6274E7E3}" dt="2025-04-13T22:16:28.520" v="4418"/>
          <ac:inkMkLst>
            <pc:docMk/>
            <pc:sldMk cId="3583247520" sldId="364"/>
            <ac:inkMk id="232" creationId="{98B9A3BF-50C5-59C6-FED1-E7D2B858B676}"/>
          </ac:inkMkLst>
        </pc:inkChg>
        <pc:inkChg chg="add">
          <ac:chgData name="Pi, Yalong" userId="c9a3dc08-26f0-490d-b190-2780270c58e1" providerId="ADAL" clId="{F398E26A-6AC4-4DD8-A7B3-CD9F6274E7E3}" dt="2025-04-13T22:16:19.622" v="4402" actId="9405"/>
          <ac:inkMkLst>
            <pc:docMk/>
            <pc:sldMk cId="3583247520" sldId="364"/>
            <ac:inkMk id="233" creationId="{B66F2D69-AEC1-F71D-BC31-08E67084B11C}"/>
          </ac:inkMkLst>
        </pc:inkChg>
        <pc:inkChg chg="add mod">
          <ac:chgData name="Pi, Yalong" userId="c9a3dc08-26f0-490d-b190-2780270c58e1" providerId="ADAL" clId="{F398E26A-6AC4-4DD8-A7B3-CD9F6274E7E3}" dt="2025-04-13T22:16:26.549" v="4416"/>
          <ac:inkMkLst>
            <pc:docMk/>
            <pc:sldMk cId="3583247520" sldId="364"/>
            <ac:inkMk id="234" creationId="{BAFE4977-2D13-9045-B83E-D714E757A5F3}"/>
          </ac:inkMkLst>
        </pc:inkChg>
        <pc:inkChg chg="add">
          <ac:chgData name="Pi, Yalong" userId="c9a3dc08-26f0-490d-b190-2780270c58e1" providerId="ADAL" clId="{F398E26A-6AC4-4DD8-A7B3-CD9F6274E7E3}" dt="2025-04-13T22:16:20.962" v="4404" actId="9405"/>
          <ac:inkMkLst>
            <pc:docMk/>
            <pc:sldMk cId="3583247520" sldId="364"/>
            <ac:inkMk id="235" creationId="{129F4B04-4C59-81B9-78C9-03C6D0B9E7DE}"/>
          </ac:inkMkLst>
        </pc:inkChg>
        <pc:inkChg chg="add">
          <ac:chgData name="Pi, Yalong" userId="c9a3dc08-26f0-490d-b190-2780270c58e1" providerId="ADAL" clId="{F398E26A-6AC4-4DD8-A7B3-CD9F6274E7E3}" dt="2025-04-13T22:16:21.878" v="4405" actId="9405"/>
          <ac:inkMkLst>
            <pc:docMk/>
            <pc:sldMk cId="3583247520" sldId="364"/>
            <ac:inkMk id="236" creationId="{B4327D01-AAE4-17D5-CA09-1AB652F34CF9}"/>
          </ac:inkMkLst>
        </pc:inkChg>
        <pc:inkChg chg="add">
          <ac:chgData name="Pi, Yalong" userId="c9a3dc08-26f0-490d-b190-2780270c58e1" providerId="ADAL" clId="{F398E26A-6AC4-4DD8-A7B3-CD9F6274E7E3}" dt="2025-04-13T22:16:22.217" v="4406" actId="9405"/>
          <ac:inkMkLst>
            <pc:docMk/>
            <pc:sldMk cId="3583247520" sldId="364"/>
            <ac:inkMk id="237" creationId="{25F54CE9-208F-70B5-962E-4FEB68F77DED}"/>
          </ac:inkMkLst>
        </pc:inkChg>
        <pc:inkChg chg="add">
          <ac:chgData name="Pi, Yalong" userId="c9a3dc08-26f0-490d-b190-2780270c58e1" providerId="ADAL" clId="{F398E26A-6AC4-4DD8-A7B3-CD9F6274E7E3}" dt="2025-04-13T22:16:22.406" v="4407" actId="9405"/>
          <ac:inkMkLst>
            <pc:docMk/>
            <pc:sldMk cId="3583247520" sldId="364"/>
            <ac:inkMk id="238" creationId="{A0BEC5E1-154A-580E-32A4-0813B630296C}"/>
          </ac:inkMkLst>
        </pc:inkChg>
        <pc:inkChg chg="add mod">
          <ac:chgData name="Pi, Yalong" userId="c9a3dc08-26f0-490d-b190-2780270c58e1" providerId="ADAL" clId="{F398E26A-6AC4-4DD8-A7B3-CD9F6274E7E3}" dt="2025-04-13T22:16:28.520" v="4418"/>
          <ac:inkMkLst>
            <pc:docMk/>
            <pc:sldMk cId="3583247520" sldId="364"/>
            <ac:inkMk id="239" creationId="{BB835633-A5FD-5562-1971-A5081B172CFC}"/>
          </ac:inkMkLst>
        </pc:inkChg>
        <pc:inkChg chg="add mod">
          <ac:chgData name="Pi, Yalong" userId="c9a3dc08-26f0-490d-b190-2780270c58e1" providerId="ADAL" clId="{F398E26A-6AC4-4DD8-A7B3-CD9F6274E7E3}" dt="2025-04-13T22:16:28.520" v="4418"/>
          <ac:inkMkLst>
            <pc:docMk/>
            <pc:sldMk cId="3583247520" sldId="364"/>
            <ac:inkMk id="242" creationId="{A3C829D0-7CE0-4BBA-BE72-7909A3B625DE}"/>
          </ac:inkMkLst>
        </pc:inkChg>
        <pc:inkChg chg="add">
          <ac:chgData name="Pi, Yalong" userId="c9a3dc08-26f0-490d-b190-2780270c58e1" providerId="ADAL" clId="{F398E26A-6AC4-4DD8-A7B3-CD9F6274E7E3}" dt="2025-04-13T22:16:24.374" v="4411" actId="9405"/>
          <ac:inkMkLst>
            <pc:docMk/>
            <pc:sldMk cId="3583247520" sldId="364"/>
            <ac:inkMk id="243" creationId="{2C6811AB-86A8-6DA7-720A-290D8E251070}"/>
          </ac:inkMkLst>
        </pc:inkChg>
        <pc:inkChg chg="add">
          <ac:chgData name="Pi, Yalong" userId="c9a3dc08-26f0-490d-b190-2780270c58e1" providerId="ADAL" clId="{F398E26A-6AC4-4DD8-A7B3-CD9F6274E7E3}" dt="2025-04-13T22:16:24.582" v="4412" actId="9405"/>
          <ac:inkMkLst>
            <pc:docMk/>
            <pc:sldMk cId="3583247520" sldId="364"/>
            <ac:inkMk id="244" creationId="{6C851762-6BE3-96C8-68A0-CB3A6D00ECA3}"/>
          </ac:inkMkLst>
        </pc:inkChg>
        <pc:inkChg chg="add">
          <ac:chgData name="Pi, Yalong" userId="c9a3dc08-26f0-490d-b190-2780270c58e1" providerId="ADAL" clId="{F398E26A-6AC4-4DD8-A7B3-CD9F6274E7E3}" dt="2025-04-13T22:16:24.892" v="4413" actId="9405"/>
          <ac:inkMkLst>
            <pc:docMk/>
            <pc:sldMk cId="3583247520" sldId="364"/>
            <ac:inkMk id="245" creationId="{5522EDA3-8D82-D002-6FA4-D6F3E850C88A}"/>
          </ac:inkMkLst>
        </pc:inkChg>
        <pc:inkChg chg="add">
          <ac:chgData name="Pi, Yalong" userId="c9a3dc08-26f0-490d-b190-2780270c58e1" providerId="ADAL" clId="{F398E26A-6AC4-4DD8-A7B3-CD9F6274E7E3}" dt="2025-04-13T22:16:25.324" v="4414" actId="9405"/>
          <ac:inkMkLst>
            <pc:docMk/>
            <pc:sldMk cId="3583247520" sldId="364"/>
            <ac:inkMk id="246" creationId="{1810E4E6-7341-DEE6-60D4-0A0A0E2AF865}"/>
          </ac:inkMkLst>
        </pc:inkChg>
        <pc:inkChg chg="add">
          <ac:chgData name="Pi, Yalong" userId="c9a3dc08-26f0-490d-b190-2780270c58e1" providerId="ADAL" clId="{F398E26A-6AC4-4DD8-A7B3-CD9F6274E7E3}" dt="2025-04-13T22:16:25.887" v="4415" actId="9405"/>
          <ac:inkMkLst>
            <pc:docMk/>
            <pc:sldMk cId="3583247520" sldId="364"/>
            <ac:inkMk id="247" creationId="{BD9F3CD2-3843-1B7B-FD66-C2067053A837}"/>
          </ac:inkMkLst>
        </pc:inkChg>
        <pc:inkChg chg="add mod">
          <ac:chgData name="Pi, Yalong" userId="c9a3dc08-26f0-490d-b190-2780270c58e1" providerId="ADAL" clId="{F398E26A-6AC4-4DD8-A7B3-CD9F6274E7E3}" dt="2025-04-13T22:16:30.290" v="4420"/>
          <ac:inkMkLst>
            <pc:docMk/>
            <pc:sldMk cId="3583247520" sldId="364"/>
            <ac:inkMk id="249" creationId="{1E78FD73-EE50-65EA-6110-77CBF4B73FB0}"/>
          </ac:inkMkLst>
        </pc:inkChg>
        <pc:inkChg chg="add">
          <ac:chgData name="Pi, Yalong" userId="c9a3dc08-26f0-490d-b190-2780270c58e1" providerId="ADAL" clId="{F398E26A-6AC4-4DD8-A7B3-CD9F6274E7E3}" dt="2025-04-13T22:16:29.296" v="4419" actId="9405"/>
          <ac:inkMkLst>
            <pc:docMk/>
            <pc:sldMk cId="3583247520" sldId="364"/>
            <ac:inkMk id="251" creationId="{6A46B629-B28B-F7FF-D032-D01B22EE1839}"/>
          </ac:inkMkLst>
        </pc:inkChg>
        <pc:inkChg chg="add mod">
          <ac:chgData name="Pi, Yalong" userId="c9a3dc08-26f0-490d-b190-2780270c58e1" providerId="ADAL" clId="{F398E26A-6AC4-4DD8-A7B3-CD9F6274E7E3}" dt="2025-04-13T22:18:48.171" v="4530"/>
          <ac:inkMkLst>
            <pc:docMk/>
            <pc:sldMk cId="3583247520" sldId="364"/>
            <ac:inkMk id="253" creationId="{C09F045E-EBD9-CAD5-30F0-2B4BA9219284}"/>
          </ac:inkMkLst>
        </pc:inkChg>
        <pc:inkChg chg="add mod">
          <ac:chgData name="Pi, Yalong" userId="c9a3dc08-26f0-490d-b190-2780270c58e1" providerId="ADAL" clId="{F398E26A-6AC4-4DD8-A7B3-CD9F6274E7E3}" dt="2025-04-13T22:18:48.171" v="4530"/>
          <ac:inkMkLst>
            <pc:docMk/>
            <pc:sldMk cId="3583247520" sldId="364"/>
            <ac:inkMk id="254" creationId="{82DFC626-4E04-0A52-9C57-8DDF0A022907}"/>
          </ac:inkMkLst>
        </pc:inkChg>
        <pc:inkChg chg="add mod">
          <ac:chgData name="Pi, Yalong" userId="c9a3dc08-26f0-490d-b190-2780270c58e1" providerId="ADAL" clId="{F398E26A-6AC4-4DD8-A7B3-CD9F6274E7E3}" dt="2025-04-13T22:18:55.301" v="4541"/>
          <ac:inkMkLst>
            <pc:docMk/>
            <pc:sldMk cId="3583247520" sldId="364"/>
            <ac:inkMk id="256" creationId="{4E95F8E4-B15A-8F22-5C34-D33D308F66D0}"/>
          </ac:inkMkLst>
        </pc:inkChg>
        <pc:inkChg chg="add mod">
          <ac:chgData name="Pi, Yalong" userId="c9a3dc08-26f0-490d-b190-2780270c58e1" providerId="ADAL" clId="{F398E26A-6AC4-4DD8-A7B3-CD9F6274E7E3}" dt="2025-04-13T22:18:55.301" v="4541"/>
          <ac:inkMkLst>
            <pc:docMk/>
            <pc:sldMk cId="3583247520" sldId="364"/>
            <ac:inkMk id="257" creationId="{BAD7AB2E-F280-2360-8946-C8514D9B16C3}"/>
          </ac:inkMkLst>
        </pc:inkChg>
        <pc:inkChg chg="add mod">
          <ac:chgData name="Pi, Yalong" userId="c9a3dc08-26f0-490d-b190-2780270c58e1" providerId="ADAL" clId="{F398E26A-6AC4-4DD8-A7B3-CD9F6274E7E3}" dt="2025-04-13T22:19:03.830" v="4560"/>
          <ac:inkMkLst>
            <pc:docMk/>
            <pc:sldMk cId="3583247520" sldId="364"/>
            <ac:inkMk id="259" creationId="{1FBD18B9-2365-69C1-9F6C-944B97E2C3AA}"/>
          </ac:inkMkLst>
        </pc:inkChg>
        <pc:inkChg chg="add mod">
          <ac:chgData name="Pi, Yalong" userId="c9a3dc08-26f0-490d-b190-2780270c58e1" providerId="ADAL" clId="{F398E26A-6AC4-4DD8-A7B3-CD9F6274E7E3}" dt="2025-04-13T22:19:03.830" v="4560"/>
          <ac:inkMkLst>
            <pc:docMk/>
            <pc:sldMk cId="3583247520" sldId="364"/>
            <ac:inkMk id="260" creationId="{504DFEAC-2EA0-E48D-95E2-EA8578ABF39D}"/>
          </ac:inkMkLst>
        </pc:inkChg>
        <pc:inkChg chg="add mod">
          <ac:chgData name="Pi, Yalong" userId="c9a3dc08-26f0-490d-b190-2780270c58e1" providerId="ADAL" clId="{F398E26A-6AC4-4DD8-A7B3-CD9F6274E7E3}" dt="2025-04-13T22:18:55.301" v="4541"/>
          <ac:inkMkLst>
            <pc:docMk/>
            <pc:sldMk cId="3583247520" sldId="364"/>
            <ac:inkMk id="261" creationId="{B1A997A7-00E7-5EF7-22DB-00D60EA9CA04}"/>
          </ac:inkMkLst>
        </pc:inkChg>
        <pc:inkChg chg="add">
          <ac:chgData name="Pi, Yalong" userId="c9a3dc08-26f0-490d-b190-2780270c58e1" providerId="ADAL" clId="{F398E26A-6AC4-4DD8-A7B3-CD9F6274E7E3}" dt="2025-04-13T22:18:53.796" v="4537" actId="9405"/>
          <ac:inkMkLst>
            <pc:docMk/>
            <pc:sldMk cId="3583247520" sldId="364"/>
            <ac:inkMk id="262" creationId="{8B42B1CF-8EA8-90CF-8914-475127A465B7}"/>
          </ac:inkMkLst>
        </pc:inkChg>
        <pc:inkChg chg="add mod">
          <ac:chgData name="Pi, Yalong" userId="c9a3dc08-26f0-490d-b190-2780270c58e1" providerId="ADAL" clId="{F398E26A-6AC4-4DD8-A7B3-CD9F6274E7E3}" dt="2025-04-13T22:18:55.301" v="4541"/>
          <ac:inkMkLst>
            <pc:docMk/>
            <pc:sldMk cId="3583247520" sldId="364"/>
            <ac:inkMk id="263" creationId="{84263477-13CF-3644-D468-806FB58CD83F}"/>
          </ac:inkMkLst>
        </pc:inkChg>
        <pc:inkChg chg="add mod">
          <ac:chgData name="Pi, Yalong" userId="c9a3dc08-26f0-490d-b190-2780270c58e1" providerId="ADAL" clId="{F398E26A-6AC4-4DD8-A7B3-CD9F6274E7E3}" dt="2025-04-13T22:18:55.301" v="4541"/>
          <ac:inkMkLst>
            <pc:docMk/>
            <pc:sldMk cId="3583247520" sldId="364"/>
            <ac:inkMk id="264" creationId="{6DF18E97-FE9B-967F-D41B-340CE531EA77}"/>
          </ac:inkMkLst>
        </pc:inkChg>
        <pc:inkChg chg="add mod">
          <ac:chgData name="Pi, Yalong" userId="c9a3dc08-26f0-490d-b190-2780270c58e1" providerId="ADAL" clId="{F398E26A-6AC4-4DD8-A7B3-CD9F6274E7E3}" dt="2025-04-13T22:19:03.830" v="4560"/>
          <ac:inkMkLst>
            <pc:docMk/>
            <pc:sldMk cId="3583247520" sldId="364"/>
            <ac:inkMk id="265" creationId="{48EF286B-0963-CF72-E691-76113BB22724}"/>
          </ac:inkMkLst>
        </pc:inkChg>
        <pc:inkChg chg="add mod">
          <ac:chgData name="Pi, Yalong" userId="c9a3dc08-26f0-490d-b190-2780270c58e1" providerId="ADAL" clId="{F398E26A-6AC4-4DD8-A7B3-CD9F6274E7E3}" dt="2025-04-13T22:18:56.290" v="4543"/>
          <ac:inkMkLst>
            <pc:docMk/>
            <pc:sldMk cId="3583247520" sldId="364"/>
            <ac:inkMk id="267" creationId="{EBC14EE9-EBF6-3C8E-094C-2446CBB158E1}"/>
          </ac:inkMkLst>
        </pc:inkChg>
        <pc:inkChg chg="add">
          <ac:chgData name="Pi, Yalong" userId="c9a3dc08-26f0-490d-b190-2780270c58e1" providerId="ADAL" clId="{F398E26A-6AC4-4DD8-A7B3-CD9F6274E7E3}" dt="2025-04-13T22:18:57.872" v="4544" actId="9405"/>
          <ac:inkMkLst>
            <pc:docMk/>
            <pc:sldMk cId="3583247520" sldId="364"/>
            <ac:inkMk id="269" creationId="{B8A09C72-E619-95DD-9475-4BA5090CADCE}"/>
          </ac:inkMkLst>
        </pc:inkChg>
        <pc:inkChg chg="add">
          <ac:chgData name="Pi, Yalong" userId="c9a3dc08-26f0-490d-b190-2780270c58e1" providerId="ADAL" clId="{F398E26A-6AC4-4DD8-A7B3-CD9F6274E7E3}" dt="2025-04-13T22:18:58.232" v="4545" actId="9405"/>
          <ac:inkMkLst>
            <pc:docMk/>
            <pc:sldMk cId="3583247520" sldId="364"/>
            <ac:inkMk id="270" creationId="{8EB941B9-00EE-4BD8-5C70-18730CD5C4DF}"/>
          </ac:inkMkLst>
        </pc:inkChg>
        <pc:inkChg chg="add">
          <ac:chgData name="Pi, Yalong" userId="c9a3dc08-26f0-490d-b190-2780270c58e1" providerId="ADAL" clId="{F398E26A-6AC4-4DD8-A7B3-CD9F6274E7E3}" dt="2025-04-13T22:18:58.574" v="4546" actId="9405"/>
          <ac:inkMkLst>
            <pc:docMk/>
            <pc:sldMk cId="3583247520" sldId="364"/>
            <ac:inkMk id="271" creationId="{DFE7F872-8B20-7E44-EA7B-B1D0E76100BA}"/>
          </ac:inkMkLst>
        </pc:inkChg>
        <pc:inkChg chg="add">
          <ac:chgData name="Pi, Yalong" userId="c9a3dc08-26f0-490d-b190-2780270c58e1" providerId="ADAL" clId="{F398E26A-6AC4-4DD8-A7B3-CD9F6274E7E3}" dt="2025-04-13T22:18:58.902" v="4547" actId="9405"/>
          <ac:inkMkLst>
            <pc:docMk/>
            <pc:sldMk cId="3583247520" sldId="364"/>
            <ac:inkMk id="272" creationId="{2C9C89C6-6666-9FA3-B352-AB0AA25085B3}"/>
          </ac:inkMkLst>
        </pc:inkChg>
        <pc:inkChg chg="add">
          <ac:chgData name="Pi, Yalong" userId="c9a3dc08-26f0-490d-b190-2780270c58e1" providerId="ADAL" clId="{F398E26A-6AC4-4DD8-A7B3-CD9F6274E7E3}" dt="2025-04-13T22:18:59.181" v="4548" actId="9405"/>
          <ac:inkMkLst>
            <pc:docMk/>
            <pc:sldMk cId="3583247520" sldId="364"/>
            <ac:inkMk id="273" creationId="{73E6D4C3-76CB-BAAD-2108-2E61D437EFE3}"/>
          </ac:inkMkLst>
        </pc:inkChg>
        <pc:inkChg chg="add">
          <ac:chgData name="Pi, Yalong" userId="c9a3dc08-26f0-490d-b190-2780270c58e1" providerId="ADAL" clId="{F398E26A-6AC4-4DD8-A7B3-CD9F6274E7E3}" dt="2025-04-13T22:18:59.523" v="4549" actId="9405"/>
          <ac:inkMkLst>
            <pc:docMk/>
            <pc:sldMk cId="3583247520" sldId="364"/>
            <ac:inkMk id="274" creationId="{97F02E3C-4770-D553-1A9B-A46FD894F9EE}"/>
          </ac:inkMkLst>
        </pc:inkChg>
        <pc:inkChg chg="add">
          <ac:chgData name="Pi, Yalong" userId="c9a3dc08-26f0-490d-b190-2780270c58e1" providerId="ADAL" clId="{F398E26A-6AC4-4DD8-A7B3-CD9F6274E7E3}" dt="2025-04-13T22:19:00.194" v="4550" actId="9405"/>
          <ac:inkMkLst>
            <pc:docMk/>
            <pc:sldMk cId="3583247520" sldId="364"/>
            <ac:inkMk id="275" creationId="{3A4A6FEB-6FA2-0BC2-08D1-0F0406BBC058}"/>
          </ac:inkMkLst>
        </pc:inkChg>
        <pc:inkChg chg="add">
          <ac:chgData name="Pi, Yalong" userId="c9a3dc08-26f0-490d-b190-2780270c58e1" providerId="ADAL" clId="{F398E26A-6AC4-4DD8-A7B3-CD9F6274E7E3}" dt="2025-04-13T22:19:00.506" v="4551" actId="9405"/>
          <ac:inkMkLst>
            <pc:docMk/>
            <pc:sldMk cId="3583247520" sldId="364"/>
            <ac:inkMk id="276" creationId="{8BF54D81-E740-FB75-4AF2-9AA566E88EF8}"/>
          </ac:inkMkLst>
        </pc:inkChg>
        <pc:inkChg chg="add mod">
          <ac:chgData name="Pi, Yalong" userId="c9a3dc08-26f0-490d-b190-2780270c58e1" providerId="ADAL" clId="{F398E26A-6AC4-4DD8-A7B3-CD9F6274E7E3}" dt="2025-04-13T22:19:03.830" v="4560"/>
          <ac:inkMkLst>
            <pc:docMk/>
            <pc:sldMk cId="3583247520" sldId="364"/>
            <ac:inkMk id="277" creationId="{F933A958-ACA3-0BB8-FAEB-CAE51544A31D}"/>
          </ac:inkMkLst>
        </pc:inkChg>
        <pc:inkChg chg="add">
          <ac:chgData name="Pi, Yalong" userId="c9a3dc08-26f0-490d-b190-2780270c58e1" providerId="ADAL" clId="{F398E26A-6AC4-4DD8-A7B3-CD9F6274E7E3}" dt="2025-04-13T22:19:01.092" v="4553" actId="9405"/>
          <ac:inkMkLst>
            <pc:docMk/>
            <pc:sldMk cId="3583247520" sldId="364"/>
            <ac:inkMk id="278" creationId="{7210790E-D5CA-C7F2-C4A3-EE21510D1007}"/>
          </ac:inkMkLst>
        </pc:inkChg>
        <pc:inkChg chg="add">
          <ac:chgData name="Pi, Yalong" userId="c9a3dc08-26f0-490d-b190-2780270c58e1" providerId="ADAL" clId="{F398E26A-6AC4-4DD8-A7B3-CD9F6274E7E3}" dt="2025-04-13T22:19:01.298" v="4554" actId="9405"/>
          <ac:inkMkLst>
            <pc:docMk/>
            <pc:sldMk cId="3583247520" sldId="364"/>
            <ac:inkMk id="279" creationId="{2A29F2FD-66A7-B456-5AD3-545F3BFE2656}"/>
          </ac:inkMkLst>
        </pc:inkChg>
        <pc:inkChg chg="add">
          <ac:chgData name="Pi, Yalong" userId="c9a3dc08-26f0-490d-b190-2780270c58e1" providerId="ADAL" clId="{F398E26A-6AC4-4DD8-A7B3-CD9F6274E7E3}" dt="2025-04-13T22:19:01.909" v="4555" actId="9405"/>
          <ac:inkMkLst>
            <pc:docMk/>
            <pc:sldMk cId="3583247520" sldId="364"/>
            <ac:inkMk id="280" creationId="{DB21F187-88BE-EF40-6C6C-B0BA4648BFBD}"/>
          </ac:inkMkLst>
        </pc:inkChg>
        <pc:inkChg chg="add">
          <ac:chgData name="Pi, Yalong" userId="c9a3dc08-26f0-490d-b190-2780270c58e1" providerId="ADAL" clId="{F398E26A-6AC4-4DD8-A7B3-CD9F6274E7E3}" dt="2025-04-13T22:19:02.202" v="4556" actId="9405"/>
          <ac:inkMkLst>
            <pc:docMk/>
            <pc:sldMk cId="3583247520" sldId="364"/>
            <ac:inkMk id="281" creationId="{FCE6EC3D-59F0-0B42-B7C1-330E6AE897A2}"/>
          </ac:inkMkLst>
        </pc:inkChg>
        <pc:inkChg chg="add mod">
          <ac:chgData name="Pi, Yalong" userId="c9a3dc08-26f0-490d-b190-2780270c58e1" providerId="ADAL" clId="{F398E26A-6AC4-4DD8-A7B3-CD9F6274E7E3}" dt="2025-04-13T22:19:03.830" v="4560"/>
          <ac:inkMkLst>
            <pc:docMk/>
            <pc:sldMk cId="3583247520" sldId="364"/>
            <ac:inkMk id="282" creationId="{043B515C-98AF-C835-BE60-51E1D1DCD12B}"/>
          </ac:inkMkLst>
        </pc:inkChg>
        <pc:inkChg chg="add">
          <ac:chgData name="Pi, Yalong" userId="c9a3dc08-26f0-490d-b190-2780270c58e1" providerId="ADAL" clId="{F398E26A-6AC4-4DD8-A7B3-CD9F6274E7E3}" dt="2025-04-13T22:19:02.820" v="4558" actId="9405"/>
          <ac:inkMkLst>
            <pc:docMk/>
            <pc:sldMk cId="3583247520" sldId="364"/>
            <ac:inkMk id="283" creationId="{F7055D8C-9103-47CB-A0D0-6BF8501FF540}"/>
          </ac:inkMkLst>
        </pc:inkChg>
        <pc:inkChg chg="add">
          <ac:chgData name="Pi, Yalong" userId="c9a3dc08-26f0-490d-b190-2780270c58e1" providerId="ADAL" clId="{F398E26A-6AC4-4DD8-A7B3-CD9F6274E7E3}" dt="2025-04-13T22:19:03.020" v="4559" actId="9405"/>
          <ac:inkMkLst>
            <pc:docMk/>
            <pc:sldMk cId="3583247520" sldId="364"/>
            <ac:inkMk id="284" creationId="{C8394BC3-FDA4-5242-8E36-E570EEFE4E61}"/>
          </ac:inkMkLst>
        </pc:inkChg>
      </pc:sldChg>
      <pc:sldChg chg="addSp modSp new mod">
        <pc:chgData name="Pi, Yalong" userId="c9a3dc08-26f0-490d-b190-2780270c58e1" providerId="ADAL" clId="{F398E26A-6AC4-4DD8-A7B3-CD9F6274E7E3}" dt="2025-04-13T23:09:45.148" v="5539" actId="1076"/>
        <pc:sldMkLst>
          <pc:docMk/>
          <pc:sldMk cId="2723504297" sldId="365"/>
        </pc:sldMkLst>
        <pc:spChg chg="mod">
          <ac:chgData name="Pi, Yalong" userId="c9a3dc08-26f0-490d-b190-2780270c58e1" providerId="ADAL" clId="{F398E26A-6AC4-4DD8-A7B3-CD9F6274E7E3}" dt="2025-04-13T23:02:15.015" v="5345"/>
          <ac:spMkLst>
            <pc:docMk/>
            <pc:sldMk cId="2723504297" sldId="365"/>
            <ac:spMk id="2" creationId="{1EBD0505-C73A-76CA-2733-4FAEF5881823}"/>
          </ac:spMkLst>
        </pc:spChg>
        <pc:spChg chg="mod">
          <ac:chgData name="Pi, Yalong" userId="c9a3dc08-26f0-490d-b190-2780270c58e1" providerId="ADAL" clId="{F398E26A-6AC4-4DD8-A7B3-CD9F6274E7E3}" dt="2025-04-13T23:07:49.140" v="5517" actId="207"/>
          <ac:spMkLst>
            <pc:docMk/>
            <pc:sldMk cId="2723504297" sldId="365"/>
            <ac:spMk id="3" creationId="{C9476A2C-6698-EF68-4713-19BE202ED3E8}"/>
          </ac:spMkLst>
        </pc:spChg>
        <pc:spChg chg="add mod">
          <ac:chgData name="Pi, Yalong" userId="c9a3dc08-26f0-490d-b190-2780270c58e1" providerId="ADAL" clId="{F398E26A-6AC4-4DD8-A7B3-CD9F6274E7E3}" dt="2025-04-13T23:09:45.148" v="5539" actId="1076"/>
          <ac:spMkLst>
            <pc:docMk/>
            <pc:sldMk cId="2723504297" sldId="365"/>
            <ac:spMk id="4" creationId="{4E16DD3A-B9EA-9080-D06E-14BE241D29B0}"/>
          </ac:spMkLst>
        </pc:spChg>
      </pc:sldChg>
      <pc:sldChg chg="add del">
        <pc:chgData name="Pi, Yalong" userId="c9a3dc08-26f0-490d-b190-2780270c58e1" providerId="ADAL" clId="{F398E26A-6AC4-4DD8-A7B3-CD9F6274E7E3}" dt="2025-04-13T23:08:21.178" v="5529" actId="47"/>
        <pc:sldMkLst>
          <pc:docMk/>
          <pc:sldMk cId="2908109328" sldId="366"/>
        </pc:sldMkLst>
      </pc:sldChg>
      <pc:sldChg chg="modSp add mod">
        <pc:chgData name="Pi, Yalong" userId="c9a3dc08-26f0-490d-b190-2780270c58e1" providerId="ADAL" clId="{F398E26A-6AC4-4DD8-A7B3-CD9F6274E7E3}" dt="2025-04-13T23:21:19.194" v="5743" actId="20577"/>
        <pc:sldMkLst>
          <pc:docMk/>
          <pc:sldMk cId="1105575383" sldId="367"/>
        </pc:sldMkLst>
        <pc:spChg chg="mod">
          <ac:chgData name="Pi, Yalong" userId="c9a3dc08-26f0-490d-b190-2780270c58e1" providerId="ADAL" clId="{F398E26A-6AC4-4DD8-A7B3-CD9F6274E7E3}" dt="2025-04-13T23:08:51.808" v="5537" actId="20577"/>
          <ac:spMkLst>
            <pc:docMk/>
            <pc:sldMk cId="1105575383" sldId="367"/>
            <ac:spMk id="2" creationId="{3B58405F-8CEB-3ED6-F56C-C371E293FA66}"/>
          </ac:spMkLst>
        </pc:spChg>
        <pc:spChg chg="mod">
          <ac:chgData name="Pi, Yalong" userId="c9a3dc08-26f0-490d-b190-2780270c58e1" providerId="ADAL" clId="{F398E26A-6AC4-4DD8-A7B3-CD9F6274E7E3}" dt="2025-04-13T23:20:57.287" v="5739" actId="20577"/>
          <ac:spMkLst>
            <pc:docMk/>
            <pc:sldMk cId="1105575383" sldId="367"/>
            <ac:spMk id="3" creationId="{C3334766-BC92-76B7-F1A4-48880651E4F7}"/>
          </ac:spMkLst>
        </pc:spChg>
        <pc:spChg chg="mod">
          <ac:chgData name="Pi, Yalong" userId="c9a3dc08-26f0-490d-b190-2780270c58e1" providerId="ADAL" clId="{F398E26A-6AC4-4DD8-A7B3-CD9F6274E7E3}" dt="2025-04-13T23:21:19.194" v="5743" actId="20577"/>
          <ac:spMkLst>
            <pc:docMk/>
            <pc:sldMk cId="1105575383" sldId="367"/>
            <ac:spMk id="4" creationId="{8F451F94-1935-B5A8-C2FE-2346C29BEBBF}"/>
          </ac:spMkLst>
        </pc:spChg>
      </pc:sldChg>
      <pc:sldChg chg="modSp add">
        <pc:chgData name="Pi, Yalong" userId="c9a3dc08-26f0-490d-b190-2780270c58e1" providerId="ADAL" clId="{F398E26A-6AC4-4DD8-A7B3-CD9F6274E7E3}" dt="2025-04-13T23:21:53.772" v="5744"/>
        <pc:sldMkLst>
          <pc:docMk/>
          <pc:sldMk cId="2105531530" sldId="368"/>
        </pc:sldMkLst>
        <pc:spChg chg="mod">
          <ac:chgData name="Pi, Yalong" userId="c9a3dc08-26f0-490d-b190-2780270c58e1" providerId="ADAL" clId="{F398E26A-6AC4-4DD8-A7B3-CD9F6274E7E3}" dt="2025-04-13T23:21:53.772" v="5744"/>
          <ac:spMkLst>
            <pc:docMk/>
            <pc:sldMk cId="2105531530" sldId="368"/>
            <ac:spMk id="4" creationId="{8FE98CA7-BF2B-010B-BBF4-ECA368BBFA6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0T23:34:30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39 15347 0 0,'-2'-15'680'0'0,"-1"5"145"0"0,1 2-665 0 0,-1 3-160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5:17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1 364 2304 0 0,'0'-2'316'0'0,"-1"0"0"0"0,2 0 0 0 0,-1 0 0 0 0,0 0 0 0 0,0 0 0 0 0,1 0 0 0 0,-1 0 0 0 0,1 0-1 0 0,-1 1 1 0 0,1-1 0 0 0,0 0 0 0 0,0 0 0 0 0,0 1 0 0 0,0-1 0 0 0,0 0 0 0 0,0 1-1 0 0,0-1 1 0 0,0 1 0 0 0,1-1 0 0 0,-1 1 0 0 0,1 0 0 0 0,-1 0 0 0 0,1-1 0 0 0,-1 1-1 0 0,1 0 1 0 0,0 0 0 0 0,2-1 0 0 0,-2 2-183 0 0,-1 0-1 0 0,0 0 1 0 0,0 1 0 0 0,0-1-1 0 0,1 0 1 0 0,-1 0 0 0 0,0 0-1 0 0,0 1 1 0 0,0-1 0 0 0,0 1-1 0 0,1-1 1 0 0,-1 1 0 0 0,0-1-1 0 0,0 1 1 0 0,0 0 0 0 0,0-1-1 0 0,0 1 1 0 0,0 0-1 0 0,0 0 1 0 0,-1 0 0 0 0,1 0-1 0 0,0 0 1 0 0,0 0 0 0 0,-1 0-1 0 0,1 0 1 0 0,0 1 0 0 0,17 38 956 0 0,-10-21-756 0 0,0-4-239 0 0,0-1 1 0 0,0-1-1 0 0,2 1 1 0 0,0-1-1 0 0,0-1 1 0 0,19 17-1 0 0,-25-25-86 0 0,1 0 0 0 0,-1 0 1 0 0,1-1-1 0 0,0 0 0 0 0,0 0 0 0 0,1 0 0 0 0,-1-1 0 0 0,0 0 0 0 0,1 0 0 0 0,0 0 0 0 0,-1 0 0 0 0,1-1 0 0 0,0 0 0 0 0,0-1 0 0 0,0 1 0 0 0,0-1 0 0 0,-1 0 0 0 0,1 0 0 0 0,0-1 0 0 0,0 0 1 0 0,6-1-1 0 0,177-57 522 0 0,-129 48-482 0 0,1 3 0 0 0,0 2 0 0 0,64 3 0 0 0,-94 2-38 0 0,253-18 120 0 0,8 0-68 0 0,-23 0 181 0 0,-102 4-129 0 0,-71 9-82 0 0,175-9 90 0 0,-210 16-85 0 0,1 1 1 0 0,86 16 0 0 0,259 84 26 0 0,-342-86-35 0 0,6 1 6 0 0,-60-13-6 0 0,0 0 1 0 0,0 1-1 0 0,0 0 1 0 0,18 13-1 0 0,-26-16-19 0 0,0 1 1 0 0,1-1-1 0 0,-1 1 1 0 0,0 0-1 0 0,0 0 1 0 0,-1 1-1 0 0,1-1 0 0 0,-1 0 1 0 0,1 1-1 0 0,-1 0 1 0 0,0-1-1 0 0,0 1 0 0 0,-1 0 1 0 0,1 0-1 0 0,-1 0 1 0 0,1 8-1 0 0,7 30 246 0 0,-6-29-137 0 0,0-1 0 0 0,-1 1 0 0 0,1 18 0 0 0,-4-56-109 0 0,1-82 36 0 0,1 100-59 0 0,0 1 0 0 0,0-1 0 0 0,1 1 0 0 0,0 0 0 0 0,1-1 1 0 0,-1 1-1 0 0,1 0 0 0 0,0 1 0 0 0,1-1 0 0 0,-1 0 0 0 0,1 1 0 0 0,7-7 0 0 0,-5 5-29 0 0,0 1-1 0 0,0 0 1 0 0,1 1-1 0 0,-1 0 1 0 0,1 0 0 0 0,1 0-1 0 0,-1 1 1 0 0,1 0-1 0 0,9-3 1 0 0,-3 2 19 0 0,0 0-1 0 0,0 1 1 0 0,1 1-1 0 0,29-3 1 0 0,249-9 76 0 0,84 33 73 0 0,-53 1-60 0 0,-270-19-64 0 0,572-23 71 0 0,-602 20-86 0 0,15-1 131 0 0,1-1-1 0 0,-1-2 1 0 0,65-20-1 0 0,-94 23-66 0 0,0 0-1 0 0,0-1 1 0 0,0 0-1 0 0,0 0 1 0 0,-1-1-1 0 0,0 0 1 0 0,0-1-1 0 0,0 0 1 0 0,-1 0-1 0 0,0-1 0 0 0,-1 0 1 0 0,1 0-1 0 0,-2-1 1 0 0,1 0-1 0 0,-1 0 1 0 0,-1-1-1 0 0,1 1 1 0 0,4-14-1 0 0,5-24-76 0 0,17-93 0 0 0,-25 101 19 0 0,-6 38-31 0 0,-1 1-1 0 0,0 0 1 0 0,0 0-1 0 0,0 0 1 0 0,0-1-1 0 0,0 1 0 0 0,0 0 1 0 0,0 0-1 0 0,0 0 1 0 0,0-1-1 0 0,0 1 1 0 0,0 0-1 0 0,0 0 0 0 0,0 0 1 0 0,0-1-1 0 0,0 1 1 0 0,0 0-1 0 0,0 0 0 0 0,0 0 1 0 0,0-1-1 0 0,0 1 1 0 0,0 0-1 0 0,0 0 1 0 0,0 0-1 0 0,0 0 0 0 0,-1-1 1 0 0,1 1-1 0 0,0 0 1 0 0,0 0-1 0 0,0 0 1 0 0,0 0-1 0 0,0-1 0 0 0,0 1 1 0 0,-1 0-1 0 0,1 0 1 0 0,0 0-1 0 0,0 0 1 0 0,0 0-1 0 0,0 0 0 0 0,-1 0 1 0 0,1 0-1 0 0,0-1 1 0 0,0 1-1 0 0,0 0 0 0 0,-1 0 1 0 0,1 0-1 0 0,0 0 1 0 0,0 0-1 0 0,0 0 1 0 0,-1 0-1 0 0,1 0 0 0 0,0 0 1 0 0,0 0-1 0 0,0 0 1 0 0,-1 0-1 0 0,1 0 1 0 0,0 1-1 0 0,0-1 0 0 0,0 0 1 0 0,-1 0-1 0 0,1 0 1 0 0,0 0-1 0 0,0 0 1 0 0,0 0-1 0 0,0 0 0 0 0,-1 1 1 0 0,1-1-1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5:54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17 204 12787 0 0,'-1'-1'86'0'0,"1"1"0"0"0,-1 0 0 0 0,0 0 0 0 0,0-1 0 0 0,0 1 0 0 0,0-1 0 0 0,0 1 0 0 0,0-1 0 0 0,1 1 0 0 0,-1-1 0 0 0,0 0 0 0 0,1 1 0 0 0,-1-1 0 0 0,0 0 0 0 0,1 1 1 0 0,-1-1-1 0 0,1 0 0 0 0,-1 0 0 0 0,1 0 0 0 0,-1 1 0 0 0,1-1 0 0 0,-1 0 0 0 0,1 0 0 0 0,0 0 0 0 0,0 0 0 0 0,-1 0 0 0 0,1 0 0 0 0,0 0 0 0 0,0 0 0 0 0,0-2 0 0 0,1 0 52 0 0,0 0 1 0 0,0 1-1 0 0,0-1 0 0 0,0 0 0 0 0,0 0 0 0 0,1 0 0 0 0,-1 1 0 0 0,1-1 0 0 0,2-2 1 0 0,6-7 124 0 0,0 0 0 0 0,1 1 0 0 0,1 1 1 0 0,0 0-1 0 0,14-10 0 0 0,16-12 166 0 0,-35 26-300 0 0,-1 0 67 0 0,1 1-1 0 0,0-1 1 0 0,0 1-1 0 0,0 0 0 0 0,11-5 1 0 0,-19 31 277 0 0,-4 72-256 0 0,14 182 0 0 0,-8-266-217 0 0,0 0 0 0 0,1 1 0 0 0,0-1 0 0 0,0 0 0 0 0,1 0 0 0 0,0 0 0 0 0,1-1 0 0 0,0 1 0 0 0,9 14 0 0 0,-13-23-7 0 0,0 0 1 0 0,0 0 0 0 0,1 0-1 0 0,-1 1 1 0 0,0-1 0 0 0,0 0-1 0 0,0 0 1 0 0,0 0 0 0 0,1 1-1 0 0,-1-1 1 0 0,0 0 0 0 0,0 0-1 0 0,0 0 1 0 0,1 0 0 0 0,-1 0-1 0 0,0 1 1 0 0,0-1 0 0 0,1 0-1 0 0,-1 0 1 0 0,0 0 0 0 0,0 0-1 0 0,1 0 1 0 0,-1 0 0 0 0,0 0-1 0 0,0 0 1 0 0,1 0 0 0 0,-1 0-1 0 0,0 0 1 0 0,0 0 0 0 0,1 0-1 0 0,-1 0 1 0 0,0 0 0 0 0,0 0-1 0 0,1 0 1 0 0,-1-1 0 0 0,0 1 0 0 0,1 0-1 0 0,6-10-386 0 0,3-17-356 0 0,-1-18-736 0 0,-4 15 648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5:54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19 10594 0 0,'-1'-1'158'0'0,"1"0"1"0"0,0 0-1 0 0,-1 0 0 0 0,1 0 0 0 0,-1 0 0 0 0,1 0 0 0 0,-1 0 0 0 0,0 0 0 0 0,1 1 0 0 0,-1-1 1 0 0,0 0-1 0 0,1 0 0 0 0,-1 0 0 0 0,0 1 0 0 0,0-1 0 0 0,0 1 0 0 0,0-1 0 0 0,0 0 1 0 0,0 1-1 0 0,0-1 0 0 0,0 1 0 0 0,0 0 0 0 0,0-1 0 0 0,0 1 0 0 0,0 0 0 0 0,0 0 1 0 0,0 0-1 0 0,0 0 0 0 0,0 0 0 0 0,-2 0 0 0 0,2 1-42 0 0,0-1-1 0 0,0 1 1 0 0,0 0 0 0 0,0 0 0 0 0,0 1-1 0 0,1-1 1 0 0,-1 0 0 0 0,0 0 0 0 0,0 0-1 0 0,1 0 1 0 0,-1 1 0 0 0,1-1-1 0 0,0 0 1 0 0,-1 1 0 0 0,1-1 0 0 0,0 0-1 0 0,-1 1 1 0 0,1-1 0 0 0,0 0 0 0 0,0 1-1 0 0,0-1 1 0 0,0 0 0 0 0,1 1 0 0 0,-1 1-1 0 0,1 1-101 0 0,-1 0 0 0 0,1 0 1 0 0,0 0-1 0 0,0 0 0 0 0,1 0 0 0 0,-1 0 0 0 0,1 0 0 0 0,0 0 0 0 0,0-1 0 0 0,0 1 0 0 0,0-1 0 0 0,1 1 0 0 0,3 3 0 0 0,26 20-2862 0 0,-25-22-2888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5:54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94 16588 0 0,'-2'0'2574'0'0,"7"1"-880"0"0,2 0-1019 0 0,-6 0-240 0 0,3 0-204 0 0,9 1-128 0 0,0-1 1 0 0,-1 0 0 0 0,1-1-1 0 0,0 0 1 0 0,-1-1 0 0 0,1 0-1 0 0,0-1 1 0 0,-1-1 0 0 0,14-3-1 0 0,-14 2-555 0 0,0-1 0 0 0,0 0 0 0 0,20-11-1 0 0,-24 11-889 0 0,-1-1-1 0 0,1 1 1 0 0,-1-1-1 0 0,0 0 1 0 0,10-13 0 0 0,-6 7-4434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5:54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 3225 0 0,'-2'-2'3519'0'0,"-3"14"2231"0"0,-1 8-565 0 0,4-11-5414 0 0,-8 59 1526 0 0,2 0 0 0 0,2 88 0 0 0,4-82-849 0 0,1-42-302 0 0,1 112 459 0 0,1-130-587 0 0,1 1 0 0 0,0-1 0 0 0,1 0 0 0 0,1 0 1 0 0,0 0-1 0 0,1 0 0 0 0,10 21 0 0 0,-14-34-72 0 0,-1 0 0 0 0,1 0 0 0 0,-1 0 0 0 0,1 0 0 0 0,0 0 0 0 0,-1 0 0 0 0,1 0 0 0 0,0 0 0 0 0,0-1 0 0 0,0 1 1 0 0,-1 0-1 0 0,1 0 0 0 0,0-1 0 0 0,0 1 0 0 0,0-1 0 0 0,0 1 0 0 0,0-1 0 0 0,0 1 0 0 0,2 0 0 0 0,14-4-7170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5:55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84 18636 0 0,'0'0'29'0'0,"0"0"-1"0"0,0 0 1 0 0,0 0-1 0 0,-1 0 1 0 0,1 0-1 0 0,0 0 1 0 0,0 0 0 0 0,0 0-1 0 0,0 0 1 0 0,0 0-1 0 0,0 0 1 0 0,0 0-1 0 0,0 0 1 0 0,0 0 0 0 0,0 0-1 0 0,0 0 1 0 0,0 0-1 0 0,-1 0 1 0 0,1-1-1 0 0,0 1 1 0 0,0 0 0 0 0,0 0-1 0 0,0 0 1 0 0,0 0-1 0 0,0 0 1 0 0,0 0-1 0 0,0 0 1 0 0,0 0 0 0 0,0 0-1 0 0,0-1 1 0 0,0 1-1 0 0,0 0 1 0 0,0 0-1 0 0,0 0 1 0 0,0 0 0 0 0,0 0-1 0 0,0 0 1 0 0,0 0-1 0 0,0 0 1 0 0,0 0-1 0 0,0 0 1 0 0,0-1 0 0 0,0 1-1 0 0,0 0 1 0 0,0 0-1 0 0,1 0 1 0 0,-1 0 0 0 0,0 0-1 0 0,0 0 1 0 0,0 0-1 0 0,0 0 1 0 0,0 0-1 0 0,0 0 1 0 0,0 0 0 0 0,0 0-1 0 0,0 0 1 0 0,0-1-1 0 0,0 1 1 0 0,0 0-1 0 0,1 0 1 0 0,-1 0 0 0 0,0 0-1 0 0,0 0 1 0 0,0 0-1 0 0,0 0 1 0 0,0 0-1 0 0,12-2 647 0 0,24 0-600 0 0,-28 2 294 0 0,18-3-241 0 0,-1 0 1 0 0,0-2 0 0 0,-1-1 0 0 0,1 0 0 0 0,-1-2 0 0 0,-1-1 0 0 0,38-19 0 0 0,-57 24-272 0 0,-3 4 31 0 0,-1 0 0 0 0,0-1-1 0 0,0 1 1 0 0,1 0 0 0 0,-1-1-1 0 0,0 1 1 0 0,0 0 0 0 0,1 0 0 0 0,-1 0-1 0 0,0-1 1 0 0,1 1 0 0 0,-1 0-1 0 0,0 0 1 0 0,1 0 0 0 0,-1 0 0 0 0,0-1-1 0 0,1 1 1 0 0,-1 0 0 0 0,0 0 0 0 0,1 0-1 0 0,-1 0 1 0 0,1 0 0 0 0,-1 0-1 0 0,0 0 1 0 0,1 0 0 0 0,0 0 0 0 0,1 2-1322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5:55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1 258 8754 0 0,'1'-4'740'0'0,"1"0"0"0"0,1 0 0 0 0,-1 0 0 0 0,1 0 0 0 0,-1 1 0 0 0,1-1 0 0 0,0 1 1 0 0,0-1-1 0 0,6-3 0 0 0,-4 2-818 0 0,21-18 939 0 0,1 1 1 0 0,57-35-1 0 0,-47 34-277 0 0,41-36 1 0 0,-74 56-473 0 0,28-21 1101 0 0,-35 29-1008 0 0,0 1 1 0 0,0 0-1 0 0,1 1 0 0 0,-3 7 1 0 0,1-2-53 0 0,-15 34 257 0 0,0 2-172 0 0,-15 51 0 0 0,30-84-236 0 0,1 0 1 0 0,0 0 0 0 0,1 0-1 0 0,1 0 1 0 0,0 1 0 0 0,1-1 0 0 0,1 0-1 0 0,2 16 1 0 0,-2-27-7 0 0,0 0 1 0 0,0 0-1 0 0,1 0 0 0 0,-1 0 0 0 0,1-1 1 0 0,0 1-1 0 0,0 0 0 0 0,0-1 0 0 0,0 0 1 0 0,1 1-1 0 0,-1-1 0 0 0,1 0 1 0 0,3 3-1 0 0,-5-5-20 0 0,0 0-1 0 0,1 0 1 0 0,-1 0 0 0 0,0-1-1 0 0,1 1 1 0 0,-1 0 0 0 0,1-1 0 0 0,-1 1-1 0 0,0-1 1 0 0,1 1 0 0 0,-1-1-1 0 0,1 1 1 0 0,-1-1 0 0 0,1 0 0 0 0,0 0-1 0 0,-1 0 1 0 0,1 0 0 0 0,-1 0-1 0 0,1 0 1 0 0,-1-1 0 0 0,1 1 0 0 0,-1 0-1 0 0,1-1 1 0 0,-1 1 0 0 0,1-1-1 0 0,-1 1 1 0 0,0-1 0 0 0,1 0 0 0 0,-1 0-1 0 0,0 1 1 0 0,1-1 0 0 0,-1 0-1 0 0,0 0 1 0 0,0 0 0 0 0,0-1 0 0 0,0 1-1 0 0,1-1 1 0 0,5-6-358 0 0,-1 0-1 0 0,-1-1 1 0 0,1 0 0 0 0,-1 1-1 0 0,0-2 1 0 0,-1 1 0 0 0,4-14-1 0 0,16-70-5156 0 0,-16 52 3173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5:55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34 6913 0 0,'-15'-33'10911'0'0,"15"36"-11173"0"0,0-2 701 0 0,1 3-52 0 0,5 30-272 0 0,13 57 500 0 0,-15-76-3776 0 0,13 28 0 0 0,-11-31-2353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5:56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53 21661 0 0,'-5'-5'955'0'0,"-3"-5"707"0"0,9 10-1646 0 0,-1-1-1 0 0,1 1 1 0 0,-1-1-1 0 0,1 1 1 0 0,0 0-1 0 0,-1 0 1 0 0,1-1 0 0 0,0 1-1 0 0,-1 0 1 0 0,1 0-1 0 0,0 0 1 0 0,-1 0 0 0 0,1-1-1 0 0,0 1 1 0 0,0 0-1 0 0,-1 0 1 0 0,1 0 0 0 0,0 1-1 0 0,-1-1 1 0 0,2 0-1 0 0,9 1-49 0 0,1 0 0 0 0,-1 1 0 0 0,20 6-1 0 0,-24-6-124 0 0,0 1-1 0 0,1-1 0 0 0,-1-1 0 0 0,0 1 1 0 0,1-1-1 0 0,-1-1 0 0 0,0 1 0 0 0,1-1 1 0 0,-1-1-1 0 0,1 1 0 0 0,-1-1 0 0 0,11-3 0 0 0,41-22-755 0 0,-16 7-6011 0 0,-26 12 658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5:56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16 6913 0 0,'0'-1'355'0'0,"-1"0"0"0"0,1 0 0 0 0,0 1 0 0 0,0-1-1 0 0,-1 0 1 0 0,1 0 0 0 0,-1 0 0 0 0,1 1-1 0 0,-1-1 1 0 0,1 0 0 0 0,-1 0 0 0 0,1 1-1 0 0,-1-1 1 0 0,1 1 0 0 0,-1-1 0 0 0,0 0-1 0 0,0 1 1 0 0,1-1 0 0 0,-1 1 0 0 0,0-1-1 0 0,0 1 1 0 0,-1-1 0 0 0,2 2-197 0 0,-1-1 1 0 0,0 1-1 0 0,1 0 0 0 0,-1-1 0 0 0,1 1 1 0 0,0 0-1 0 0,-1-1 0 0 0,1 1 0 0 0,0 0 1 0 0,-1 0-1 0 0,1-1 0 0 0,0 1 0 0 0,0 0 1 0 0,0 0-1 0 0,-1 0 0 0 0,1-1 0 0 0,0 1 1 0 0,0 1-1 0 0,0 51 629 0 0,1-50-538 0 0,7 201 1309 0 0,-22 267-1 0 0,13-458-1701 0 0,-1 0 0 0 0,0 0-1 0 0,-1 0 1 0 0,0 0-1 0 0,-1 0 1 0 0,-9 18 0 0 0,15-54-5460 0 0,1 8 3862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5:57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38 2304 0 0,'13'-11'-717'0'0,"24"-16"12107"0"0,-61 59-7289 0 0,23-32-4074 0 0,-71 66 3282 0 0,-107 130 1 0 0,177-193-3222 0 0,-1 1 1 0 0,0-1-1 0 0,1 1 0 0 0,-1 0 1 0 0,1 0-1 0 0,0 0 1 0 0,1 0-1 0 0,-3 8 1 0 0,4-11-65 0 0,0 1 1 0 0,0 0-1 0 0,0-1 1 0 0,0 1-1 0 0,0 0 1 0 0,0-1-1 0 0,1 1 1 0 0,-1-1-1 0 0,1 1 1 0 0,-1 0-1 0 0,1-1 1 0 0,0 1-1 0 0,-1-1 1 0 0,1 0-1 0 0,0 1 1 0 0,0-1-1 0 0,0 0 1 0 0,0 1-1 0 0,0-1 1 0 0,0 0-1 0 0,1 0 1 0 0,-1 0-1 0 0,0 0 1 0 0,0 0-1 0 0,1 0 1 0 0,1 1-1 0 0,8 5-24 0 0,1-1-1 0 0,0 0 1 0 0,-1-1-1 0 0,2 0 1 0 0,-1 0-1 0 0,1-2 1 0 0,-1 0-1 0 0,1 0 1 0 0,14 1-1 0 0,13-2 0 0 0,65-3 0 0 0,16 0 14 0 0,-103 2 25 0 0,-12-1-9 0 0,1 0 1 0 0,-1 0 0 0 0,0 0-1 0 0,1 1 1 0 0,-1 0 0 0 0,0 0 0 0 0,0 1-1 0 0,0 0 1 0 0,0 0 0 0 0,0 0-1 0 0,-1 1 1 0 0,10 5 0 0 0,-4-1 61 0 0,-9-6-86 0 0,0 0 0 0 0,-1 0 0 0 0,1 0-1 0 0,0 0 1 0 0,-1 0 0 0 0,1 0 0 0 0,0 0 0 0 0,-1 1 0 0 0,0-1 0 0 0,1 1 0 0 0,-1-1 0 0 0,0 1 0 0 0,1-1 0 0 0,-1 1 0 0 0,0 0 0 0 0,1 2 0 0 0,-3-3 26 0 0,1 0 1 0 0,0 0 0 0 0,-1 0 0 0 0,1 0 0 0 0,-1 0 0 0 0,0 0 0 0 0,1 0 0 0 0,-1 0 0 0 0,0 0 0 0 0,1 0 0 0 0,-1 0 0 0 0,0 0 0 0 0,0-1 0 0 0,0 1-1 0 0,0 0 1 0 0,0-1 0 0 0,0 1 0 0 0,0 0 0 0 0,0-1 0 0 0,0 1 0 0 0,0-1 0 0 0,0 0 0 0 0,0 1 0 0 0,0-1 0 0 0,-1 0 0 0 0,0 1 0 0 0,-1 0-463 0 0,0-1 0 0 0,-1 1 1 0 0,1-1-1 0 0,0 1 0 0 0,0-1 1 0 0,0 0-1 0 0,-1 0 0 0 0,1 0 0 0 0,-4-1 1 0 0,-1-2-1259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5:57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12443 0 0,'-3'1'223'0'0,"0"0"1"0"0,-1 0-1 0 0,1 1 1 0 0,0-1-1 0 0,-1 1 1 0 0,1 0-1 0 0,0-1 1 0 0,0 2 0 0 0,1-1-1 0 0,-1 0 1 0 0,0 0-1 0 0,1 1 1 0 0,-3 2-1 0 0,-1 4 413 0 0,1-1 0 0 0,0 1 0 0 0,-6 13 0 0 0,9-18-661 0 0,-22 51 334 0 0,3 1 1 0 0,2 1 0 0 0,3 0 0 0 0,2 1 0 0 0,3 1-1 0 0,3 0 1 0 0,2 1 0 0 0,2-1 0 0 0,6 84 0 0 0,-1-142-311 0 0,0 20-491 0 0,8 38-1 0 0,-8-55 376 0 0,1 1-1 0 0,-1-1 1 0 0,0 1 0 0 0,1-1 0 0 0,0 1 0 0 0,0-1 0 0 0,0 0-1 0 0,1 0 1 0 0,-1 0 0 0 0,1 0 0 0 0,0-1 0 0 0,0 1 0 0 0,1-1-1 0 0,4 5 1 0 0,-6-7-146 0 0,0 0 0 0 0,0 0 0 0 0,-1 0 0 0 0,1 0 0 0 0,0-1 0 0 0,0 1 0 0 0,0-1 0 0 0,0 1 0 0 0,0-1 0 0 0,0 0 0 0 0,0 0 0 0 0,3 0 0 0 0,14-2-1496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5:58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6449 0 0,'0'0'187'0'0,"0"1"-1"0"0,-1-1 1 0 0,1 0-1 0 0,0 0 1 0 0,0 0-1 0 0,0 1 1 0 0,-1-1-1 0 0,1 0 1 0 0,0 0-1 0 0,0 1 1 0 0,0-1-1 0 0,0 0 1 0 0,-1 1-1 0 0,1-1 1 0 0,0 0-1 0 0,0 0 1 0 0,0 1-1 0 0,0-1 0 0 0,0 0 1 0 0,0 1-1 0 0,0-1 1 0 0,0 0-1 0 0,0 1 1 0 0,0-1-1 0 0,0 0 1 0 0,0 1-1 0 0,0-1 1 0 0,0 0-1 0 0,0 1 1 0 0,0-1-1 0 0,0 0 1 0 0,1 0-1 0 0,-1 1 1 0 0,0-1-1 0 0,0 0 1 0 0,0 0-1 0 0,0 1 1 0 0,1-1-1 0 0,-1 0 1 0 0,0 0-1 0 0,1 1 1 0 0,9 19 4172 0 0,-7-14-4261 0 0,11 25 709 0 0,-1 2 0 0 0,-2 0 1 0 0,10 43-1 0 0,-14-43-645 0 0,-2 0-1 0 0,-2 1 1 0 0,-1-1-1 0 0,-1 1 1 0 0,-2 0-1 0 0,-1-1 1 0 0,-2 1 0 0 0,-1-1-1 0 0,-2 0 1 0 0,-17 52-1 0 0,-10 0-624 0 0,21-57-2527 0 0,12-22 1502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5:58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47 17972 0 0,'-19'-8'1409'0'0,"-16"-5"-204"0"0,14 9 3410 0 0,65 23-4603 0 0,-12-13-550 0 0,54 2 0 0 0,-70-8 315 0 0,-1 0 0 0 0,1-1 0 0 0,-1-1-1 0 0,0 0 1 0 0,28-8 0 0 0,-36 7-334 0 0,1 0-1 0 0,-1-1 1 0 0,0 0-1 0 0,-1 0 1 0 0,8-6-1 0 0,1-2-6532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5:58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18980 0 0,'-3'4'164'0'0,"0"0"-1"0"0,1 0 1 0 0,-1 0-1 0 0,1 0 1 0 0,0 1-1 0 0,0-1 1 0 0,1 0 0 0 0,-1 1-1 0 0,1-1 1 0 0,0 1-1 0 0,0 0 1 0 0,1-1-1 0 0,-1 8 1 0 0,-2 64 114 0 0,-2 178 1743 0 0,7-206-2804 0 0,2 1-1 0 0,2-1 1 0 0,15 58-1 0 0,-14-87-3376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5:59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11522 0 0,'2'65'8075'0'0,"2"-1"-5606"0"0,1 77-1274 0 0,-2 217 901 0 0,8-241-1944 0 0,-8-94-144 0 0,-2-16-328 0 0,-1-13-368 0 0,-1-6-1941 0 0,0 4-3517 0 0,0 0-642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5:59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17972 0 0,'9'1'3775'0'0,"37"11"-3295"0"0,3 5-514 0 0,1-1 0 0 0,59 10 0 0 0,-17-14-4665 0 0,-81-12 3276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0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21141 0 0,'48'1'3354'0'0,"7"-2"-3284"0"0,-25 3-30 0 0,61-2-189 0 0,-80-1-134 0 0,0 0-1 0 0,0 0 0 0 0,0-2 1 0 0,0 1-1 0 0,20-8 0 0 0,-29 9 59 0 0,0 0 0 0 0,0 0 0 0 0,0-1 0 0 0,0 1 0 0 0,-1 0 0 0 0,1 0 0 0 0,0-1 0 0 0,-1 1 0 0 0,1-1 0 0 0,-1 0 0 0 0,1 1 0 0 0,-1-1 0 0 0,0 0 0 0 0,2-3 0 0 0,1-3-1334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0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27 259 13827 0 0,'-3'-4'455'0'0,"0"1"0"0"0,0-1 0 0 0,1 1 0 0 0,-1-1 1 0 0,1 0-1 0 0,0 0 0 0 0,0 0 0 0 0,0 0 0 0 0,-1-8 0 0 0,2 9-333 0 0,1 1 0 0 0,0-1 1 0 0,-1 0-1 0 0,1 0 0 0 0,1 1 0 0 0,-1-1 0 0 0,0 0 0 0 0,1 1 0 0 0,-1-1 0 0 0,1 0 1 0 0,0 1-1 0 0,0-1 0 0 0,0 0 0 0 0,0 1 0 0 0,0-1 0 0 0,1 1 0 0 0,2-4 0 0 0,9-9-39 0 0,2 0-1 0 0,-1 0 0 0 0,2 2 0 0 0,0 0 0 0 0,1 1 0 0 0,25-15 0 0 0,3-2-4 0 0,-39 24-75 0 0,-4 3 2 0 0,0 0-1 0 0,0 0 1 0 0,0 1-1 0 0,1-1 1 0 0,-1 1-1 0 0,0-1 1 0 0,1 1-1 0 0,-1 0 1 0 0,1 0-1 0 0,5-2 1 0 0,-8 6 12 0 0,1 0 0 0 0,-1-1-1 0 0,0 1 1 0 0,0 0 0 0 0,-1-1 0 0 0,1 1 0 0 0,-1-1 0 0 0,1 1-1 0 0,-1 0 1 0 0,0-1 0 0 0,-1 3 0 0 0,2-2-3 0 0,-67 257 1061 0 0,63-243-1008 0 0,-7 24 78 0 0,2 2 0 0 0,-4 43 0 0 0,12-75-141 0 0,1 1 1 0 0,0 0 0 0 0,0 0-1 0 0,1-1 1 0 0,0 1-1 0 0,1-1 1 0 0,1 1-1 0 0,0-1 1 0 0,0 0 0 0 0,1 0-1 0 0,0 0 1 0 0,10 16-1 0 0,-14-26-32 0 0,1 0-1 0 0,-1 1 0 0 0,1-1 1 0 0,0 0-1 0 0,-1 0 0 0 0,1 1 1 0 0,0-1-1 0 0,0 0 0 0 0,0 0 1 0 0,0 0-1 0 0,0 0 0 0 0,0 0 1 0 0,0 0-1 0 0,1-1 1 0 0,-1 1-1 0 0,0 0 0 0 0,0-1 1 0 0,1 1-1 0 0,-1 0 0 0 0,0-1 1 0 0,1 0-1 0 0,-1 1 0 0 0,1-1 1 0 0,-1 0-1 0 0,0 1 0 0 0,1-1 1 0 0,-1 0-1 0 0,1 0 0 0 0,-1 0 1 0 0,1-1-1 0 0,-1 1 1 0 0,1 0-1 0 0,-1 0 0 0 0,0-1 1 0 0,1 1-1 0 0,2-2 0 0 0,17-16-1937 0 0,-5-7-3291 0 0,-2-4-1136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1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16 13827 0 0,'-6'-5'817'0'0,"4"4"-677"0"0,1 0 0 0 0,-1-1 0 0 0,1 1 0 0 0,-1 0 0 0 0,0 0-1 0 0,0 1 1 0 0,1-1 0 0 0,-1 0 0 0 0,0 0 0 0 0,-2 0 0 0 0,4 2-2 0 0,-1-1 0 0 0,1 0 0 0 0,-1 1-1 0 0,1-1 1 0 0,0 1 0 0 0,-1-1 0 0 0,1 0-1 0 0,0 1 1 0 0,-1-1 0 0 0,1 1 0 0 0,0-1-1 0 0,0 1 1 0 0,-1-1 0 0 0,1 1-1 0 0,0-1 1 0 0,0 1 0 0 0,0-1 0 0 0,0 1-1 0 0,0-1 1 0 0,0 1 0 0 0,0-1 0 0 0,0 1-1 0 0,0 0 1 0 0,0-1 0 0 0,0 2-1 0 0,1 14-218 0 0,2 1-198 0 0,2 0 0 0 0,0 1-1 0 0,0-2 1 0 0,2 1 0 0 0,0-1 0 0 0,1 0 0 0 0,0 0 0 0 0,20 26-1 0 0,-11-18-5960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1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17508 0 0,'-4'3'1980'0'0,"6"-3"-380"0"0,7 2-693 0 0,37 11-255 0 0,-11-3-1004 0 0,37 7 0 0 0,-58-15-649 0 0,0-1 1 0 0,0 0 0 0 0,18-2-1 0 0,-13 0-609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1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5985 0 0,'-15'1'-330'0'0,"1"6"4939"0"0,12-5-3603 0 0,0 1 0 0 0,1 0-1 0 0,0 0 1 0 0,-1 0 0 0 0,1 0 0 0 0,0 0 0 0 0,0 0-1 0 0,0 5 1 0 0,-4 26-409 0 0,1 0-1 0 0,1-1 1 0 0,2 1 0 0 0,6 52-1 0 0,-2-15-66 0 0,-2-8-187 0 0,20 283 1176 0 0,-10-287-1471 0 0,-5-33-413 0 0,-2-1-1 0 0,2 42 0 0 0,-7-57-950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1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20708 0 0,'1'-1'162'0'0,"0"0"-1"0"0,0 1 0 0 0,1-1 0 0 0,-1 1 1 0 0,0-1-1 0 0,0 1 0 0 0,0 0 0 0 0,1 0 0 0 0,-1-1 1 0 0,0 1-1 0 0,1 0 0 0 0,-1 0 0 0 0,0 0 1 0 0,0 0-1 0 0,2 1 0 0 0,27 3-286 0 0,-17-2 344 0 0,26 3 140 0 0,3 1-422 0 0,68 1 0 0 0,-96-8-331 0 0,-1 0 0 0 0,1 0 0 0 0,-1-1 0 0 0,1-1 0 0 0,-1 0 0 0 0,0-1 0 0 0,0 0 0 0 0,-1-1 0 0 0,16-8 0 0 0,-6 1-1134 0 0,-11 8 729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2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0 389 18172 0 0,'1'-3'148'0'0,"-1"0"-1"0"0,1 0 1 0 0,0 1-1 0 0,-1-1 1 0 0,1 0 0 0 0,1 0-1 0 0,-1 1 1 0 0,0-1-1 0 0,1 0 1 0 0,-1 1 0 0 0,1-1-1 0 0,0 1 1 0 0,-1 0 0 0 0,5-4-1 0 0,38-31-413 0 0,-26 22 300 0 0,158-131-1788 0 0,-15 12 3665 0 0,-159 132-1868 0 0,11-9 1420 0 0,-9 11-546 0 0,-8 8-331 0 0,-8 11-499 0 0,1 2 1 0 0,1-1 0 0 0,1 2 0 0 0,1-1 0 0 0,1 1 0 0 0,1 0-1 0 0,1 1 1 0 0,1-1 0 0 0,0 1 0 0 0,2 0 0 0 0,1 0 0 0 0,1 0-1 0 0,4 37 1 0 0,-3-54-142 0 0,1 0-1 0 0,-1 0 1 0 0,1 0-1 0 0,1 0 1 0 0,-1 0 0 0 0,1 0-1 0 0,0 0 1 0 0,0-1-1 0 0,1 1 1 0 0,6 7-1 0 0,-9-12-20 0 0,0 1 1 0 0,0-1-1 0 0,1 0 0 0 0,-1 0 0 0 0,0 0 1 0 0,1 0-1 0 0,-1 0 0 0 0,1-1 0 0 0,-1 1 0 0 0,1 0 1 0 0,-1-1-1 0 0,1 1 0 0 0,0-1 0 0 0,-1 1 1 0 0,1-1-1 0 0,0 0 0 0 0,2 0 0 0 0,-1 0-79 0 0,-1 0-1 0 0,0-1 1 0 0,0 0-1 0 0,0 1 1 0 0,0-1-1 0 0,1 0 1 0 0,-1 0-1 0 0,0-1 1 0 0,-1 1-1 0 0,1 0 1 0 0,0 0-1 0 0,0-1 1 0 0,0 1-1 0 0,-1-1 1 0 0,1 0-1 0 0,2-3 1 0 0,5-9-1467 0 0,-2-3-60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2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13 8754 0 0,'-9'-13'9042'0'0,"9"19"-8506"0"0,0 2-328 0 0,2 7-64 0 0,-1 4-16 0 0,2 5-272 0 0,0 1-56 0 0,2 5-16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2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19588 0 0,'1'-1'144'0'0,"0"1"0"0"0,0-1 0 0 0,0 0 0 0 0,0 0 0 0 0,0 1 0 0 0,0-1 0 0 0,0 0 0 0 0,0 1 0 0 0,0-1 0 0 0,0 1 0 0 0,1 0 0 0 0,-1-1 0 0 0,0 1 0 0 0,0 0 0 0 0,1 0-1 0 0,-1 0 1 0 0,2 0 0 0 0,28-1-94 0 0,-24 1 143 0 0,60 2-386 0 0,-28 0-374 0 0,50-3 0 0 0,-75-1-554 0 0,-1 0 0 0 0,21-6 0 0 0,-25 5-238 0 0,-1 0 0 0 0,1 0-1 0 0,-1-1 1 0 0,14-9 0 0 0,-9 5-3368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2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15723 0 0,'-2'2'119'0'0,"0"0"0"0"0,0-1 0 0 0,0 1 0 0 0,0 1 0 0 0,0-1 0 0 0,1 0 0 0 0,-1 0 0 0 0,1 0 0 0 0,0 1 0 0 0,0-1 0 0 0,0 1 0 0 0,0-1 0 0 0,0 1 0 0 0,0 0 0 0 0,1-1 0 0 0,-1 4 0 0 0,-1 6-27 0 0,2 1 0 0 0,0 16 0 0 0,0-4 218 0 0,-7 112 56 0 0,-1 68 66 0 0,16-70-5884 0 0,-2-100-432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3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10594 0 0,'7'54'6123'0'0,"-5"16"-4633"0"0,-5 75-1498 0 0,2-142 88 0 0,-21 273 427 0 0,-3 82 111 0 0,27-338-806 0 0,-1-20 175 0 0,-1 0 1 0 0,0 0 0 0 0,0-1-1 0 0,1 1 1 0 0,-1 0-1 0 0,0 0 1 0 0,0 0 0 0 0,1 0-1 0 0,-1 0 1 0 0,0 0-1 0 0,0 0 1 0 0,1-1 0 0 0,-1 1-1 0 0,0 0 1 0 0,0 0-1 0 0,1 0 1 0 0,-1 0 0 0 0,0-1-1 0 0,0 1 1 0 0,0 0-1 0 0,0 0 1 0 0,1-1 0 0 0,-1 1-1 0 0,0 0 1 0 0,0 0-1 0 0,0-1 1 0 0,0 1-1 0 0,0 0 1 0 0,0 0 0 0 0,0-1-1 0 0,0 1 1 0 0,0 0-1 0 0,0-1 1 0 0,12-37-674 0 0,10-75 597 0 0,22-87 706 0 0,-37 178-456 0 0,1 0 0 0 0,1 1 0 0 0,0 0 1 0 0,2 0-1 0 0,1 1 0 0 0,25-33 0 0 0,-28 41 35 0 0,0 1-1 0 0,1 1 0 0 0,0 0 1 0 0,20-15-1 0 0,-28 23-147 0 0,1 1 1 0 0,0-1 0 0 0,0 0-1 0 0,0 1 1 0 0,0 0-1 0 0,1-1 1 0 0,-1 1-1 0 0,0 1 1 0 0,1-1-1 0 0,-1 0 1 0 0,5 0 0 0 0,-6 2-26 0 0,0-1 1 0 0,1 0 0 0 0,-1 1 0 0 0,0-1 0 0 0,0 1 0 0 0,0-1 0 0 0,0 1 0 0 0,0 0 0 0 0,1 0 0 0 0,-1 0 0 0 0,-1 0 0 0 0,1 1-1 0 0,0-1 1 0 0,0 0 0 0 0,0 1 0 0 0,-1-1 0 0 0,1 1 0 0 0,2 3 0 0 0,0 1-27 0 0,0 0-1 0 0,-1 0 1 0 0,1 0 0 0 0,-1 1-1 0 0,-1-1 1 0 0,1 1 0 0 0,-1 0-1 0 0,0 0 1 0 0,-1 0 0 0 0,0 0-1 0 0,0 0 1 0 0,0 0 0 0 0,-1 0-1 0 0,0 0 1 0 0,0 0 0 0 0,-1 0-1 0 0,-2 12 1 0 0,1-10-15 0 0,0-1 0 0 0,0 1 0 0 0,-1-1 0 0 0,0 0 0 0 0,0 0 1 0 0,-1 0-1 0 0,0 0 0 0 0,0-1 0 0 0,-1 1 0 0 0,0-1 0 0 0,0 0 0 0 0,-1 0 0 0 0,-12 11 0 0 0,6-10 113 0 0,5-3 62 0 0,0 0 0 0 0,1 1 1 0 0,-1-1-1 0 0,1 1 1 0 0,0 1-1 0 0,1-1 0 0 0,-8 12 1 0 0,12-18-124 0 0,1 1 1 0 0,0 0-1 0 0,0 0 1 0 0,-1 1-1 0 0,1-1 1 0 0,0 0-1 0 0,0 0 1 0 0,0 0-1 0 0,0 0 1 0 0,0 0-1 0 0,1 0 1 0 0,-1 0-1 0 0,0 0 1 0 0,0 0-1 0 0,1 0 1 0 0,-1 0-1 0 0,0 0 1 0 0,1 0-1 0 0,-1 0 1 0 0,1-1-1 0 0,-1 1 1 0 0,1 0-1 0 0,0 0 1 0 0,-1 0-1 0 0,1 0 1 0 0,0-1-1 0 0,-1 1 1 0 0,1 0-1 0 0,0-1 1 0 0,0 1-1 0 0,0-1 1 0 0,1 2-1 0 0,36 17 84 0 0,-29-15-110 0 0,12 6 81 0 0,1-2 0 0 0,35 10-1 0 0,-49-15-438 0 0,0-2 0 0 0,0 1-1 0 0,0-1 1 0 0,0 0 0 0 0,0-1-1 0 0,0 0 1 0 0,1 0 0 0 0,-1-1-1 0 0,0 0 1 0 0,14-4 0 0 0,2-8-4626 0 0,-10 4 2417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3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10138 0 0,'33'4'9250'0'0,"-19"-1"-8446"0"0,-7-1-787 0 0,23 6-236 0 0,40 7 1 0 0,-59-13-724 0 0,1-1 0 0 0,-1-1 1 0 0,1 0-1 0 0,-1 0 0 0 0,1-1 1 0 0,21-5-1 0 0,-16 1-1012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3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6913 0 0,'-1'0'273'0'0,"0"0"-1"0"0,-1 0 0 0 0,1 1 1 0 0,0-1-1 0 0,-1 0 0 0 0,1 1 0 0 0,0-1 1 0 0,0 1-1 0 0,-1 0 0 0 0,1-1 1 0 0,0 1-1 0 0,0 0 0 0 0,0 0 0 0 0,0-1 1 0 0,0 1-1 0 0,0 0 0 0 0,0 0 1 0 0,0 0-1 0 0,0 0 0 0 0,0 1 0 0 0,1-1 1 0 0,-1 0-1 0 0,0 0 0 0 0,1 0 1 0 0,-1 1-1 0 0,1-1 0 0 0,-1 0 0 0 0,1 0 1 0 0,-1 2-1 0 0,-1 6 339 0 0,0 0 0 0 0,1 0 1 0 0,-1 13-1 0 0,1-9-598 0 0,-4 67 343 0 0,11 157 0 0 0,3-171-2243 0 0,-5-36 29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3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24 7370 0 0,'-4'-24'10455'0'0,"1"31"-8580"0"0,0 23-477 0 0,-1 59 1 0 0,3-24-923 0 0,-25 234 264 0 0,-1 12-373 0 0,27-276-500 0 0,0-26-166 0 0,1 1 1 0 0,-2-1-1 0 0,1 1 1 0 0,-1-1-1 0 0,-4 16 0 0 0,1-20-2210 0 0,0-5 331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6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1 11979 0 0,'-1'0'59'0'0,"0"0"0"0"0,0-1 1 0 0,0 1-1 0 0,0 0 1 0 0,1 0-1 0 0,-1 1 0 0 0,0-1 1 0 0,0 0-1 0 0,0 0 1 0 0,1 0-1 0 0,-1 0 1 0 0,0 1-1 0 0,0-1 0 0 0,0 0 1 0 0,1 1-1 0 0,-1-1 1 0 0,0 0-1 0 0,0 1 0 0 0,1-1 1 0 0,-1 1-1 0 0,1-1 1 0 0,-1 1-1 0 0,0 0 1 0 0,1-1-1 0 0,-1 1 0 0 0,1 0 1 0 0,-1-1-1 0 0,1 1 1 0 0,-1 1-1 0 0,-11 29 794 0 0,8-19-504 0 0,-43 106 1072 0 0,-123 219-1 0 0,99-212-1838 0 0,-68 166 1 0 0,123-250-84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6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1041 13883 0 0,'39'-46'928'0'0,"1"2"0"0"0,60-50 0 0 0,-58 56-678 0 0,251-208 289 0 0,-116 102-351 0 0,-22 4-47 0 0,68-53 190 0 0,-142 142 95 0 0,-30 20-5805 0 0,-30 17-286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8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5985 0 0,'4'-4'267'0'0,"1"1"-1"0"0,-1-1 1 0 0,1 0 0 0 0,0 1-1 0 0,0 0 1 0 0,0 0-1 0 0,1 1 1 0 0,-1-1-1 0 0,1 1 1 0 0,-1 0 0 0 0,8-1-1 0 0,4 0 1755 0 0,0 1 0 0 0,26 0 0 0 0,-31 2-1301 0 0,1 0 0 0 0,-1-1-1 0 0,1-1 1 0 0,-1 0-1 0 0,0 0 1 0 0,17-6-1 0 0,-22 5-885 0 0,12-5-827 0 0,-13 5 337 0 0,-7 1 8 0 0,-3 1-978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9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76 841 14283 0 0,'-15'-4'731'0'0,"9"2"-273"0"0,0 1 1 0 0,0-1 0 0 0,0 0 0 0 0,1-1 0 0 0,-1 1-1 0 0,-6-5 1 0 0,11 6-424 0 0,0 1-1 0 0,0-1 1 0 0,0 0 0 0 0,0 0-1 0 0,0 0 1 0 0,0 0-1 0 0,0 0 1 0 0,1-1 0 0 0,-1 1-1 0 0,0 0 1 0 0,1 0-1 0 0,-1-1 1 0 0,1 1 0 0 0,-1 0-1 0 0,1 0 1 0 0,0-1-1 0 0,-1 1 1 0 0,1 0 0 0 0,0-1-1 0 0,0 1 1 0 0,0 0-1 0 0,0-1 1 0 0,0 1 0 0 0,0-1-1 0 0,0 1 1 0 0,1 0-1 0 0,-1-1 1 0 0,1 1-1 0 0,-1 0 1 0 0,0 0 0 0 0,1-1-1 0 0,0 1 1 0 0,1-2-1 0 0,6-12 32 0 0,1 0-1 0 0,1 1 0 0 0,0 0 1 0 0,1 0-1 0 0,1 2 0 0 0,14-14 1 0 0,85-66 108 0 0,-99 83-163 0 0,525-411 373 0 0,-437 349-99 0 0,-60 43-1674 0 0,-1 0-3581 0 0,-16 11-1198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9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1 731 15235 0 0,'1'-5'178'0'0,"0"1"-1"0"0,0-1 0 0 0,1 1 1 0 0,0 0-1 0 0,0-1 0 0 0,0 1 1 0 0,0 0-1 0 0,0 0 0 0 0,1 0 1 0 0,6-6-1 0 0,37-36 24 0 0,-26 28 64 0 0,46-42 119 0 0,83-59 0 0 0,84-40 325 0 0,-184 126-498 0 0,-7 6 82 0 0,-1-2-1 0 0,-2-2 1 0 0,-1-1 0 0 0,43-49-1 0 0,-79 80-376 0 0,0-2-129 0 0,0 0 0 0 0,1 1 1 0 0,-1-1-1 0 0,0 0 0 0 0,0 0 0 0 0,-1 0 1 0 0,1 0-1 0 0,1-6 0 0 0,-2-1-6556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4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0 124 3225 0 0,'1'-1'656'0'0,"0"1"0"0"0,0-1 1 0 0,0 0-1 0 0,0 0 0 0 0,0 0 1 0 0,0 1-1 0 0,1-1 1 0 0,-1 1-1 0 0,0-1 0 0 0,0 1 1 0 0,0-1-1 0 0,1 1 0 0 0,-1 0 1 0 0,0-1-1 0 0,2 1 0 0 0,15-3 3274 0 0,-10 2-3854 0 0,23-6 643 0 0,270-64 2353 0 0,-276 63-3103 0 0,-11 3-159 0 0,0 0 0 0 0,0 1 0 0 0,0 1 0 0 0,1 0 0 0 0,0 1 0 0 0,20 0 0 0 0,-28 3-1723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04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21 20332 0 0,'-22'-2'2025'0'0,"34"5"-1146"0"0,35 3-530 0 0,17-2-813 0 0,0-3 0 0 0,0-2 0 0 0,104-17 0 0 0,-136 12-1828 0 0,-3-2-4862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10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32 14283 0 0,'-2'-7'449'0'0,"2"5"-339"0"0,-1-1 1 0 0,0 1-1 0 0,0 0 0 0 0,1 0 1 0 0,-1 0-1 0 0,0 0 0 0 0,-1 0 1 0 0,1 0-1 0 0,-3-3 0 0 0,4 5-97 0 0,-1 0 0 0 0,1 0 0 0 0,0 0 0 0 0,-1 0 0 0 0,1 0 1 0 0,0 0-1 0 0,-1 1 0 0 0,1-1 0 0 0,0 0 0 0 0,0 0 0 0 0,-1 0 0 0 0,1 1 0 0 0,0-1 0 0 0,-1 0 0 0 0,1 0 0 0 0,0 1 0 0 0,0-1 0 0 0,0 0 0 0 0,-1 0 0 0 0,1 1 0 0 0,0-1 0 0 0,0 0 0 0 0,0 1 0 0 0,0-1 0 0 0,0 0 0 0 0,-1 1 0 0 0,1-1 0 0 0,0 0 0 0 0,0 1 0 0 0,0-1 0 0 0,0 1 0 0 0,0-1 0 0 0,0 0 0 0 0,0 1 0 0 0,-4 15 621 0 0,-2 43 518 0 0,2 99 1 0 0,3-73-934 0 0,-7 163 243 0 0,-1 53-209 0 0,11-352-303 0 0,19-97 0 0 0,-3 37 108 0 0,12-77 468 0 0,-22 155-371 0 0,1 1 0 0 0,1 0 0 0 0,25-51 1 0 0,-30 75-89 0 0,0 0 1 0 0,1 0 0 0 0,0 0 0 0 0,0 1-1 0 0,0 0 1 0 0,1 0 0 0 0,0 1-1 0 0,0-1 1 0 0,1 2 0 0 0,0-1 0 0 0,0 1-1 0 0,0 0 1 0 0,1 1 0 0 0,-1 0 0 0 0,1 0-1 0 0,13-3 1 0 0,-16 5-46 0 0,1 0 0 0 0,-1 1 0 0 0,0 0 0 0 0,1 0 0 0 0,-1 1-1 0 0,0-1 1 0 0,1 1 0 0 0,-1 1 0 0 0,1-1 0 0 0,-1 1 0 0 0,0 1 0 0 0,1-1 0 0 0,-1 1-1 0 0,0 0 1 0 0,0 0 0 0 0,0 1 0 0 0,0-1 0 0 0,-1 1 0 0 0,1 1 0 0 0,-1-1 0 0 0,1 1-1 0 0,-1 0 1 0 0,0 0 0 0 0,-1 0 0 0 0,6 7 0 0 0,-6-6-32 0 0,0 0 0 0 0,0 0 0 0 0,-1 1 0 0 0,0-1 1 0 0,0 1-1 0 0,0 0 0 0 0,-1 0 0 0 0,0 0 0 0 0,0 0 0 0 0,0 0 0 0 0,-1 0 0 0 0,0 1 0 0 0,0-1 1 0 0,-1 0-1 0 0,0 8 0 0 0,-1-5-38 0 0,0 0 0 0 0,0 1 0 0 0,-1-1 0 0 0,-1 0 0 0 0,0 0 0 0 0,0 0 0 0 0,-1 0 0 0 0,1-1 0 0 0,-9 13 0 0 0,3-7 10 0 0,-1 1 0 0 0,-1-2 0 0 0,0 1 0 0 0,-1-2 0 0 0,-1 1 0 0 0,0-2 0 0 0,0 0 0 0 0,-1 0 0 0 0,0-1 0 0 0,-27 14 0 0 0,9-10 204 0 0,-57 19 1 0 0,77-30 17 0 0,0 0 0 0 0,-1 0-1 0 0,1-1 1 0 0,-1-1 0 0 0,0 0 0 0 0,0-1 0 0 0,1 0 0 0 0,-14-2 0 0 0,73 8 1651 0 0,59 10-1665 0 0,4 11-33 0 0,240 46 94 0 0,-313-68-143 0 0,-21-2 102 0 0,31 1 1 0 0,-53-5-311 0 0,1 0-1 0 0,0 0 1 0 0,-1-1 0 0 0,1 0 0 0 0,0 0-1 0 0,-7-4 1 0 0,-4-2-1252 0 0,2 2-76 0 0,-3-3-64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12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22 347 6913 0 0,'-3'-3'367'0'0,"1"0"-1"0"0,0 0 1 0 0,0 0-1 0 0,0-1 1 0 0,0 1-1 0 0,0 0 0 0 0,1-1 1 0 0,0 1-1 0 0,-1-1 1 0 0,1 0-1 0 0,0-5 1 0 0,0 8-243 0 0,1-1 1 0 0,0 1-1 0 0,1-1 1 0 0,-1 1-1 0 0,0-1 1 0 0,0 0-1 0 0,1 1 1 0 0,-1-1-1 0 0,1 1 1 0 0,-1-1-1 0 0,1 1 0 0 0,0 0 1 0 0,-1-1-1 0 0,1 1 1 0 0,0-1-1 0 0,0 1 1 0 0,0 0-1 0 0,0 0 1 0 0,0 0-1 0 0,0 0 1 0 0,0-1-1 0 0,1 2 1 0 0,-1-1-1 0 0,0 0 1 0 0,1 0-1 0 0,-1 0 1 0 0,0 0-1 0 0,1 1 1 0 0,-1-1-1 0 0,3 0 1 0 0,9-3 41 0 0,0 1 1 0 0,0 0 0 0 0,0 1-1 0 0,0 1 1 0 0,16-1-1 0 0,69 5 245 0 0,-84-2-355 0 0,15 1 14 0 0,0 2 0 0 0,0 1 0 0 0,-1 1 1 0 0,0 1-1 0 0,0 1 0 0 0,-1 2 0 0 0,0 1 0 0 0,40 21 1 0 0,-27-2 342 0 0,-33-23-168 0 0,1-1-1 0 0,1 0 1 0 0,16 9 0 0 0,-21-13-194 0 0,-1-1 1 0 0,1 0 0 0 0,-1 0 0 0 0,1 0-1 0 0,0 0 1 0 0,-1 0 0 0 0,1-1 0 0 0,0 0 0 0 0,-1 0-1 0 0,1 0 1 0 0,0 0 0 0 0,0 0 0 0 0,-1-1-1 0 0,8-1 1 0 0,-1-2-22 0 0,0 1 0 0 0,0-2 0 0 0,-1 1 0 0 0,0-1-1 0 0,1-1 1 0 0,-2 1 0 0 0,16-14 0 0 0,0-3 162 0 0,26-31 1 0 0,-36 36-129 0 0,2 0 0 0 0,0 1 0 0 0,1 1 0 0 0,27-19 0 0 0,-40 31-54 0 0,1 1 0 0 0,0-1-1 0 0,1 1 1 0 0,-1 0 0 0 0,0 1-1 0 0,1-1 1 0 0,-1 1 0 0 0,1 0-1 0 0,-1 1 1 0 0,1-1 0 0 0,-1 1-1 0 0,1 0 1 0 0,0 0-1 0 0,-1 1 1 0 0,1 0 0 0 0,-1 0-1 0 0,11 3 1 0 0,5 3 63 0 0,0 2-1 0 0,0 0 1 0 0,23 15 0 0 0,23 10 14 0 0,-55-29-79 0 0,0-1 0 0 0,1 0 0 0 0,-1-1 0 0 0,1-1-1 0 0,0 0 1 0 0,0 0 0 0 0,0-1 0 0 0,0-1-1 0 0,0 0 1 0 0,0-1 0 0 0,0 0 0 0 0,-1-1 0 0 0,1-1-1 0 0,0 0 1 0 0,-1 0 0 0 0,1-2 0 0 0,21-10 0 0 0,15-9-39 0 0,73-50 1 0 0,-116 70 52 0 0,0 1 0 0 0,0-1 0 0 0,0 1 0 0 0,0 0 0 0 0,1 1 0 0 0,-1-1 0 0 0,1 1 0 0 0,0 1 0 0 0,0-1 0 0 0,-1 1 0 0 0,1 0 0 0 0,0 1 0 0 0,0 0 0 0 0,8 0 0 0 0,-1 2 50 0 0,1 1 0 0 0,-1 0 0 0 0,0 1 0 0 0,1 1 0 0 0,20 10 0 0 0,9 4 254 0 0,-17-5-258 0 0,1-2-1 0 0,0-2 1 0 0,59 15-1 0 0,-55-20-56 0 0,0-2-1 0 0,1-1 1 0 0,-1-1 0 0 0,0-2-1 0 0,0-1 1 0 0,1-2 0 0 0,-1-1-1 0 0,-1-2 1 0 0,1-1 0 0 0,-1-1-1 0 0,-1-1 1 0 0,33-17 0 0 0,143-73-2327 0 0,-140 66 678 0 0,-4 2 207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15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10682 0 0,'-1'0'44'0'0,"0"0"0"0"0,1 0-1 0 0,-1 0 1 0 0,0 0 0 0 0,1 0-1 0 0,-1 0 1 0 0,0 0-1 0 0,1 0 1 0 0,-1 0 0 0 0,0 1-1 0 0,1-1 1 0 0,-1 0 0 0 0,1 0-1 0 0,-1 1 1 0 0,0-1 0 0 0,1 0-1 0 0,-1 1 1 0 0,1-1 0 0 0,-1 1-1 0 0,1-1 1 0 0,-1 1-1 0 0,1-1 1 0 0,-1 1 0 0 0,1-1-1 0 0,0 1 1 0 0,-1-1 0 0 0,1 1-1 0 0,0 0 1 0 0,-1-1 0 0 0,1 1-1 0 0,0-1 1 0 0,0 1 0 0 0,0 0-1 0 0,-1-1 1 0 0,1 1 0 0 0,0 0-1 0 0,0-1 1 0 0,0 2-1 0 0,-3 35 726 0 0,3-25-563 0 0,-7 467 3284 0 0,9-291-2775 0 0,14 143 39 0 0,-11-260-188 0 0,-10-49 309 0 0,0-15-153 0 0,4-7-712 0 0,1 0 1 0 0,0 0-1 0 0,0 0 1 0 0,-1 0-1 0 0,1 0 1 0 0,0-1-1 0 0,0 1 1 0 0,-1 0-1 0 0,1 0 0 0 0,0 0 1 0 0,0 0-1 0 0,0 0 1 0 0,-1 0-1 0 0,1-1 1 0 0,0 1-1 0 0,0 0 1 0 0,0 0-1 0 0,0 0 1 0 0,-1 0-1 0 0,1-1 1 0 0,0 1-1 0 0,0 0 0 0 0,0 0 1 0 0,0 0-1 0 0,0-1 1 0 0,0 1-1 0 0,0 0 1 0 0,-1 0-1 0 0,1-1 1 0 0,0 1-1 0 0,0 0 1 0 0,0 0-1 0 0,0-1 0 0 0,0-3-1222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16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48 11634 0 0,'-7'-8'889'0'0,"1"-1"-1"0"0,1 0 0 0 0,-6-12 0 0 0,11 21-873 0 0,0 0-1 0 0,0 0 0 0 0,0 0 0 0 0,0 0 1 0 0,0 0-1 0 0,0 0 0 0 0,0 0 0 0 0,0 0 1 0 0,0 0-1 0 0,0 0 0 0 0,0 1 1 0 0,0-1-1 0 0,0 0 0 0 0,0 0 0 0 0,0 0 1 0 0,0 0-1 0 0,0 0 0 0 0,-1 0 0 0 0,1 0 1 0 0,0 0-1 0 0,0 0 0 0 0,0 0 1 0 0,0 0-1 0 0,0 0 0 0 0,0 0 0 0 0,0 0 1 0 0,0 0-1 0 0,0 0 0 0 0,0 0 1 0 0,0 0-1 0 0,0 0 0 0 0,0 0 0 0 0,0 0 1 0 0,0 0-1 0 0,0 0 0 0 0,-1 0 0 0 0,1 0 1 0 0,0 0-1 0 0,0 0 0 0 0,0 0 1 0 0,0 0-1 0 0,0 0 0 0 0,0 0 0 0 0,0 0 1 0 0,0 0-1 0 0,0 0 0 0 0,0 0 0 0 0,0 0 1 0 0,0 0-1 0 0,0 0 0 0 0,-1 0 1 0 0,1 0-1 0 0,0 0 0 0 0,0 0 0 0 0,0 0 1 0 0,0 0-1 0 0,0 0 0 0 0,0 0 1 0 0,0 0-1 0 0,0 0 0 0 0,0 0 0 0 0,0 0 1 0 0,0 0-1 0 0,0 0 0 0 0,0 0 0 0 0,0-1 1 0 0,0 1-1 0 0,0 0 0 0 0,-3 10 334 0 0,1 11 29 0 0,-4 56 767 0 0,-3 38-678 0 0,5-91-379 0 0,2 0 0 0 0,1 28 1 0 0,1-46-39 0 0,0-1-1 0 0,1 1 1 0 0,0 0 0 0 0,0 0 0 0 0,0 0-1 0 0,1 0 1 0 0,-1-1 0 0 0,1 1 0 0 0,1-1-1 0 0,-1 1 1 0 0,1-1 0 0 0,0 0 0 0 0,0 0-1 0 0,7 7 1 0 0,-10-11-25 0 0,1 0 0 0 0,0-1-1 0 0,0 1 1 0 0,0 0 0 0 0,0-1 0 0 0,0 1 0 0 0,0-1-1 0 0,0 0 1 0 0,0 1 0 0 0,0-1 0 0 0,0 0 0 0 0,0 0-1 0 0,0 1 1 0 0,0-1 0 0 0,0 0 0 0 0,0 0-1 0 0,0 0 1 0 0,0 0 0 0 0,0 0 0 0 0,0-1 0 0 0,0 1-1 0 0,1 0 1 0 0,-1 0 0 0 0,0-1 0 0 0,0 1-1 0 0,0-1 1 0 0,-1 1 0 0 0,1-1 0 0 0,0 1 0 0 0,0-1-1 0 0,0 1 1 0 0,0-1 0 0 0,0 0 0 0 0,1-1-1 0 0,3-3-1 0 0,1 0 0 0 0,-1-1 0 0 0,7-10 0 0 0,-9 13-28 0 0,16-26-142 0 0,-1 0 1 0 0,-2-1-1 0 0,-1-1 1 0 0,16-44-1 0 0,-25 59 176 0 0,3 73 762 0 0,-8-40-757 0 0,1 0 0 0 0,1-1 0 0 0,0 1 0 0 0,1 0 0 0 0,8 18 0 0 0,-10-31-29 0 0,0 1-1 0 0,0-1 1 0 0,0 0-1 0 0,1 0 1 0 0,0 0-1 0 0,0 0 1 0 0,0-1-1 0 0,0 1 1 0 0,0-1-1 0 0,6 4 0 0 0,-7-5-2 0 0,1 0-1 0 0,0-1 0 0 0,0 1 0 0 0,0-1 0 0 0,1 0 0 0 0,-1 0 0 0 0,0 0 0 0 0,0 0 1 0 0,0 0-1 0 0,1-1 0 0 0,-1 1 0 0 0,0-1 0 0 0,1 0 0 0 0,-1 0 0 0 0,0 0 0 0 0,5-2 0 0 0,0 1 37 0 0,-1-1-1 0 0,0-1 1 0 0,0 1-1 0 0,0-1 0 0 0,0 0 1 0 0,0-1-1 0 0,-1 0 0 0 0,1 0 1 0 0,-1 0-1 0 0,0-1 1 0 0,0 0-1 0 0,-1 0 0 0 0,1 0 1 0 0,-1-1-1 0 0,0 0 0 0 0,-1 0 1 0 0,1 0-1 0 0,3-7 0 0 0,0-3 143 0 0,0 0-1 0 0,0 0 0 0 0,-1-1 0 0 0,-2 0 0 0 0,1 0 0 0 0,3-27 0 0 0,-8 30-17 0 0,1-16 271 0 0,-2 29-477 0 0,1 0 0 0 0,-1 1 1 0 0,0-1-1 0 0,0 0 0 0 0,0 0 0 0 0,0 0 1 0 0,1 0-1 0 0,-1 0 0 0 0,0 1 0 0 0,1-1 1 0 0,-1 0-1 0 0,1 0 0 0 0,-1 1 1 0 0,1-1-1 0 0,-1 0 0 0 0,1 0 0 0 0,0 1 1 0 0,-1-1-1 0 0,1 1 0 0 0,0-1 1 0 0,-1 1-1 0 0,2-2 0 0 0,12 8-4725 0 0,-11-3 1809 0 0,8 3-3308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16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50 15147 0 0,'-5'-5'301'0'0,"0"0"1"0"0,-1 0-1 0 0,0 0 0 0 0,0 1 0 0 0,-1 0 1 0 0,1 0-1 0 0,-1 0 0 0 0,0 1 0 0 0,-13-5 0 0 0,16 8-227 0 0,1-1-1 0 0,-1 0 1 0 0,1 1-1 0 0,0 0 1 0 0,-1-1-1 0 0,1 1 1 0 0,-1 1-1 0 0,1-1 1 0 0,-1 0-1 0 0,1 1 1 0 0,-1 0-1 0 0,1 0 1 0 0,0 0-1 0 0,-1 0 1 0 0,1 0-1 0 0,0 1 1 0 0,0-1-1 0 0,0 1 1 0 0,0 0-1 0 0,0 0 0 0 0,0 0 1 0 0,1 0-1 0 0,-5 5 1 0 0,-1 3-3 0 0,0 0-1 0 0,1 0 1 0 0,1 1 0 0 0,-1-1-1 0 0,2 1 1 0 0,0 1 0 0 0,0-1-1 0 0,1 1 1 0 0,0 0 0 0 0,1 0-1 0 0,0 0 1 0 0,1 0 0 0 0,1 0-1 0 0,0 1 1 0 0,0-1 0 0 0,3 25 0 0 0,-1-34-49 0 0,-1 0 1 0 0,1 0 0 0 0,0 0 0 0 0,0 0-1 0 0,0 0 1 0 0,0 0 0 0 0,1 0 0 0 0,-1-1-1 0 0,1 1 1 0 0,-1 0 0 0 0,1-1 0 0 0,0 1 0 0 0,0-1-1 0 0,0 0 1 0 0,1 0 0 0 0,-1 0 0 0 0,0 0-1 0 0,1 0 1 0 0,3 2 0 0 0,-4-3-23 0 0,1 0 0 0 0,-1-1 1 0 0,0 1-1 0 0,0-1 0 0 0,1 1 0 0 0,-1-1 0 0 0,0 0 0 0 0,1 0 1 0 0,-1 0-1 0 0,0 0 0 0 0,1 0 0 0 0,-1-1 0 0 0,0 1 0 0 0,1-1 1 0 0,-1 1-1 0 0,0-1 0 0 0,0 0 0 0 0,1 0 0 0 0,-1 0 1 0 0,0 0-1 0 0,0 0 0 0 0,0-1 0 0 0,0 1 0 0 0,-1 0 0 0 0,4-4 1 0 0,4-4-33 0 0,0 0 0 0 0,-1 0 0 0 0,0-1 0 0 0,-1 0 0 0 0,0-1 0 0 0,6-11 0 0 0,28-70-36 0 0,-33 76 356 0 0,-6 17-81 0 0,-2 10-94 0 0,-2 25-428 0 0,5 46 0 0 0,4-5-3256 0 0,-7-76 3461 0 0,3 15-1844 0 0,-3-16 1784 0 0,0 1 0 0 0,0-1 0 0 0,0 1 0 0 0,0-1 0 0 0,0 0 1 0 0,0 1-1 0 0,0-1 0 0 0,1 1 0 0 0,-1-1 0 0 0,0 0 0 0 0,0 1 0 0 0,0-1 0 0 0,1 0 0 0 0,-1 1 0 0 0,0-1 0 0 0,1 0 1 0 0,-1 1-1 0 0,0-1 0 0 0,0 0 0 0 0,1 0 0 0 0,-1 1 0 0 0,1-1 0 0 0,-1 0 0 0 0,0 0 0 0 0,1 0 0 0 0,-1 0 1 0 0,0 1-1 0 0,1-1 0 0 0,-1 0 0 0 0,1 0 0 0 0,6-3-2061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17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13 10594 0 0,'0'3'279'0'0,"1"0"0"0"0,-1 0 0 0 0,1 0 0 0 0,-1 0 0 0 0,0 1 0 0 0,0-1 0 0 0,-1 0 0 0 0,1 0 0 0 0,-2 6 0 0 0,1-2-17 0 0,-2 18 581 0 0,-2-1 1 0 0,-11 35-1 0 0,2-9 857 0 0,23-56 197 0 0,3-9-1818 0 0,5-19 14 0 0,-5 10-31 0 0,1 0 0 0 0,0 1-1 0 0,26-32 1 0 0,-36 52 5 0 0,1-1 0 0 0,-1 1 0 0 0,1-1 0 0 0,-1 1 0 0 0,1 0 0 0 0,0 0 0 0 0,0 1 0 0 0,8-4 0 0 0,-11 5-41 0 0,0 1 0 0 0,0 0 0 0 0,1-1 1 0 0,-1 1-1 0 0,0 0 0 0 0,0 0 0 0 0,0 0 0 0 0,1 0 0 0 0,-1 0 0 0 0,0 0 1 0 0,0 0-1 0 0,1 1 0 0 0,-1-1 0 0 0,0 0 0 0 0,0 1 0 0 0,0-1 0 0 0,0 0 1 0 0,1 1-1 0 0,-1 0 0 0 0,0-1 0 0 0,0 1 0 0 0,0 0 0 0 0,0-1 1 0 0,0 1-1 0 0,0 0 0 0 0,0 0 0 0 0,-1 0 0 0 0,1 0 0 0 0,0 0 0 0 0,0 0 1 0 0,-1 0-1 0 0,1 0 0 0 0,-1 0 0 0 0,1 0 0 0 0,-1 0 0 0 0,1 0 1 0 0,0 3-1 0 0,3 9 40 0 0,0 1 0 0 0,0-1 0 0 0,-1 1 1 0 0,-1 0-1 0 0,1 19 0 0 0,-2-16-243 0 0,2 1 0 0 0,6 27 0 0 0,-9-44 108 0 0,0-1 0 0 0,0 1-1 0 0,1 0 1 0 0,-1 0 0 0 0,0 0-1 0 0,0-1 1 0 0,1 1 0 0 0,-1 0-1 0 0,1-1 1 0 0,-1 1 0 0 0,1 0-1 0 0,-1-1 1 0 0,1 1-1 0 0,-1 0 1 0 0,1-1 0 0 0,-1 1-1 0 0,1-1 1 0 0,0 1 0 0 0,-1-1-1 0 0,1 1 1 0 0,0-1 0 0 0,-1 0-1 0 0,1 1 1 0 0,0-1 0 0 0,0 0-1 0 0,-1 0 1 0 0,1 1 0 0 0,1-1-1 0 0,0 0-42 0 0,0 0-1 0 0,-1-1 1 0 0,1 1-1 0 0,0 0 1 0 0,-1-1 0 0 0,1 0-1 0 0,0 1 1 0 0,-1-1-1 0 0,1 0 1 0 0,-1 0-1 0 0,1 0 1 0 0,1-1-1 0 0,5-5-1598 0 0,0 1 0 0 0,-1-1 0 0 0,9-12 0 0 0,-2 3-3194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17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17 11979 0 0,'8'-16'1212'0'0,"-8"16"-1179"0"0,0 0-1 0 0,0 0 1 0 0,0 0-1 0 0,0 0 0 0 0,0 0 1 0 0,0 0-1 0 0,0 0 1 0 0,1 0-1 0 0,-1 0 0 0 0,0 0 1 0 0,0 0-1 0 0,0 0 1 0 0,0 0-1 0 0,0 0 0 0 0,0 0 1 0 0,0 0-1 0 0,1 0 1 0 0,-1 0-1 0 0,0 0 0 0 0,0 0 1 0 0,0 0-1 0 0,0 0 1 0 0,0 0-1 0 0,0 0 0 0 0,0 0 1 0 0,0 0-1 0 0,1 0 1 0 0,-1 0-1 0 0,0 0 0 0 0,0 0 1 0 0,0 1-1 0 0,0-1 0 0 0,0 0 1 0 0,0 0-1 0 0,0 0 1 0 0,0 0-1 0 0,0 0 0 0 0,0 0 1 0 0,0 0-1 0 0,0 0 1 0 0,0 1-1 0 0,0-1 0 0 0,0 0 1 0 0,0 0-1 0 0,0 0 1 0 0,0 0-1 0 0,0 0 0 0 0,0 0 1 0 0,0 0-1 0 0,0 1 1 0 0,0-1-1 0 0,0 0 0 0 0,0 0 1 0 0,0 0-1 0 0,0 0 1 0 0,0 0-1 0 0,0 0 0 0 0,0 0 1 0 0,0 1-1 0 0,-1 34 2680 0 0,0-28-2830 0 0,-2 43 1009 0 0,-10 301 1598 0 0,25-215-2931 0 0,-15-127-2585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17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13307 0 0,'30'15'2567'0'0,"-13"-11"-2319"0"0,-1 0 1 0 0,1-2-1 0 0,1 1 0 0 0,-1-2 1 0 0,0-1-1 0 0,0 0 0 0 0,29-4 1 0 0,-13-1 128 0 0,-1-2 1 0 0,0-1-1 0 0,34-14 1 0 0,-63 21-320 0 0,1 0 73 0 0,0-1 0 0 0,0 1 0 0 0,0-1 0 0 0,0 0 0 0 0,0 0-1 0 0,0 0 1 0 0,0-1 0 0 0,-1 1 0 0 0,1-1 0 0 0,3-4-1 0 0,-7 7-127 0 0,0 0-1 0 0,0 0 1 0 0,1-1-1 0 0,-1 1 0 0 0,0 0 1 0 0,0-1-1 0 0,0 1 1 0 0,0 0-1 0 0,0-1 0 0 0,0 1 1 0 0,0 0-1 0 0,-1-1 0 0 0,1 1 1 0 0,0 0-1 0 0,0 0 1 0 0,0-1-1 0 0,0 1 0 0 0,0 0 1 0 0,0-1-1 0 0,-1 1 1 0 0,1 0-1 0 0,0 0 0 0 0,0-1 1 0 0,0 1-1 0 0,-1 0 1 0 0,1 0-1 0 0,0 0 0 0 0,0-1 1 0 0,-1 1-1 0 0,1 0 0 0 0,0 0 1 0 0,0 0-1 0 0,-1 0 1 0 0,1-1-1 0 0,0 1 0 0 0,0 0 1 0 0,-1 0-1 0 0,1 0 1 0 0,0 0-1 0 0,-1 0 0 0 0,1 0 1 0 0,0 0-1 0 0,-1 0 0 0 0,1 0 1 0 0,0 0-1 0 0,-1 0 1 0 0,1 0-1 0 0,0 0 0 0 0,-1 0 1 0 0,1 0-1 0 0,0 0 1 0 0,-1 1-1 0 0,-17 1-1724 0 0,9 2-3015 0 0,0 0-1525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17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3 10594 0 0,'-3'-1'209'0'0,"0"1"0"0"0,-1-1 0 0 0,1 1-1 0 0,0 0 1 0 0,-1-1 0 0 0,1 1 0 0 0,0 1 0 0 0,0-1-1 0 0,-1 1 1 0 0,1-1 0 0 0,-6 3 0 0 0,6-2 58 0 0,0 1 0 0 0,0 0 0 0 0,0 0 0 0 0,1 1 0 0 0,-1-1 0 0 0,1 1 0 0 0,-1-1 0 0 0,1 1 1 0 0,0 0-1 0 0,0 0 0 0 0,-3 4 0 0 0,-5 10-54 0 0,1 1 1 0 0,1 0-1 0 0,0 0 1 0 0,1 1-1 0 0,1 0 1 0 0,1 0-1 0 0,-5 35 1 0 0,-4 143 374 0 0,14-180-530 0 0,0 36-169 0 0,3 0 1 0 0,1 0-1 0 0,3 0 1 0 0,20 74 0 0 0,-27-124-100 0 0,1-1 1 0 0,0 1 0 0 0,0-1 0 0 0,0 1 0 0 0,0-1 0 0 0,0 1 0 0 0,0-1 0 0 0,3 3 0 0 0,-3-5-461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18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13363 0 0,'2'-1'1866'0'0,"-2"1"-1813"0"0,0 0 1 0 0,0 0-1 0 0,0 0 0 0 0,0 0 0 0 0,0 0 1 0 0,0 0-1 0 0,0 0 0 0 0,0 0 1 0 0,0 0-1 0 0,0 0 0 0 0,0 0 1 0 0,0 0-1 0 0,0-1 0 0 0,0 1 1 0 0,0 0-1 0 0,0 0 0 0 0,0 0 1 0 0,0 0-1 0 0,0 0 0 0 0,0 0 1 0 0,0 0 159 0 0,0 0-160 0 0,11 4 1301 0 0,12 8-1288 0 0,149 81-383 0 0,-46-27 467 0 0,-118-61 15 0 0,0-1-1 0 0,0 2 1 0 0,0-1 0 0 0,-1 1 0 0 0,13 12 0 0 0,-18-16-113 0 0,-1 0 0 0 0,1 0 0 0 0,-1 0 1 0 0,0 0-1 0 0,0 0 0 0 0,1 0 1 0 0,-1 0-1 0 0,-1 0 0 0 0,1 0 0 0 0,0 1 1 0 0,0-1-1 0 0,-1 0 0 0 0,1 0 0 0 0,-1 1 1 0 0,0-1-1 0 0,0 0 0 0 0,0 1 0 0 0,0-1 1 0 0,0 0-1 0 0,0 1 0 0 0,-1-1 0 0 0,1 0 1 0 0,-1 1-1 0 0,0-1 0 0 0,1 0 1 0 0,-1 0-1 0 0,0 0 0 0 0,-2 4 0 0 0,-4 4 119 0 0,0 0 0 0 0,0-1-1 0 0,-1 0 1 0 0,0 0 0 0 0,-1 0-1 0 0,0-1 1 0 0,-15 11 0 0 0,-78 44 853 0 0,55-36-605 0 0,23-14-282 0 0,-28 18 208 0 0,49-28-374 0 0,0-1 0 0 0,0 1 0 0 0,0-1 0 0 0,0 1 0 0 0,0 0 0 0 0,1 0 0 0 0,-1 0 0 0 0,1 1 0 0 0,0-1 1 0 0,0 1-1 0 0,-3 5 0 0 0,4-7-164 0 0,1-1 0 0 0,0 1 0 0 0,-1 0 1 0 0,1-1-1 0 0,0 1 0 0 0,0-1 0 0 0,0 1 1 0 0,0 0-1 0 0,0-1 0 0 0,1 4 0 0 0,1 5-1990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18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15035 0 0,'-1'3'185'0'0,"0"1"1"0"0,0 0-1 0 0,0 0 0 0 0,0 0 0 0 0,1-1 0 0 0,0 1 0 0 0,0 0 0 0 0,0 7 1 0 0,0 11-163 0 0,-2 7 68 0 0,-4 60 1077 0 0,6-77-1446 0 0,0 0-1 0 0,1 0 1 0 0,1 0 0 0 0,0 0-1 0 0,4 15 1 0 0,-1-34-4387 0 0,-3-2 3282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18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44 9674 0 0,'-12'-44'7022'0'0,"19"116"-5589"0"0,-3-49-2814 0 0,1 0-4645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18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42 15347 0 0,'0'-1'108'0'0,"0"-1"-1"0"0,0 1 1 0 0,0 0-1 0 0,0-1 1 0 0,0 1-1 0 0,1 0 1 0 0,-1-1-1 0 0,0 1 1 0 0,1-1-1 0 0,-1 1 1 0 0,1 0-1 0 0,-1 0 1 0 0,1-1-1 0 0,0 1 1 0 0,0 0-1 0 0,-1 0 0 0 0,3-2 1 0 0,-1 2-61 0 0,0-1 0 0 0,0 1 0 0 0,0-1 0 0 0,1 1 0 0 0,-1 0 0 0 0,0 0 0 0 0,1 0 0 0 0,-1 1 0 0 0,4-2 0 0 0,0 1 83 0 0,0 0 0 0 0,1 0 0 0 0,-1 0 1 0 0,1 1-1 0 0,-1 0 0 0 0,1 0 0 0 0,0 0 0 0 0,-1 1 0 0 0,0 0 1 0 0,1 1-1 0 0,-1-1 0 0 0,0 1 0 0 0,8 3 0 0 0,-11-4-76 0 0,-1 1-1 0 0,1-1 0 0 0,-1 1 0 0 0,1-1 0 0 0,-1 1 0 0 0,1 0 0 0 0,-1 0 1 0 0,0 0-1 0 0,0 0 0 0 0,0 0 0 0 0,0 0 0 0 0,0 0 0 0 0,-1 1 0 0 0,1-1 1 0 0,-1 1-1 0 0,1-1 0 0 0,-1 1 0 0 0,0 0 0 0 0,0 0 0 0 0,0-1 0 0 0,-1 1 1 0 0,1 0-1 0 0,0 0 0 0 0,-1 0 0 0 0,0 0 0 0 0,0 0 0 0 0,0 0 0 0 0,0 0 1 0 0,0-1-1 0 0,-2 7 0 0 0,0-1 15 0 0,-1 0 1 0 0,1-1-1 0 0,-2 1 1 0 0,1-1 0 0 0,-1 0-1 0 0,0 0 1 0 0,0 0-1 0 0,-1-1 1 0 0,0 1-1 0 0,0-1 1 0 0,-1 0-1 0 0,-10 8 1 0 0,-10 7 363 0 0,-50 31 0 0 0,49-35-12 0 0,19-12-340 0 0,0 0 276 0 0,0 0-1 0 0,1 1 1 0 0,-12 10 0 0 0,18-15-335 0 0,0 0-1 0 0,0 0 1 0 0,0 0-1 0 0,0 0 1 0 0,0 0-1 0 0,0 0 1 0 0,0 1 0 0 0,0-1-1 0 0,1 0 1 0 0,-1 1-1 0 0,0-1 1 0 0,1 1 0 0 0,-1-1-1 0 0,1 1 1 0 0,0-1-1 0 0,-1 1 1 0 0,1-1-1 0 0,0 1 1 0 0,0-1 0 0 0,0 1-1 0 0,0-1 1 0 0,0 1-1 0 0,0-1 1 0 0,1 1 0 0 0,-1-1-1 0 0,0 1 1 0 0,1-1-1 0 0,-1 1 1 0 0,2 1-1 0 0,-1-2-26 0 0,0 0-1 0 0,0 0 1 0 0,0 0-1 0 0,0 0 1 0 0,0 0-1 0 0,1 0 1 0 0,-1-1-1 0 0,0 1 1 0 0,1 0-1 0 0,-1-1 1 0 0,1 1 0 0 0,-1-1-1 0 0,0 1 1 0 0,1-1-1 0 0,-1 0 1 0 0,1 0-1 0 0,2 1 1 0 0,28-1-341 0 0,-31 0 330 0 0,17-1-387 0 0,0-1-1 0 0,-1 0 1 0 0,1-1 0 0 0,-1-2-1 0 0,19-5 1 0 0,-20 3-1247 0 0,-1 1-1 0 0,30-19 1 0 0,-21 9-291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6:19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12 9218 0 0,'-14'-1'1235'0'0,"13"1"-972"0"0,1 0-1 0 0,-1 0 1 0 0,1 1 0 0 0,-1-1 0 0 0,0 0 0 0 0,1 0 0 0 0,-1 0 0 0 0,1 1 0 0 0,-1-1 0 0 0,1 0 0 0 0,-1 0 0 0 0,1 1 0 0 0,-1-1 0 0 0,1 0 0 0 0,0 1 0 0 0,-1-1 0 0 0,1 1 0 0 0,-1-1 0 0 0,1 1 0 0 0,0-1 0 0 0,-1 1 0 0 0,1 0 0 0 0,0-1-39 0 0,0 1 0 0 0,0-1 0 0 0,-1 1 0 0 0,1 0 0 0 0,0-1 0 0 0,0 1 0 0 0,0-1 0 0 0,1 1 0 0 0,-1 0 0 0 0,0-1 0 0 0,0 1 0 0 0,0-1 0 0 0,0 1 0 0 0,0-1 0 0 0,1 1 0 0 0,-1-1 0 0 0,0 1 0 0 0,1-1 0 0 0,-1 1 0 0 0,0-1 0 0 0,1 2 0 0 0,11 7-979 0 0,1-3 1106 0 0,2 0 1 0 0,-1 0 0 0 0,1-1-1 0 0,-1-1 1 0 0,1-1-1 0 0,21 3 1 0 0,-22-5-310 0 0,0 1 1 0 0,0 1-1 0 0,-1 1 1 0 0,1 0-1 0 0,-1 0 1 0 0,0 1-1 0 0,0 1 1 0 0,15 9-1 0 0,-27-15-42 0 0,0 1 1 0 0,0 0-1 0 0,0 0 0 0 0,0 0 0 0 0,0 0 1 0 0,0 0-1 0 0,0 0 0 0 0,0 0 0 0 0,0 0 1 0 0,0 0-1 0 0,0 1 0 0 0,-1-1 0 0 0,1 0 1 0 0,0 0-1 0 0,-1 1 0 0 0,1-1 0 0 0,-1 1 1 0 0,0-1-1 0 0,1 0 0 0 0,-1 1 0 0 0,0-1 1 0 0,0 3-1 0 0,0-2 5 0 0,-1 1-1 0 0,1-1 1 0 0,-1 1 0 0 0,0-1-1 0 0,1 1 1 0 0,-1-1 0 0 0,-1 0-1 0 0,1 1 1 0 0,0-1 0 0 0,-1 0 0 0 0,-2 4-1 0 0,-5 4 48 0 0,-1-1-1 0 0,0 1 0 0 0,-20 13 1 0 0,26-19-27 0 0,-68 42 341 0 0,48-31-58 0 0,0 1 1 0 0,-28 23-1 0 0,52-38-297 0 0,-1 0-1 0 0,0-1 1 0 0,0 1-1 0 0,0 0 1 0 0,0 0-1 0 0,1-1 1 0 0,-1 1-1 0 0,0 0 1 0 0,1 0-1 0 0,-1 0 1 0 0,0 0-1 0 0,1 0 1 0 0,-1 0-1 0 0,1 0 1 0 0,0 0-1 0 0,-1 0 1 0 0,1 0-1 0 0,0 0 1 0 0,0 0-1 0 0,-1 3 1 0 0,2-4-22 0 0,-1 1 0 0 0,0 0 0 0 0,1-1-1 0 0,-1 1 1 0 0,1 0 0 0 0,-1 0 0 0 0,1-1 0 0 0,-1 1 0 0 0,1-1 0 0 0,-1 1 0 0 0,1-1 0 0 0,0 1-1 0 0,-1-1 1 0 0,1 1 0 0 0,0-1 0 0 0,-1 1 0 0 0,1-1 0 0 0,0 0 0 0 0,0 1 0 0 0,-1-1 0 0 0,2 0-1 0 0,5 2-132 0 0,-1-1 0 0 0,1 0 0 0 0,0 0 0 0 0,0 0 0 0 0,9-1 0 0 0,16-3-593 0 0,-1-1 0 0 0,1-1 0 0 0,-1-1 0 0 0,0-2 0 0 0,35-14 1 0 0,145-71-2728 0 0,-155 66 2882 0 0,-27 13 698 0 0,-1-1 0 0 0,29-21 0 0 0,-49 31 93 0 0,0-1 0 0 0,0 0 1 0 0,-1 0-1 0 0,0-1 0 0 0,-1 0 0 0 0,1 0 0 0 0,-1-1 0 0 0,-1 0 0 0 0,1 0 0 0 0,-2 0 0 0 0,7-13 0 0 0,-10 19-110 0 0,-1 1 0 0 0,1-1 0 0 0,-1 0 0 0 0,1 1 1 0 0,-1-1-1 0 0,0 0 0 0 0,1 0 0 0 0,-1 1 0 0 0,0-1 0 0 0,0 0 1 0 0,0 0-1 0 0,0 1 0 0 0,-1-1 0 0 0,1 0 0 0 0,0 1 1 0 0,-1-1-1 0 0,1 0 0 0 0,-1 0 0 0 0,0 1 0 0 0,1-1 0 0 0,-1 1 1 0 0,0-1-1 0 0,0 1 0 0 0,0-1 0 0 0,0 1 0 0 0,0 0 1 0 0,0-1-1 0 0,-1 1 0 0 0,1 0 0 0 0,0 0 0 0 0,-1 0 0 0 0,1 0 1 0 0,-1 0-1 0 0,1 0 0 0 0,-1 0 0 0 0,1 0 0 0 0,-1 1 1 0 0,1-1-1 0 0,-1 1 0 0 0,0-1 0 0 0,-2 0 0 0 0,-3 0 130 0 0,0-1 0 0 0,1 1 0 0 0,-1 1-1 0 0,0-1 1 0 0,0 1 0 0 0,1 0 0 0 0,-1 1-1 0 0,0 0 1 0 0,-11 2 0 0 0,10 0-176 0 0,0 1-1 0 0,0 0 1 0 0,0 0-1 0 0,0 1 1 0 0,1-1 0 0 0,0 2-1 0 0,0-1 1 0 0,0 1-1 0 0,1 0 1 0 0,0 0 0 0 0,0 1-1 0 0,1 0 1 0 0,-1 0-1 0 0,2 0 1 0 0,-1 0 0 0 0,-7 17-1 0 0,3-3-33 0 0,0 1-1 0 0,2 1 1 0 0,0-1-1 0 0,1 1 1 0 0,-3 27 0 0 0,8-40-20 0 0,1 1 0 0 0,0-1 1 0 0,0 0-1 0 0,1 0 1 0 0,0 0-1 0 0,1 0 1 0 0,0 0-1 0 0,0 0 0 0 0,1-1 1 0 0,1 1-1 0 0,-1-1 1 0 0,7 10-1 0 0,-9-15-4 0 0,1-1-1 0 0,0 0 1 0 0,0 0-1 0 0,0 0 1 0 0,1 0-1 0 0,-1 0 1 0 0,1 0-1 0 0,-1-1 1 0 0,1 1-1 0 0,0-1 1 0 0,0 0 0 0 0,0 1-1 0 0,0-1 1 0 0,1-1-1 0 0,-1 1 1 0 0,0-1-1 0 0,1 1 1 0 0,-1-1-1 0 0,1 0 1 0 0,0 0-1 0 0,-1 0 1 0 0,1-1 0 0 0,0 1-1 0 0,-1-1 1 0 0,1 0-1 0 0,0 0 1 0 0,0 0-1 0 0,-1-1 1 0 0,1 1-1 0 0,0-1 1 0 0,-1 0-1 0 0,1 0 1 0 0,0 0-1 0 0,-1 0 1 0 0,5-3 0 0 0,6-3-1 0 0,0-1 1 0 0,0 0-1 0 0,-1-1 1 0 0,0 0-1 0 0,-1-1 1 0 0,0 0-1 0 0,0-1 1 0 0,-1 0-1 0 0,-1-1 1 0 0,0-1-1 0 0,0 1 1 0 0,-1-2-1 0 0,12-23 1 0 0,-11 16 121 0 0,-1-1 1 0 0,-1 0-1 0 0,-1 0 1 0 0,0 0 0 0 0,-2-1-1 0 0,-1 0 1 0 0,-1 0-1 0 0,1-42 1 0 0,8 230 766 0 0,-3-73-934 0 0,-8-69 51 0 0,1-1 0 0 0,0 1 0 0 0,2 0 0 0 0,1-1 0 0 0,1 0 0 0 0,10 24 0 0 0,-16-44 10 0 0,1 0 0 0 0,0-1 0 0 0,0 1 0 0 0,1 0 0 0 0,-1-1 1 0 0,0 1-1 0 0,0-1 0 0 0,1 1 0 0 0,-1-1 0 0 0,1 0 0 0 0,-1 0 0 0 0,1 1 0 0 0,0-1 0 0 0,-1 0 1 0 0,1-1-1 0 0,2 2 0 0 0,-3-2-31 0 0,0 1 0 0 0,0-1 0 0 0,0 0 0 0 0,0 0 0 0 0,0 0 1 0 0,0 0-1 0 0,0 0 0 0 0,0 0 0 0 0,-1 0 0 0 0,1 0 0 0 0,0 0 0 0 0,0 0 1 0 0,0-1-1 0 0,0 1 0 0 0,0 0 0 0 0,0-1 0 0 0,0 1 0 0 0,0 0 0 0 0,0-1 1 0 0,-1 1-1 0 0,1-1 0 0 0,0 0 0 0 0,0 1 0 0 0,-1-1 0 0 0,1 0 0 0 0,0 1 0 0 0,-1-1 1 0 0,1 0-1 0 0,-1 0 0 0 0,1 1 0 0 0,-1-1 0 0 0,1 0 0 0 0,0-1 0 0 0,-1 1-88 0 0,0 0 0 0 0,0 1-1 0 0,0-1 1 0 0,0 1-1 0 0,0-1 1 0 0,0 1-1 0 0,0-1 1 0 0,0 1-1 0 0,0-1 1 0 0,0 1-1 0 0,0-1 1 0 0,0 1-1 0 0,0-1 1 0 0,-1 1-1 0 0,1-1 1 0 0,0 1-1 0 0,0-1 1 0 0,-1 1-1 0 0,1-1 1 0 0,0 1-1 0 0,-1-1 1 0 0,1 1-1 0 0,0 0 1 0 0,-1-1-1 0 0,1 1 1 0 0,-1-1-1 0 0,-1-1-340 0 0,-2-3-1111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13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23 422 14283 0 0,'-15'8'2559'0'0,"15"-8"-2519"0"0,-1 1-1 0 0,1-1 1 0 0,-1 0-1 0 0,1 0 1 0 0,-1 1-1 0 0,1-1 1 0 0,0 0-1 0 0,-1 1 1 0 0,1-1-1 0 0,0 1 1 0 0,-1-1-1 0 0,1 1 1 0 0,0-1-1 0 0,-1 0 1 0 0,1 1-1 0 0,0-1 1 0 0,0 1-1 0 0,0-1 1 0 0,-1 1-1 0 0,1-1 1 0 0,0 1-1 0 0,0-1 1 0 0,0 1-1 0 0,0-1 1 0 0,0 1-1 0 0,0-1 1 0 0,0 1-1 0 0,0 0 1 0 0,1-1-26 0 0,-1 1 0 0 0,0-1 1 0 0,1 0-1 0 0,-1 0 0 0 0,1 0 1 0 0,-1 0-1 0 0,1 0 0 0 0,-1 0 1 0 0,1 0-1 0 0,-1 0 0 0 0,1 0 0 0 0,-1 0 1 0 0,0 0-1 0 0,1 0 0 0 0,-1 0 1 0 0,1 0-1 0 0,-1 0 0 0 0,1 0 1 0 0,-1 0-1 0 0,1-1 0 0 0,-1 1 1 0 0,0 0-1 0 0,1 0 0 0 0,-1 0 0 0 0,1-1 1 0 0,-1 1-1 0 0,0 0 0 0 0,1-1 1 0 0,-1 0-1 0 0,14-8 193 0 0,3-8-20 0 0,0 0-1 0 0,-1-1 1 0 0,-1-1-1 0 0,0 0 1 0 0,14-26 0 0 0,-5 1 343 0 0,29-70 0 0 0,-5-23 477 0 0,-72 168-355 0 0,9 4-586 0 0,2 1 0 0 0,2 1 0 0 0,1 0-1 0 0,2 0 1 0 0,1 1 0 0 0,3 0-1 0 0,-1 75 1 0 0,5-96-66 0 0,1 0 1 0 0,4 25-1 0 0,-5-39-2 0 0,0 1 0 0 0,1-1 0 0 0,0 1 0 0 0,0-1 1 0 0,0 1-1 0 0,1-1 0 0 0,-1 0 0 0 0,1 0 0 0 0,-1 0 0 0 0,1 1 0 0 0,0-2 0 0 0,0 1 0 0 0,1 0 1 0 0,-1 0-1 0 0,0-1 0 0 0,1 1 0 0 0,0-1 0 0 0,4 4 0 0 0,-5-6-21 0 0,0 1 0 0 0,0-1 0 0 0,0 1-1 0 0,0-1 1 0 0,0 0 0 0 0,0 0 0 0 0,0 1-1 0 0,0-1 1 0 0,0-1 0 0 0,0 1 0 0 0,0 0-1 0 0,0 0 1 0 0,0-1 0 0 0,0 1 0 0 0,0-1-1 0 0,0 0 1 0 0,0 0 0 0 0,-1 0 0 0 0,1 1-1 0 0,0-2 1 0 0,0 1 0 0 0,-1 0 0 0 0,1 0-1 0 0,-1 0 1 0 0,3-3 0 0 0,2-2-217 0 0,-1 1 0 0 0,1-2 0 0 0,-1 1 0 0 0,9-14 0 0 0,6-23-2371 0 0,-13 18-4149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13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 10594 0 0,'-1'-1'113'0'0,"0"1"0"0"0,-1 0 0 0 0,1 0 0 0 0,-1 0 0 0 0,1 0 0 0 0,0 0 0 0 0,-1 0 0 0 0,1 1 0 0 0,-1-1 1 0 0,1 0-1 0 0,0 1 0 0 0,-1-1 0 0 0,1 1 0 0 0,0-1 0 0 0,-1 1 0 0 0,1 0 0 0 0,0-1 0 0 0,0 1 0 0 0,0 0 0 0 0,-1 0 0 0 0,0 1 0 0 0,1 1 538 0 0,0-1 0 0 0,1 1 1 0 0,-1 0-1 0 0,0 0 0 0 0,1 0 1 0 0,0 0-1 0 0,0 0 0 0 0,0 0 1 0 0,0 4-1 0 0,0-5-399 0 0,3 86 629 0 0,-1-76-857 0 0,-1-1 1 0 0,1 1-1 0 0,1 0 0 0 0,0-1 0 0 0,6 15 0 0 0,3-6-654 0 0,-6-13-5302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14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7 407 13107 0 0,'-1'0'90'0'0,"1"-1"-1"0"0,-1 1 1 0 0,1-1 0 0 0,-1 1-1 0 0,1-1 1 0 0,-1 1 0 0 0,1-1-1 0 0,0 0 1 0 0,-1 1 0 0 0,1-1 0 0 0,0 0-1 0 0,-1 1 1 0 0,1-1 0 0 0,0 0-1 0 0,0 0 1 0 0,0 1 0 0 0,-1-1 0 0 0,1 0-1 0 0,0 0 1 0 0,0 1 0 0 0,0-1-1 0 0,0 0 1 0 0,0 0 0 0 0,1 1 0 0 0,-1-1-1 0 0,0 0 1 0 0,0 1 0 0 0,0-1-1 0 0,1 0 1 0 0,-1 0 0 0 0,0 1-1 0 0,1-1 1 0 0,-1 0 0 0 0,0 1 0 0 0,1-1-1 0 0,-1 1 1 0 0,1-1 0 0 0,-1 1-1 0 0,1-1 1 0 0,-1 1 0 0 0,2-1 0 0 0,29-28 439 0 0,-21 21-317 0 0,-2-1-175 0 0,0 0 1 0 0,0-1 0 0 0,-1 0-1 0 0,0 0 1 0 0,0 0 0 0 0,5-14-1 0 0,27-72 259 0 0,-23 53-144 0 0,20-72 29 0 0,-34 109-117 0 0,-9 16 80 0 0,-9 19 96 0 0,3 10-160 0 0,2 1 0 0 0,2 0 0 0 0,1 1 0 0 0,-3 59 0 0 0,9-77-37 0 0,2 1 0 0 0,0-1 0 0 0,7 45 0 0 0,-6-60-34 0 0,1 0 0 0 0,0 0 0 0 0,0 0-1 0 0,1 0 1 0 0,0 0 0 0 0,1-1 0 0 0,-1 1 0 0 0,1-1-1 0 0,1 0 1 0 0,0 0 0 0 0,0 0 0 0 0,0-1 0 0 0,1 1-1 0 0,8 7 1 0 0,-11-12-35 0 0,-1 0 0 0 0,1 0 0 0 0,0 0 0 0 0,0-1 0 0 0,0 1 0 0 0,0-1 0 0 0,1 1 0 0 0,-1-1 0 0 0,0 0 0 0 0,1 0 0 0 0,-1 0 0 0 0,0-1 0 0 0,1 1 0 0 0,-1-1 0 0 0,1 0 0 0 0,-1 0 0 0 0,1 0 0 0 0,-1 0 0 0 0,1-1 0 0 0,-1 0 0 0 0,4 0 0 0 0,-3-1-49 0 0,0 0 1 0 0,1 0-1 0 0,-1 0 0 0 0,0 0 0 0 0,0 0 0 0 0,-1-1 1 0 0,1 0-1 0 0,-1 0 0 0 0,1 0 0 0 0,-1 0 1 0 0,0-1-1 0 0,0 1 0 0 0,0-1 0 0 0,0 0 1 0 0,2-5-1 0 0,4-10-1237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14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16444 0 0,'-1'0'23'0'0,"0"0"0"0"0,0 0 0 0 0,0 0 0 0 0,0 0 0 0 0,0 0 1 0 0,1 1-1 0 0,-1-1 0 0 0,0 0 0 0 0,0 1 0 0 0,0-1 1 0 0,1 0-1 0 0,-1 1 0 0 0,0-1 0 0 0,0 1 0 0 0,1-1 0 0 0,-1 1 1 0 0,0-1-1 0 0,1 1 0 0 0,-1 0 0 0 0,0-1 0 0 0,1 1 1 0 0,-1 0-1 0 0,1-1 0 0 0,-1 1 0 0 0,1 0 0 0 0,0 0 0 0 0,-1 0 1 0 0,1-1-1 0 0,0 1 0 0 0,-1 0 0 0 0,1 0 0 0 0,0 0 1 0 0,0 0-1 0 0,0 0 0 0 0,0-1 0 0 0,0 1 0 0 0,0 0 0 0 0,0 0 1 0 0,0 1-1 0 0,1 6 177 0 0,0-1 0 0 0,0 1 0 0 0,4 13 0 0 0,-3-12-143 0 0,2 6-658 0 0,1-1 0 0 0,0-1-1 0 0,1 1 1 0 0,0-1 0 0 0,1 0 0 0 0,1 0 0 0 0,0-1 0 0 0,17 20-1 0 0,-11-17-4909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15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68 8754 0 0,'-23'-8'936'0'0,"30"9"528"0"0,0 1 1 0 0,0-1-1 0 0,-1 0 0 0 0,1-1 0 0 0,0 0 1 0 0,13-1-1 0 0,-2 1 169 0 0,-5 0-1635 0 0,283-13-263 0 0,-276 11-78 0 0,-1-2 0 0 0,39-11 0 0 0,-20-3-5770 0 0,-20 6 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15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16588 0 0,'-1'0'108'0'0,"0"1"1"0"0,1 0 0 0 0,-1 0 0 0 0,0 0-1 0 0,0 1 1 0 0,0-1 0 0 0,1 0-1 0 0,-1 0 1 0 0,1 0 0 0 0,-1 1 0 0 0,1-1-1 0 0,-1 0 1 0 0,1 0 0 0 0,0 1 0 0 0,-1-1-1 0 0,1 0 1 0 0,0 1 0 0 0,0 1 0 0 0,2 33 195 0 0,-1-14 71 0 0,19 642 864 0 0,-18-646-1518 0 0,2 38-265 0 0,-4-52 177 0 0,0 0 0 0 0,0 0-1 0 0,0-1 1 0 0,-1 1 0 0 0,0 0 0 0 0,0-1-1 0 0,0 1 1 0 0,0-1 0 0 0,0 1-1 0 0,-1-1 1 0 0,-3 7 0 0 0,-2-3-1423 0 0,-3-3-15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16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22 780 17972 0 0,'-3'2'348'0'0,"-14"8"457"0"0,16-6-639 0 0,11-3-117 0 0,-5-2-46 0 0,-1-1 1 0 0,1 1-1 0 0,-1-1 1 0 0,0 0-1 0 0,1 0 0 0 0,-1 0 1 0 0,0 0-1 0 0,0-1 0 0 0,-1 0 1 0 0,1 0-1 0 0,-1 0 1 0 0,1 0-1 0 0,-1 0 0 0 0,0-1 1 0 0,0 1-1 0 0,0-1 0 0 0,-1 0 1 0 0,4-6-1 0 0,3-6 13 0 0,0-1 0 0 0,-1-1 0 0 0,6-19 0 0 0,-4 5-35 0 0,-1-1-1 0 0,-2 0 1 0 0,-1 0 0 0 0,-2-1-1 0 0,0-36 1 0 0,-14-167 130 0 0,7 187-42 0 0,0-79-14 0 0,-15 370 332 0 0,-19 16 133 0 0,18-139-90 0 0,10-59-126 0 0,2 1 0 0 0,3 0 0 0 0,4 81-1 0 0,1-132-278 0 0,0 1-1 0 0,0-1 0 0 0,1 1 0 0 0,0-1 0 0 0,1 0 0 0 0,0 0 0 0 0,1 0 0 0 0,-1 0 0 0 0,2 0 0 0 0,-1-1 1 0 0,1 0-1 0 0,1 0 0 0 0,10 13 0 0 0,-14-19-26 0 0,-1-1 1 0 0,1 1-1 0 0,-1-1 1 0 0,1 0-1 0 0,0 1 1 0 0,0-1-1 0 0,0 0 1 0 0,0 0-1 0 0,-1 0 1 0 0,1-1-1 0 0,0 1 1 0 0,1 0-1 0 0,-1-1 1 0 0,0 1 0 0 0,0-1-1 0 0,0 0 1 0 0,0 1-1 0 0,0-1 1 0 0,0 0-1 0 0,0-1 1 0 0,1 1-1 0 0,-1 0 1 0 0,0 0-1 0 0,0-1 1 0 0,0 0-1 0 0,0 1 1 0 0,0-1-1 0 0,0 0 1 0 0,0 0-1 0 0,0 0 1 0 0,0 0-1 0 0,-1 0 1 0 0,1 0-1 0 0,0-1 1 0 0,2-1-1 0 0,0-1-108 0 0,0 0-1 0 0,0 0 1 0 0,0 0-1 0 0,-1-1 1 0 0,1 1-1 0 0,-1-1 1 0 0,0 0 0 0 0,0 0-1 0 0,-1 0 1 0 0,0-1-1 0 0,1 1 1 0 0,0-7-1 0 0,1-8-913 0 0,2-32 0 0 0,-5 3-4229 0 0,-2 7-647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16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15843 0 0,'0'1'86'0'0,"-1"0"-1"0"0,0 0 1 0 0,0 0 0 0 0,0 0-1 0 0,1 0 1 0 0,-1 0-1 0 0,1 0 1 0 0,-1 0-1 0 0,1 0 1 0 0,-1 0-1 0 0,1 1 1 0 0,-1-1-1 0 0,1 0 1 0 0,0 0-1 0 0,0 0 1 0 0,0 1 0 0 0,0-1-1 0 0,0 0 1 0 0,0 0-1 0 0,0 1 1 0 0,0-1-1 0 0,1 2 1 0 0,8 36-64 0 0,-5-21 162 0 0,5 21-401 0 0,1 0-1 0 0,2 0 1 0 0,1-1 0 0 0,20 38-1 0 0,-22-54-1309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16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25 101 21661 0 0,'-5'-2'362'0'0,"-11"-6"1164"0"0,12 4-1061 0 0,8 3-649 0 0,34 0 39 0 0,0-1 0 0 0,1-3 0 0 0,-1 0 0 0 0,-1-3-1 0 0,1-1 1 0 0,-1-2 0 0 0,41-18 0 0 0,-77 28 108 0 0,8-3-1532 0 0,-5-1-2306 0 0,-3 0 1954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17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20388 0 0,'-1'0'36'0'0,"0"0"-1"0"0,0 1 1 0 0,1-1-1 0 0,-1 0 0 0 0,0 0 1 0 0,0 1-1 0 0,0-1 0 0 0,0 0 1 0 0,0 1-1 0 0,0-1 1 0 0,0 1-1 0 0,1-1 0 0 0,-1 1 1 0 0,0 0-1 0 0,0-1 1 0 0,1 1-1 0 0,-1 0 0 0 0,0-1 1 0 0,1 1-1 0 0,-1 0 1 0 0,1 0-1 0 0,-1 0 0 0 0,1 0 1 0 0,-1-1-1 0 0,1 1 0 0 0,0 0 1 0 0,-1 0-1 0 0,1 0 1 0 0,0 2-1 0 0,-1 2 166 0 0,1 0 0 0 0,0 0 0 0 0,0 0 0 0 0,2 9-1 0 0,0 2-49 0 0,-5 549 498 0 0,-5-288-415 0 0,6-216-203 0 0,0-28-44 0 0,1 1 1 0 0,2-1-1 0 0,7 40 1 0 0,0-51-230 0 0,-3-20-8 0 0,1-14-99 0 0,3-27 13 0 0,-2 0 1 0 0,3-49 0 0 0,-4-82 190 0 0,-3 76 43 0 0,-2 70 107 0 0,8-123-31 0 0,-6 123 68 0 0,1 1 0 0 0,0-1-1 0 0,2 1 1 0 0,9-23 0 0 0,-12 40-5 0 0,-1 0 0 0 0,1 1 0 0 0,0-1 0 0 0,0 1 0 0 0,1-1 0 0 0,-1 1 0 0 0,1 0-1 0 0,1 0 1 0 0,-1 0 0 0 0,1 1 0 0 0,-1 0 0 0 0,1 0 0 0 0,9-6 0 0 0,-9 8-8 0 0,0-1 0 0 0,0 1-1 0 0,1 0 1 0 0,-1 0 0 0 0,1 1 0 0 0,0 0 0 0 0,-1 0 0 0 0,1 0 0 0 0,0 1-1 0 0,0-1 1 0 0,-1 1 0 0 0,1 1 0 0 0,0-1 0 0 0,11 3 0 0 0,-3 1-41 0 0,0 0-1 0 0,0 1 1 0 0,0 0 0 0 0,-1 1-1 0 0,0 0 1 0 0,0 1 0 0 0,0 1 0 0 0,-1 0-1 0 0,0 1 1 0 0,-1 0 0 0 0,0 1-1 0 0,0 0 1 0 0,12 16 0 0 0,-20-22-10 0 0,0 0-1 0 0,-1 0 1 0 0,1 0 0 0 0,-1 0-1 0 0,0 0 1 0 0,-1 1 0 0 0,1-1 0 0 0,-1 1-1 0 0,0-1 1 0 0,0 1 0 0 0,0-1 0 0 0,-1 1-1 0 0,1 0 1 0 0,-1-1 0 0 0,0 1 0 0 0,-1 0-1 0 0,1-1 1 0 0,-1 1 0 0 0,0 0 0 0 0,0-1-1 0 0,0 1 1 0 0,-1-1 0 0 0,1 1-1 0 0,-1-1 1 0 0,0 0 0 0 0,0 0 0 0 0,-4 5-1 0 0,-7 10-2 0 0,-1 0 0 0 0,-1-1-1 0 0,0-1 1 0 0,-22 20 0 0 0,18-19 85 0 0,-123 126 1262 0 0,137-139-1170 0 0,0 0-1 0 0,1 1 1 0 0,0 0 0 0 0,0 0 0 0 0,0 0 0 0 0,1 0-1 0 0,0 1 1 0 0,0-1 0 0 0,-2 10 0 0 0,4-14-108 0 0,1 0 1 0 0,-1 0-1 0 0,1 0 1 0 0,0 0-1 0 0,0 0 0 0 0,0 0 1 0 0,0 0-1 0 0,0 1 1 0 0,0-1-1 0 0,1 0 0 0 0,-1 0 1 0 0,1 0-1 0 0,0 0 1 0 0,-1 0-1 0 0,1 0 1 0 0,0 0-1 0 0,0 0 0 0 0,0 0 1 0 0,0-1-1 0 0,0 1 1 0 0,1 0-1 0 0,-1-1 0 0 0,1 1 1 0 0,-1 0-1 0 0,1-1 1 0 0,-1 0-1 0 0,1 1 1 0 0,0-1-1 0 0,-1 0 0 0 0,1 0 1 0 0,0 0-1 0 0,0 0 1 0 0,0 0-1 0 0,3 0 1 0 0,39 13 193 0 0,0-2 1 0 0,1-2 0 0 0,71 6 0 0 0,-101-14-218 0 0,100 6 80 0 0,-75-7-616 0 0,-1 2 1 0 0,63 13-1 0 0,-93-13-1639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22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 5065 0 0,'-7'-1'2978'0'0,"12"6"-1652"0"0,-3-4-1249 0 0,-1 0 0 0 0,1 0 0 0 0,0 0 0 0 0,0 0 0 0 0,0 0 0 0 0,0-1 0 0 0,0 1-1 0 0,0-1 1 0 0,3 1 0 0 0,-4-1-5 0 0,0 1 1 0 0,1-1-1 0 0,-1 0 0 0 0,0 1 1 0 0,0-1-1 0 0,0 0 0 0 0,-1 1 1 0 0,1-1-1 0 0,0 1 0 0 0,0 0 0 0 0,0-1 1 0 0,0 1-1 0 0,0 0 0 0 0,-1-1 1 0 0,1 1-1 0 0,0 0 0 0 0,-1 0 1 0 0,1 0-1 0 0,0 0 0 0 0,-1-1 0 0 0,1 1 1 0 0,-1 0-1 0 0,1 0 0 0 0,-1 0 1 0 0,0 0-1 0 0,1 1 0 0 0,7 32 551 0 0,-7-29-429 0 0,15 99 799 0 0,-7-43-872 0 0,32 117 0 0 0,-40-172-75 0 0,1 0 0 0 0,0 0 0 0 0,1-1 1 0 0,0 1-1 0 0,0-1 0 0 0,0 0 1 0 0,6 8-1 0 0,-7-11 27 0 0,1 1-1 0 0,0-1 1 0 0,0 0 0 0 0,0 0 0 0 0,0 0 0 0 0,0 0 0 0 0,1 0-1 0 0,-1-1 1 0 0,0 1 0 0 0,1-1 0 0 0,-1 0 0 0 0,1 0 0 0 0,4 1-1 0 0,15 3 298 0 0,33 14 0 0 0,-36-12-376 0 0,0 0-1 0 0,26 4 0 0 0,15-4-10 0 0,64 0 0 0 0,-19-2 73 0 0,237 5-99 0 0,-67-5 0 0 0,-185-4 58 0 0,126-17-1 0 0,16 0 24 0 0,-82 13 44 0 0,399 10 106 0 0,-297 11-124 0 0,-244-18-1 0 0,0 1 0 0 0,0 0 0 0 0,0 1 0 0 0,0 0 1 0 0,-1 1-1 0 0,1-1 0 0 0,14 8 0 0 0,-21-9-42 0 0,1 1 0 0 0,-1-1-1 0 0,1 1 1 0 0,-1-1 0 0 0,0 1-1 0 0,0 0 1 0 0,0 0 0 0 0,0 0-1 0 0,0 0 1 0 0,0 1 0 0 0,-1-1 0 0 0,1 0-1 0 0,-1 1 1 0 0,1-1 0 0 0,-1 1-1 0 0,0-1 1 0 0,0 1 0 0 0,0 0-1 0 0,0-1 1 0 0,-1 1 0 0 0,1 0-1 0 0,-1 0 1 0 0,0-1 0 0 0,1 1-1 0 0,-1 0 1 0 0,0 0 0 0 0,-1 0-1 0 0,0 3 1 0 0,-10 53 356 0 0,6-37-125 0 0,0 0 1 0 0,-1 44 0 0 0,5-47-224 0 0,0 17 74 0 0,1-34-99 0 0,0 0-1 0 0,0 0 0 0 0,0 0 0 0 0,1 0 0 0 0,-1 0 1 0 0,1 0-1 0 0,-1 0 0 0 0,1-1 0 0 0,0 1 1 0 0,0 0-1 0 0,0 0 0 0 0,0-1 0 0 0,2 4 0 0 0,-3-6-7 0 0,0 0 0 0 0,0 0 0 0 0,0 1 0 0 0,0-1 0 0 0,0 0 0 0 0,0 0 0 0 0,0 0 0 0 0,0 0 0 0 0,0 0 0 0 0,1 1 0 0 0,-1-1 0 0 0,0 0 0 0 0,1 0 0 0 0,-1 0 0 0 0,0 1 0 0 0,1-1 0 0 0,-1 0 0 0 0,1 1 0 0 0,0-2 0 0 0,11-14 22 0 0,-6 9-21 0 0,0 1 0 0 0,1-1-1 0 0,0 1 1 0 0,0 0 0 0 0,0 1 0 0 0,1 0 0 0 0,0 0 0 0 0,0 1 0 0 0,12-5 0 0 0,9-2-50 0 0,44-10 1 0 0,-16 5 49 0 0,-31 8-12 0 0,1 2 1 0 0,0 1-1 0 0,0 2 0 0 0,44-2 1 0 0,111 13-92 0 0,-114-3 93 0 0,172-4 45 0 0,35 3 8 0 0,12 2-80 0 0,-43-2 8 0 0,79 1 75 0 0,-119-5-22 0 0,164-12 266 0 0,-217 3-201 0 0,-82 4 97 0 0,0-3-1 0 0,106-27 0 0 0,-170 34-137 0 0,-1 0 0 0 0,1 0 0 0 0,0-1-1 0 0,-1 0 1 0 0,1 0 0 0 0,-1 0 0 0 0,0 0 0 0 0,0-1-1 0 0,5-4 1 0 0,-7 6-28 0 0,0-1-1 0 0,-1 0 1 0 0,1 0-1 0 0,-1 0 1 0 0,1 0-1 0 0,-1-1 1 0 0,0 1 0 0 0,0 0-1 0 0,0 0 1 0 0,0-1-1 0 0,0 1 1 0 0,-1-1-1 0 0,1 1 1 0 0,-1 0-1 0 0,1-1 1 0 0,-1 1-1 0 0,0-1 1 0 0,0 1-1 0 0,-1-6 1 0 0,-4-139 37 0 0,3 78-143 0 0,0 9 0 0 0,-1-75-114 0 0,4 117 39 0 0,0 0-1 0 0,2 1 0 0 0,0-1 1 0 0,1 0-1 0 0,8-22 0 0 0,-11 38-342 0 0,4-10 799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23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15091 0 0,'5'-3'250'0'0,"1"1"1"0"0,-1 0-1 0 0,1 0 0 0 0,-1 1 0 0 0,1 0 1 0 0,0 0-1 0 0,0 0 0 0 0,0 0 0 0 0,6 1 1 0 0,1-1-49 0 0,58-3-72 0 0,122 8 0 0 0,-119 0-94 0 0,-56-4 32 0 0,-1 0-1 0 0,1-1 1 0 0,20-3 0 0 0,-30 2-282 0 0,0 0 0 0 0,-1 0 0 0 0,1 0 1 0 0,-1-1-1 0 0,1 0 0 0 0,-1-1 0 0 0,0 1 0 0 0,-1-1 1 0 0,10-7-1 0 0,-9 5-592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23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5985 0 0,'0'1'306'0'0,"0"0"-1"0"0,0-1 0 0 0,0 1 1 0 0,0 0-1 0 0,0-1 0 0 0,0 1 1 0 0,0 0-1 0 0,0-1 0 0 0,0 1 1 0 0,1-1-1 0 0,-1 1 1 0 0,0 0-1 0 0,0-1 0 0 0,1 1 1 0 0,-1-1-1 0 0,0 1 0 0 0,1 0 1 0 0,-1-1-1 0 0,0 1 0 0 0,1-1 1 0 0,-1 1-1 0 0,1-1 0 0 0,0 1 1 0 0,14 15 170 0 0,-14-15-170 0 0,22 18 21 0 0,0-1 0 0 0,2-1 0 0 0,0-1 0 0 0,0-2 0 0 0,33 14 0 0 0,-32-15 271 0 0,-14-8-211 0 0,-10-4-219 0 0,1 0 1 0 0,0 0 0 0 0,-1 0-1 0 0,1 0 1 0 0,-1 1 0 0 0,0-1-1 0 0,1 1 1 0 0,-1-1-1 0 0,0 1 1 0 0,0 0 0 0 0,0 0-1 0 0,0 0 1 0 0,0 0 0 0 0,3 5-1 0 0,-5-6-98 0 0,0 0 1 0 0,0-1-1 0 0,0 1 0 0 0,0 0 0 0 0,0 0 0 0 0,0-1 1 0 0,0 1-1 0 0,-1 0 0 0 0,1 0 0 0 0,0-1 0 0 0,-1 1 0 0 0,1 0 1 0 0,0-1-1 0 0,-1 1 0 0 0,1 0 0 0 0,-1-1 0 0 0,1 1 1 0 0,-1 0-1 0 0,1-1 0 0 0,-1 1 0 0 0,1-1 0 0 0,-1 1 1 0 0,0-1-1 0 0,0 1 0 0 0,-18 12 809 0 0,19-13-872 0 0,-134 73 2005 0 0,83-46-3678 0 0,1 0-4075 0 0,23-12-1483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26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28 456 0 0,'-7'-13'-2436'0'0,"-1"-1"12712"0"0,12 29-5372 0 0,-2-9-5077 0 0,21 95 774 0 0,-4 1 0 0 0,-5 0 0 0 0,2 173 0 0 0,-15-231-139 0 0,-2 0 0 0 0,-1 1 0 0 0,-15 67-1 0 0,22-251-239 0 0,-4 101-220 0 0,-1-26-12 0 0,-2 36 10 0 0,2-1 0 0 0,2 1 0 0 0,0-1 0 0 0,12-51 0 0 0,-13 75 17 0 0,1 0 1 0 0,0 0 0 0 0,0 0-1 0 0,0 0 1 0 0,0 1-1 0 0,1-1 1 0 0,0 1 0 0 0,6-8-1 0 0,-7 10-10 0 0,-1 1 0 0 0,1 0 0 0 0,0-1 0 0 0,-1 1 0 0 0,1 0 0 0 0,0 0 0 0 0,0 0 0 0 0,0 0 0 0 0,0 0 0 0 0,0 0 0 0 0,0 0 0 0 0,0 1 0 0 0,1-1 0 0 0,-1 1 0 0 0,0 0 0 0 0,0-1 0 0 0,0 1 0 0 0,1 0 0 0 0,-1 0 0 0 0,0 1 0 0 0,0-1-1 0 0,4 1 1 0 0,22 4-187 0 0,-23-5 183 0 0,0 0 0 0 0,-1 1 1 0 0,1 0-1 0 0,0 0 0 0 0,-1 0 1 0 0,1 1-1 0 0,-1 0 0 0 0,1 0 1 0 0,-1 0-1 0 0,6 3 0 0 0,-7-2-26 0 0,0-1 0 0 0,0 0 0 0 0,0 1-1 0 0,0-1 1 0 0,0 1 0 0 0,-1 0 0 0 0,1 0-1 0 0,-1 0 1 0 0,0 1 0 0 0,4 5-1 0 0,-5-7 1 0 0,-1 0 0 0 0,0-1 0 0 0,1 1 0 0 0,-1-1 0 0 0,0 1 0 0 0,1 0-1 0 0,-1-1 1 0 0,0 1 0 0 0,0 0 0 0 0,0-1 0 0 0,-1 1 0 0 0,1-1-1 0 0,0 1 1 0 0,-1 0 0 0 0,1-1 0 0 0,-1 1 0 0 0,1-1 0 0 0,-1 1 0 0 0,0-1-1 0 0,0 1 1 0 0,1-1 0 0 0,-1 0 0 0 0,0 1 0 0 0,0-1 0 0 0,0 0 0 0 0,-1 0-1 0 0,-1 3 1 0 0,-11 6 72 0 0,1 0-1 0 0,-1 0 0 0 0,-1-1 0 0 0,0-1 1 0 0,0 0-1 0 0,0-2 0 0 0,-26 9 1 0 0,10-3 274 0 0,28-12-218 0 0,1 1 1 0 0,-1 0 0 0 0,1 0-1 0 0,0 1 1 0 0,-1-1-1 0 0,1 0 1 0 0,0 1 0 0 0,0-1-1 0 0,0 1 1 0 0,0 0 0 0 0,0 0-1 0 0,0 0 1 0 0,-2 2-1 0 0,4-4-70 0 0,0 1-1 0 0,0 0 1 0 0,-1-1-1 0 0,1 1 0 0 0,0 0 1 0 0,0-1-1 0 0,0 1 1 0 0,0 0-1 0 0,0-1 0 0 0,0 1 1 0 0,0 0-1 0 0,0-1 1 0 0,0 1-1 0 0,0 0 0 0 0,0-1 1 0 0,0 1-1 0 0,0 0 1 0 0,1-1-1 0 0,-1 2 0 0 0,1 0 0 0 0,1 0-1 0 0,-1-1 0 0 0,0 1 1 0 0,0 0-1 0 0,1-1 1 0 0,-1 1-1 0 0,1-1 0 0 0,-1 0 1 0 0,3 2-1 0 0,7 4-1 0 0,-1-1-1 0 0,1 0 1 0 0,1-1-1 0 0,-1-1 1 0 0,1 1-1 0 0,16 2 1 0 0,78 13 95 0 0,-67-14-115 0 0,55 3 142 0 0,-48-5-84 0 0,-33 2 260 0 0,-9-2-2777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27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17020 0 0,'0'0'26'0'0,"0"0"1"0"0,1 0 0 0 0,-1 0-1 0 0,0 0 1 0 0,0 0 0 0 0,0 0 0 0 0,0 0-1 0 0,0 0 1 0 0,1 0 0 0 0,-1 0-1 0 0,0 0 1 0 0,0 0 0 0 0,0 0-1 0 0,0 0 1 0 0,0-1 0 0 0,0 1 0 0 0,1 0-1 0 0,-1 0 1 0 0,0 0 0 0 0,0 0-1 0 0,0 0 1 0 0,0 0 0 0 0,0 0-1 0 0,0 0 1 0 0,0-1 0 0 0,0 1-1 0 0,0 0 1 0 0,0 0 0 0 0,1 0 0 0 0,-1 0-1 0 0,0 0 1 0 0,0 0 0 0 0,0-1-1 0 0,0 1 1 0 0,0 0 0 0 0,0 0-1 0 0,0 0 1 0 0,0 0 0 0 0,0 0 0 0 0,0-1-1 0 0,0 1 1 0 0,0 0 0 0 0,0 0-1 0 0,0 0 1 0 0,0 0 0 0 0,0 0-1 0 0,-1-1 1 0 0,1 1 0 0 0,0 0 0 0 0,0 0-1 0 0,0 0 1 0 0,0 0 0 0 0,0 0-1 0 0,0 0 1 0 0,0-1 0 0 0,0 1-1 0 0,0 0 1 0 0,0 0 0 0 0,-1 0 0 0 0,1 0-1 0 0,0 0 1 0 0,25-4 175 0 0,32 2 60 0 0,-53 2-389 0 0,38 4 10 0 0,-40-3-119 0 0,1-1 0 0 0,-1 1 1 0 0,1-1-1 0 0,-1 1 0 0 0,0 0 0 0 0,0 0 0 0 0,1 0 0 0 0,-1 0 0 0 0,0 1 0 0 0,0-1 0 0 0,0 0 0 0 0,0 1 0 0 0,0 0 1 0 0,2 2-1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27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6449 0 0,'-1'1'165'0'0,"0"-1"0"0"0,1 1 0 0 0,-1 0 0 0 0,1 0 0 0 0,0 0 0 0 0,-1 0 0 0 0,1 0 0 0 0,-1 0 0 0 0,1 0 0 0 0,0 0 0 0 0,0 0 0 0 0,0-1 0 0 0,0 1 0 0 0,0 0 0 0 0,0 0 0 0 0,0 0 0 0 0,0 0 0 0 0,0 0 0 0 0,0 0 0 0 0,0 0 0 0 0,0 0 0 0 0,1 0 0 0 0,-1 0 0 0 0,0 0 0 0 0,1 0 0 0 0,-1 0 0 0 0,1 0 0 0 0,-1 0 0 0 0,1-1 0 0 0,-1 1 0 0 0,1 0 0 0 0,0 0 0 0 0,-1-1 0 0 0,1 1 0 0 0,0 0 0 0 0,0-1 0 0 0,-1 1 0 0 0,1-1 0 0 0,0 1 0 0 0,0-1 0 0 0,0 1 0 0 0,0-1 0 0 0,0 0 0 0 0,0 1 0 0 0,0-1 0 0 0,-1 0 0 0 0,1 0 0 0 0,0 1 0 0 0,2-1 0 0 0,14 4 563 0 0,1-1 0 0 0,-1-1 0 0 0,34 1-1 0 0,17-7-6058 0 0,-54 3 53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27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19 14283 0 0,'0'0'59'0'0,"0"0"0"0"0,-1 0 0 0 0,1-1 0 0 0,0 1 0 0 0,0 0-1 0 0,-1-1 1 0 0,1 1 0 0 0,0 0 0 0 0,0-1 0 0 0,-1 1 0 0 0,1 0 0 0 0,0-1 0 0 0,0 1 0 0 0,0 0 0 0 0,0-1-1 0 0,0 1 1 0 0,0-1 0 0 0,0 1 0 0 0,0 0 0 0 0,0-1 0 0 0,0 1 0 0 0,0-1 0 0 0,0 1 0 0 0,0 0 0 0 0,0-1-1 0 0,0 1 1 0 0,0-1 0 0 0,0 1 0 0 0,0 0 0 0 0,0-1 0 0 0,0 1 0 0 0,1 0 0 0 0,-1-1 0 0 0,0 1 0 0 0,0 0-1 0 0,1-1 1 0 0,-1 1 0 0 0,1-1 0 0 0,17-3 1170 0 0,26 6-211 0 0,-31 0-784 0 0,0 1 0 0 0,0 0 0 0 0,0 0 0 0 0,-1 2 0 0 0,1-1 0 0 0,-1 2 1 0 0,12 6-1 0 0,-17-7-122 0 0,1-1 0 0 0,-1 2 0 0 0,0-1 0 0 0,-1 1 0 0 0,1 0 0 0 0,-1 0 0 0 0,0 0 0 0 0,-1 1 0 0 0,0 0 1 0 0,0 0-1 0 0,7 14 0 0 0,-10-15-53 0 0,0 0 0 0 0,0 0 0 0 0,-1 0 0 0 0,1 0 0 0 0,-2 0 0 0 0,1 0 0 0 0,0 0 1 0 0,-1 1-1 0 0,-1-1 0 0 0,1 0 0 0 0,-1 0 0 0 0,0 1 0 0 0,0-1 0 0 0,-2 6 0 0 0,-5 13 107 0 0,-1-1-1 0 0,-13 26 0 0 0,10-25-4 0 0,-9 14-12 0 0,-5 13 170 0 0,24-47-219 0 0,0-1 0 0 0,1 1 1 0 0,-1 0-1 0 0,1 0 0 0 0,0 0 0 0 0,1-1 0 0 0,-1 1 0 0 0,1 9 0 0 0,0-13-68 0 0,0 1-1 0 0,1-1 0 0 0,-1 0 1 0 0,1 0-1 0 0,-1 1 0 0 0,1-1 0 0 0,0 0 1 0 0,-1 0-1 0 0,1 0 0 0 0,0 0 1 0 0,0 0-1 0 0,0 0 0 0 0,0 0 0 0 0,0 0 1 0 0,0 0-1 0 0,0 0 0 0 0,0 0 1 0 0,0-1-1 0 0,0 1 0 0 0,0 0 1 0 0,0-1-1 0 0,1 1 0 0 0,-1-1 0 0 0,0 1 1 0 0,0-1-1 0 0,1 0 0 0 0,-1 1 1 0 0,0-1-1 0 0,1 0 0 0 0,-1 0 1 0 0,2 0-1 0 0,7 0 53 0 0,-1 0 0 0 0,0 0 0 0 0,12-2 0 0 0,-18 1-53 0 0,149-28 330 0 0,-56 8-526 0 0,-95 21 45 0 0,0-1 0 0 0,1 1 0 0 0,-1 0 0 0 0,0 0 0 0 0,0-1 0 0 0,0 1 0 0 0,1 0 0 0 0,-1 0 0 0 0,0 1 0 0 0,0-1 0 0 0,0 0 0 0 0,1 0 0 0 0,-1 1 0 0 0,0-1 0 0 0,0 0 0 0 0,0 1 0 0 0,2 0 1 0 0,-3 2-1567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39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34 11522 0 0,'-7'-8'649'0'0,"5"5"-306"0"0,-1 0-1 0 0,0 0 0 0 0,1 0 0 0 0,-1 0 0 0 0,0 0 0 0 0,-1 1 0 0 0,-3-3 1 0 0,6 5-321 0 0,1 0 0 0 0,-1 0 1 0 0,1 1-1 0 0,0-1 1 0 0,-1 0-1 0 0,1 0 0 0 0,-1 1 1 0 0,1-1-1 0 0,0 0 1 0 0,-1 1-1 0 0,1-1 1 0 0,0 0-1 0 0,-1 1 0 0 0,1-1 1 0 0,0 0-1 0 0,0 1 1 0 0,-1-1-1 0 0,1 1 1 0 0,0-1-1 0 0,0 1 0 0 0,0-1 1 0 0,0 1-1 0 0,-1-1 1 0 0,1 0-1 0 0,0 1 0 0 0,0-1 1 0 0,0 1-1 0 0,0-1 1 0 0,0 1-1 0 0,0 0 1 0 0,-2 21 118 0 0,2-18-83 0 0,0 189 303 0 0,3-67-258 0 0,-15 132 310 0 0,2 107 215 0 0,14-337-275 0 0,-1-24-189 0 0,0-18-73 0 0,0-44 0 0 0,8-196 514 0 0,-12 225-599 0 0,2-1 0 0 0,2 0-1 0 0,0 0 1 0 0,2 1 0 0 0,10-35 0 0 0,-12 55-5 0 0,-1 1-1 0 0,2 0 1 0 0,-1-1 0 0 0,1 1 0 0 0,0 1 0 0 0,1-1 0 0 0,0 1-1 0 0,0-1 1 0 0,1 1 0 0 0,0 1 0 0 0,0-1 0 0 0,0 1 0 0 0,1 0 0 0 0,0 0-1 0 0,0 1 1 0 0,1 0 0 0 0,-1 0 0 0 0,1 1 0 0 0,0 0 0 0 0,0 1-1 0 0,14-5 1 0 0,-16 6-21 0 0,54-11-69 0 0,-57 13 75 0 0,0-1 1 0 0,0 1-1 0 0,0 0 0 0 0,1 0 0 0 0,-1 0 1 0 0,0 0-1 0 0,0 0 0 0 0,0 1 0 0 0,0 0 1 0 0,0-1-1 0 0,0 1 0 0 0,0 0 1 0 0,0 1-1 0 0,0-1 0 0 0,0 0 0 0 0,3 3 1 0 0,-5-3-6 0 0,-1 0 0 0 0,1 0 0 0 0,0 0 0 0 0,0 0 0 0 0,-1 0 1 0 0,1 0-1 0 0,-1 0 0 0 0,1 0 0 0 0,-1 0 0 0 0,1 1 0 0 0,-1-1 1 0 0,0 0-1 0 0,1 0 0 0 0,-1 0 0 0 0,0 1 0 0 0,0-1 0 0 0,0 0 1 0 0,0 0-1 0 0,0 1 0 0 0,0-1 0 0 0,0 0 0 0 0,-1 0 0 0 0,1 1 1 0 0,0-1-1 0 0,-1 0 0 0 0,1 0 0 0 0,-1 0 0 0 0,1 0 0 0 0,-1 0 0 0 0,0 1 1 0 0,1-1-1 0 0,-1 0 0 0 0,0 0 0 0 0,-1 1 0 0 0,-3 5-116 0 0,-1-1-1 0 0,0 1 0 0 0,-10 8 0 0 0,14-14 116 0 0,-22 18-65 0 0,0-2 1 0 0,-41 23 0 0 0,-22 13 1318 0 0,86-52-1189 0 0,-1 0 0 0 0,1 0-1 0 0,0 0 1 0 0,0 0 0 0 0,-1 0-1 0 0,1 0 1 0 0,0 1 0 0 0,0-1 0 0 0,0 0-1 0 0,0 1 1 0 0,0-1 0 0 0,0 0-1 0 0,1 1 1 0 0,-1-1 0 0 0,0 1 0 0 0,1-1-1 0 0,-1 1 1 0 0,1 0 0 0 0,0-1-1 0 0,-1 1 1 0 0,1-1 0 0 0,0 1 0 0 0,0 2-1 0 0,0-3-17 0 0,1 1 1 0 0,0 0-1 0 0,-1 0 0 0 0,1-1 0 0 0,0 1 0 0 0,0-1 0 0 0,0 1 1 0 0,0-1-1 0 0,0 1 0 0 0,0-1 0 0 0,0 1 0 0 0,0-1 0 0 0,1 0 1 0 0,-1 0-1 0 0,0 0 0 0 0,1 1 0 0 0,-1-1 0 0 0,1-1 0 0 0,2 3 1 0 0,172 72-76 0 0,-112-50 34 0 0,-14-7 10 0 0,38 18 352 0 0,-73-27-100 0 0,-15-8-190 0 0,-10-3-262 0 0,-3-5-1382 0 0,7 1-3520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39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3225 0 0,'0'-1'454'0'0,"0"0"0"0"0,0 0 1 0 0,0 0-1 0 0,0-1 0 0 0,0 1 0 0 0,0 0 1 0 0,1 0-1 0 0,-1 0 0 0 0,0 0 1 0 0,1 0-1 0 0,-1 0 0 0 0,0 0 0 0 0,1 0 1 0 0,-1 0-1 0 0,1 0 0 0 0,0 0 1 0 0,-1 0-1 0 0,1 0 0 0 0,0 0 1 0 0,0 0-1 0 0,-1 0 0 0 0,1 1 0 0 0,0-1 1 0 0,0 0-1 0 0,2-1 0 0 0,16-13 4723 0 0,-9 8-6277 0 0,1 1 1200 0 0,0 1 0 0 0,-1 0 0 0 0,2 1-1 0 0,-1 0 1 0 0,0 1 0 0 0,1 0 0 0 0,0 1 0 0 0,13-2-1 0 0,98 0-365 0 0,-105 4-71 0 0,-3 1-1116 0 0,-10 2-3301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39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10138 0 0,'20'-5'5320'0'0,"101"-18"-1147"0"0,-86 17-3909 0 0,44-14-1 0 0,-33 3-2478 0 0,-36 12 1060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40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13187 0 0,'-2'2'83'0'0,"1"0"0"0"0,-1 0 1 0 0,1 0-1 0 0,-1 0 0 0 0,1 1 0 0 0,0-1 1 0 0,0 0-1 0 0,0 1 0 0 0,0-1 0 0 0,0 0 1 0 0,0 1-1 0 0,1-1 0 0 0,-1 1 0 0 0,1-1 1 0 0,0 1-1 0 0,0 0 0 0 0,0-1 0 0 0,0 1 1 0 0,0-1-1 0 0,1 5 0 0 0,-1 14 185 0 0,-8 80 608 0 0,-10 308 4474 0 0,19-394-4925 0 0,0 0 0 0 0,6 29-1 0 0,-6-38-729 0 0,1 0 0 0 0,0-1 0 0 0,0 1 0 0 0,1-1 0 0 0,-1 1 0 0 0,1-1-1 0 0,0 0 1 0 0,1 0 0 0 0,-1 0 0 0 0,7 6 0 0 0,-9-10-838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41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6 14283 0 0,'-6'-5'1586'0'0,"4"14"-1757"0"0,2 0 323 0 0,-15 282 1108 0 0,6-64-578 0 0,8-213-669 0 0,-4 50 159 0 0,6 126-1 0 0,18-285 13 0 0,-6-24-242 0 0,-8 60 7 0 0,2 0 0 0 0,18-66 0 0 0,-24 121 63 0 0,0 0 0 0 0,1-1 0 0 0,-1 1-1 0 0,1 0 1 0 0,0 0 0 0 0,0 0 0 0 0,1 0-1 0 0,-1 0 1 0 0,1 1 0 0 0,0-1 0 0 0,3-3 0 0 0,-5 6-9 0 0,1 0 1 0 0,-1 1 0 0 0,0-1 0 0 0,1 0 0 0 0,-1 0-1 0 0,1 1 1 0 0,0-1 0 0 0,-1 1 0 0 0,1-1 0 0 0,-1 1-1 0 0,1 0 1 0 0,0 0 0 0 0,-1 0 0 0 0,1 0 0 0 0,0 0-1 0 0,-1 0 1 0 0,1 0 0 0 0,0 0 0 0 0,-1 0 0 0 0,1 1-1 0 0,0-1 1 0 0,-1 1 0 0 0,1 0 0 0 0,-1-1 0 0 0,1 1-1 0 0,-1 0 1 0 0,1 0 0 0 0,-1 0 0 0 0,0 0 0 0 0,1 0-1 0 0,-1 0 1 0 0,2 2 0 0 0,2 0-18 0 0,-1 1 0 0 0,1 0 1 0 0,-1 0-1 0 0,1 1 0 0 0,-1-1 0 0 0,0 1 0 0 0,-1 0 1 0 0,1 0-1 0 0,-1 0 0 0 0,0 0 0 0 0,0 1 1 0 0,-1-1-1 0 0,0 1 0 0 0,0 0 0 0 0,0-1 0 0 0,-1 1 1 0 0,1 0-1 0 0,-1 0 0 0 0,-1 0 0 0 0,1 0 1 0 0,-1 1-1 0 0,0-1 0 0 0,0 0 0 0 0,-1 0 0 0 0,0 0 1 0 0,0 0-1 0 0,-1 0 0 0 0,1 0 0 0 0,-1-1 1 0 0,0 1-1 0 0,-1 0 0 0 0,1-1 0 0 0,-1 0 0 0 0,0 1 1 0 0,-7 8-1 0 0,-2-2 95 0 0,0 0 0 0 0,-1-1 0 0 0,0-1-1 0 0,-1 0 1 0 0,0 0 0 0 0,0-1 0 0 0,-1-1 0 0 0,-27 11 0 0 0,23-18 405 0 0,18-2-409 0 0,0 1 0 0 0,0 0 0 0 0,0 0-1 0 0,0-1 1 0 0,0 1 0 0 0,1 0 0 0 0,-1 0 0 0 0,0 0 0 0 0,0 0-1 0 0,0 0 1 0 0,0 0 0 0 0,0 1 0 0 0,0-1 0 0 0,0 0 0 0 0,0 0-1 0 0,0 1 1 0 0,0-1 0 0 0,1 0 0 0 0,-1 1 0 0 0,0-1 0 0 0,0 1-1 0 0,0-1 1 0 0,1 1 0 0 0,-1-1 0 0 0,0 1 0 0 0,-1 1 0 0 0,3 0 9 0 0,0-1 0 0 0,1 1 0 0 0,-1-1 0 0 0,0 0 0 0 0,0 1 0 0 0,1-1 0 0 0,-1 0 0 0 0,1 0 0 0 0,-1 0 0 0 0,1 0 1 0 0,0 0-1 0 0,-1 0 0 0 0,4 1 0 0 0,-2 0-27 0 0,15 7-66 0 0,0-1 0 0 0,0 0 0 0 0,0-2 0 0 0,33 8 1 0 0,81 8-47 0 0,-69-12 44 0 0,-39-5 44 0 0,-15-3-10 0 0,0 0 1 0 0,1-1-1 0 0,14 1 0 0 0,-75-9-4417 0 0,44 6 2606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41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83 18548 0 0,'-11'-13'1703'0'0,"11"12"-1679"0"0,0 1 0 0 0,0-1 1 0 0,0 1-1 0 0,0-1 0 0 0,0 1 1 0 0,0-1-1 0 0,1 1 0 0 0,-1-1 1 0 0,0 1-1 0 0,0-1 0 0 0,0 1 0 0 0,1-1 1 0 0,-1 1-1 0 0,0 0 0 0 0,1-1 1 0 0,-1 1-1 0 0,0-1 0 0 0,1 1 1 0 0,-1 0-1 0 0,0-1 0 0 0,1 1 0 0 0,-1 0 1 0 0,1-1-1 0 0,-1 1 0 0 0,1 0 1 0 0,-1 0-1 0 0,1 0 0 0 0,-1-1 1 0 0,1 1-1 0 0,-1 0 0 0 0,1 0 0 0 0,28-10 96 0 0,0 0 0 0 0,54-8 0 0 0,-56 12-496 0 0,-2 0 70 0 0,-3 1-1456 0 0,-8 2-3875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41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10138 0 0,'2'0'9908'0'0,"2"0"-9456"0"0,24-1 99 0 0,-12 2-862 0 0,0-2 1 0 0,0 0-1 0 0,0-1 1 0 0,22-5-1 0 0,-32 4-4495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41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10594 0 0,'18'5'8200'0'0,"12"5"-6143"0"0,35 10-1537 0 0,-60-18-494 0 0,0-1 0 0 0,0 1-1 0 0,0 0 1 0 0,0 0 0 0 0,0 0 0 0 0,-1 1-1 0 0,1 0 1 0 0,-1 0 0 0 0,1 0 0 0 0,-1 0-1 0 0,0 1 1 0 0,0 0 0 0 0,5 6-1 0 0,-8-8-8 0 0,1 1 0 0 0,-1 0 0 0 0,1 0 0 0 0,-1 0 0 0 0,0 0-1 0 0,0 1 1 0 0,0-1 0 0 0,-1 0 0 0 0,1 0 0 0 0,-1 0-1 0 0,0 1 1 0 0,1-1 0 0 0,-1 0 0 0 0,-1 0 0 0 0,1 1-1 0 0,0-1 1 0 0,-1 0 0 0 0,0 0 0 0 0,0 0 0 0 0,0 1-1 0 0,0-1 1 0 0,-3 5 0 0 0,-7 12 129 0 0,-1 0 0 0 0,-1-1 0 0 0,-29 34 1 0 0,28-37 4 0 0,1-1 1 0 0,1 1 0 0 0,1 1 0 0 0,0 0-1 0 0,-14 32 1 0 0,25-48-113 0 0,-1 0-1 0 0,1 0 1 0 0,-1 1 0 0 0,1-1 0 0 0,-1 0-1 0 0,1 0 1 0 0,0 0 0 0 0,0 1-1 0 0,0-1 1 0 0,0 0 0 0 0,0 0 0 0 0,0 0-1 0 0,0 1 1 0 0,0-1 0 0 0,0 0-1 0 0,0 0 1 0 0,1 0 0 0 0,-1 1 0 0 0,1-1-1 0 0,-1 0 1 0 0,1 0 0 0 0,-1 0-1 0 0,2 2 1 0 0,-1-2-16 0 0,1 0-1 0 0,-1 0 1 0 0,0 0 0 0 0,1 0-1 0 0,0 0 1 0 0,-1 0-1 0 0,1 0 1 0 0,-1-1 0 0 0,1 1-1 0 0,0-1 1 0 0,-1 1 0 0 0,1-1-1 0 0,0 1 1 0 0,2-1-1 0 0,6 0 89 0 0,-1 0-1 0 0,1 0 1 0 0,-1-1-1 0 0,0-1 1 0 0,11-2-1 0 0,123-40 213 0 0,1 0 200 0 0,-70 25-734 0 0,-72 18-314 0 0,-5 1-138 0 0,-8 1-3215 0 0,-3-1-7001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39:59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508 97 7370 0 0,'-7'-36'735'0'0,"6"27"-362"0"0,-1 0 0 0 0,0-1 1 0 0,0 1-1 0 0,-6-14 0 0 0,6 26-438 0 0,1 0-1 0 0,-1 1 0 0 0,1-1 0 0 0,0 0 0 0 0,0 1 0 0 0,0-1 1 0 0,0 4-1 0 0,-6 66 316 0 0,5 118 1 0 0,2-38 37 0 0,-11-28 86 0 0,-42 198-1 0 0,42-267-389 0 0,5-28 37 0 0,0-1-1 0 0,-2 0 1 0 0,-1-1 0 0 0,-1 0 0 0 0,-1 0-1 0 0,-2-1 1 0 0,0 0 0 0 0,-26 34 0 0 0,35-53-4 0 0,-1-1 0 0 0,0 0 0 0 0,0 0 0 0 0,-1 0 1 0 0,1-1-1 0 0,-1 0 0 0 0,0 0 0 0 0,0 0 0 0 0,0-1 0 0 0,0 1 0 0 0,-1-2 1 0 0,1 1-1 0 0,-1-1 0 0 0,0 0 0 0 0,0 0 0 0 0,0-1 0 0 0,0 0 1 0 0,-11 1-1 0 0,12-2 44 0 0,0-1-1 0 0,0 0 1 0 0,-1 0 0 0 0,1 0 0 0 0,0 0 0 0 0,0-1-1 0 0,0 0 1 0 0,0-1 0 0 0,0 1 0 0 0,1-1 0 0 0,-1 0-1 0 0,1-1 1 0 0,-1 1 0 0 0,1-1 0 0 0,0 0 0 0 0,1 0-1 0 0,-1-1 1 0 0,1 1 0 0 0,0-1 0 0 0,-6-9 0 0 0,9 13-25 0 0,-21-36 386 0 0,21 35-378 0 0,0 1 0 0 0,0-1 1 0 0,0 0-1 0 0,0 0 0 0 0,1 1 0 0 0,-1-1 1 0 0,1 0-1 0 0,-1 0 0 0 0,1 0 0 0 0,0 0 1 0 0,0 0-1 0 0,0 0 0 0 0,0 0 0 0 0,0 0 1 0 0,0 1-1 0 0,0-1 0 0 0,1 0 0 0 0,0-4 1 0 0,0 6-27 0 0,0-1 1 0 0,0 0 0 0 0,0 1-1 0 0,0-1 1 0 0,0 1 0 0 0,0 0-1 0 0,0-1 1 0 0,0 1 0 0 0,0 0-1 0 0,0 0 1 0 0,0-1 0 0 0,0 1-1 0 0,0 0 1 0 0,0 0 0 0 0,0 0 0 0 0,0 0-1 0 0,2 1 1 0 0,21 2-7 0 0,-21-3-16 0 0,19 3-20 0 0,0 1 1 0 0,-1 2 0 0 0,1 0 0 0 0,39 17-1 0 0,-52-18-28 0 0,0 0 0 0 0,0 0 0 0 0,0 1 0 0 0,-1 0 0 0 0,0 0 0 0 0,0 1 0 0 0,0 0 0 0 0,-1 0 0 0 0,0 1 1 0 0,-1 0-1 0 0,1 0 0 0 0,8 18 0 0 0,-2 0 116 0 0,-2 1 0 0 0,-1 0 0 0 0,-2 1 0 0 0,8 39 0 0 0,9 118 309 0 0,-15 9 600 0 0,-7-102-244 0 0,24 155 0 0 0,-24-231-678 0 0,1-1 0 0 0,0 1 0 0 0,1-1-1 0 0,0 1 1 0 0,1-2 0 0 0,1 1 0 0 0,1-1 0 0 0,0 1 0 0 0,11 13-1 0 0,-13-19-348 0 0,1-1 0 0 0,0 0 0 0 0,1 0 0 0 0,-1 0 1 0 0,2-1-1 0 0,12 9 0 0 0,-11-11-1156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0:00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895 40 1840 0 0,'-1'-3'211'0'0,"0"1"0"0"0,0-1 0 0 0,0 1 0 0 0,0 0 0 0 0,-1-1 0 0 0,1 1 0 0 0,-1 0 0 0 0,1 0 0 0 0,-1 0 0 0 0,0 0 0 0 0,0 1-1 0 0,0-1 1 0 0,0 0 0 0 0,0 1 0 0 0,0-1 0 0 0,-4-2 0 0 0,3 4-86 0 0,0-1 0 0 0,1 1 0 0 0,-1-1-1 0 0,0 1 1 0 0,0 0 0 0 0,1 0 0 0 0,-1 0 0 0 0,0 0 0 0 0,0 0-1 0 0,0 1 1 0 0,1-1 0 0 0,-1 1 0 0 0,0 0 0 0 0,1 0 0 0 0,-1 0-1 0 0,-2 1 1 0 0,-4 2-118 0 0,1 1-1 0 0,0 0 1 0 0,0 0-1 0 0,0 1 0 0 0,1 0 1 0 0,0 1-1 0 0,0-1 1 0 0,1 1-1 0 0,0 0 0 0 0,0 1 1 0 0,-8 12-1 0 0,-4 12 414 0 0,-24 56 0 0 0,20-40-222 0 0,-80 195 987 0 0,82-184-820 0 0,3 0 0 0 0,-12 78 1 0 0,26-108-132 0 0,1 1 1 0 0,3 53 0 0 0,15 61 306 0 0,-2-16-315 0 0,-10-89-203 0 0,-3 1 0 0 0,0-1 0 0 0,-11 75 1 0 0,8-102-10 0 0,-1 0 0 0 0,0-1 0 0 0,-1 1 0 0 0,0-1 0 0 0,-1 0 0 0 0,-1 0 0 0 0,-8 13 0 0 0,9-17-1 0 0,0 0-1 0 0,-1-1 1 0 0,0 1-1 0 0,0-1 1 0 0,0 0-1 0 0,-1-1 1 0 0,0 0 0 0 0,0 0-1 0 0,0 0 1 0 0,-1-1-1 0 0,-11 5 1 0 0,8-5 44 0 0,0 1 0 0 0,-1-2 0 0 0,1 0 0 0 0,-1 0 0 0 0,0-1 0 0 0,0 0 0 0 0,0-1 1 0 0,0 0-1 0 0,0-1 0 0 0,0-1 0 0 0,0 0 0 0 0,-15-3 0 0 0,17 2-35 0 0,0-1-1 0 0,0-1 1 0 0,1 0 0 0 0,-1 0-1 0 0,1-1 1 0 0,0 0 0 0 0,0 0-1 0 0,1-1 1 0 0,-1 0-1 0 0,2-1 1 0 0,-1 0 0 0 0,0 0-1 0 0,1-1 1 0 0,-9-13 0 0 0,5 7 282 0 0,1-2 1 0 0,-10-18 0 0 0,18 30-297 0 0,0 0 0 0 0,0 1 0 0 0,0-1 0 0 0,1 0 0 0 0,0-1 0 0 0,-1 1 0 0 0,2 0 0 0 0,-1 0 0 0 0,0 0-1 0 0,1-1 1 0 0,0 1 0 0 0,0 0 0 0 0,0-1 0 0 0,1 1 0 0 0,0-6 0 0 0,0 8-10 0 0,0 0 1 0 0,0 0-1 0 0,0 0 0 0 0,0 0 0 0 0,0 1 0 0 0,0-1 0 0 0,1 0 0 0 0,-1 0 1 0 0,0 1-1 0 0,1-1 0 0 0,-1 1 0 0 0,1-1 0 0 0,0 1 0 0 0,0 0 1 0 0,-1 0-1 0 0,1-1 0 0 0,0 1 0 0 0,0 1 0 0 0,0-1 0 0 0,0 0 1 0 0,0 0-1 0 0,0 1 0 0 0,0-1 0 0 0,1 1 0 0 0,-1 0 0 0 0,0-1 1 0 0,0 1-1 0 0,0 0 0 0 0,0 0 0 0 0,1 0 0 0 0,-1 1 0 0 0,0-1 1 0 0,0 1-1 0 0,3 0 0 0 0,4 1 2 0 0,0 1 0 0 0,-1 0 0 0 0,1 0 0 0 0,-1 1 0 0 0,1 0 0 0 0,12 8 0 0 0,-6-1-25 0 0,1 1-1 0 0,-1 1 1 0 0,-1 0-1 0 0,0 0 1 0 0,-1 2-1 0 0,-1 0 1 0 0,13 18-1 0 0,-11-9 1 0 0,0 1-1 0 0,-1 0 0 0 0,-2 0 0 0 0,11 36 0 0 0,-1 17 130 0 0,-4 0 1 0 0,10 119-1 0 0,-22-154 18 0 0,-2-18 65 0 0,41 274 1585 0 0,-40-282-1707 0 0,1 0 1 0 0,0-1-1 0 0,2 0 1 0 0,0 0-1 0 0,0 0 1 0 0,2-1 0 0 0,0 0-1 0 0,0-1 1 0 0,2 0-1 0 0,0 0 1 0 0,17 16-1 0 0,-26-28-398 0 0,16 15 1021 0 0,-11-14-1773 0 0,-6-19-9246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0:01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639 40 7370 0 0,'-1'-3'151'0'0,"0"1"0"0"0,0-1 1 0 0,0 1-1 0 0,-1-1 0 0 0,1 1 1 0 0,0-1-1 0 0,-1 1 1 0 0,0 0-1 0 0,1 0 0 0 0,-1 0 1 0 0,0 0-1 0 0,0 0 0 0 0,0 0 1 0 0,-5-3-1 0 0,6 5-99 0 0,0-1 0 0 0,0 1 0 0 0,0 0 0 0 0,0-1 0 0 0,0 1-1 0 0,0 0 1 0 0,0-1 0 0 0,0 1 0 0 0,0 0 0 0 0,0 0 0 0 0,-1 0 0 0 0,1 0 0 0 0,0 0 0 0 0,0 0 0 0 0,0 1-1 0 0,0-1 1 0 0,0 0 0 0 0,0 0 0 0 0,0 1 0 0 0,0-1 0 0 0,0 1 0 0 0,0-1 0 0 0,0 1 0 0 0,0-1 0 0 0,0 1-1 0 0,0 0 1 0 0,0-1 0 0 0,0 1 0 0 0,0 0 0 0 0,1 0 0 0 0,-1 0 0 0 0,0-1 0 0 0,1 1 0 0 0,-1 0-1 0 0,0 0 1 0 0,1 0 0 0 0,-1 0 0 0 0,1 0 0 0 0,0 0 0 0 0,-1 2 0 0 0,-11 25-117 0 0,2 0 0 0 0,0 1 0 0 0,-5 32 0 0 0,-1 3 93 0 0,-43 172 607 0 0,-2 10 181 0 0,35-149-1190 0 0,-25 78 764 0 0,40-145-269 0 0,-1-1 1 0 0,-1 0-1 0 0,-30 46 0 0 0,41-71-92 0 0,0 0 0 0 0,-1-1 0 0 0,0 1 0 0 0,0-1 0 0 0,0 0 0 0 0,0 0 0 0 0,-1 0 0 0 0,1 0 0 0 0,-1 0 0 0 0,0-1-1 0 0,0 1 1 0 0,0-1 0 0 0,-5 2 0 0 0,5-3-8 0 0,1 0-1 0 0,0-1 1 0 0,0 1-1 0 0,-1-1 1 0 0,1 0 0 0 0,0 0-1 0 0,0 0 1 0 0,-1-1-1 0 0,1 1 1 0 0,0-1-1 0 0,0 1 1 0 0,0-1-1 0 0,-1 0 1 0 0,1 0 0 0 0,0-1-1 0 0,0 1 1 0 0,1-1-1 0 0,-1 1 1 0 0,-3-3-1 0 0,-7-5 55 0 0,1-1-1 0 0,0 0 0 0 0,-19-20 1 0 0,25 23-79 0 0,0 1 0 0 0,1-1 0 0 0,0 0 0 0 0,0-1 0 0 0,0 1 0 0 0,1-1 0 0 0,1 0 0 0 0,-5-11 0 0 0,8 18 25 0 0,0 0-1 0 0,-1 1 1 0 0,1-1 0 0 0,-1 0 0 0 0,1 0 0 0 0,0 0-1 0 0,0 0 1 0 0,0 0 0 0 0,0 0 0 0 0,0 0 0 0 0,-1 0-1 0 0,2 0 1 0 0,-1 1 0 0 0,0-1 0 0 0,0 0 0 0 0,0 0 0 0 0,0 0-1 0 0,0 0 1 0 0,1 0 0 0 0,-1 0 0 0 0,1 0 0 0 0,-1 1-1 0 0,0-1 1 0 0,1 0 0 0 0,-1 0 0 0 0,1 0 0 0 0,0 1-1 0 0,-1-1 1 0 0,1 0 0 0 0,-1 1 0 0 0,3-2 0 0 0,-2 2-13 0 0,0-1 0 0 0,1 1 0 0 0,-1 0 0 0 0,1 0 1 0 0,-1 0-1 0 0,1 0 0 0 0,-1 0 0 0 0,1 0 0 0 0,-1 1 1 0 0,1-1-1 0 0,-1 0 0 0 0,1 1 0 0 0,-1-1 0 0 0,0 1 1 0 0,1 0-1 0 0,-1-1 0 0 0,0 1 0 0 0,3 1 0 0 0,14 12 0 0 0,0 1-1 0 0,0 1 1 0 0,-2 0 0 0 0,0 1-1 0 0,20 28 1 0 0,-1-3-40 0 0,9 10-122 0 0,-3 2 0 0 0,62 104-1 0 0,-84-121 122 0 0,0 1 0 0 0,-3 1 0 0 0,-1 0 0 0 0,-2 1-1 0 0,13 71 1 0 0,18 367 101 0 0,-38-364-24 0 0,-4-48 374 0 0,-2-36-52 0 0,1 0 0 0 0,7 44 0 0 0,-7-72-357 0 0,-1 0 0 0 0,1-1 0 0 0,-1 1 0 0 0,1 0 0 0 0,-1-1-1 0 0,1 1 1 0 0,0 0 0 0 0,0-1 0 0 0,0 1 0 0 0,1 1 0 0 0,-1-2-20 0 0,-1-1 1 0 0,1 1 0 0 0,-1-1 0 0 0,1 0 0 0 0,-1 1 0 0 0,1-1 0 0 0,0 0 0 0 0,-1 1 0 0 0,1-1-1 0 0,-1 0 1 0 0,1 0 0 0 0,0 1 0 0 0,-1-1 0 0 0,1 0 0 0 0,-1 0 0 0 0,1 0 0 0 0,0 0 0 0 0,-1 0 0 0 0,1 0-1 0 0,1 0 1 0 0,0-1-69 0 0,0 0-1 0 0,0 0 1 0 0,0 0-1 0 0,0 0 1 0 0,0 0-1 0 0,0 0 1 0 0,0-1-1 0 0,0 1 0 0 0,0-1 1 0 0,-1 1-1 0 0,1-1 1 0 0,-1 0-1 0 0,1 0 1 0 0,2-3-1 0 0,8-15-688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0:02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833 43 6913 0 0,'-7'-6'154'0'0,"-1"1"-1"0"0,1 1 1 0 0,-1-1-1 0 0,0 1 1 0 0,-1 1-1 0 0,1 0 0 0 0,-1 0 1 0 0,1 0-1 0 0,-1 1 1 0 0,-10-1-1 0 0,14 2-91 0 0,1 1 0 0 0,-1-1 1 0 0,0 1-1 0 0,1 0 0 0 0,-1 1 0 0 0,0-1 0 0 0,1 1 0 0 0,-1 0 1 0 0,1 0-1 0 0,-1 0 0 0 0,1 1 0 0 0,0 0 0 0 0,-1-1 0 0 0,1 2 1 0 0,0-1-1 0 0,0 0 0 0 0,1 1 0 0 0,-1 0 0 0 0,0-1 0 0 0,1 2 1 0 0,-5 4-1 0 0,-5 10 79 0 0,0 0 1 0 0,2 0 0 0 0,1 1-1 0 0,-9 22 1 0 0,-28 83 516 0 0,44-113-607 0 0,-6 17 97 0 0,2 1-1 0 0,1 0 1 0 0,1 0-1 0 0,1 1 1 0 0,1 37-1 0 0,15 149 345 0 0,-4-116-350 0 0,9 98 140 0 0,2 37-49 0 0,-17-166-153 0 0,-8 95-1 0 0,0-109-31 0 0,-2 0 0 0 0,-2-1 0 0 0,-34 99 0 0 0,40-143-29 0 0,0 0 0 0 0,-1 0 0 0 0,0-1-1 0 0,-1 0 1 0 0,0 0 0 0 0,0 0 0 0 0,-1-1 0 0 0,0 0 0 0 0,0-1 0 0 0,-1 1-1 0 0,0-1 1 0 0,0-1 0 0 0,-15 10 0 0 0,16-12 9 0 0,0 0 0 0 0,-1-1 0 0 0,0 0 1 0 0,0 0-1 0 0,1-1 0 0 0,-1 0 0 0 0,-1 0 0 0 0,1-1 0 0 0,0 0 1 0 0,0 0-1 0 0,0-1 0 0 0,-1 0 0 0 0,1-1 0 0 0,0 1 0 0 0,0-2 0 0 0,-1 1 1 0 0,-14-6-1 0 0,12 3-7 0 0,0-1 1 0 0,0 0-1 0 0,1-1 0 0 0,0 0 1 0 0,0-1-1 0 0,0 0 1 0 0,1-1-1 0 0,0 0 1 0 0,1 0-1 0 0,-1 0 0 0 0,2-1 1 0 0,-1-1-1 0 0,1 1 1 0 0,1-1-1 0 0,-7-14 1 0 0,3 5 18 0 0,1-1 1 0 0,1 0 0 0 0,1-1 0 0 0,1 0 0 0 0,1 0 0 0 0,1 0-1 0 0,-3-34 1 0 0,7 53-15 0 0,0-1 0 0 0,-1 1-1 0 0,1-1 1 0 0,0 1 0 0 0,0-1 0 0 0,1 1-1 0 0,-1 0 1 0 0,0-1 0 0 0,1 1-1 0 0,-1-1 1 0 0,1 1 0 0 0,0 0 0 0 0,0-1-1 0 0,0 1 1 0 0,0 0 0 0 0,0 0-1 0 0,0 0 1 0 0,1 0 0 0 0,-1 0 0 0 0,4-4-1 0 0,-2 5 7 0 0,-1-1 0 0 0,1 1 0 0 0,0 0-1 0 0,0 0 1 0 0,0 0 0 0 0,0 0 0 0 0,0 1 0 0 0,0-1-1 0 0,0 1 1 0 0,0 0 0 0 0,0-1 0 0 0,0 1-1 0 0,0 1 1 0 0,0-1 0 0 0,0 0 0 0 0,5 2-1 0 0,7 1-50 0 0,0 2-1 0 0,0-1 0 0 0,0 2 0 0 0,-1 0 1 0 0,0 1-1 0 0,0 0 0 0 0,0 1 0 0 0,15 12 0 0 0,1 3-51 0 0,-1 1 0 0 0,33 36-1 0 0,-30-26 17 0 0,-2 2 0 0 0,43 64-1 0 0,-58-75 35 0 0,-1 1-1 0 0,-1 0 0 0 0,-1 0 1 0 0,-2 1-1 0 0,11 41 0 0 0,-11-15 383 0 0,-3-1-1 0 0,2 90 0 0 0,-1 0 216 0 0,-6-123-377 0 0,1 1 0 0 0,0 0 0 0 0,2-1 1 0 0,0 0-1 0 0,2 0 0 0 0,0 0 0 0 0,1-1 0 0 0,18 32 1 0 0,-21-43-256 0 0,0 0 0 0 0,0 0 1 0 0,0-1-1 0 0,1 1 1 0 0,0-1-1 0 0,0-1 1 0 0,0 1-1 0 0,1-1 1 0 0,0 0-1 0 0,0-1 1 0 0,0 1-1 0 0,1-2 1 0 0,-1 1-1 0 0,1-1 1 0 0,0 0-1 0 0,0 0 1 0 0,0-1-1 0 0,0 0 0 0 0,1-1 1 0 0,-1 1-1 0 0,0-2 1 0 0,1 1-1 0 0,11-2 1 0 0,1-1-4291 0 0,1-2-1410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0:06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5529 0 0,'1'-3'354'0'0,"-1"1"-1"0"0,1-1 1 0 0,0 0 0 0 0,0 0-1 0 0,0 0 1 0 0,0 1 0 0 0,1-1-1 0 0,-1 1 1 0 0,3-5-1 0 0,-2 5-346 0 0,-1 1-1 0 0,1-1 0 0 0,0 1 0 0 0,-1-1 0 0 0,1 1 0 0 0,0-1 1 0 0,0 1-1 0 0,0 0 0 0 0,0 0 0 0 0,0 0 0 0 0,0 0 0 0 0,0 0 1 0 0,1 1-1 0 0,-1-1 0 0 0,0 0 0 0 0,0 1 0 0 0,1 0 0 0 0,-1 0 0 0 0,3-1 1 0 0,-2 2 164 0 0,0 0 1 0 0,0 1-1 0 0,0-1 1 0 0,0 0 0 0 0,0 1-1 0 0,0 0 1 0 0,-1-1-1 0 0,1 1 1 0 0,-1 0 0 0 0,1 1-1 0 0,1 1 1 0 0,15 12 176 0 0,-11-13-282 0 0,0 1 0 0 0,0-1 0 0 0,0-1 0 0 0,1 1 0 0 0,-1-1 0 0 0,0-1 0 0 0,1 1 0 0 0,12-1 0 0 0,9-1 510 0 0,33-4 0 0 0,-11 0-139 0 0,122-6-225 0 0,130-3 1118 0 0,-72 26-1032 0 0,-107-4-176 0 0,44 9-209 0 0,40 1 242 0 0,-33-10 7 0 0,44 0 70 0 0,-97-7-317 0 0,76-1 298 0 0,-114-5-238 0 0,179-12 867 0 0,276-10-446 0 0,-470 23 49 0 0,0-4 0 0 0,108-24 0 0 0,-141 28-641 0 0,-40 11-1669 0 0,-1-3 514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1:09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2304 0 0,'-7'3'8844'0'0,"7"-2"-8639"0"0,5 6 4534 0 0,-2-3-5916 0 0,-1-3 1228 0 0,0 0 0 0 0,0 1 0 0 0,0-1 1 0 0,0 0-1 0 0,0-1 0 0 0,0 1 0 0 0,0 0 0 0 0,1-1 0 0 0,-1 1 0 0 0,0-1 0 0 0,0 1 0 0 0,0-1 0 0 0,1 0 0 0 0,-1 0 0 0 0,2-1 1 0 0,6 2 138 0 0,13 2 234 0 0,1-2-1 0 0,32-2 0 0 0,-13 0-100 0 0,12 4-177 0 0,0 3 0 0 0,0 2 0 0 0,101 29 0 0 0,-87-23 113 0 0,1-2-1 0 0,87 2 1 0 0,-93-10-158 0 0,54 0 104 0 0,137-12 1 0 0,-91 0-94 0 0,85-6 144 0 0,258 9 338 0 0,-422 5-550 0 0,179-8 150 0 0,91 9-77 0 0,-123 2 12 0 0,-192-3-110 0 0,465-5 954 0 0,103-11-346 0 0,-348 17-627 0 0,-39 4 0 0 0,-48 0 0 0 0,502-9 419 0 0,-532 3-186 0 0,182 3 23 0 0,-164-4-429 0 0,-48 0 281 0 0,-41 1 96 0 0,86 3-86 0 0,-71 0-30 0 0,130-13 0 0 0,-46 0 3 0 0,77-6 202 0 0,68-1-202 0 0,-141 10 39 0 0,-98 2-94 0 0,85 5 0 0 0,122 33-327 0 0,-186-20 635 0 0,129-1 0 0 0,-145-8-185 0 0,251-5 200 0 0,0 0-164 0 0,-135-4 119 0 0,-40-1 338 0 0,-66 7-304 0 0,-85-6-2431 0 0,-6 5 849 0 0,1-4-923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1:10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44 5985 0 0,'-3'-3'588'0'0,"1"0"-1"0"0,-1 0 0 0 0,0 0 0 0 0,0 1 0 0 0,0-1 1 0 0,-7-4-1 0 0,4 4-323 0 0,0 0 0 0 0,1 1 0 0 0,-1 0 0 0 0,-1 0 0 0 0,1 0 0 0 0,-12-2 0 0 0,7 3 33 0 0,1 0 1 0 0,-1 1-1 0 0,0 0 0 0 0,1 1 1 0 0,-1 0-1 0 0,0 1 1 0 0,-10 3-1 0 0,15-4-199 0 0,0 1 0 0 0,1 1 0 0 0,-1-1 0 0 0,1 1 0 0 0,0 0 0 0 0,0 0 0 0 0,0 1 0 0 0,0-1 0 0 0,0 1 0 0 0,1 0 0 0 0,0 0 0 0 0,0 1 0 0 0,-7 9 0 0 0,5-6 46 0 0,2 0-1 0 0,-1 0 0 0 0,1 1 1 0 0,0-1-1 0 0,1 1 1 0 0,0 0-1 0 0,1 0 0 0 0,-3 16 1 0 0,4-15-32 0 0,0 1 0 0 0,0-1 1 0 0,1 0-1 0 0,1 1 0 0 0,0-1 1 0 0,0 0-1 0 0,6 19 0 0 0,-6-22-97 0 0,2-1 1 0 0,-1 0-1 0 0,1 0 0 0 0,0 0 0 0 0,0 0 0 0 0,0 0 0 0 0,1-1 0 0 0,0 1 1 0 0,0-1-1 0 0,1 0 0 0 0,-1 0 0 0 0,8 5 0 0 0,-7-7 2 0 0,0 0-1 0 0,0 0 1 0 0,0-1 0 0 0,0 1-1 0 0,1-1 1 0 0,-1 0-1 0 0,1-1 1 0 0,0 1-1 0 0,-1-1 1 0 0,1 0 0 0 0,0-1-1 0 0,0 1 1 0 0,0-1-1 0 0,-1 0 1 0 0,1-1 0 0 0,0 0-1 0 0,0 1 1 0 0,-1-2-1 0 0,1 1 1 0 0,0-1-1 0 0,-1 0 1 0 0,6-2 0 0 0,3-2 28 0 0,0-1 1 0 0,-1 0 0 0 0,0-1-1 0 0,0 0 1 0 0,0-1 0 0 0,-1-1-1 0 0,13-13 1 0 0,-13 12-204 0 0,-9 9 67 0 0,0 0 0 0 0,0 0 0 0 0,-1 0 0 0 0,1-1 0 0 0,0 1-1 0 0,-1-1 1 0 0,0 0 0 0 0,1 0 0 0 0,-1 0 0 0 0,0 0 0 0 0,-1 0 0 0 0,1 0 0 0 0,2-7-1 0 0,-4 7-458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1:11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5529 0 0,'-1'33'6535'0'0,"-2"1"-4427"0"0,-1 37-638 0 0,3-47-1197 0 0,2 0-1 0 0,1-1 1 0 0,0 1 0 0 0,2-1-1 0 0,1 0 1 0 0,0 0 0 0 0,2 0-1 0 0,16 35 1 0 0,-27-70 337 0 0,1 0-1 0 0,0 0 1 0 0,1 0 0 0 0,0 0 0 0 0,0-23-1 0 0,2 12-635 0 0,0 0-1 0 0,7-44 0 0 0,-7 63-26 0 0,1 0 1 0 0,0 0-1 0 0,0 0 0 0 0,0 0 0 0 0,0 0 1 0 0,1 0-1 0 0,-1 0 0 0 0,1 0 1 0 0,0 1-1 0 0,0-1 0 0 0,1 1 0 0 0,-1-1 1 0 0,1 1-1 0 0,-1 0 0 0 0,1 0 1 0 0,0 0-1 0 0,0 0 0 0 0,1 1 1 0 0,-1-1-1 0 0,0 1 0 0 0,1 0 0 0 0,0 0 1 0 0,-1 0-1 0 0,8-3 0 0 0,24-7-4685 0 0,-26 10 3171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1:11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18 114 5985 0 0,'-2'5'592'0'0,"-1"0"1"0"0,1 0-1 0 0,0 0 0 0 0,0 0 0 0 0,1 0 0 0 0,-1 0 1 0 0,1 0-1 0 0,0 0 0 0 0,1 1 0 0 0,-1 5 0 0 0,0 5-365 0 0,3 32-1 0 0,-2-45-170 0 0,1 0 1 0 0,-1 0-1 0 0,1 0 0 0 0,0 0 0 0 0,-1 0 1 0 0,1 0-1 0 0,0 0 0 0 0,1 0 0 0 0,-1 0 1 0 0,1-1-1 0 0,-1 1 0 0 0,1 0 1 0 0,0-1-1 0 0,0 0 0 0 0,0 1 0 0 0,0-1 1 0 0,0 0-1 0 0,0 0 0 0 0,1 0 0 0 0,3 2 1 0 0,-3-2 82 0 0,1-1 0 0 0,-1 1 0 0 0,0-1 0 0 0,1 0 0 0 0,-1-1 1 0 0,1 1-1 0 0,-1-1 0 0 0,1 1 0 0 0,-1-1 0 0 0,1 0 0 0 0,-1 0 0 0 0,1 0 1 0 0,-1-1-1 0 0,1 1 0 0 0,-1-1 0 0 0,1 0 0 0 0,5-2 0 0 0,-2 0 0 0 0,0 1 0 0 0,0-1 0 0 0,-1-1 0 0 0,1 1 0 0 0,-1-1 0 0 0,0 0 0 0 0,0-1 1 0 0,0 1-1 0 0,0-1 0 0 0,-1 0 0 0 0,0-1 0 0 0,0 1 0 0 0,0-1 0 0 0,-1 0 0 0 0,0 0 0 0 0,0-1 0 0 0,0 1 0 0 0,-1-1 0 0 0,0 0 0 0 0,0 0 0 0 0,-1 0 0 0 0,0 0 0 0 0,0 0 0 0 0,-1-1 0 0 0,0 1 0 0 0,0 0 0 0 0,0-1 0 0 0,-1 1 0 0 0,0-1 0 0 0,-1 1 0 0 0,0 0 0 0 0,0-1 1 0 0,0 1-1 0 0,-4-12 0 0 0,3 14-50 0 0,0 0 1 0 0,-1 0 0 0 0,1 0 0 0 0,-1 0-1 0 0,0 0 1 0 0,0 0 0 0 0,0 1 0 0 0,-1-1-1 0 0,0 1 1 0 0,0 0 0 0 0,0 0 0 0 0,0 1-1 0 0,0-1 1 0 0,-6-3 0 0 0,7 6-162 0 0,-1-1-1 0 0,1 1 1 0 0,0-1 0 0 0,-1 1-1 0 0,1 0 1 0 0,0 0 0 0 0,-1 1-1 0 0,1-1 1 0 0,-1 1 0 0 0,0-1-1 0 0,1 1 1 0 0,-1 0 0 0 0,1 1-1 0 0,-1-1 1 0 0,1 0 0 0 0,-1 1-1 0 0,1 0 1 0 0,-1 0 0 0 0,1 0-1 0 0,-1 0 1 0 0,1 1 0 0 0,0-1-1 0 0,-5 4 1 0 0,-4 5-2816 0 0,9-5 488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1:12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2 3225 0 0,'-10'-1'74'0'0,"-1"1"2329"0"0,1 5 3099 0 0,-38 21-1364 0 0,36-20-3999 0 0,1-1-1 0 0,0 2 1 0 0,0 0 0 0 0,-13 11-1 0 0,19-15-12 0 0,0 2 0 0 0,1-1 0 0 0,0 0-1 0 0,0 1 1 0 0,0 0 0 0 0,-4 7 0 0 0,7-11-95 0 0,1 0 1 0 0,-1 1-1 0 0,1-1 1 0 0,-1 0-1 0 0,1 1 1 0 0,0-1-1 0 0,-1 0 1 0 0,1 1-1 0 0,0-1 1 0 0,0 1-1 0 0,0-1 1 0 0,0 1-1 0 0,0-1 1 0 0,1 0-1 0 0,-1 1 1 0 0,0-1-1 0 0,1 0 1 0 0,-1 1-1 0 0,1-1 1 0 0,-1 0 0 0 0,1 1-1 0 0,-1-1 1 0 0,1 0-1 0 0,0 0 1 0 0,0 0-1 0 0,0 1 1 0 0,0-1-1 0 0,0 0 1 0 0,0 0-1 0 0,0 0 1 0 0,0-1-1 0 0,2 3 1 0 0,7 3 67 0 0,0 0-1 0 0,0-1 1 0 0,1 0 0 0 0,0-1 0 0 0,0 0-1 0 0,0 0 1 0 0,16 2 0 0 0,1 2 152 0 0,-1-4 4 0 0,-23-4-167 0 0,0 1 0 0 0,0-1 0 0 0,0 1 0 0 0,0-1 0 0 0,0 1 0 0 0,0 0 0 0 0,-1 1 0 0 0,1-1 0 0 0,0 1 0 0 0,-1 0 0 0 0,7 4 0 0 0,-9-6-55 0 0,-1 1 1 0 0,0-1-1 0 0,0 1 0 0 0,0-1 0 0 0,1 1 0 0 0,-1-1 0 0 0,0 1 0 0 0,0-1 0 0 0,0 1 0 0 0,0 0 1 0 0,0-1-1 0 0,0 1 0 0 0,0-1 0 0 0,0 1 0 0 0,0-1 0 0 0,0 1 0 0 0,0 0 0 0 0,0-1 1 0 0,0 1-1 0 0,-1-1 0 0 0,1 1 0 0 0,0-1 0 0 0,0 1 0 0 0,-1-1 0 0 0,1 1 0 0 0,0-1 0 0 0,-1 1 1 0 0,1-1-1 0 0,0 1 0 0 0,-1-1 0 0 0,1 1 0 0 0,-1-1 0 0 0,1 0 0 0 0,0 1 0 0 0,-1-1 0 0 0,1 0 1 0 0,-1 0-1 0 0,1 1 0 0 0,-1-1 0 0 0,0 0 0 0 0,1 0 0 0 0,-1 1 0 0 0,-30 14 191 0 0,26-13-119 0 0,-17 10-19 0 0,-23 8-1375 0 0,40-19-8 0 0,6-5-920 0 0,12-8-2293 0 0,-10 9 3652 0 0,9-7-1660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1:12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 10226 0 0,'-3'2'245'0'0,"1"0"1"0"0,-1 0-1 0 0,0 0 0 0 0,0-1 0 0 0,0 1 1 0 0,0-1-1 0 0,0 0 0 0 0,0 1 0 0 0,0-1 1 0 0,-5 0-1 0 0,1 2 218 0 0,-17 7 163 0 0,1 0 1 0 0,0 2-1 0 0,1 1 1 0 0,0 0-1 0 0,1 2 0 0 0,-27 24 1 0 0,47-38-583 0 0,-1-1 0 0 0,1 1 0 0 0,0 1 0 0 0,0-1 0 0 0,0 0 0 0 0,0 0 0 0 0,0 0 0 0 0,0 1 0 0 0,0-1-1 0 0,0 0 1 0 0,0 1 0 0 0,1-1 0 0 0,-1 1 0 0 0,0-1 0 0 0,1 1 0 0 0,-1-1 0 0 0,1 1 0 0 0,0-1 0 0 0,-1 1 0 0 0,1-1 0 0 0,0 1 0 0 0,0 0 0 0 0,0-1 0 0 0,0 1 0 0 0,0-1 0 0 0,1 1 0 0 0,-1-1 0 0 0,0 1 0 0 0,1 0 0 0 0,-1-1 0 0 0,1 1 0 0 0,0-1 0 0 0,0 2 0 0 0,2 0 7 0 0,-1 0 0 0 0,1 0 0 0 0,0 0 1 0 0,0 0-1 0 0,0-1 0 0 0,1 1 0 0 0,-1-1 0 0 0,1 0 0 0 0,-1 0 1 0 0,1 0-1 0 0,0-1 0 0 0,3 2 0 0 0,26 7 83 0 0,-1-1 0 0 0,37 5 1 0 0,-37-9 69 0 0,0 2 0 0 0,39 14 0 0 0,-70-21-175 0 0,0 1 1 0 0,0-1-1 0 0,0 0 0 0 0,0 1 1 0 0,0-1-1 0 0,0 0 0 0 0,0 1 1 0 0,0-1-1 0 0,-1 1 0 0 0,1-1 1 0 0,0 1-1 0 0,0 0 0 0 0,-1-1 0 0 0,1 1 1 0 0,0 0-1 0 0,-1-1 0 0 0,1 1 1 0 0,-1 0-1 0 0,1 0 0 0 0,-1 0 1 0 0,1 1-1 0 0,-1-2 4 0 0,0 1 0 0 0,0-1 0 0 0,0 1 0 0 0,0 0 0 0 0,-1-1 0 0 0,1 1 1 0 0,0-1-1 0 0,-1 1 0 0 0,1-1 0 0 0,0 1 0 0 0,-1 0 0 0 0,1-1 0 0 0,-1 0 0 0 0,1 1 0 0 0,-1-1 0 0 0,1 1 0 0 0,-1-1 0 0 0,1 1 1 0 0,-1-1-1 0 0,1 0 0 0 0,-1 0 0 0 0,0 1 0 0 0,-6 2 134 0 0,1 0 0 0 0,-1-1 1 0 0,0 0-1 0 0,-8 2 0 0 0,-118 17 992 0 0,108-19-1890 0 0,1-1-1 0 0,-1-1 0 0 0,-35-4 1 0 0,47 2-607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1:13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92 168 4145 0 0,'-2'-2'571'0'0,"7"1"2443"0"0,11 2 4244 0 0,2-2-3542 0 0,35-9-3156 0 0,-34 6-150 0 0,-8 1-422 0 0,1 0 0 0 0,-1-1 0 0 0,0 0 0 0 0,0-1 0 0 0,14-8 1 0 0,-19 10 27 0 0,1-1 1 0 0,-1-1-1 0 0,0 1 1 0 0,0-1-1 0 0,-1 0 1 0 0,1 0 0 0 0,-1-1-1 0 0,0 1 1 0 0,6-11-1 0 0,-10 15-2 0 0,0 0-1 0 0,-1-1 0 0 0,1 1 1 0 0,0 0-1 0 0,-1 0 0 0 0,1-1 1 0 0,-1 1-1 0 0,0-1 1 0 0,1 1-1 0 0,-1 0 0 0 0,0-1 1 0 0,0 1-1 0 0,0-1 0 0 0,0 1 1 0 0,0-1-1 0 0,0 1 1 0 0,0 0-1 0 0,0-1 0 0 0,0 1 1 0 0,-1-1-1 0 0,1 1 0 0 0,-2-3 1 0 0,1 2 25 0 0,0 1 0 0 0,-1-1 0 0 0,1 1 0 0 0,-1-1 0 0 0,1 1 0 0 0,-1-1 0 0 0,1 1 0 0 0,-1 0 0 0 0,0 0 0 0 0,0 0 0 0 0,0 0 0 0 0,1 0 0 0 0,-1 0 0 0 0,-2 0 0 0 0,-4-1 64 0 0,1 0 0 0 0,0 1 0 0 0,0 0 0 0 0,-1 0 0 0 0,1 1 0 0 0,-1-1 0 0 0,-12 3 0 0 0,0 1-99 0 0,-1 1 1 0 0,1 1 0 0 0,0 1 0 0 0,-33 15 0 0 0,45-18-4 0 0,0 2 1 0 0,1-1 0 0 0,0 1-1 0 0,-1 0 1 0 0,2 0 0 0 0,-1 1 0 0 0,0 0-1 0 0,1 0 1 0 0,0 1 0 0 0,1-1-1 0 0,0 1 1 0 0,0 0 0 0 0,-8 15 0 0 0,10-15-9 0 0,0 0 1 0 0,1 0-1 0 0,-1 0 1 0 0,1 0 0 0 0,1 0-1 0 0,-1 1 1 0 0,1-1-1 0 0,1 0 1 0 0,-1 1 0 0 0,2 8-1 0 0,-1-13 0 0 0,1 1 0 0 0,-1 0-1 0 0,1 0 1 0 0,0-1 0 0 0,1 1-1 0 0,-1 0 1 0 0,0-1-1 0 0,1 1 1 0 0,0-1 0 0 0,0 0-1 0 0,0 1 1 0 0,0-1 0 0 0,1 0-1 0 0,-1 0 1 0 0,1-1 0 0 0,0 1-1 0 0,0 0 1 0 0,0-1 0 0 0,0 0-1 0 0,0 1 1 0 0,5 1 0 0 0,2 1-18 0 0,0-1 1 0 0,1 0 0 0 0,-1-1 0 0 0,1-1 0 0 0,0 1 0 0 0,-1-2 0 0 0,1 1-1 0 0,0-1 1 0 0,0-1 0 0 0,0 0 0 0 0,0-1 0 0 0,0 0 0 0 0,0 0 0 0 0,0-1 0 0 0,-1-1-1 0 0,1 0 1 0 0,12-5 0 0 0,-1-1-28 0 0,0-1 1 0 0,0 0-1 0 0,-1-2 0 0 0,0-1 1 0 0,-1 0-1 0 0,33-30 0 0 0,-39 31 25 0 0,-7 6-25 0 0,0 0 0 0 0,0 0 1 0 0,0-1-1 0 0,-1 0 1 0 0,5-8-1 0 0,-8 9 358 0 0,-7 12-139 0 0,-7 14 45 0 0,5-4-121 0 0,0 1 0 0 0,-4 28 0 0 0,9-38-92 0 0,0-1 0 0 0,0 0 0 0 0,1 1 0 0 0,0-1 0 0 0,0 0 0 0 0,1 1 0 0 0,0-1 0 0 0,0 0 0 0 0,0 1 0 0 0,4 9 0 0 0,-5-15 1 0 0,1-1 1 0 0,-1 1 0 0 0,0-1-1 0 0,0 1 1 0 0,0-1 0 0 0,0 0-1 0 0,0 1 1 0 0,1-1-1 0 0,-1 1 1 0 0,0-1 0 0 0,0 0-1 0 0,1 1 1 0 0,-1-1-1 0 0,0 0 1 0 0,1 1 0 0 0,-1-1-1 0 0,0 0 1 0 0,1 1-1 0 0,-1-1 1 0 0,0 0 0 0 0,1 0-1 0 0,-1 0 1 0 0,0 1-1 0 0,1-1 1 0 0,-1 0 0 0 0,1 0-1 0 0,-1 0 1 0 0,1 0 0 0 0,-1 0-1 0 0,0 0 1 0 0,1 1-1 0 0,-1-1 1 0 0,1 0 0 0 0,-1 0-1 0 0,1-1 1 0 0,0 1-1 0 0,0-1 2 0 0,1 1 0 0 0,-1-1 0 0 0,0 0 0 0 0,0 0 0 0 0,0 0 0 0 0,0 0 0 0 0,0-1 0 0 0,0 1 0 0 0,0 0 0 0 0,0 0 0 0 0,1-3 0 0 0,18-42 145 0 0,-18 42-105 0 0,15-47 168 0 0,-8 24 139 0 0,22-47 1 0 0,-30 73-339 0 0,-1-1-1 0 0,1 1 1 0 0,-1 0 0 0 0,1 0-1 0 0,-1 0 1 0 0,1 0-1 0 0,0 0 1 0 0,-1 0 0 0 0,1 0-1 0 0,0 0 1 0 0,0 1-1 0 0,0-1 1 0 0,0 0 0 0 0,0 0-1 0 0,0 1 1 0 0,0-1-1 0 0,0 0 1 0 0,0 1 0 0 0,0-1-1 0 0,0 1 1 0 0,0 0-1 0 0,2-1 1 0 0,-2 1 3 0 0,0 0-1 0 0,0 1 1 0 0,0-1-1 0 0,0 0 1 0 0,0 1 0 0 0,0-1-1 0 0,0 1 1 0 0,0-1-1 0 0,0 1 1 0 0,0 0 0 0 0,0-1-1 0 0,0 1 1 0 0,-1 0 0 0 0,1 0-1 0 0,0 0 1 0 0,-1-1-1 0 0,1 1 1 0 0,0 0 0 0 0,0 2-1 0 0,4 7 65 0 0,0 0 0 0 0,0 0-1 0 0,4 19 1 0 0,-7-23-89 0 0,8 27 64 0 0,-5-15-178 0 0,0 0 0 0 0,1-1 0 0 0,1 0 0 0 0,0 0 0 0 0,2 0 0 0 0,15 23-1 0 0,-22-38-108 0 0,-1 0-1 0 0,1 0 0 0 0,0-1 0 0 0,0 1 1 0 0,0 0-1 0 0,0-1 0 0 0,0 1 0 0 0,0-1 1 0 0,1 0-1 0 0,-1 0 0 0 0,0 0 0 0 0,1 0 1 0 0,-1 0-1 0 0,1 0 0 0 0,-1-1 0 0 0,1 1 1 0 0,-1-1-1 0 0,1 0 0 0 0,0 0 0 0 0,-1 1 0 0 0,1-2 1 0 0,-1 1-1 0 0,1 0 0 0 0,-1-1 0 0 0,1 1 1 0 0,-1-1-1 0 0,1 1 0 0 0,-1-1 0 0 0,1 0 1 0 0,2-2-1 0 0,9-6-5425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1:13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73 5065 0 0,'2'-10'424'0'0,"5"-27"-135"0"0,-7 36-48 0 0,1 1 0 0 0,-1-1 0 0 0,0 0 0 0 0,0 0 0 0 0,0 0 0 0 0,0 0 0 0 0,0 0-1 0 0,0 0 1 0 0,0 0 0 0 0,0 0 0 0 0,0 0 0 0 0,-1 0 0 0 0,1 0 0 0 0,0 0 0 0 0,-1 0 0 0 0,1 1 0 0 0,0-1 0 0 0,-1 0 0 0 0,1 0 0 0 0,-1 0 0 0 0,1 1 0 0 0,-1-1 0 0 0,0 0 0 0 0,1 0 0 0 0,-1 1 0 0 0,0-1 0 0 0,1 1 0 0 0,-1-1 0 0 0,-2 0 0 0 0,3 1-168 0 0,-1 0 1 0 0,0 0-1 0 0,0 0 0 0 0,0 0 1 0 0,0 0-1 0 0,0 0 1 0 0,0 0-1 0 0,0 0 1 0 0,0 1-1 0 0,0-1 0 0 0,0 0 1 0 0,1 1-1 0 0,-1-1 1 0 0,0 1-1 0 0,0-1 0 0 0,0 1 1 0 0,1-1-1 0 0,-1 1 1 0 0,0-1-1 0 0,1 1 1 0 0,-1 0-1 0 0,0-1 0 0 0,1 1 1 0 0,-1 0-1 0 0,1 0 1 0 0,-1-1-1 0 0,0 2 0 0 0,-12 27 529 0 0,12-25-447 0 0,-10 27 178 0 0,2 0-1 0 0,1 1 0 0 0,1-1 0 0 0,-3 47 0 0 0,4 131 198 0 0,6-202-552 0 0,0 0-427 0 0,0-1 0 0 0,-1 1 0 0 0,0-1 0 0 0,0 0 1 0 0,0 1-1 0 0,-4 7 0 0 0,1-7-5003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1:13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6913 0 0,'0'-4'806'0'0,"0"0"0"0"0,0 0-1 0 0,1 0 1 0 0,-1 0-1 0 0,1-1 1 0 0,0 1-1 0 0,1 1 1 0 0,-1-1-1 0 0,2-4 1 0 0,-2 7-760 0 0,-1 0-1 0 0,1 0 1 0 0,0 0 0 0 0,-1 0-1 0 0,1 0 1 0 0,0 0 0 0 0,0 0-1 0 0,-1 1 1 0 0,1-1 0 0 0,0 0 0 0 0,0 1-1 0 0,0-1 1 0 0,0 0 0 0 0,0 1-1 0 0,0-1 1 0 0,0 1 0 0 0,0 0-1 0 0,0-1 1 0 0,0 1 0 0 0,0 0-1 0 0,1 0 1 0 0,-1-1 0 0 0,0 1 0 0 0,0 0-1 0 0,0 0 1 0 0,0 0 0 0 0,0 0-1 0 0,0 1 1 0 0,1-1 0 0 0,-1 0-1 0 0,0 0 1 0 0,0 1 0 0 0,0-1-1 0 0,0 0 1 0 0,0 1 0 0 0,2 1 0 0 0,16 7-5 0 0,0 0-509 0 0,28 9-1 0 0,-39-16 1 0 0,-1 0-1 0 0,0 0 0 0 0,0-1 0 0 0,1 0 1 0 0,-1-1-1 0 0,1 0 0 0 0,13-1 1 0 0,-5-2-3969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1:14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3225 0 0,'-1'8'5294'0'0,"-6"6"-2769"0"0,1-2-1892 0 0,0 13-156 0 0,2 1 0 0 0,0 0-1 0 0,1 0 1 0 0,2 0 0 0 0,0 0-1 0 0,2 0 1 0 0,1 0 0 0 0,1 0 0 0 0,1 0-1 0 0,8 26 1 0 0,0-21 807 0 0,-11-29-1142 0 0,0 0-1 0 0,0 0 0 0 0,0-1 0 0 0,0 1 1 0 0,0-1-1 0 0,0 1 0 0 0,0-1 0 0 0,1 1 1 0 0,-1-1-1 0 0,0 0 0 0 0,1 1 1 0 0,-1-1-1 0 0,1 0 0 0 0,2 1 0 0 0,-4-2-94 0 0,1 0-1 0 0,-1 0 0 0 0,0-1 1 0 0,0 1-1 0 0,0 0 1 0 0,1 0-1 0 0,-1-1 0 0 0,0 1 1 0 0,0 0-1 0 0,0-1 0 0 0,0 1 1 0 0,0 0-1 0 0,0-1 0 0 0,0 1 1 0 0,1 0-1 0 0,-1 0 1 0 0,0-1-1 0 0,0 1 0 0 0,0 0 1 0 0,0-1-1 0 0,0 1 0 0 0,0 0 1 0 0,0-1-1 0 0,-1 1 0 0 0,1 0 1 0 0,0-1-1 0 0,0 1 1 0 0,0 0-1 0 0,0-1 0 0 0,0 1 1 0 0,0 0-1 0 0,-1-1 0 0 0,-2-13 497 0 0,-11-26 375 0 0,4 16-646 0 0,2-2 1 0 0,0 1-1 0 0,2-1 0 0 0,1-1 1 0 0,-4-43-1 0 0,9 66-345 0 0,0-1 0 0 0,0 1 0 0 0,0-1 0 0 0,1 1 0 0 0,0-1-1 0 0,0 1 1 0 0,0-1 0 0 0,0 1 0 0 0,4-8 0 0 0,-4 10-46 0 0,1 0 0 0 0,0 0 0 0 0,-1 0 0 0 0,1 0 0 0 0,0 1 0 0 0,0-1 0 0 0,0 0 0 0 0,0 1 0 0 0,0 0 1 0 0,0 0-1 0 0,1-1 0 0 0,-1 1 0 0 0,0 0 0 0 0,1 1 0 0 0,-1-1 0 0 0,0 0 0 0 0,1 1 0 0 0,-1-1 0 0 0,5 1 0 0 0,74-7-3104 0 0,-46 4 1161 0 0,54-9 0 0 0,8 2-844 0 0,-97 10 2921 0 0,0 0-1 0 0,0 0 0 0 0,0 0 0 0 0,0 0 0 0 0,0 0 0 0 0,0 0 0 0 0,1 0 0 0 0,-1 0 0 0 0,0 0 0 0 0,0 0 0 0 0,0 0 1 0 0,0 0-1 0 0,0 0 0 0 0,0 0 0 0 0,0 0 0 0 0,0 0 0 0 0,1 0 0 0 0,-1 0 0 0 0,0 0 0 0 0,0 0 0 0 0,0 0 0 0 0,0 0 0 0 0,0 0 1 0 0,0 0-1 0 0,0 0 0 0 0,0 0 0 0 0,0 0 0 0 0,1 0 0 0 0,-1 0 0 0 0,0 0 0 0 0,0 0 0 0 0,0 0 0 0 0,0 0 0 0 0,0 1 1 0 0,0-1-1 0 0,0 0 0 0 0,0 0 0 0 0,0 0 0 0 0,0 0 0 0 0,0 0 0 0 0,0 0 0 0 0,0 0 0 0 0,0 0 0 0 0,0 0 0 0 0,0 1 0 0 0,0-1 1 0 0,0 0-1 0 0,0 0 0 0 0,0 0 0 0 0,0 0 0 0 0,0 0 0 0 0,0 0 0 0 0,0 0 0 0 0,0 0 0 0 0,0 1 0 0 0,-4 8 607 0 0,-15 18 199 0 0,11-16-554 0 0,-5 8 72 0 0,-4 6 334 0 0,-25 48 0 0 0,39-67-619 0 0,0 1 0 0 0,1 0 0 0 0,-1-1 0 0 0,1 1-1 0 0,0 0 1 0 0,1 0 0 0 0,0 0 0 0 0,0 0 0 0 0,0 0-1 0 0,1 0 1 0 0,0 1 0 0 0,1-1 0 0 0,1 9 0 0 0,-2-13-5 0 0,1-1 1 0 0,0 1 0 0 0,-1-1-1 0 0,1 0 1 0 0,0 0 0 0 0,1 1-1 0 0,-1-1 1 0 0,0 0 0 0 0,1 0-1 0 0,-1 0 1 0 0,1 0 0 0 0,-1 0-1 0 0,1-1 1 0 0,0 1 0 0 0,0 0-1 0 0,0-1 1 0 0,0 1 0 0 0,0-1-1 0 0,4 2 1 0 0,-3-1 47 0 0,1-1 1 0 0,0 0-1 0 0,0 0 1 0 0,0-1 0 0 0,0 1-1 0 0,-1-1 1 0 0,1 0-1 0 0,0 0 1 0 0,0 0-1 0 0,0 0 1 0 0,6-2-1 0 0,-1 0 79 0 0,0 0-1 0 0,0-1 1 0 0,0 0-1 0 0,0-1 1 0 0,0 0-1 0 0,-1 0 1 0 0,1-1-1 0 0,-1 0 1 0 0,11-9-1 0 0,-15 10-72 0 0,0-1-1 0 0,-1 0 1 0 0,1 1 0 0 0,-1-1-1 0 0,0-1 1 0 0,0 1-1 0 0,0 0 1 0 0,-1-1-1 0 0,0 1 1 0 0,0-1-1 0 0,0 0 1 0 0,-1 1 0 0 0,0-1-1 0 0,0 0 1 0 0,0 0-1 0 0,-1 0 1 0 0,0 0-1 0 0,0 0 1 0 0,-1 0 0 0 0,1 0-1 0 0,-3-6 1 0 0,1-1-95 0 0,-1 0 1 0 0,-1 0 0 0 0,0 0 0 0 0,-1 0 0 0 0,0 1-1 0 0,-1 0 1 0 0,0 0 0 0 0,-11-15 0 0 0,9 18-93 0 0,3 6-1480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1:14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0 14195 0 0,'-3'2'132'0'0,"0"0"0"0"0,0 0 0 0 0,0 0 0 0 0,0 0 0 0 0,1 1 0 0 0,-1-1 0 0 0,1 1 1 0 0,-1-1-1 0 0,1 1 0 0 0,0 0 0 0 0,0 0 0 0 0,0 0 0 0 0,-1 4 0 0 0,-19 47-110 0 0,18-42 122 0 0,-17 49 256 0 0,-13 69 1 0 0,27-93-267 0 0,1 0 0 0 0,2 1 0 0 0,0 49-1 0 0,5-75-218 0 0,-1 0-1 0 0,1-1 1 0 0,1 1 0 0 0,0 0-1 0 0,1-1 1 0 0,0 1-1 0 0,1-1 1 0 0,0 0-1 0 0,1 0 1 0 0,6 12-1 0 0,-1-16-1870 0 0,-6-7 1245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1:14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18 17252 0 0,'0'0'64'0'0,"0"-1"0"0"0,0 0-1 0 0,0 1 1 0 0,-1-1 0 0 0,1 0 0 0 0,0 1 0 0 0,0-1 0 0 0,0 0 0 0 0,1 1 0 0 0,-1-1 0 0 0,0 0 0 0 0,0 1 0 0 0,0-1-1 0 0,0 0 1 0 0,1 1 0 0 0,-1-1 0 0 0,0 1 0 0 0,0-1 0 0 0,1 1 0 0 0,-1-1 0 0 0,1 0 0 0 0,-1 1 0 0 0,0-1 0 0 0,1 1-1 0 0,-1 0 1 0 0,1-1 0 0 0,-1 1 0 0 0,2-1 0 0 0,16 5-120 0 0,-9 0 78 0 0,12 5 99 0 0,1 1 0 0 0,-1 1 1 0 0,-1 1-1 0 0,35 27 1 0 0,-51-36 64 0 0,0 0-1 0 0,0 1 1 0 0,-1 0 0 0 0,1-1 0 0 0,-1 1 0 0 0,0 0 0 0 0,0 1 0 0 0,0-1 0 0 0,0 1 0 0 0,-1-1 0 0 0,0 1 0 0 0,3 8 0 0 0,-4-10-111 0 0,-1 1 0 0 0,1 0 1 0 0,-1 0-1 0 0,0-1 0 0 0,0 1 0 0 0,0 0 0 0 0,-1 0 1 0 0,1-1-1 0 0,-1 1 0 0 0,0 0 0 0 0,0-1 0 0 0,0 1 1 0 0,0-1-1 0 0,-1 1 0 0 0,0-1 0 0 0,1 1 0 0 0,-1-1 1 0 0,-3 3-1 0 0,-8 12-7 0 0,0-1 1 0 0,-2-1-1 0 0,-29 27 0 0 0,-57 36-791 0 0,57-46-282 0 0,33-22-406 0 0,8-7-441 0 0,10-6-1165 0 0,1-1 999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1:15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10106 0 0,'0'0'58'0'0,"0"0"-1"0"0,-1 0 1 0 0,1 0-1 0 0,-1 0 0 0 0,1 0 1 0 0,-1 0-1 0 0,1 0 1 0 0,-1 1-1 0 0,1-1 1 0 0,0 0-1 0 0,-1 0 1 0 0,1 0-1 0 0,-1 0 1 0 0,1 1-1 0 0,0-1 0 0 0,-1 0 1 0 0,1 0-1 0 0,0 1 1 0 0,-1-1-1 0 0,1 0 1 0 0,0 1-1 0 0,-1-1 1 0 0,1 0-1 0 0,0 1 1 0 0,0-1-1 0 0,-1 1 1 0 0,1-1-1 0 0,0 0 0 0 0,0 1 1 0 0,-1 0-1 0 0,-10 18 1045 0 0,9-16-879 0 0,-11 20 494 0 0,1 0-1 0 0,-10 30 1 0 0,19-47-695 0 0,1 1 1 0 0,0 0 0 0 0,1-1-1 0 0,-1 1 1 0 0,1 0-1 0 0,0 0 1 0 0,1 0 0 0 0,0 0-1 0 0,0 0 1 0 0,0-1-1 0 0,1 1 1 0 0,0 0-1 0 0,4 12 1 0 0,-4-17-19 0 0,-1 0 0 0 0,1 1 0 0 0,0-1 0 0 0,0 0 1 0 0,1 0-1 0 0,-1 0 0 0 0,0-1 0 0 0,1 1 0 0 0,-1 0 0 0 0,1 0 0 0 0,-1-1 0 0 0,1 1 1 0 0,0-1-1 0 0,0 1 0 0 0,0-1 0 0 0,0 0 0 0 0,0 0 0 0 0,0 0 0 0 0,0 0 0 0 0,3 1 1 0 0,-1-1-12 0 0,0-1 1 0 0,0 1 0 0 0,-1-1 0 0 0,1 0 0 0 0,0 0 0 0 0,0 0 0 0 0,-1-1 0 0 0,1 1 0 0 0,0-1 0 0 0,0 0-1 0 0,5-2 1 0 0,0-1 34 0 0,-1 1 1 0 0,0-2-1 0 0,0 1 0 0 0,0-1 0 0 0,0 0 0 0 0,-1-1 0 0 0,0 1 0 0 0,0-2 1 0 0,10-10-1 0 0,-8 4 199 0 0,0 0 0 0 0,0 0 0 0 0,12-29 0 0 0,-18 36 95 0 0,0-1-1 0 0,-1 0 1 0 0,0 0 0 0 0,0 0 0 0 0,-1 0 0 0 0,0-1-1 0 0,0 1 1 0 0,-1 0 0 0 0,0-1 0 0 0,-2-12-1 0 0,-4 54 2264 0 0,3 202-2428 0 0,3-48-114 0 0,0-178-42 0 0,-1 18 18 0 0,0 0 1 0 0,-7 34-1 0 0,6-55-14 0 0,1-1 0 0 0,-1 1-1 0 0,0 0 1 0 0,-1 0 0 0 0,1-1 0 0 0,-1 1-1 0 0,-1-1 1 0 0,1 0 0 0 0,-1 0 0 0 0,0 0 0 0 0,0 0-1 0 0,-1-1 1 0 0,0 0 0 0 0,-6 6 0 0 0,10-10 5 0 0,-1 0 0 0 0,0 1 0 0 0,0-1 0 0 0,1 0 0 0 0,-1 0 0 0 0,0 0 0 0 0,0 0 0 0 0,0 0 0 0 0,0-1 0 0 0,0 1 0 0 0,-1-1 0 0 0,1 1 0 0 0,0-1 0 0 0,0 0 0 0 0,0 0 0 0 0,0 1 0 0 0,-1-2 0 0 0,1 1 0 0 0,0 0 0 0 0,0 0 0 0 0,-3-1 0 0 0,1-1 19 0 0,1 0 0 0 0,-1 1-1 0 0,1-1 1 0 0,0 0 0 0 0,0 0 0 0 0,0-1 0 0 0,0 1 0 0 0,0-1 0 0 0,0 1-1 0 0,0-1 1 0 0,-2-4 0 0 0,-1-1 55 0 0,0-1 1 0 0,1 0-1 0 0,0 0 0 0 0,0 0 1 0 0,1 0-1 0 0,0-1 1 0 0,1 0-1 0 0,-3-12 0 0 0,5 10-33 0 0,0 1-1 0 0,0 0 0 0 0,1-1 1 0 0,0 1-1 0 0,1 0 1 0 0,0 0-1 0 0,1-1 0 0 0,0 1 1 0 0,1 0-1 0 0,1 0 0 0 0,-1 1 1 0 0,1-1-1 0 0,1 1 1 0 0,8-14-1 0 0,-8 16-22 0 0,1 0-1 0 0,-1 1 1 0 0,1 0-1 0 0,1 0 1 0 0,-1 1 0 0 0,1 0-1 0 0,0 0 1 0 0,0 0-1 0 0,1 1 1 0 0,0 0 0 0 0,0 0-1 0 0,0 1 1 0 0,0 0 0 0 0,1 1-1 0 0,-1 0 1 0 0,1 0-1 0 0,0 1 1 0 0,10-2 0 0 0,7 2-43 0 0,0 1 1 0 0,-1 1 0 0 0,1 2 0 0 0,35 5-1 0 0,51 3-4581 0 0,-92-10 2491 0 0,-2 0-20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1:54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15 169 8034 0 0,'-9'-10'442'0'0,"4"2"391"0"0,22 13-364 0 0,36 17-472 0 0,-43-17 28 0 0,0 0-1 0 0,0 0 0 0 0,1-1 0 0 0,-1-1 1 0 0,1 0-1 0 0,0 0 0 0 0,0-1 1 0 0,0 0-1 0 0,21 0 0 0 0,-28-3 89 0 0,0-1 0 0 0,0 0 0 0 0,0 1 0 0 0,0-1 0 0 0,0 0 0 0 0,-1-1 0 0 0,1 1 0 0 0,0-1 0 0 0,-1 1 0 0 0,0-1 0 0 0,0 0 0 0 0,0 0 0 0 0,3-4 0 0 0,-1 1 98 0 0,0 1 1 0 0,0 1-1 0 0,0-1 0 0 0,8-3 0 0 0,13-8 80 0 0,1 3-1 0 0,0 0 1 0 0,36-11-1 0 0,-54 21-244 0 0,-1 1-1 0 0,1 0 1 0 0,-1 0-1 0 0,1 1 1 0 0,0 0 0 0 0,0 1-1 0 0,-1 0 1 0 0,1 0-1 0 0,0 0 1 0 0,0 2-1 0 0,0-1 1 0 0,-1 1-1 0 0,1 0 1 0 0,-1 0 0 0 0,16 8-1 0 0,20 17 412 0 0,-34-20-362 0 0,0-1-1 0 0,1 1 1 0 0,-1-2-1 0 0,1 0 1 0 0,21 7-1 0 0,-19-9 21 0 0,0-1 0 0 0,1 0-1 0 0,-1-1 1 0 0,0 0-1 0 0,0-2 1 0 0,21-1 0 0 0,80-20 164 0 0,-60 10-200 0 0,12-2-56 0 0,-18 3 258 0 0,-1 2 0 0 0,96-5 0 0 0,138-7-267 0 0,0 0-4 0 0,22 42 591 0 0,-226-13-532 0 0,-47-6-61 0 0,0-1 0 0 0,0-1 0 0 0,0-2 0 0 0,0-1 0 0 0,0-1 0 0 0,-1-1 0 0 0,41-14 0 0 0,-34 8 16 0 0,0 2 0 0 0,0 2 0 0 0,38-4 0 0 0,-55 10-15 0 0,0 0 0 0 0,0 2 0 0 0,0 0 0 0 0,0 1 1 0 0,-1 1-1 0 0,1 0 0 0 0,32 12 0 0 0,65 32-42 0 0,-81-30 25 0 0,2-2 0 0 0,-1-2 0 0 0,2-1 0 0 0,42 8 0 0 0,-40-16 20 0 0,1-2 1 0 0,50-3-1 0 0,-59-1-2 0 0,1 1 0 0 0,-1 2 1 0 0,1 1-1 0 0,48 11 0 0 0,-47-3 4 0 0,0 2 0 0 0,43 23 0 0 0,-49-21-24 0 0,0-1-1 0 0,2-2 1 0 0,49 13-1 0 0,-44-18 11 0 0,-1-2-1 0 0,54 0 1 0 0,70-11 50 0 0,-29 1-35 0 0,30 0-15 0 0,214 6 13 0 0,-56 14-3 0 0,-113-7-17 0 0,-125-6 7 0 0,0-2 0 0 0,105-16 0 0 0,21-3 0 0 0,24-3 0 0 0,-175 17 0 0 0,96 0 0 0 0,55 17 0 0 0,28 0 0 0 0,-94-7 0 0 0,-72 0 0 0 0,0-4 0 0 0,79-8 0 0 0,-93 0 16 0 0,73 0 0 0 0,-107 8-12 0 0,0 1 0 0 0,0 1 0 0 0,0 1 0 0 0,0 1 0 0 0,-1 0 0 0 0,1 1 0 0 0,24 11 0 0 0,-10-2-4 0 0,1-2 0 0 0,0-1 0 0 0,0-1 0 0 0,1-2 0 0 0,0-2 0 0 0,0-1 0 0 0,1-1 0 0 0,0-3 0 0 0,38-2 0 0 0,19-5-4 0 0,-2-4 0 0 0,133-31 0 0 0,-193 34-5 0 0,-1 2 1 0 0,1 1-1 0 0,0 1 1 0 0,0 2-1 0 0,0 1 1 0 0,61 9-1 0 0,-56-6 9 0 0,0-1 0 0 0,1-2 0 0 0,70-9 0 0 0,106-32 0 0 0,-74 13 0 0 0,-66 12-24 0 0,-47 9 2 0 0,1 1 0 0 0,-1 1 0 0 0,1 2 1 0 0,0 0-1 0 0,44 3 0 0 0,-57 3 13 0 0,0 0-1 0 0,0 1 1 0 0,-1 0-1 0 0,1 1 1 0 0,17 10-1 0 0,-15-7 12 0 0,0-1-1 0 0,34 10 0 0 0,-29-13-1 0 0,0-1 1 0 0,1-1-1 0 0,-1-1 0 0 0,1-1 1 0 0,23-2-1 0 0,107-22 93 0 0,-1 1-2 0 0,-129 21-91 0 0,0 1-1 0 0,0 1 1 0 0,0 1-1 0 0,42 8 1 0 0,24 14 0 0 0,-61-15 0 0 0,0-1 0 0 0,0-1 0 0 0,1-1 0 0 0,0-1 0 0 0,31-1 0 0 0,166-16 40 0 0,-101 4 4 0 0,132 7 0 0 0,-50 8-4 0 0,-156-8-27 0 0,-1-1 1 0 0,55-12-1 0 0,54-13-41 0 0,176-9 0 0 0,-125 29 28 0 0,133-11 0 0 0,-172-6 0 0 0,-81 10 0 0 0,108-4 0 0 0,-184 18-1 0 0,-5 1 0 0 0,0-1 0 0 0,0 1 0 0 0,0 0 1 0 0,0 1-1 0 0,1-1 0 0 0,-1 2 0 0 0,0-1 0 0 0,0 1 0 0 0,-1 0 0 0 0,12 5 0 0 0,-17-5-9 0 0,1 0 1 0 0,-1 0-1 0 0,0 0 0 0 0,0 1 0 0 0,0-1 0 0 0,3 5 0 0 0,13 13-38 0 0,-12-16 62 0 0,0-1 1 0 0,0 0-1 0 0,0 0 1 0 0,0 0-1 0 0,0-1 0 0 0,1 0 1 0 0,-1-1-1 0 0,11 3 1 0 0,58 1 161 0 0,-41-3-169 0 0,21 3-81 0 0,0 3 1 0 0,-1 2-1 0 0,0 3 0 0 0,59 21 0 0 0,-84-25 60 0 0,1-1-1 0 0,0-1 1 0 0,34 3 0 0 0,93 2-61 0 0,-120-10 71 0 0,44-1-9 0 0,82-9 0 0 0,-135 6-14 0 0,55 0 20 0 0,104 10 1 0 0,-34 1 8 0 0,257-9-2 0 0,-199-2 43 0 0,15 1-11 0 0,-154 0 7 0 0,-1-3 0 0 0,0-4 1 0 0,87-19-1 0 0,-107 19 13 0 0,81-1 0 0 0,-83 7-92 0 0,-1-2 0 0 0,57-12 0 0 0,-37 0 15 0 0,-26 4 11 0 0,1 3 0 0 0,0 1 1 0 0,45-2-1 0 0,-42 11 27 0 0,54 7 0 0 0,-59-3 14 0 0,78-2 0 0 0,-41-9 49 0 0,93-3-12 0 0,-135 10-106 0 0,0 1 1 0 0,64 11 0 0 0,-69-7 36 0 0,-1-1 0 0 0,1-2 0 0 0,0-1 0 0 0,0-1 1 0 0,50-5-1 0 0,-66 2 19 0 0,439-33 49 0 0,-427 36-68 0 0,0 2-1 0 0,51 12 1 0 0,24 3 245 0 0,55-10-270 0 0,13 1-60 0 0,-143-6 95 0 0,242 29 54 0 0,-232-28-140 0 0,0-1 1 0 0,75-4-1 0 0,76-20 127 0 0,-78 7 99 0 0,-13 6-256 0 0,107 6-1 0 0,97 20 130 0 0,-111-10-167 0 0,67 7-86 0 0,-187-9 217 0 0,0-2 0 0 0,0-4 0 0 0,121-14 0 0 0,-136 8 71 0 0,1 3 1 0 0,102 7-1 0 0,-147-1 75 0 0,-10-2-97 0 0,-1-1 0 0 0,0 0 0 0 0,1 0 1 0 0,-1 0-1 0 0,1 0 0 0 0,-1 0 0 0 0,0 1 1 0 0,1-1-1 0 0,-1 0 0 0 0,1 0 1 0 0,-1 0-1 0 0,1 0 0 0 0,-1 0 0 0 0,1 0 1 0 0,-1-1-1 0 0,0 1 0 0 0,1 0 1 0 0,-1 0-1 0 0,1 0 0 0 0,-1 0 0 0 0,0 0 1 0 0,1-1-1 0 0,-1 1 0 0 0,1 0 0 0 0,-1 0 1 0 0,0-1-1 0 0,1 1 0 0 0,-1 0 1 0 0,0 0-1 0 0,1-1 0 0 0,-1 1 0 0 0,0 0 1 0 0,0-1-1 0 0,1 1 0 0 0,-1-1 1 0 0,10-7-211 0 0,1 0 0 0 0,-1 0 0 0 0,2 1 1 0 0,18-9-1 0 0,-23 13-4371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11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2157 13363 0 0,'-2'0'91'0'0,"1"1"0"0"0,0 0 0 0 0,-1 0 1 0 0,1 0-1 0 0,0 0 0 0 0,0 0 0 0 0,-1 0 0 0 0,1 0 0 0 0,0 0 1 0 0,0 0-1 0 0,0 0 0 0 0,0 0 0 0 0,1 1 0 0 0,-1-1 1 0 0,0 0-1 0 0,0 1 0 0 0,1-1 0 0 0,-1 1 0 0 0,1-1 0 0 0,-1 1 1 0 0,1-1-1 0 0,0 1 0 0 0,0-1 0 0 0,-1 1 0 0 0,1-1 0 0 0,0 1 1 0 0,0-1-1 0 0,1 4 0 0 0,0 7-135 0 0,0 1 0 0 0,4 18 0 0 0,-3-22 170 0 0,10 52 119 0 0,3 0 0 0 0,27 69 0 0 0,-25-87-136 0 0,1-2 0 0 0,2 0 0 0 0,45 65 0 0 0,-52-87-45 0 0,2-1 1 0 0,0-1-1 0 0,25 22 1 0 0,-31-31 18 0 0,0 0-1 0 0,1-1 1 0 0,0 0-1 0 0,1-1 1 0 0,-1 0-1 0 0,1-1 1 0 0,0 0 0 0 0,15 4-1 0 0,-23-8-35 0 0,1 0-1 0 0,0 0 1 0 0,0 0-1 0 0,0-1 1 0 0,0 1-1 0 0,0-1 1 0 0,0 0-1 0 0,0 0 1 0 0,0-1-1 0 0,0 1 1 0 0,0-1-1 0 0,0 0 0 0 0,0 0 1 0 0,-1 0-1 0 0,1 0 1 0 0,0-1-1 0 0,0 1 1 0 0,-1-1-1 0 0,1 0 1 0 0,-1 0-1 0 0,0-1 1 0 0,0 1-1 0 0,1 0 1 0 0,-2-1-1 0 0,1 0 1 0 0,0 0-1 0 0,0 0 1 0 0,-1 0-1 0 0,0 0 1 0 0,1-1-1 0 0,-1 1 1 0 0,-1-1-1 0 0,1 1 1 0 0,0-1-1 0 0,-1 0 1 0 0,0 1-1 0 0,0-1 0 0 0,0 0 1 0 0,0 0-1 0 0,0-6 1 0 0,0-40 465 0 0,-3 0 1 0 0,-15-93-1 0 0,7 77-455 0 0,-87-785 3 0 0,61 613 193 0 0,26 164-248 0 0,1-77 1 0 0,9 148-11 0 0,0 0 0 0 0,1 1 0 0 0,0-1 0 0 0,-1 0 0 0 0,1 1 0 0 0,0-1 1 0 0,0 1-1 0 0,0-1 0 0 0,0 1 0 0 0,1-1 0 0 0,-1 1 0 0 0,1 0 0 0 0,0 0 0 0 0,-1 0 1 0 0,1 0-1 0 0,0 0 0 0 0,0 0 0 0 0,0 0 0 0 0,0 1 0 0 0,1-1 0 0 0,-1 1 0 0 0,0-1 1 0 0,4-1-1 0 0,8-3-41 0 0,0 0 1 0 0,0 0-1 0 0,17-3 1 0 0,-4 1 10 0 0,238-67-37 0 0,-152 47 59 0 0,129-40-40 0 0,121-33 53 0 0,-231 67 0 0 0,123-27 0 0 0,-129 35 0 0 0,316-51 0 0 0,-277 58 0 0 0,136-12 10 0 0,60-13 31 0 0,-123 11-28 0 0,-34 3-17 0 0,23-3 22 0 0,407-38 68 0 0,147-15 414 0 0,184-15-516 0 0,-777 80 289 0 0,147-13-157 0 0,280-18-115 0 0,-336 35 166 0 0,55-5-89 0 0,199-4 106 0 0,-427 23-175 0 0,428-8 115 0 0,-93 13-60 0 0,-115 3-151 0 0,-66 0-198 0 0,32 2 687 0 0,3 0-689 0 0,-1-1 546 0 0,-95 0 51 0 0,25 2-254 0 0,70 1 5 0 0,-113-7-20 0 0,227-9 57 0 0,-363 5-173 0 0,-32 2-76 0 0,0 0 1 0 0,1-1-1 0 0,-1-1 0 0 0,0 0 0 0 0,22-7 0 0 0,-34 6-2239 0 0,-4 0 1159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13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47 350 9362 0 0,'-21'-33'1758'0'0,"2"1"2996"0"0,15 64-2032 0 0,2 171-640 0 0,2-148-1676 0 0,0-30-246 0 0,0 0-1 0 0,2 0 0 0 0,9 40 0 0 0,-10-58-130 0 0,1 0 0 0 0,0 1 1 0 0,1-1-1 0 0,0-1 1 0 0,0 1-1 0 0,0 0 1 0 0,1-1-1 0 0,0 0 0 0 0,0 0 1 0 0,1 0-1 0 0,-1 0 1 0 0,1 0-1 0 0,1-1 0 0 0,-1 0 1 0 0,1 0-1 0 0,10 6 1 0 0,-13-9-26 0 0,0-1 0 0 0,0 0 0 0 0,0 0 0 0 0,-1 0 0 0 0,1 0 0 0 0,0 0 0 0 0,0-1 0 0 0,0 1 0 0 0,1-1 0 0 0,-1 0 0 0 0,0 0 0 0 0,0 0 0 0 0,0 0 0 0 0,0 0 0 0 0,0-1 0 0 0,0 0 0 0 0,0 1 0 0 0,0-1 0 0 0,0 0 0 0 0,-1 0 0 0 0,1-1 0 0 0,0 1 1 0 0,0-1-1 0 0,-1 1 0 0 0,1-1 0 0 0,-1 0 0 0 0,0 0 0 0 0,1 0 0 0 0,-1 0 0 0 0,3-4 0 0 0,6-6 24 0 0,-1-1 0 0 0,0 0 1 0 0,-1 0-1 0 0,9-19 0 0 0,-18 32-28 0 0,24-46-4 0 0,-2 0-1 0 0,-2-2 0 0 0,-2 0 0 0 0,-2-1 0 0 0,-3 0 0 0 0,8-54 0 0 0,-16 72-3 0 0,0-3-24 0 0,2 0 0 0 0,1 0 0 0 0,15-39 0 0 0,-19 79 180 0 0,2 14-124 0 0,6 25-26 0 0,2 20 113 0 0,50 209 24 0 0,-60-260-141 0 0,1 1 0 0 0,1-1-1 0 0,0 0 1 0 0,1 0 0 0 0,1 0 0 0 0,0-1 0 0 0,18 22 0 0 0,-22-30 31 0 0,0-1 0 0 0,0 0 1 0 0,1 0-1 0 0,-1 0 1 0 0,1-1-1 0 0,0 1 0 0 0,0-1 1 0 0,0 0-1 0 0,0-1 1 0 0,1 1-1 0 0,-1-1 0 0 0,1 0 1 0 0,-1 0-1 0 0,1-1 1 0 0,0 0-1 0 0,0 0 0 0 0,0 0 1 0 0,0-1-1 0 0,0 1 0 0 0,0-1 1 0 0,-1-1-1 0 0,1 1 1 0 0,7-2-1 0 0,-7 0 41 0 0,0 1 0 0 0,0-1-1 0 0,0 0 1 0 0,-1-1 0 0 0,1 1 0 0 0,-1-1 0 0 0,1 0-1 0 0,-1 0 1 0 0,0-1 0 0 0,0 0 0 0 0,0 0 0 0 0,-1 0-1 0 0,0 0 1 0 0,6-7 0 0 0,-4 3 12 0 0,-1-1 1 0 0,0 1-1 0 0,0-1 1 0 0,0 0-1 0 0,-2-1 0 0 0,1 1 1 0 0,-1-1-1 0 0,2-10 1 0 0,0-7 41 0 0,-2 0 0 0 0,0 0 0 0 0,-2 0 0 0 0,-1 0 1 0 0,-7-45-1 0 0,-15-67-15 0 0,-5-43-910 0 0,27 146-2175 0 0,0 24-5044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33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53 117 2304 0 0,'-6'-12'-1492'0'0,"4"6"4431"0"0,-1 0-1 0 0,0 1 1 0 0,-1-1-1 0 0,-5-7 274 0 0,10 37-2106 0 0,3 42-578 0 0,9 105 278 0 0,-8-137-633 0 0,1 0 0 0 0,21 64 0 0 0,-25-91-161 0 0,1-1 0 0 0,0 1 0 0 0,0-1 0 0 0,1 0 0 0 0,-1 0-1 0 0,2 0 1 0 0,-1-1 0 0 0,0 1 0 0 0,1-1 0 0 0,0 0 0 0 0,0-1-1 0 0,11 8 1 0 0,-13-10-3 0 0,0 0-1 0 0,0-1 0 0 0,0 1 1 0 0,0-1-1 0 0,0 0 0 0 0,0 0 0 0 0,1 0 1 0 0,-1 0-1 0 0,0-1 0 0 0,0 1 1 0 0,1-1-1 0 0,-1 0 0 0 0,1 0 1 0 0,-1 0-1 0 0,0 0 0 0 0,1-1 0 0 0,-1 1 1 0 0,0-1-1 0 0,0 0 0 0 0,1 0 1 0 0,-1 0-1 0 0,0 0 0 0 0,0-1 1 0 0,0 1-1 0 0,0-1 0 0 0,0 0 1 0 0,-1 0-1 0 0,6-4 0 0 0,-3 0 30 0 0,1 0-1 0 0,-1 0 1 0 0,0 0-1 0 0,0-1 1 0 0,-1 0 0 0 0,0 0-1 0 0,0 0 1 0 0,0 0-1 0 0,-1-1 1 0 0,0 1 0 0 0,-1-1-1 0 0,3-11 1 0 0,0-9 55 0 0,-1-1 0 0 0,1-32 0 0 0,-5 27 16 0 0,-1 0-1 0 0,-1 1 1 0 0,-2 0 0 0 0,-2-1-1 0 0,-1 2 1 0 0,-20-59-1 0 0,13 58 101 0 0,13 31-166 0 0,0 0-1 0 0,0 0 1 0 0,0 0-1 0 0,0 0 0 0 0,0 0 1 0 0,-1 0-1 0 0,1 1 1 0 0,-1-1-1 0 0,1 1 1 0 0,-1-1-1 0 0,0 1 0 0 0,0-1 1 0 0,-2 0-1 0 0,4 2-30 0 0,-1 0-1 0 0,1 0 0 0 0,0 0 0 0 0,-1 0 1 0 0,1 1-1 0 0,-1-1 0 0 0,1 0 1 0 0,0 0-1 0 0,-1 1 0 0 0,1-1 0 0 0,0 0 1 0 0,-1 1-1 0 0,1-1 0 0 0,0 0 0 0 0,0 1 1 0 0,-1-1-1 0 0,1 0 0 0 0,0 1 1 0 0,0-1-1 0 0,0 1 0 0 0,-1-1 0 0 0,1 0 1 0 0,0 1-1 0 0,0-1 0 0 0,0 1 1 0 0,0-1-1 0 0,0 1 0 0 0,0-1 0 0 0,0 1 1 0 0,0-1-1 0 0,0 0 0 0 0,0 1 1 0 0,0-1-1 0 0,0 1 0 0 0,0-1 0 0 0,0 1 1 0 0,1 0-1 0 0,0 20 326 0 0,47 201-467 0 0,-23-122 92 0 0,-7-21 38 0 0,68 278 0 0 0,-80-334 12 0 0,23 104 287 0 0,-27-116-262 0 0,-1 1 0 0 0,0 0-1 0 0,-1 0 1 0 0,0 0 0 0 0,-1 0-1 0 0,0-1 1 0 0,-1 1 0 0 0,-5 18-1 0 0,6-26 29 0 0,-1 0 0 0 0,1 0 0 0 0,-1 0 1 0 0,0 0-1 0 0,0-1 0 0 0,0 1 0 0 0,-1-1 0 0 0,0 0 0 0 0,1 1 0 0 0,-1-1 0 0 0,0 0 0 0 0,0 0 0 0 0,0-1 0 0 0,-1 1 0 0 0,1-1 0 0 0,-7 4 1 0 0,4-4 32 0 0,0 0 0 0 0,0 0 0 0 0,0 0 1 0 0,0-1-1 0 0,0 0 0 0 0,0 0 1 0 0,0-1-1 0 0,0 1 0 0 0,0-1 1 0 0,-9-1-1 0 0,-2-2 34 0 0,-1-1 1 0 0,1 0-1 0 0,0-1 0 0 0,0 0 1 0 0,1-2-1 0 0,-32-16 0 0 0,32 13-114 0 0,0 0-1 0 0,1-1 0 0 0,0 0 1 0 0,-16-17-1 0 0,23 20-354 0 0,1 0 0 0 0,0 0 0 0 0,-8-15 0 0 0,12 18-377 0 0,0-1 0 0 0,0 0-1 0 0,0 0 1 0 0,1 1 0 0 0,0-2-1 0 0,-2-10 1 0 0,2-2-6582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34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6 3225 0 0,'-16'-6'10423'0'0,"16"7"-10171"0"0,-3 13 6877 0 0,2-1-9519 0 0,18 217 5378 0 0,-11-174-2526 0 0,1-23-254 0 0,-6-27-159 0 0,1 0 0 0 0,-1-1-1 0 0,0 1 1 0 0,0 0 0 0 0,-1 0 0 0 0,1 0 0 0 0,-1 0-1 0 0,-1 0 1 0 0,-1 11 0 0 0,2-16-46 0 0,0-1 0 0 0,0 0 0 0 0,0 0 0 0 0,0 0 0 0 0,-1 0 0 0 0,1 0 0 0 0,0 1 0 0 0,0-1 0 0 0,0 0 0 0 0,0 0 0 0 0,0 0 0 0 0,0 0 0 0 0,-1 0 0 0 0,1 0 0 0 0,0 0 0 0 0,0 1 0 0 0,0-1 0 0 0,0 0 0 0 0,-1 0 0 0 0,1 0 0 0 0,0 0 0 0 0,0 0 0 0 0,0 0 0 0 0,0 0 1 0 0,-1 0-1 0 0,1 0 0 0 0,0 0 0 0 0,0 0 0 0 0,0 0 0 0 0,0 0 0 0 0,-1 0 0 0 0,1 0 0 0 0,0 0 0 0 0,0 0 0 0 0,0 0 0 0 0,0 0 0 0 0,-1-1 0 0 0,1 1 0 0 0,0 0 0 0 0,0 0 0 0 0,0 0 0 0 0,0 0 0 0 0,0 0 0 0 0,-1 0 0 0 0,1 0 0 0 0,0-1 0 0 0,0 1 0 0 0,0 0 0 0 0,0 0 0 0 0,0 0 0 0 0,0 0 0 0 0,0-1 0 0 0,-7-12-4168 0 0,5-5 2373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34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10 9218 0 0,'-8'-2'-1455'0'0,"-8"1"6527"0"0,9 4 578 0 0,15 7-3776 0 0,-7-9-1825 0 0,1 0 0 0 0,0 0 0 0 0,-1 0 1 0 0,1 0-1 0 0,-1 0 0 0 0,1 0 0 0 0,0-1 0 0 0,0 1 0 0 0,-1-1 0 0 0,1 1 1 0 0,0-1-1 0 0,0 0 0 0 0,2 1 0 0 0,-3-1-72 0 0,0 0 0 0 0,0 0 0 0 0,-1 0 1 0 0,1-1-1 0 0,0 1 0 0 0,0 0 0 0 0,-1 0 0 0 0,1 0 0 0 0,0-1 1 0 0,-1 1-1 0 0,1 0 0 0 0,0-1 0 0 0,-1 1 0 0 0,1-1 0 0 0,0 1 1 0 0,-1-1-1 0 0,1 1 0 0 0,-1-1 0 0 0,1 1 0 0 0,-1-1 0 0 0,1 0 1 0 0,-1 1-1 0 0,1-1 0 0 0,-1 1 0 0 0,0-1 0 0 0,1 0 0 0 0,-1 0 1 0 0,0 1-1 0 0,0-1 0 0 0,1 0 0 0 0,-1-1 0 0 0,3-6-1704 0 0,-1 3 102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35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77 214 14603 0 0,'-1'0'100'0'0,"-1"0"0"0"0,0 1-1 0 0,1-1 1 0 0,-1 1 0 0 0,1-1-1 0 0,-1 1 1 0 0,1 0 0 0 0,-1 0 0 0 0,1 0-1 0 0,0 0 1 0 0,-1 0 0 0 0,1 0 0 0 0,0 0-1 0 0,0 0 1 0 0,0 0 0 0 0,0 0 0 0 0,0 1-1 0 0,0-1 1 0 0,0 0 0 0 0,0 1-1 0 0,0-1 1 0 0,1 1 0 0 0,-1-1 0 0 0,1 1-1 0 0,-1-1 1 0 0,1 1 0 0 0,-1 0 0 0 0,1-1-1 0 0,0 3 1 0 0,-3 10 224 0 0,1 0-1 0 0,0 21 1 0 0,2-24-150 0 0,-1 16 183 0 0,2 0 0 0 0,4 34 1 0 0,-3-47-276 0 0,1 0 0 0 0,0 0 1 0 0,1-1-1 0 0,0 1 1 0 0,1-1-1 0 0,8 14 0 0 0,-11-23-67 0 0,1 1 0 0 0,-1-1-1 0 0,1-1 1 0 0,0 1 0 0 0,0 0-1 0 0,0-1 1 0 0,1 1 0 0 0,-1-1-1 0 0,1 0 1 0 0,0 0-1 0 0,0 0 1 0 0,0-1 0 0 0,0 0-1 0 0,1 1 1 0 0,7 2 0 0 0,-9-5-8 0 0,1 1 0 0 0,-1 0 0 0 0,1-1 0 0 0,-1 0 1 0 0,1 1-1 0 0,-1-2 0 0 0,1 1 0 0 0,0 0 0 0 0,-1-1 0 0 0,1 1 1 0 0,-1-1-1 0 0,0 0 0 0 0,1 0 0 0 0,-1 0 0 0 0,0-1 0 0 0,1 1 1 0 0,-1-1-1 0 0,0 0 0 0 0,0 0 0 0 0,0 0 0 0 0,4-4 0 0 0,2-3 15 0 0,0 0 0 0 0,-1-1 0 0 0,0 0 0 0 0,-1 0 0 0 0,0-1 0 0 0,0 0 0 0 0,-1 0 0 0 0,-1-1 0 0 0,0 1 0 0 0,4-16 0 0 0,-1 0-10 0 0,-1 0-1 0 0,-2 0 1 0 0,4-46 0 0 0,-7 36 33 0 0,-1 0 0 0 0,-2-1 1 0 0,-1 1-1 0 0,-2 0 0 0 0,-12-51 1 0 0,16 87-25 0 0,0-1 1 0 0,-1 0 0 0 0,1 1 0 0 0,-1-1 0 0 0,0 0 0 0 0,0 1 0 0 0,0-1 0 0 0,0 1 0 0 0,0-1 0 0 0,0 1-1 0 0,0 0 1 0 0,-2-3 0 0 0,3 4-10 0 0,-1 0 0 0 0,1 0 0 0 0,0 0 0 0 0,0 0 0 0 0,-1 0 0 0 0,1-1 0 0 0,0 1 1 0 0,0 0-1 0 0,-1 0 0 0 0,1 0 0 0 0,0 0 0 0 0,0 0 0 0 0,-1 0 0 0 0,1 0 0 0 0,0 0 0 0 0,-1 0 0 0 0,1 0 0 0 0,0 0 0 0 0,0 0 0 0 0,-1 0 0 0 0,1 1 0 0 0,0-1 0 0 0,0 0 0 0 0,-1 0 0 0 0,1 0 0 0 0,0 0 0 0 0,0 0 0 0 0,-1 1 0 0 0,-6 12 311 0 0,2 11-267 0 0,1-1 0 0 0,1 1 0 0 0,2 0 0 0 0,0-1 0 0 0,3 32 0 0 0,-1-26-65 0 0,28 372-100 0 0,1 19 799 0 0,-30-399-561 0 0,0 62 20 0 0,-1-75-83 0 0,0-1 1 0 0,0 1-1 0 0,-1 0 0 0 0,0 0 0 0 0,0-1 1 0 0,0 1-1 0 0,-8 13 0 0 0,9-19-47 0 0,0-1-1 0 0,0 0 0 0 0,-1 0 1 0 0,1 0-1 0 0,0 0 1 0 0,-1 0-1 0 0,1 0 1 0 0,-1 0-1 0 0,1 0 0 0 0,-1-1 1 0 0,1 1-1 0 0,-1-1 1 0 0,1 1-1 0 0,-1-1 1 0 0,0 1-1 0 0,1-1 0 0 0,-1 0 1 0 0,1 0-1 0 0,-1 0 1 0 0,0 0-1 0 0,1 0 0 0 0,-1 0 1 0 0,0 0-1 0 0,1-1 1 0 0,-1 1-1 0 0,0-1 1 0 0,-1 0-1 0 0,-4-1 1 0 0,0 0-1 0 0,1 0 1 0 0,-1-1 0 0 0,1 0 0 0 0,-8-4-1 0 0,-9-8-87 0 0,0-2 0 0 0,1 0 0 0 0,1-1 0 0 0,-29-33 0 0 0,38 37-561 0 0,1-1-1 0 0,0 0 1 0 0,1-1 0 0 0,-12-24 0 0 0,15 21-1079 0 0,2-1-67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35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10138 0 0,'8'0'8962'0'0,"19"-2"-6930"0"0,4 1-2133 0 0,-1 0 190 0 0,-1 2 0 0 0,1 1 0 0 0,-1 1 1 0 0,46 12-1 0 0,-72-15-88 0 0,0 1 0 0 0,0 0 0 0 0,0 0 1 0 0,-1 0-1 0 0,1 1 0 0 0,0-1 0 0 0,-1 1 1 0 0,1 0-1 0 0,-1-1 0 0 0,1 1 0 0 0,-1 0 1 0 0,0 1-1 0 0,0-1 0 0 0,0 0 1 0 0,0 0-1 0 0,0 1 0 0 0,0-1 0 0 0,-1 1 1 0 0,3 4-1 0 0,-3-3 3 0 0,0 0 1 0 0,-1 0-1 0 0,1 0 1 0 0,-1 0-1 0 0,1 0 1 0 0,-1 0-1 0 0,-1 1 1 0 0,1-1 0 0 0,0 0-1 0 0,-1 0 1 0 0,0 0-1 0 0,-2 7 1 0 0,-4 7 18 0 0,-1-1 0 0 0,0 1 0 0 0,-2-1 0 0 0,-20 28 1 0 0,-41 52 880 0 0,70-96-858 0 0,1-1 1 0 0,0 0 0 0 0,-1 1-1 0 0,1-1 1 0 0,-1 1-1 0 0,1-1 1 0 0,0 1 0 0 0,-1-1-1 0 0,1 1 1 0 0,0-1-1 0 0,0 1 1 0 0,-1-1 0 0 0,1 1-1 0 0,0-1 1 0 0,0 1-1 0 0,0 0 1 0 0,0-1-1 0 0,0 1 1 0 0,0-1 0 0 0,0 1-1 0 0,0-1 1 0 0,0 1-1 0 0,0 0 1 0 0,0-1 0 0 0,0 1-1 0 0,0-1 1 0 0,0 1-1 0 0,0 0 1 0 0,1-1 0 0 0,-1 2-1 0 0,1-2-5 0 0,0 0-1 0 0,0 1 1 0 0,0-1-1 0 0,0 1 1 0 0,0-1-1 0 0,0 0 1 0 0,0 0 0 0 0,0 0-1 0 0,0 1 1 0 0,0-1-1 0 0,0 0 1 0 0,0 0-1 0 0,0 0 1 0 0,1-1-1 0 0,0 1 1 0 0,43-12 341 0 0,-42 12-314 0 0,47-18-182 0 0,-1-2 0 0 0,62-34 1 0 0,-91 45 502 0 0,-12 9-1872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36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3 7834 0 0,'-3'-1'630'0'0,"0"0"1"0"0,0 1-1 0 0,0 0 1 0 0,0-1 0 0 0,0 1-1 0 0,0 0 1 0 0,0 1-1 0 0,-4 0 1 0 0,7-1-485 0 0,-1 0-1 0 0,1 0 1 0 0,-1 0 0 0 0,1 0 0 0 0,0 0-1 0 0,-1 1 1 0 0,1-1 0 0 0,-1 0-1 0 0,1 0 1 0 0,0 0 0 0 0,-1 1 0 0 0,1-1-1 0 0,0 0 1 0 0,0 1 0 0 0,-1-1-1 0 0,1 0 1 0 0,0 1 0 0 0,-1-1 0 0 0,1 0-1 0 0,0 1 1 0 0,0-1 0 0 0,0 0 0 0 0,0 1-1 0 0,-1-1 1 0 0,1 1 0 0 0,0 0-45 0 0,0 0-1 0 0,0 0 1 0 0,1 0 0 0 0,-1 0 0 0 0,0 0 0 0 0,0 0 0 0 0,1 0-1 0 0,-1-1 1 0 0,1 1 0 0 0,-1 0 0 0 0,1 0 0 0 0,-1 0 0 0 0,1 0 0 0 0,-1-1-1 0 0,1 1 1 0 0,0 1 0 0 0,3 1-400 0 0,-1-1 0 0 0,1 1 1 0 0,-1 0-1 0 0,1-1 0 0 0,0 0 0 0 0,0 0 0 0 0,0 0 0 0 0,0 0 1 0 0,0-1-1 0 0,0 1 0 0 0,1-1 0 0 0,-1 0 0 0 0,6 0 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36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10594 0 0,'0'0'237'0'0,"-1"0"-1"0"0,0 0 0 0 0,1 1 1 0 0,-1-1-1 0 0,1 0 1 0 0,-1 1-1 0 0,1-1 0 0 0,-1 0 1 0 0,1 1-1 0 0,-1-1 1 0 0,1 1-1 0 0,-1-1 1 0 0,1 1-1 0 0,-1-1 0 0 0,1 1 1 0 0,0-1-1 0 0,-1 1 1 0 0,1 0-1 0 0,0-1 0 0 0,-1 1 1 0 0,1-1-1 0 0,0 1 1 0 0,0 0-1 0 0,0-1 0 0 0,0 1 1 0 0,-1 0-1 0 0,1-1 1 0 0,0 1-1 0 0,0 0 0 0 0,0-1 1 0 0,1 1-1 0 0,-1 0 1 0 0,0-1-1 0 0,0 2 0 0 0,9 8-428 0 0,-6-7 190 0 0,1-1 0 0 0,-1 0-1 0 0,0 0 1 0 0,1 0 0 0 0,0 0 0 0 0,4 2-1 0 0,6-1-5199 0 0,-5-2-582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36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10594 0 0,'-3'0'944'0'0,"1"1"-751"0"0,-3 5 4279 0 0,2-4-2871 0 0,-1 2-1057 0 0,1-1-224 0 0,3 0-32 0 0,0-2-16 0 0,4 2-272 0 0,2-3-72 0 0,1 0-8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36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40 280 6449 0 0,'-10'-12'552'0'0,"-6"0"5152"0"0,15 12-5568 0 0,1 0 1 0 0,0-1-1 0 0,0 1 1 0 0,-1 0-1 0 0,1 0 1 0 0,0 0-1 0 0,-1 0 1 0 0,1 0-1 0 0,0 0 1 0 0,-1 0-1 0 0,1 0 1 0 0,0 0-1 0 0,-1 0 1 0 0,1 0-1 0 0,0 0 1 0 0,-1 0-1 0 0,1 0 1 0 0,0 0-1 0 0,0 0 1 0 0,-1 0-1 0 0,1 1 1 0 0,0-1-1 0 0,-1 0 0 0 0,1 0 1 0 0,0 0-1 0 0,0 0 1 0 0,-1 1-1 0 0,1-1 1 0 0,0 0-1 0 0,0 0 1 0 0,-1 0-1 0 0,1 1 1 0 0,0-1-1 0 0,-1 2-127 0 0,1-1-1 0 0,-1 1 1 0 0,1 0 0 0 0,-1-1-1 0 0,1 1 1 0 0,0 0-1 0 0,-1-1 1 0 0,1 1 0 0 0,0 0-1 0 0,1 3 1 0 0,3 45 782 0 0,15 65 0 0 0,-5-38-454 0 0,-9-44-239 0 0,15 75 198 0 0,-17-97-275 0 0,0 0 1 0 0,1 0 0 0 0,1 0 0 0 0,-1-1 0 0 0,2 0-1 0 0,-1 1 1 0 0,10 10 0 0 0,-13-18-24 0 0,0-1 0 0 0,-1 1 0 0 0,2-1 0 0 0,-1 1 1 0 0,0-1-1 0 0,0 0 0 0 0,1 0 0 0 0,-1 0 0 0 0,1-1 0 0 0,-1 1 0 0 0,1-1 1 0 0,0 1-1 0 0,0-1 0 0 0,0 0 0 0 0,-1 0 0 0 0,1 0 0 0 0,0 0 0 0 0,0 0 1 0 0,1-1-1 0 0,-1 0 0 0 0,0 1 0 0 0,0-1 0 0 0,0 0 0 0 0,0 0 0 0 0,0-1 0 0 0,0 1 1 0 0,0-1-1 0 0,0 0 0 0 0,0 1 0 0 0,0-1 0 0 0,0 0 0 0 0,0-1 0 0 0,0 1 1 0 0,-1-1-1 0 0,1 1 0 0 0,4-4 0 0 0,2-2-35 0 0,-1 0-1 0 0,0 0 1 0 0,0-1-1 0 0,-1 0 1 0 0,0 0 0 0 0,0-1-1 0 0,-1 0 1 0 0,0 0 0 0 0,6-14-1 0 0,1-9 3 0 0,-1 0 0 0 0,-1-1 0 0 0,-2 0 0 0 0,-1-1 0 0 0,-1 0 0 0 0,-2 0 0 0 0,0-49 1 0 0,-5-13 335 0 0,-18-133 1 0 0,18 228-287 0 0,0-4 87 0 0,-1 0 0 0 0,0 0 1 0 0,0 0-1 0 0,0 0 0 0 0,0 0 1 0 0,-3-6-1 0 0,1 20 1071 0 0,2 6-812 0 0,27 209 154 0 0,-12-110-721 0 0,7 35 185 0 0,-6-49 17 0 0,-4 1 0 0 0,-3 118 0 0 0,-9-190 17 0 0,-2 1 0 0 0,-10 44 1 0 0,10-61-7 0 0,-1 0 0 0 0,0-1 0 0 0,0 0 0 0 0,-2 1 0 0 0,1-2 0 0 0,-2 1 1 0 0,1-1-1 0 0,-11 13 0 0 0,12-19 15 0 0,-1 1 1 0 0,0-1 0 0 0,-1 0-1 0 0,1 0 1 0 0,-1-1 0 0 0,0 0-1 0 0,0 0 1 0 0,0-1-1 0 0,-1 0 1 0 0,1 0 0 0 0,-1 0-1 0 0,1-1 1 0 0,-11 1 0 0 0,-4 1-9 0 0,0-1 1 0 0,0-2-1 0 0,-35-1 1 0 0,54 0-95 0 0,1 0 1 0 0,-1 0 0 0 0,0-1-1 0 0,0 1 1 0 0,0-1 0 0 0,1 0-1 0 0,-1 1 1 0 0,0-2 0 0 0,1 1-1 0 0,-5-2 1 0 0,6 2-91 0 0,0 0 0 0 0,1 1 1 0 0,-1-1-1 0 0,0 0 0 0 0,0 0 0 0 0,1 0 0 0 0,-1 1 0 0 0,0-1 1 0 0,1 0-1 0 0,-1 0 0 0 0,1 0 0 0 0,-1 0 0 0 0,1 0 1 0 0,0 0-1 0 0,-1 0 0 0 0,1 0 0 0 0,0 0 0 0 0,0 0 0 0 0,0-1 1 0 0,0 1-1 0 0,0 0 0 0 0,0 0 0 0 0,0 0 0 0 0,0 0 1 0 0,0 0-1 0 0,0 0 0 0 0,1 0 0 0 0,-1 0 0 0 0,0 0 1 0 0,1 0-1 0 0,0-1 0 0 0,7-14-1812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37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6913 0 0,'3'3'319'0'0,"0"1"-1"0"0,-1 0 0 0 0,1-1 0 0 0,-1 1 0 0 0,0 1 0 0 0,0-1 1 0 0,0 0-1 0 0,-1 0 0 0 0,1 1 0 0 0,0 6 0 0 0,6 52 5293 0 0,-5-40-4899 0 0,2 58 879 0 0,-5 121 0 0 0,-2-147-945 0 0,1-41-506 0 0,1-7-42 0 0,-1 0 0 0 0,1 0 0 0 0,1 0 0 0 0,-1 0 1 0 0,4 13-1 0 0,-4-20-95 0 0,0 0 0 0 0,0 1 1 0 0,0-1-1 0 0,0 1 1 0 0,0-1-1 0 0,0 0 0 0 0,0 1 1 0 0,1-1-1 0 0,-1 1 1 0 0,0-1-1 0 0,0 0 1 0 0,0 1-1 0 0,1-1 0 0 0,-1 0 1 0 0,0 1-1 0 0,1-1 1 0 0,-1 0-1 0 0,0 1 0 0 0,1-1 1 0 0,-1 0-1 0 0,0 0 1 0 0,1 0-1 0 0,-1 1 1 0 0,0-1-1 0 0,1 0 0 0 0,-1 0 1 0 0,1 0-1 0 0,-1 0 1 0 0,0 0-1 0 0,1 1 0 0 0,0-1 1 0 0,11-9 143 0 0,6-18 37 0 0,0-15-212 0 0,-3 0 0 0 0,-1-1 0 0 0,-2 0 0 0 0,7-48 0 0 0,-12 48 5 0 0,3 0 1 0 0,1 0-1 0 0,3 1 0 0 0,22-50 0 0 0,-36 92 23 0 0,3-7 43 0 0,0 1-1 0 0,1 1 1 0 0,-1-1-1 0 0,1 0 0 0 0,7-7 1 0 0,-10 12-6 0 0,0 0 1 0 0,0 1-1 0 0,0-1 1 0 0,0 0-1 0 0,-1 1 1 0 0,1-1-1 0 0,0 1 1 0 0,0-1-1 0 0,0 1 1 0 0,0-1-1 0 0,0 1 1 0 0,0 0 0 0 0,0 0-1 0 0,1-1 1 0 0,-1 1-1 0 0,0 0 1 0 0,0 0-1 0 0,0 0 1 0 0,0 0-1 0 0,0 0 1 0 0,0 0-1 0 0,0 0 1 0 0,0 1-1 0 0,0-1 1 0 0,0 0 0 0 0,0 1-1 0 0,0-1 1 0 0,0 0-1 0 0,0 1 1 0 0,0-1-1 0 0,0 1 1 0 0,0 0-1 0 0,0-1 1 0 0,0 1-1 0 0,0 0 1 0 0,-1-1-1 0 0,1 1 1 0 0,0 0 0 0 0,-1 0-1 0 0,1 0 1 0 0,0 0-1 0 0,0 1 1 0 0,11 14 82 0 0,-1 1 0 0 0,-1 0 1 0 0,-1 0-1 0 0,0 1 1 0 0,-1 0-1 0 0,-1 1 0 0 0,0 0 1 0 0,-2 0-1 0 0,6 36 0 0 0,-7-28-540 0 0,-2-1 0 0 0,0 1-1 0 0,-2-1 1 0 0,-1 1-1 0 0,-1 0 1 0 0,-11 49 0 0 0,5-52-1150 0 0,-1 0-57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38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1003 13739 0 0,'-5'-3'429'0'0,"3"2"-294"0"0,-1 0-1 0 0,1 0 1 0 0,0-1 0 0 0,0 1-1 0 0,1 0 1 0 0,-1-1 0 0 0,0 1 0 0 0,0-1-1 0 0,-1-2 1 0 0,3 3-105 0 0,-1 0-1 0 0,1 1 1 0 0,0-1-1 0 0,0 0 1 0 0,0 0-1 0 0,0 0 1 0 0,0 0-1 0 0,0 1 1 0 0,0-1-1 0 0,0 0 1 0 0,0 0-1 0 0,1 0 1 0 0,-1 1-1 0 0,0-1 1 0 0,0 0-1 0 0,1 0 1 0 0,-1 1-1 0 0,1-1 1 0 0,-1 0-1 0 0,0 1 1 0 0,1-1-1 0 0,0 0 1 0 0,-1 1-1 0 0,1-1 1 0 0,-1 0-1 0 0,1 1 1 0 0,0-1-1 0 0,-1 1 1 0 0,1 0-1 0 0,0-1 1 0 0,1 0 0 0 0,6-5 44 0 0,1 0 1 0 0,0 1 0 0 0,0 0 0 0 0,0 0 0 0 0,1 1 0 0 0,0 0 0 0 0,0 1-1 0 0,16-4 1 0 0,10 0 186 0 0,40-1-1 0 0,-37 4 34 0 0,140-6 581 0 0,28-4-434 0 0,26-9-344 0 0,82-12 300 0 0,-155 7 17 0 0,271-54 456 0 0,186-54-175 0 0,326-12-211 0 0,-191 80-68 0 0,-466 45-159 0 0,126-8 98 0 0,-18 7-231 0 0,701-50 181 0 0,-886 57-173 0 0,257-21 18 0 0,-75-2-56 0 0,-216 21-71 0 0,264-34 313 0 0,-430 53-289 0 0,-7 0-37 0 0,-1 0 0 0 0,1 0 0 0 0,-1 0 1 0 0,1 0-1 0 0,-1 0 0 0 0,0 0 0 0 0,1 0 0 0 0,-1-1 1 0 0,1 1-1 0 0,-1-1 0 0 0,0 1 0 0 0,1-1 0 0 0,1 0 1 0 0,-24-8-163 0 0,-14-3-2093 0 0,11 4-5766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38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8 10594 0 0,'0'-1'107'0'0,"-1"0"1"0"0,1 1-1 0 0,-1-1 0 0 0,0 1 0 0 0,1-1 1 0 0,-1 1-1 0 0,0-1 0 0 0,1 1 0 0 0,-1-1 0 0 0,0 1 1 0 0,1 0-1 0 0,-1-1 0 0 0,0 1 0 0 0,0 0 1 0 0,1 0-1 0 0,-1-1 0 0 0,0 1 0 0 0,0 0 0 0 0,1 0 1 0 0,-1 0-1 0 0,0 0 0 0 0,0 0 0 0 0,0 0 1 0 0,1 0-1 0 0,-1 1 0 0 0,0-1 0 0 0,0 0 0 0 0,1 0 1 0 0,-1 0-1 0 0,-1 1 0 0 0,1 1 271 0 0,0 0 0 0 0,0 0 0 0 0,1 0 0 0 0,-1 1 0 0 0,1-1 0 0 0,-1 0 0 0 0,1 0-1 0 0,0 0 1 0 0,0 5 0 0 0,-1-1-491 0 0,-4 94 1660 0 0,14 157 1 0 0,-4-172-1008 0 0,-5-80-508 0 0,13 134 709 0 0,-10-122-719 0 0,0 1 0 0 0,2-1 0 0 0,0 0 1 0 0,1 0-1 0 0,14 28 0 0 0,-15-36-842 0 0,-4-8 303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52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75 12899 0 0,'-1'-1'137'0'0,"0"1"0"0"0,0-1 0 0 0,0 0 0 0 0,-1 0 0 0 0,1 0 0 0 0,0 0 1 0 0,0 0-1 0 0,1 0 0 0 0,-1 0 0 0 0,0 0 0 0 0,0 0 0 0 0,0-1 0 0 0,0 1-60 0 0,1 1 0 0 0,0-1-1 0 0,0 1 1 0 0,0-1 0 0 0,0 1-1 0 0,0-1 1 0 0,0 1 0 0 0,0-1 0 0 0,0 1-1 0 0,0-1 1 0 0,0 1 0 0 0,0-1-1 0 0,0 1 1 0 0,0-1 0 0 0,0 1 0 0 0,0-1-1 0 0,1 1 1 0 0,-1 0 0 0 0,0-1-1 0 0,0 1 1 0 0,0-1 0 0 0,1 0-1 0 0,1-1 22 0 0,0 0-1 0 0,1 0 1 0 0,-1 0-1 0 0,0 1 1 0 0,1-1-1 0 0,-1 1 0 0 0,1-1 1 0 0,-1 1-1 0 0,6-2 1 0 0,5-1 322 0 0,1 0 0 0 0,27-4 0 0 0,-2 1 327 0 0,-19 3-569 0 0,0 2 1 0 0,0 0 0 0 0,0 1-1 0 0,1 1 1 0 0,-1 1-1 0 0,0 1 1 0 0,0 1-1 0 0,0 1 1 0 0,21 6 0 0 0,-38-10-170 0 0,-1 1 0 0 0,0 0 0 0 0,0-1 0 0 0,1 1 0 0 0,-1 0 0 0 0,0 0 0 0 0,0 1 0 0 0,0-1 0 0 0,0 0 0 0 0,0 1 0 0 0,0-1 0 0 0,0 1 0 0 0,-1 0 0 0 0,1-1 0 0 0,0 1 0 0 0,1 3 0 0 0,-2-3-1 0 0,0 0 1 0 0,0 0-1 0 0,-1 0 0 0 0,1 0 1 0 0,-1 0-1 0 0,1 0 1 0 0,-1 1-1 0 0,0-1 0 0 0,0 0 1 0 0,0 0-1 0 0,0 0 0 0 0,0 0 1 0 0,-1 0-1 0 0,1 0 1 0 0,-2 3-1 0 0,-2 7 12 0 0,-1-1 1 0 0,0-1-1 0 0,-1 1 0 0 0,0-1 1 0 0,-11 14-1 0 0,5-8-37 0 0,-19 26-112 0 0,-2-1 0 0 0,-61 56 1 0 0,2-2 18 0 0,78-80 101 0 0,-26 31 79 0 0,38-43-34 0 0,0 0 1 0 0,0 0 0 0 0,1 0 0 0 0,-1 0 0 0 0,1 0-1 0 0,-1 0 1 0 0,1 0 0 0 0,0 1 0 0 0,0-1-1 0 0,0 0 1 0 0,1 1 0 0 0,-1-1 0 0 0,1 8 0 0 0,0-10-21 0 0,1 0 1 0 0,-1 0 0 0 0,1 0 0 0 0,-1 0-1 0 0,1-1 1 0 0,0 1 0 0 0,-1 0 0 0 0,1 0-1 0 0,0 0 1 0 0,0-1 0 0 0,-1 1 0 0 0,1 0 0 0 0,0-1-1 0 0,0 1 1 0 0,0 0 0 0 0,0-1 0 0 0,0 1-1 0 0,0-1 1 0 0,0 0 0 0 0,0 1 0 0 0,0-1-1 0 0,0 0 1 0 0,0 0 0 0 0,0 1 0 0 0,0-1-1 0 0,2 0 1 0 0,32 2 240 0 0,-33-2-230 0 0,63 0 176 0 0,0-2-1 0 0,-1-3 1 0 0,99-21 0 0 0,-152 23-174 0 0,1 1 26 0 0,0-2 0 0 0,0 0-1 0 0,13-5 1 0 0,-59 12-4259 0 0,24-2-2877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54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93 10138 0 0,'-6'-3'974'0'0,"9"4"1110"0"0,9 4 735 0 0,-11-5-2884 0 0,0 0 434 0 0,3 1-38 0 0,12 2-82 0 0,1 0 0 0 0,-1-2 0 0 0,1 0 0 0 0,0 0 0 0 0,0-2 0 0 0,-1 0 0 0 0,1-1 0 0 0,-1 0 0 0 0,26-9 0 0 0,-34 9-192 0 0,9-2 79 0 0,-1-1 0 0 0,23-10 0 0 0,-35 13-101 0 0,0 0 0 0 0,1 0 1 0 0,-1-1-1 0 0,0 0 0 0 0,0 0 0 0 0,-1 0 0 0 0,1 0 1 0 0,0-1-1 0 0,-1 1 0 0 0,0-1 0 0 0,0 0 0 0 0,0 0 0 0 0,3-5 1 0 0,-6 8-45 0 0,0 1 1 0 0,0-1 0 0 0,0 0 0 0 0,0 1 0 0 0,1-1 0 0 0,-1 1-1 0 0,0-1 1 0 0,0 1 0 0 0,0-1 0 0 0,0 0 0 0 0,0 1 0 0 0,0-1-1 0 0,-1 1 1 0 0,1-1 0 0 0,0 0 0 0 0,0 1 0 0 0,0-1 0 0 0,-1 1-1 0 0,1-1 1 0 0,0 1 0 0 0,-1-1 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55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18 10138 0 0,'-2'-3'362'0'0,"-11"-12"4931"0"0,8 17-3221 0 0,2 9-2573 0 0,-4 53 1203 0 0,-16 69 1 0 0,12-81-299 0 0,2 0-1 0 0,-3 83 1 0 0,12-134-399 0 0,3 33 329 0 0,-3-33-339 0 0,0 0 1 0 0,0 1-1 0 0,0-1 0 0 0,1 0 0 0 0,-1 0 1 0 0,1 1-1 0 0,-1-1 0 0 0,1 0 0 0 0,-1 0 1 0 0,1 0-1 0 0,0 0 0 0 0,-1 0 0 0 0,1 1 1 0 0,0-1-1 0 0,0 0 0 0 0,0-1 0 0 0,0 1 0 0 0,0 0 1 0 0,0 0-1 0 0,0 0 0 0 0,0-1 0 0 0,2 2 1 0 0,-2-2-11 0 0,1 0 1 0 0,-1 0 0 0 0,0 0 0 0 0,0 0 0 0 0,0 0 0 0 0,0 0-1 0 0,0-1 1 0 0,0 1 0 0 0,0 0 0 0 0,0 0 0 0 0,0-1-1 0 0,0 1 1 0 0,0-1 0 0 0,0 1 0 0 0,-1-1 0 0 0,1 0 0 0 0,0 1-1 0 0,1-2 1 0 0,17-16-75 0 0,-14 12 50 0 0,10-12-71 0 0,0-1 0 0 0,-2 0 0 0 0,0-1 0 0 0,-1-1 0 0 0,17-41 1 0 0,-13 28-84 0 0,23-37 0 0 0,3 7 113 0 0,-41 66 112 0 0,0-1 1 0 0,0 1-1 0 0,-1 0 0 0 0,1 0 1 0 0,-1 0-1 0 0,1 0 1 0 0,-1-1-1 0 0,0 1 1 0 0,0 0-1 0 0,0 0 1 0 0,0 3-1 0 0,-2 32 72 0 0,2 0 0 0 0,1 0 0 0 0,2 0 0 0 0,14 67 0 0 0,-15-99-89 0 0,-1 0 0 0 0,1 0 0 0 0,0 0 0 0 0,1 0 0 0 0,-1 0 0 0 0,1 0 0 0 0,0-1 0 0 0,0 1 0 0 0,0-1 0 0 0,1 0 0 0 0,0 0 0 0 0,0 0 0 0 0,0 0 0 0 0,0-1 0 0 0,0 1 0 0 0,1-1 0 0 0,-1 0 0 0 0,1-1 0 0 0,6 4 0 0 0,-7-5 0 0 0,0 0-1 0 0,0 1 0 0 0,0-2 0 0 0,0 1 1 0 0,0 0-1 0 0,0-1 0 0 0,1 0 1 0 0,-1 0-1 0 0,0 0 0 0 0,0 0 1 0 0,0-1-1 0 0,0 1 0 0 0,0-1 1 0 0,0 0-1 0 0,0 0 0 0 0,0-1 1 0 0,0 1-1 0 0,0-1 0 0 0,0 0 0 0 0,-1 0 1 0 0,1 0-1 0 0,-1-1 0 0 0,0 1 1 0 0,1-1-1 0 0,4-5 0 0 0,-4 4 31 0 0,0-1 0 0 0,0 0-1 0 0,0-1 1 0 0,0 1-1 0 0,-1-1 1 0 0,0 1 0 0 0,0-1-1 0 0,0 0 1 0 0,-1 0-1 0 0,0 0 1 0 0,0 0-1 0 0,-1-1 1 0 0,1 1 0 0 0,-2 0-1 0 0,1-1 1 0 0,0 1-1 0 0,-1-1 1 0 0,-1 1 0 0 0,1-1-1 0 0,-1 1 1 0 0,0-1-1 0 0,-2-6 1 0 0,-4-13 97 0 0,-2 0 0 0 0,-1 0 0 0 0,-26-48 0 0 0,14 31-391 0 0,-34-67-5507 0 0,45 86 3718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55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3 120 13827 0 0,'0'-1'69'0'0,"-1"1"0"0"0,1-1 0 0 0,0 0 1 0 0,-1 1-1 0 0,1-1 0 0 0,0 0 0 0 0,0 1 0 0 0,0-1 0 0 0,-1 0 0 0 0,1 1 0 0 0,0-1 1 0 0,0 0-1 0 0,0 1 0 0 0,0-1 0 0 0,0 0 0 0 0,0 1 0 0 0,0-1 0 0 0,1 0 1 0 0,-1 1-1 0 0,0-1 0 0 0,0 0 0 0 0,0 1 0 0 0,1-1 0 0 0,-1 1 0 0 0,0-1 1 0 0,1 0-1 0 0,-1 1 0 0 0,1-1 0 0 0,-1 1 0 0 0,0-1 0 0 0,1 1 0 0 0,-1-1 0 0 0,1 1 1 0 0,-1-1-1 0 0,1 1 0 0 0,1-1 0 0 0,27-5 1545 0 0,-28 6-1586 0 0,31-2 838 0 0,0 2 1 0 0,44 5-1 0 0,-50-2-629 0 0,0-1 0 0 0,0-2-1 0 0,0 0 1 0 0,45-7 0 0 0,-59 5-209 0 0,0-1-1 0 0,0-1 1 0 0,-1 0-1 0 0,1 0 1 0 0,-1-1-1 0 0,0-1 1 0 0,20-13-1 0 0,-25 15-624 0 0,0-2 0 0 0,0 1 0 0 0,0-1 0 0 0,7-10 0 0 0,-7 8-6325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55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6 16732 0 0,'-1'0'67'0'0,"0"-1"0"0"0,1 1 1 0 0,-1-1-1 0 0,0 1 1 0 0,1-1-1 0 0,-1 1 1 0 0,0 0-1 0 0,0-1 0 0 0,1 1 1 0 0,-1 0-1 0 0,0-1 1 0 0,0 1-1 0 0,0 0 0 0 0,1 0 1 0 0,-1 0-1 0 0,0 0 1 0 0,0 0-1 0 0,0 0 1 0 0,0 0-1 0 0,1 0 0 0 0,-1 0 1 0 0,0 0-1 0 0,0 0 1 0 0,0 1-1 0 0,1-1 0 0 0,-1 0 1 0 0,0 0-1 0 0,-1 2 1 0 0,1-1-13 0 0,0 1 1 0 0,0 0-1 0 0,0 0 1 0 0,0 0-1 0 0,0 0 1 0 0,0 0-1 0 0,1 0 1 0 0,-1 0-1 0 0,0 4 1 0 0,-1 3 71 0 0,-6 30 251 0 0,1-1 0 0 0,-1 65 0 0 0,9 79 586 0 0,0-158-773 0 0,0 1-1 0 0,2-1 0 0 0,0 0 1 0 0,2-1-1 0 0,0 1 0 0 0,18 44 1 0 0,-21-64-90 0 0,0 0 0 0 0,0 1 1 0 0,-1-1-1 0 0,0 0 0 0 0,0 1 1 0 0,1 8-1 0 0,-2-13 107 0 0,-19-26-3079 0 0,11 15 1549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57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673 15 3225 0 0,'55'-2'11226'0'0,"-59"-1"-8281"0"0,-12-3-1169 0 0,-5 4-1453 0 0,1 1-1 0 0,-1 1 1 0 0,-39 4 0 0 0,-67 18 126 0 0,62-10-268 0 0,12-2-16 0 0,1 2 1 0 0,0 1 0 0 0,1 4 0 0 0,-71 32 0 0 0,117-46-165 0 0,-1-1 0 0 0,1 1 0 0 0,0 1 0 0 0,1-1 0 0 0,-1 1 0 0 0,0 0 0 0 0,1 0 0 0 0,0 0 1 0 0,0 0-1 0 0,-6 10 0 0 0,9-12-1 0 0,0 0 0 0 0,0 0 0 0 0,0 0 0 0 0,0 0-1 0 0,1 0 1 0 0,-1 0 0 0 0,1 0 0 0 0,0 0 0 0 0,-1 0 0 0 0,1 0 0 0 0,0 0 0 0 0,0 0 0 0 0,0 0 0 0 0,1 1 0 0 0,-1-1 0 0 0,0 0 0 0 0,1 0 0 0 0,-1 0 0 0 0,1 0 0 0 0,0 0 0 0 0,0 0 0 0 0,0 0 0 0 0,0-1 0 0 0,0 1 0 0 0,0 0 0 0 0,0 0 0 0 0,1-1 0 0 0,-1 1 0 0 0,0-1 0 0 0,1 1 0 0 0,-1-1 0 0 0,5 3 0 0 0,5 5-8 0 0,1 0 0 0 0,1-1 1 0 0,0-1-1 0 0,0 0 1 0 0,0 0-1 0 0,26 7 0 0 0,91 19-44 0 0,-56-15 86 0 0,-33-9 296 0 0,-18-5-328 0 0,32 12 0 0 0,-49-14-41 0 0,0 0 0 0 0,0 1 0 0 0,0 0 0 0 0,-1 0 0 0 0,1 1 0 0 0,-1-1 0 0 0,0 1 0 0 0,0 1 0 0 0,9 8 0 0 0,-13-11 41 0 0,0 0 1 0 0,1 0-1 0 0,-1 0 1 0 0,0 0-1 0 0,-1 0 1 0 0,1 0 0 0 0,0 1-1 0 0,0-1 1 0 0,-1 0-1 0 0,0 0 1 0 0,1 1-1 0 0,-1-1 1 0 0,0 0-1 0 0,0 1 1 0 0,0-1 0 0 0,0 0-1 0 0,-1 0 1 0 0,1 1-1 0 0,0-1 1 0 0,-1 0-1 0 0,0 0 1 0 0,0 1-1 0 0,1-1 1 0 0,-1 0-1 0 0,-1 0 1 0 0,1 0 0 0 0,-2 2-1 0 0,-4 7-18 0 0,0-1 0 0 0,-1 1 0 0 0,-14 13 0 0 0,17-19 30 0 0,-39 38-98 0 0,-98 71 1 0 0,-16 15 406 0 0,155-126-282 0 0,-6 5 127 0 0,1 1 0 0 0,0 0 0 0 0,-8 12 0 0 0,14-19-112 0 0,1 0 0 0 0,-1 1 0 0 0,1-1 0 0 0,0 1 0 0 0,0 0 0 0 0,0-1-1 0 0,0 1 1 0 0,0 4 0 0 0,1-5-26 0 0,0-1-1 0 0,0 0 0 0 0,0 0 0 0 0,0 0 1 0 0,0 1-1 0 0,0-1 0 0 0,0 0 0 0 0,1 0 1 0 0,-1 0-1 0 0,0 0 0 0 0,1 0 1 0 0,-1 0-1 0 0,1 1 0 0 0,-1-1 0 0 0,1 0 1 0 0,0 0-1 0 0,-1 0 0 0 0,1-1 1 0 0,0 1-1 0 0,1 2 0 0 0,2-1-10 0 0,0 0 0 0 0,0 0 0 0 0,-1 0 0 0 0,1 0 0 0 0,0 0 0 0 0,1-1 0 0 0,-1 1 0 0 0,0-1 0 0 0,0-1 0 0 0,8 2 0 0 0,45 1-36 0 0,-53-4 28 0 0,29-1 30 0 0,0-2 0 0 0,0-1 0 0 0,0-2 0 0 0,31-11 0 0 0,0 2 7 0 0,-55 14-129 0 0,2-1-91 0 0,0 1-1 0 0,0-1 1 0 0,0-1 0 0 0,0 0-1 0 0,-1 0 1 0 0,0-1-1 0 0,13-8 1 0 0,-19 8-2000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58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36 6913 0 0,'-21'2'1837'0'0,"20"-2"-1491"0"0,0 0-1 0 0,1 0 1 0 0,-1 0 0 0 0,0 1 0 0 0,0-1 0 0 0,0 0-1 0 0,1 0 1 0 0,-1 0 0 0 0,0-1 0 0 0,0 1 0 0 0,0 0-1 0 0,1 0 1 0 0,-1 0 0 0 0,0-1 0 0 0,0 1-1 0 0,1 0 1 0 0,-1-1 0 0 0,0 1 0 0 0,1 0 0 0 0,-2-2-1 0 0,4 0-229 0 0,1 0 1 0 0,0-1-1 0 0,-1 1 0 0 0,1 0 0 0 0,0 1 0 0 0,0-1 0 0 0,4-1 0 0 0,-7 3-102 0 0,5-3 75 0 0,-1 1 1 0 0,1 0-1 0 0,0 0 0 0 0,0 0 0 0 0,0 1 0 0 0,0 0 0 0 0,0 0 1 0 0,8-1-1 0 0,-12 2-62 0 0,0 0-1 0 0,0 0 1 0 0,0 0 0 0 0,0 0-1 0 0,0 0 1 0 0,0 0 0 0 0,0 1 0 0 0,0-1-1 0 0,0 0 1 0 0,0 0 0 0 0,-1 1 0 0 0,1-1-1 0 0,0 1 1 0 0,0-1 0 0 0,0 1 0 0 0,0-1-1 0 0,0 1 1 0 0,-1 0 0 0 0,1-1 0 0 0,0 1-1 0 0,-1 0 1 0 0,1-1 0 0 0,0 1-1 0 0,-1 0 1 0 0,1 0 0 0 0,-1 0 0 0 0,1 0-1 0 0,-1 0 1 0 0,1-1 0 0 0,-1 1 0 0 0,0 0-1 0 0,0 0 1 0 0,1 0 0 0 0,-1 0 0 0 0,0 0-1 0 0,0 0 1 0 0,0 0 0 0 0,0 0-1 0 0,0 0 1 0 0,0 0 0 0 0,0 0 0 0 0,0 0-1 0 0,-1 0 1 0 0,1 0 0 0 0,0 0 0 0 0,-1 1-1 0 0,-1 8 158 0 0,-1 0 0 0 0,0-1 0 0 0,-6 12 0 0 0,6-16-80 0 0,0 1 0 0 0,1-1 0 0 0,-1 1 0 0 0,1-1 0 0 0,1 1 0 0 0,-1 0 0 0 0,1-1 0 0 0,0 1 0 0 0,0 0 0 0 0,1 0 0 0 0,0 0 0 0 0,0 11 0 0 0,1-16-89 0 0,-1 0 1 0 0,1 0 0 0 0,-1 0 0 0 0,1 0 0 0 0,-1 0-1 0 0,1 0 1 0 0,-1 0 0 0 0,1 0 0 0 0,0 0 0 0 0,0-1 0 0 0,-1 1-1 0 0,1 0 1 0 0,0 0 0 0 0,0-1 0 0 0,0 1 0 0 0,0 0 0 0 0,0-1-1 0 0,0 1 1 0 0,0-1 0 0 0,0 1 0 0 0,0-1 0 0 0,0 0 0 0 0,0 1-1 0 0,1-1 1 0 0,-1 0 0 0 0,0 0 0 0 0,0 0 0 0 0,0 1 0 0 0,0-1-1 0 0,2-1 1 0 0,15-3-1550 0 0,-3-6-4509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58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 11058 0 0,'0'0'129'0'0,"-1"0"1"0"0,1 0-1 0 0,-1 0 0 0 0,1 0 0 0 0,0-1 0 0 0,-1 1 0 0 0,1 0 0 0 0,0 0 1 0 0,-1 0-1 0 0,1 0 0 0 0,-1 0 0 0 0,1 0 0 0 0,-1 0 0 0 0,1 0 0 0 0,0 0 0 0 0,-1 0 1 0 0,1 0-1 0 0,-1 0 0 0 0,1 0 0 0 0,0 0 0 0 0,-1 1 0 0 0,1-1 0 0 0,-1 0 1 0 0,1 0-1 0 0,0 0 0 0 0,-1 1 0 0 0,1-1 0 0 0,0 0 0 0 0,-1 0 0 0 0,1 1 0 0 0,0-1 1 0 0,0 0-1 0 0,-1 1 0 0 0,1 14 1121 0 0,1-11-1192 0 0,1 1 0 0 0,-1-1 0 0 0,1 0 0 0 0,0 0 0 0 0,4 7 1 0 0,31 26-1945 0 0,-28-31 271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5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13 10594 0 0,'-3'0'944'0'0,"1"-1"-751"0"0,0 1-193 0 0,4 0 896 0 0,-1-1 136 0 0,0 1 32 0 0,1-2 8 0 0,0 1-1000 0 0,3-1-200 0 0,1 1-32 0 0,3-2-16 0 0,-1 2-560 0 0,2 1-104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59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26 8754 0 0,'-1'1'184'0'0,"1"-1"1"0"0,-1 0-1 0 0,0 1 0 0 0,1-1 1 0 0,-1 1-1 0 0,0-1 1 0 0,1 1-1 0 0,-1 0 0 0 0,0-1 1 0 0,1 1-1 0 0,-1 0 1 0 0,1-1-1 0 0,0 1 0 0 0,-1 0 1 0 0,1 0-1 0 0,-1-1 1 0 0,1 1-1 0 0,0 0 0 0 0,-1 1 1 0 0,2-1-10 0 0,-1-1 0 0 0,1 1-1 0 0,0 0 1 0 0,-1-1 0 0 0,1 1 0 0 0,0 0 0 0 0,0-1 0 0 0,-1 1 0 0 0,1-1 0 0 0,0 1-1 0 0,0-1 1 0 0,0 1 0 0 0,-1-1 0 0 0,1 0 0 0 0,0 1 0 0 0,0-1 0 0 0,0 0 0 0 0,0 0-1 0 0,0 0 1 0 0,1 0 0 0 0,5 2-162 0 0,-1-2 0 0 0,1 1 0 0 0,0-1-1 0 0,-1 0 1 0 0,1 0 0 0 0,0-1 0 0 0,-1 0 0 0 0,9-2 0 0 0,50-18-1169 0 0,-26 4-3453 0 0,-20 8 97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2:5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0 4609 0 0,'-1'0'371'0'0,"1"0"1"0"0,-1 1-1 0 0,0-1 0 0 0,0 0 0 0 0,1 1 1 0 0,-1-1-1 0 0,0 0 0 0 0,0 1 1 0 0,1-1-1 0 0,-1 1 0 0 0,0-1 0 0 0,1 1 1 0 0,-1 0-1 0 0,1-1 0 0 0,-1 1 1 0 0,1-1-1 0 0,-1 1 0 0 0,1 0 0 0 0,-1 0 1 0 0,1-1-1 0 0,0 1 0 0 0,-1 0 1 0 0,1 0-1 0 0,0-1 0 0 0,0 1 0 0 0,-1 0 1 0 0,1 0-1 0 0,0 1 0 0 0,-9 31 2476 0 0,7-27-3033 0 0,-11 56 932 0 0,-6 86-1 0 0,16-112-541 0 0,1-9-3 0 0,1 0 0 0 0,2 1 0 0 0,5 36-1 0 0,3-2-3315 0 0,-8-52 1930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00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8754 0 0,'6'-7'5861'0'0,"2"10"-5053"0"0,-7-1-703 0 0,1 0-1 0 0,0-1 0 0 0,-1 1 1 0 0,1 0-1 0 0,-1 0 0 0 0,0 0 1 0 0,0 0-1 0 0,1 0 0 0 0,-1 0 1 0 0,-1 0-1 0 0,1 0 0 0 0,0 1 1 0 0,1 3-1 0 0,5 35 621 0 0,-7-35-588 0 0,2 21 440 0 0,-2 51-1 0 0,-2-59-293 0 0,2 1-1 0 0,0-1 1 0 0,1 0-1 0 0,1 0 0 0 0,7 31 1 0 0,-3-37-116 0 0,0-28-372 0 0,22-100-450 0 0,-16 61 528 0 0,20-57 0 0 0,-27 98 106 0 0,0 1 0 0 0,9-15 0 0 0,-12 23 22 0 0,0 1 0 0 0,0 0 1 0 0,0-1-1 0 0,1 1 0 0 0,0 0 0 0 0,-1 0 0 0 0,1 1 0 0 0,0-1 0 0 0,0 0 0 0 0,1 1 0 0 0,6-4 1 0 0,-8 5 26 0 0,0 1 0 0 0,0 0 0 0 0,0-1 0 0 0,-1 1 0 0 0,1 0 1 0 0,0 0-1 0 0,0 1 0 0 0,0-1 0 0 0,0 0 0 0 0,0 1 0 0 0,0-1 1 0 0,0 1-1 0 0,-1-1 0 0 0,1 1 0 0 0,0 0 0 0 0,0 0 0 0 0,-1 0 1 0 0,1 0-1 0 0,0 0 0 0 0,-1 0 0 0 0,1 0 0 0 0,-1 0 1 0 0,0 1-1 0 0,1-1 0 0 0,-1 1 0 0 0,0-1 0 0 0,2 3 0 0 0,3 4 75 0 0,-1-1 0 0 0,0 1 0 0 0,0 1 0 0 0,5 10-1 0 0,21 63 587 0 0,-17-44-554 0 0,24 50 0 0 0,-25-65-3447 0 0,-7-16 2065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00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 13107 0 0,'-2'0'86'0'0,"1"1"0"0"0,0 0 0 0 0,-1-1 0 0 0,1 1 0 0 0,0 0 0 0 0,0 0 0 0 0,0 0 1 0 0,0 0-1 0 0,0 0 0 0 0,0 0 0 0 0,0 0 0 0 0,0 0 0 0 0,0 1 0 0 0,0-1 0 0 0,1 0 0 0 0,-1 0 0 0 0,1 1 0 0 0,-2 1 1 0 0,-3 28 331 0 0,3-13-30 0 0,-73 316 2191 0 0,23-119-1079 0 0,38-160-1062 0 0,-7 40 337 0 0,19-85-708 0 0,1 0 1 0 0,1 0-1 0 0,0 0 1 0 0,0-1-1 0 0,0 1 1 0 0,2 0-1 0 0,2 14 1 0 0,-3-22-175 0 0,0 1 1 0 0,-1-1 0 0 0,1 1 0 0 0,1-1-1 0 0,-1 0 1 0 0,0 0 0 0 0,1 1 0 0 0,-1-1 0 0 0,3 2-1 0 0,6 3-5467 0 0,-1-6-776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01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19 149 8754 0 0,'-2'4'301'0'0,"0"-1"-120"0"0,-1 1-1 0 0,1-1 1 0 0,1 1-1 0 0,-1 0 1 0 0,1 0-1 0 0,-1 0 1 0 0,1 0-1 0 0,0 0 1 0 0,0 0-1 0 0,1 0 1 0 0,-1 0-1 0 0,1 0 1 0 0,0 0-1 0 0,0 0 1 0 0,0 1-1 0 0,2 6 1 0 0,4 8 472 0 0,-4-10-479 0 0,1 1 0 0 0,0 0-1 0 0,1-1 1 0 0,0 1 0 0 0,9 12-1 0 0,-12-19-114 0 0,1-1 0 0 0,0 1-1 0 0,0-1 1 0 0,1 0 0 0 0,-1 0 0 0 0,0 0-1 0 0,1 0 1 0 0,-1 0 0 0 0,1-1-1 0 0,-1 1 1 0 0,1-1 0 0 0,0 0 0 0 0,0 0-1 0 0,0 0 1 0 0,0 0 0 0 0,0 0 0 0 0,0 0-1 0 0,0-1 1 0 0,0 1 0 0 0,0-1-1 0 0,0 0 1 0 0,0 0 0 0 0,4-1 0 0 0,-2 1 66 0 0,-1-1 1 0 0,1 0 0 0 0,0 0 0 0 0,-1 0 0 0 0,0-1-1 0 0,1 0 1 0 0,-1 0 0 0 0,0 0 0 0 0,0 0 0 0 0,0 0 0 0 0,0-1-1 0 0,0 0 1 0 0,-1 0 0 0 0,1 0 0 0 0,-1 0 0 0 0,0 0-1 0 0,1-1 1 0 0,-2 0 0 0 0,1 1 0 0 0,0-1 0 0 0,-1 0 0 0 0,0 0-1 0 0,0-1 1 0 0,0 1 0 0 0,2-8 0 0 0,-1 2 216 0 0,0 1 0 0 0,-1-1 0 0 0,0 0 0 0 0,-1 0 0 0 0,0 1 0 0 0,-1-1 0 0 0,0 0 0 0 0,0 0 0 0 0,-1 0 0 0 0,-1 0 0 0 0,-2-11-1 0 0,0 7-48 0 0,-1 0-1 0 0,0 1 1 0 0,-1 0-1 0 0,0 0 1 0 0,-9-15-1 0 0,12 24-321 0 0,0 0 1 0 0,0 0-1 0 0,-1 1 0 0 0,1-1 0 0 0,-1 1 1 0 0,0-1-1 0 0,1 1 0 0 0,-7-3 0 0 0,7 4-101 0 0,1 1-1 0 0,-1 0 0 0 0,1 0 0 0 0,-1 0 0 0 0,1 1 0 0 0,-1-1 1 0 0,1 0-1 0 0,-1 1 0 0 0,0 0 0 0 0,1 0 0 0 0,-1 0 0 0 0,0 0 1 0 0,0 0-1 0 0,1 0 0 0 0,-1 1 0 0 0,-4 0 0 0 0,-2 3-5272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02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 31 13331 0 0,'-4'-4'281'0'0,"0"1"1"0"0,0 0 0 0 0,-1 0-1 0 0,0 0 1 0 0,0 1-1 0 0,1 0 1 0 0,-2 0-1 0 0,1 0 1 0 0,0 0-1 0 0,0 1 1 0 0,0 0-1 0 0,-1 0 1 0 0,1 0 0 0 0,0 1-1 0 0,-1-1 1 0 0,1 1-1 0 0,-9 2 1 0 0,7-1-132 0 0,0 1 0 0 0,0-1 0 0 0,0 2 0 0 0,1-1 0 0 0,-1 1 0 0 0,1 0 1 0 0,0 0-1 0 0,0 1 0 0 0,0 0 0 0 0,0 0 0 0 0,0 0 0 0 0,1 1 0 0 0,-6 6 0 0 0,-3 3 56 0 0,2 1 0 0 0,-1 1-1 0 0,2 0 1 0 0,0 1 0 0 0,-15 31-1 0 0,22-39-141 0 0,0 0-1 0 0,0 1 0 0 0,1 0 1 0 0,1 0-1 0 0,-1 0 0 0 0,2 0 1 0 0,-1 0-1 0 0,1 0 0 0 0,1 0 1 0 0,0 0-1 0 0,0 1 0 0 0,1-1 1 0 0,2 11-1 0 0,-2-18-53 0 0,0 0 0 0 0,0 0 0 0 0,0 0 0 0 0,0 0 0 0 0,0 0 1 0 0,0 0-1 0 0,1 0 0 0 0,0 0 0 0 0,-1-1 0 0 0,1 1 0 0 0,0 0 0 0 0,0-1 1 0 0,1 0-1 0 0,-1 1 0 0 0,0-1 0 0 0,1 0 0 0 0,-1 0 0 0 0,1 0 0 0 0,0-1 0 0 0,0 1 1 0 0,0-1-1 0 0,0 1 0 0 0,0-1 0 0 0,0 0 0 0 0,0 0 0 0 0,0 0 0 0 0,0 0 0 0 0,0-1 1 0 0,0 0-1 0 0,7 1 0 0 0,-4-2-39 0 0,1 1 0 0 0,0-1 1 0 0,0 0-1 0 0,0-1 0 0 0,-1 1 1 0 0,1-1-1 0 0,-1-1 0 0 0,1 1 0 0 0,-1-1 1 0 0,0 0-1 0 0,0-1 0 0 0,0 0 1 0 0,9-7-1 0 0,-6 2 17 0 0,-1 0 1 0 0,0 0 0 0 0,0-1-1 0 0,0 0 1 0 0,-2 0 0 0 0,1-1-1 0 0,-1 1 1 0 0,-1-2 0 0 0,0 1-1 0 0,6-19 1 0 0,-4 5 13 0 0,-1 0 0 0 0,-1-1 0 0 0,-2 0 0 0 0,2-26 0 0 0,-5 51-1 0 0,0-3 35 0 0,1 1 0 0 0,-1-1-1 0 0,0 1 1 0 0,0-1-1 0 0,-1 1 1 0 0,1 0-1 0 0,-1-1 1 0 0,0 1-1 0 0,1 0 1 0 0,-4-6-1 0 0,4 9-22 0 0,0 0-1 0 0,0 0 0 0 0,0 0 1 0 0,-1 0-1 0 0,1 0 0 0 0,0 0 1 0 0,0 0-1 0 0,-1 0 0 0 0,1 0 1 0 0,0 0-1 0 0,0 0 0 0 0,0 0 1 0 0,-1 0-1 0 0,1 0 0 0 0,0 0 1 0 0,0 1-1 0 0,0-1 0 0 0,-1 0 1 0 0,1 0-1 0 0,0 0 0 0 0,0 0 1 0 0,0 0-1 0 0,0 1 0 0 0,-1-1 1 0 0,1 0-1 0 0,0 0 0 0 0,0 0 1 0 0,0 1-1 0 0,0-1 0 0 0,0 0 1 0 0,0 0-1 0 0,0 0 0 0 0,0 1 1 0 0,0-1-1 0 0,-1 0 0 0 0,1 0 1 0 0,0 0-1 0 0,0 1 0 0 0,0-1 1 0 0,0 0-1 0 0,0 0 0 0 0,0 1 1 0 0,0-1-1 0 0,1 0 0 0 0,-1 0 1 0 0,0 0-1 0 0,0 1 0 0 0,0-1 1 0 0,-1 14 109 0 0,3 39-35 0 0,12 64-1 0 0,-4-46-87 0 0,0 10-12 0 0,12 137-27 0 0,-21-186 131 0 0,-1 0-1 0 0,-2 1 1 0 0,-1-1 0 0 0,-12 53-1 0 0,13-76-26 0 0,-1 1-1 0 0,-1-1 1 0 0,1 0-1 0 0,-1 0 1 0 0,-1 0-1 0 0,1-1 1 0 0,-2 0-1 0 0,1 1 1 0 0,-8 7-1 0 0,9-12-27 0 0,0 0-1 0 0,0 0 1 0 0,-1 0-1 0 0,1-1 1 0 0,-1 0-1 0 0,0 0 1 0 0,0 0-1 0 0,0 0 1 0 0,0-1-1 0 0,0 0 1 0 0,-1 0-1 0 0,1 0 1 0 0,-1-1-1 0 0,1 1 1 0 0,-1-1 0 0 0,-11 0-1 0 0,3-1-15 0 0,0-2-1 0 0,-1 1 1 0 0,1-2-1 0 0,0 0 1 0 0,0 0 0 0 0,1-1-1 0 0,-1-1 1 0 0,1 0-1 0 0,0-1 1 0 0,0-1-1 0 0,-20-13 1 0 0,15 8-381 0 0,0-2 0 0 0,1 0 1 0 0,1 0-1 0 0,1-1 0 0 0,0-1 0 0 0,1-1 1 0 0,-13-19-1 0 0,12 12-1516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02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42 14747 0 0,'1'-1'131'0'0,"-1"0"-1"0"0,1 0 1 0 0,0 0-1 0 0,-1 0 1 0 0,1 0-1 0 0,0 0 0 0 0,0 1 1 0 0,-1-1-1 0 0,1 0 1 0 0,0 0-1 0 0,0 1 1 0 0,0-1-1 0 0,0 0 1 0 0,0 1-1 0 0,0-1 1 0 0,0 1-1 0 0,0 0 1 0 0,0-1-1 0 0,0 1 1 0 0,2-1-1 0 0,30-8 714 0 0,-24 6-826 0 0,7-1 0 0 0,0 1 0 0 0,0 0 0 0 0,0 1 0 0 0,22 0-1 0 0,-30 1 2 0 0,1 2 0 0 0,-1-1 0 0 0,0 1 0 0 0,1 1 0 0 0,-1-1 0 0 0,0 1 0 0 0,0 1 0 0 0,0-1 0 0 0,0 1 0 0 0,9 6 0 0 0,-16-8-14 0 0,0-1 1 0 0,0 1 0 0 0,0 0-1 0 0,0 0 1 0 0,0 0 0 0 0,0 0-1 0 0,0 0 1 0 0,-1 0-1 0 0,1 0 1 0 0,0 0 0 0 0,-1 0-1 0 0,1 0 1 0 0,-1 0 0 0 0,1 0-1 0 0,-1 0 1 0 0,0 1 0 0 0,1-1-1 0 0,-1 0 1 0 0,0 0-1 0 0,0 0 1 0 0,0 1 0 0 0,0-1-1 0 0,0 0 1 0 0,0 0 0 0 0,0 1-1 0 0,0-1 1 0 0,-1 0 0 0 0,1 0-1 0 0,0 0 1 0 0,-1 0 0 0 0,1 1-1 0 0,-1-1 1 0 0,1 0-1 0 0,-1 0 1 0 0,0 0 0 0 0,1 0-1 0 0,-2 1 1 0 0,-2 4 53 0 0,0 1 0 0 0,-1-2 0 0 0,0 1 0 0 0,-8 8 0 0 0,-18 12 948 0 0,-1-1-1 0 0,-1-1 1 0 0,-37 20 0 0 0,-8 5 1438 0 0,77-49-2429 0 0,0 0-1 0 0,0 1 0 0 0,0-1 1 0 0,0 1-1 0 0,1-1 1 0 0,-1 1-1 0 0,0-1 1 0 0,0 1-1 0 0,1 0 0 0 0,-1-1 1 0 0,1 1-1 0 0,-1 0 1 0 0,0 0-1 0 0,1-1 0 0 0,-1 1 1 0 0,1 0-1 0 0,0 0 1 0 0,-1 0-1 0 0,1 0 1 0 0,0-1-1 0 0,-1 3 0 0 0,2-3-19 0 0,-1 1 1 0 0,1-1-1 0 0,0 0 0 0 0,-1 1 0 0 0,1-1 0 0 0,0 0 0 0 0,0 1 0 0 0,-1-1 0 0 0,1 0 0 0 0,0 0 0 0 0,0 0 0 0 0,0 1 0 0 0,-1-1 1 0 0,1 0-1 0 0,0 0 0 0 0,0 0 0 0 0,0 0 0 0 0,-1-1 0 0 0,1 1 0 0 0,0 0 0 0 0,0 0 0 0 0,-1 0 0 0 0,1-1 0 0 0,0 1 0 0 0,1-1 1 0 0,51-12-654 0 0,0-2 1 0 0,-1-2 0 0 0,59-30 0 0 0,-57 16-2289 0 0,-31 14-4468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03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19 14771 0 0,'0'-1'92'0'0,"-1"0"-1"0"0,1 0 1 0 0,-1 0-1 0 0,1 0 0 0 0,-1 0 1 0 0,1 0-1 0 0,-1 0 1 0 0,0 0-1 0 0,1 0 1 0 0,-1 1-1 0 0,0-1 1 0 0,0 0-1 0 0,0 0 1 0 0,0 0-1 0 0,1 1 1 0 0,-1-1-1 0 0,0 1 0 0 0,0-1 1 0 0,0 1-1 0 0,0-1 1 0 0,-1 1-1 0 0,1-1 1 0 0,0 1-1 0 0,0 0 1 0 0,-1-1-1 0 0,-1 1 54 0 0,1 1-1 0 0,0-1 1 0 0,-1 0-1 0 0,1 1 1 0 0,0-1-1 0 0,0 1 1 0 0,-1 0-1 0 0,1-1 1 0 0,0 1-1 0 0,0 0 1 0 0,-4 3-1 0 0,-1 1 146 0 0,0 0-1 0 0,0 0 1 0 0,0 1-1 0 0,1 0 1 0 0,-10 13-1 0 0,-3 6 170 0 0,2 1 0 0 0,1 1-1 0 0,-21 51 1 0 0,28-57-341 0 0,2 0 1 0 0,0 0-1 0 0,1 1 0 0 0,2 0 1 0 0,-5 45-1 0 0,9-61-170 0 0,-1 1 1 0 0,1-1-1 0 0,1 0 0 0 0,-1 0 0 0 0,1 0 1 0 0,0 0-1 0 0,0 0 0 0 0,1 0 1 0 0,0 0-1 0 0,0 0 0 0 0,0 0 1 0 0,5 7-1 0 0,9-8-4452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04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7 4145 0 0,'0'-1'170'0'0,"-1"0"1"0"0,0 1 0 0 0,1 0-1 0 0,-1-1 1 0 0,1 1-1 0 0,-1-1 1 0 0,0 1 0 0 0,1 0-1 0 0,-1-1 1 0 0,0 1-1 0 0,1 0 1 0 0,-1 0 0 0 0,0-1-1 0 0,1 1 1 0 0,-1 0-1 0 0,0 0 1 0 0,0 0 0 0 0,1 0-1 0 0,-1 0 1 0 0,0 0-1 0 0,1 0 1 0 0,-1 0 0 0 0,0 0-1 0 0,0 0 1 0 0,1 1-1 0 0,-2-1 1 0 0,0 1 33 0 0,0 0 1 0 0,0 1-1 0 0,0-1 0 0 0,0 0 1 0 0,0 1-1 0 0,0 0 0 0 0,0-1 1 0 0,-2 4-1 0 0,-2 3 274 0 0,1-1-1 0 0,-1 2 1 0 0,-4 9-1 0 0,-82 173 3274 0 0,70-145-3029 0 0,-24 67-1 0 0,40-93-467 0 0,0 0-1 0 0,2 0 0 0 0,0 1 1 0 0,1 0-1 0 0,1 0 1 0 0,0 26-1 0 0,3-37-225 0 0,0 0 0 0 0,0 0 0 0 0,1 0 0 0 0,0 0 0 0 0,0-1 0 0 0,1 1 0 0 0,1-1 0 0 0,0 0 1 0 0,0 0-1 0 0,0 0 0 0 0,1 0 0 0 0,1-1 0 0 0,-1 0 0 0 0,1 0 0 0 0,1 0 0 0 0,0-1 0 0 0,0 0 0 0 0,0 0 0 0 0,1 0 0 0 0,0-1 0 0 0,0-1 0 0 0,0 1 0 0 0,1-1 0 0 0,0-1 0 0 0,0 1 0 0 0,0-2 0 0 0,0 1 0 0 0,1-1 0 0 0,-1-1 0 0 0,1 1 0 0 0,0-2 1 0 0,0 1-1 0 0,0-1 0 0 0,0-1 0 0 0,16-1 0 0 0,-20 0-83 0 0,1 0 1 0 0,-1 0-1 0 0,0-1 0 0 0,0 1 1 0 0,1-2-1 0 0,-1 1 1 0 0,7-4-1 0 0,-10 4-154 0 0,0 0 0 0 0,-1 0 0 0 0,1 0 0 0 0,0 0 0 0 0,-1 0 0 0 0,1-1 0 0 0,-1 1 0 0 0,0-1 0 0 0,1 1 0 0 0,-1-1 0 0 0,-1 0 0 0 0,1 0 0 0 0,0 0 0 0 0,2-6 0 0 0,-1 0-566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04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183 118 8754 0 0,'0'-1'126'0'0,"0"1"0"0"0,0 0 1 0 0,0-1-1 0 0,0 1 0 0 0,0 0 0 0 0,0-1 1 0 0,0 1-1 0 0,0-1 0 0 0,0 1 0 0 0,0 0 1 0 0,0-1-1 0 0,0 1 0 0 0,-1 0 0 0 0,1-1 1 0 0,0 1-1 0 0,0 0 0 0 0,0 0 0 0 0,0-1 1 0 0,0 1-1 0 0,-1 0 0 0 0,1-1 0 0 0,0 1 1 0 0,0 0-1 0 0,-1 0 0 0 0,1-1 0 0 0,0 1 1 0 0,0 0-1 0 0,-1 0 0 0 0,1 0 0 0 0,0-1 1 0 0,-1 1-1 0 0,1 0 0 0 0,0 0 0 0 0,-1 0 1 0 0,1 0-1 0 0,0 0 0 0 0,-1 0 0 0 0,0 0 1 0 0,-6 13 2146 0 0,-3 23-1248 0 0,0 18-440 0 0,2 0 0 0 0,0 109 0 0 0,8-155-545 0 0,1-1 0 0 0,0 1 0 0 0,0 0-1 0 0,1-1 1 0 0,0 1 0 0 0,0-1 0 0 0,1 0 0 0 0,6 14 0 0 0,-8-20-44 0 0,0 1-1 0 0,0 0 0 0 0,0 0 1 0 0,0-1-1 0 0,1 1 0 0 0,-1-1 1 0 0,0 1-1 0 0,1-1 0 0 0,-1 1 1 0 0,1-1-1 0 0,0 0 1 0 0,-1 0-1 0 0,1 0 0 0 0,0 0 1 0 0,0 0-1 0 0,0 0 0 0 0,-1 0 1 0 0,1-1-1 0 0,0 1 0 0 0,0 0 1 0 0,0-1-1 0 0,0 0 1 0 0,0 0-1 0 0,0 1 0 0 0,0-1 1 0 0,0 0-1 0 0,1-1 0 0 0,-1 1 1 0 0,0 0-1 0 0,0 0 0 0 0,0-1 1 0 0,-1 0-1 0 0,1 1 1 0 0,0-1-1 0 0,0 0 0 0 0,0 0 1 0 0,0 0-1 0 0,2-1 0 0 0,2-3-34 0 0,1 0 0 0 0,-1 0 0 0 0,1 0 0 0 0,-2-1 0 0 0,1 0 0 0 0,0 0 0 0 0,-1 0 0 0 0,-1-1 0 0 0,1 0 0 0 0,5-10 0 0 0,3-9 13 0 0,15-43 0 0 0,-21 50 137 0 0,0-1-1 0 0,-2 0 1 0 0,0 0 0 0 0,-1 0-1 0 0,-1 0 1 0 0,-1-1 0 0 0,-1 1-1 0 0,-1-1 1 0 0,0 1 0 0 0,-2-1 0 0 0,-4-19-1 0 0,4 22 159 0 0,-7-25 352 0 0,9 40-526 0 0,-1 1-1 0 0,0-1 1 0 0,0 1-1 0 0,0-1 1 0 0,0 1-1 0 0,-1-1 1 0 0,1 1 0 0 0,-1-1-1 0 0,1 1 1 0 0,-1 0-1 0 0,0 0 1 0 0,-2-2-1 0 0,4 4-85 0 0,0 0 0 0 0,0 0 0 0 0,0 0 0 0 0,0-1 0 0 0,-1 1 0 0 0,1 0 0 0 0,0 0 0 0 0,0 0 0 0 0,0 0 0 0 0,0 0 0 0 0,0 0 0 0 0,-1 0 0 0 0,1 0 0 0 0,0 0 0 0 0,0 0 0 0 0,0 0 0 0 0,0 0 0 0 0,-1 0 0 0 0,1 0 0 0 0,0 0 0 0 0,0 0 0 0 0,0 0 0 0 0,0 0 0 0 0,0 0 0 0 0,-1 0-1 0 0,1 1 1 0 0,0-1 0 0 0,0 0 0 0 0,0 0 0 0 0,0 0 0 0 0,0 0 0 0 0,0 0 0 0 0,0 0 0 0 0,-1 0 0 0 0,1 0 0 0 0,0 1 0 0 0,0-1 0 0 0,0 0 0 0 0,0 0 0 0 0,0 0 0 0 0,0 0 0 0 0,0 0 0 0 0,0 0 0 0 0,0 1 0 0 0,-4 10 105 0 0,2 12-54 0 0,7 76-67 0 0,26 148-1 0 0,0-1 89 0 0,-25-183-54 0 0,3 74 111 0 0,-8-111-36 0 0,-2-1-1 0 0,-1 1 0 0 0,-7 33 0 0 0,8-54-108 0 0,0 0 0 0 0,0 0 0 0 0,-1-1 0 0 0,0 1 1 0 0,0 0-1 0 0,0-1 0 0 0,0 1 0 0 0,-1-1 0 0 0,0 1 0 0 0,0-1 0 0 0,0 0 0 0 0,0 0 1 0 0,-1-1-1 0 0,1 1 0 0 0,-1-1 0 0 0,0 1 0 0 0,0-1 0 0 0,0 0 0 0 0,-1-1 0 0 0,1 1 1 0 0,-10 3-1 0 0,7-4 8 0 0,0 0 1 0 0,0 0-1 0 0,-1-1 0 0 0,1 0 1 0 0,-1-1-1 0 0,1 0 1 0 0,-1 0-1 0 0,1 0 1 0 0,-1-1-1 0 0,1 0 1 0 0,0-1-1 0 0,-1 1 1 0 0,1-1-1 0 0,-9-4 1 0 0,-3-2 240 0 0,0 0 1 0 0,1-2-1 0 0,0 0 1 0 0,-23-17-1 0 0,34 22-123 0 0,0-1 1 0 0,1 1-1 0 0,-1-1 0 0 0,1 0 0 0 0,1-1 1 0 0,-1 1-1 0 0,1-1 0 0 0,0-1 0 0 0,1 1 1 0 0,-1 0-1 0 0,1-1 0 0 0,1 0 0 0 0,-3-9 1 0 0,5 12-137 0 0,0 1 1 0 0,1-1 0 0 0,0 1-1 0 0,0-1 1 0 0,0 1 0 0 0,1-1 0 0 0,-1 0-1 0 0,1 1 1 0 0,0 0 0 0 0,1-1 0 0 0,-1 1-1 0 0,1 0 1 0 0,0-1 0 0 0,0 1-1 0 0,0 0 1 0 0,0 0 0 0 0,1 0 0 0 0,-1 1-1 0 0,1-1 1 0 0,0 1 0 0 0,0-1 0 0 0,7-4-1 0 0,7-7-354 0 0,1 1 0 0 0,1 1 0 0 0,25-14 0 0 0,-34 21 160 0 0,27-15-2609 0 0,61-24 0 0 0,-67 32-3910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05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72 11522 0 0,'-1'-1'184'0'0,"0"-1"0"0"0,0 1-1 0 0,0-1 1 0 0,1 0 0 0 0,-1 1-1 0 0,1-1 1 0 0,-1 1 0 0 0,1-1-1 0 0,0 0 1 0 0,-1 1 0 0 0,1-1-1 0 0,0 0 1 0 0,0 0 0 0 0,0 1-1 0 0,0-1 1 0 0,1 0 0 0 0,-1 1-1 0 0,0-1 1 0 0,1 0 0 0 0,-1 1-1 0 0,1-1 1 0 0,0 0 0 0 0,1-1-1 0 0,-1 0-90 0 0,1 1-1 0 0,0 0 0 0 0,0 1 0 0 0,0-1 1 0 0,1 0-1 0 0,-1 1 0 0 0,0-1 0 0 0,1 1 1 0 0,-1-1-1 0 0,1 1 0 0 0,-1 0 0 0 0,1 0 1 0 0,3 0-1 0 0,4-2 142 0 0,0 1-1 0 0,0 1 1 0 0,0 0-1 0 0,0 0 1 0 0,1 1 0 0 0,-1 0-1 0 0,11 2 1 0 0,-20-2-217 0 0,0 0 1 0 0,0 1-1 0 0,0-1 1 0 0,0 0-1 0 0,0 0 1 0 0,0 1-1 0 0,0-1 0 0 0,-1 0 1 0 0,1 1-1 0 0,0-1 1 0 0,0 1-1 0 0,0-1 1 0 0,0 1-1 0 0,-1 0 1 0 0,1-1-1 0 0,0 1 1 0 0,-1 0-1 0 0,1-1 1 0 0,0 1-1 0 0,-1 0 1 0 0,1 0-1 0 0,-1-1 1 0 0,1 1-1 0 0,-1 0 0 0 0,1 1 1 0 0,-1 1-11 0 0,1-1 1 0 0,-1 0-1 0 0,0 0 0 0 0,0 0 1 0 0,0 0-1 0 0,0 0 0 0 0,-1 0 1 0 0,1 0-1 0 0,0 0 0 0 0,-1 0 0 0 0,-1 3 1 0 0,-2 6 58 0 0,-1-1 0 0 0,0 0 0 0 0,-10 13 0 0 0,15-22-28 0 0,-91 116 884 0 0,65-86-305 0 0,1 1 0 0 0,-39 64 1 0 0,62-93-553 0 0,1 0-1 0 0,-1 0 1 0 0,1 0 0 0 0,0 0-1 0 0,0 1 1 0 0,0-1 0 0 0,1 0 0 0 0,-1 0-1 0 0,0 5 1 0 0,1-8-57 0 0,0 1 0 0 0,0-1 0 0 0,1 1 0 0 0,-1-1 0 0 0,0 1 0 0 0,0-1-1 0 0,0 1 1 0 0,0-1 0 0 0,0 1 0 0 0,1-1 0 0 0,-1 0 0 0 0,0 1 0 0 0,0-1 0 0 0,1 1 0 0 0,-1-1 0 0 0,0 0 0 0 0,1 1 0 0 0,-1-1 0 0 0,0 0 0 0 0,1 1-1 0 0,-1-1 1 0 0,0 0 0 0 0,1 1 0 0 0,0-1 0 0 0,0 1-8 0 0,0-1 0 0 0,1 0-1 0 0,-1 0 1 0 0,0 0 0 0 0,0 0-1 0 0,1 0 1 0 0,-1 0-1 0 0,0 0 1 0 0,0 0 0 0 0,1-1-1 0 0,-1 1 1 0 0,0 0 0 0 0,0-1-1 0 0,2 0 1 0 0,10-5-212 0 0,-1 0 0 0 0,1-1 0 0 0,-2-1 1 0 0,1 0-1 0 0,15-14 0 0 0,4-2-527 0 0,-14 11-818 0 0,-1-1-1 0 0,25-26 0 0 0,-18 12-161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05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16588 0 0,'-11'5'736'0'0,"4"-1"152"0"0,1 1-712 0 0,3-3-176 0 0,2 1 0 0 0,1 0 0 0 0,-1 1 440 0 0,-1 4 48 0 0,0 5 16 0 0,-3 5 0 0 0,3 1-376 0 0,0 0-64 0 0,2 0-64 0 0,0 1 72 0 0,3-1-904 0 0,3-3-192 0 0,-1-2-32 0 0,3 0-6122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05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19324 0 0,'-1'0'53'0'0,"1"0"0"0"0,0 0-1 0 0,-1 0 1 0 0,1 0 0 0 0,-1 0-1 0 0,1 1 1 0 0,0-1 0 0 0,-1 0-1 0 0,1 0 1 0 0,0 0 0 0 0,-1 1-1 0 0,1-1 1 0 0,0 0 0 0 0,0 0 0 0 0,-1 1-1 0 0,1-1 1 0 0,0 0 0 0 0,0 0-1 0 0,-1 1 1 0 0,1-1 0 0 0,0 0-1 0 0,0 1 1 0 0,0-1 0 0 0,-1 0 0 0 0,1 1-1 0 0,0-1 1 0 0,0 1 0 0 0,0-1-1 0 0,0 0 1 0 0,0 1 0 0 0,0-1-1 0 0,0 0 1 0 0,0 1 0 0 0,0-1-1 0 0,0 1 1 0 0,0-1 0 0 0,0 0 0 0 0,0 1-1 0 0,0-1 1 0 0,0 0 0 0 0,0 1-1 0 0,1-1 1 0 0,-1 0 0 0 0,0 1-1 0 0,0-1 1 0 0,10 26 49 0 0,-6-14 181 0 0,-2-6-216 0 0,25 75 1592 0 0,30 157-1 0 0,-42-132-1113 0 0,-5 0-1 0 0,-7 208 0 0 0,-5-292-569 0 0,0 0 1 0 0,-2-1-1 0 0,0 1 1 0 0,-1 0 0 0 0,-2-1-1 0 0,0 0 1 0 0,-1-1-1 0 0,-1 1 1 0 0,-1-2-1 0 0,0 1 1 0 0,-18 22-1 0 0,25-38-453 0 0,-1 0 1 0 0,0 1-1 0 0,0-2 0 0 0,0 1 0 0 0,-7 4 0 0 0,-5-1-6499 0 0,4-6-369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0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29 15291 0 0,'0'0'36'0'0,"0"0"0"0"0,-1 0 0 0 0,1-1 0 0 0,0 1 0 0 0,0 0 0 0 0,0 0 0 0 0,0-1 0 0 0,0 1 0 0 0,0 0 0 0 0,0 0 0 0 0,-1-1-1 0 0,1 1 1 0 0,0 0 0 0 0,0-1 0 0 0,0 1 0 0 0,0 0 0 0 0,0 0 0 0 0,0-1 0 0 0,0 1 0 0 0,0 0 0 0 0,1 0 0 0 0,-1-1 0 0 0,0 1 0 0 0,0 0 0 0 0,0 0 0 0 0,0-1-1 0 0,0 1 1 0 0,0 0 0 0 0,0 0 0 0 0,1-1 0 0 0,-1 1 0 0 0,0 0 0 0 0,0 0 0 0 0,0 0 0 0 0,1-1 0 0 0,-1 1 0 0 0,0 0 0 0 0,0 0 0 0 0,0 0 0 0 0,1 0 0 0 0,-1-1-1 0 0,18-4 299 0 0,26 2-616 0 0,-39 3 412 0 0,98-2-93 0 0,123-5 44 0 0,-217 6-932 0 0,-1 0 1 0 0,1 1-1 0 0,-1 1 1 0 0,1-1 0 0 0,14 4-1 0 0,-17-2-4305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0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17972 0 0,'14'-4'790'0'0,"1"1"0"0"0,1 1 0 0 0,20 0 1 0 0,57 4-439 0 0,106 15 0 0 0,-157-12-264 0 0,-38-4-95 0 0,-1-1 34 0 0,1 1 0 0 0,-1-1 0 0 0,1 0 0 0 0,-1 0 0 0 0,1 0 0 0 0,0 0 0 0 0,5-2 0 0 0,-21-13-3264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7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26 102 10594 0 0,'2'8'9001'0'0,"0"-12"-8882"0"0,5-10 478 0 0,0-1 0 0 0,-1 0 1 0 0,0 0-1 0 0,7-32 1 0 0,-26 86 2653 0 0,-6 13-3231 0 0,12-24-75 0 0,-12 38 112 0 0,19-67-42 0 0,0-2-94 0 0,1-1 0 0 0,-1 1 0 0 0,-1-1 0 0 0,1 1 0 0 0,0-1 0 0 0,-1 1 0 0 0,0 0 0 0 0,1-1 0 0 0,-3-5 0 0 0,2 9-6 0 0,1 0 0 0 0,0 0 1 0 0,0 0-1 0 0,0 0 0 0 0,0 0 1 0 0,0 0-1 0 0,0 0 0 0 0,-1 0 1 0 0,1 0-1 0 0,0 0 0 0 0,0 0 0 0 0,0 0 1 0 0,0 0-1 0 0,0 0 0 0 0,0 0 1 0 0,-1 0-1 0 0,1 0 0 0 0,0 0 1 0 0,0 0-1 0 0,0 1 0 0 0,0-1 1 0 0,0 0-1 0 0,0 0 0 0 0,0 0 1 0 0,-1 1-1017 0 0,1-1 1016 0 0,0 0 0 0 0,0 0 1 0 0,0 1-1 0 0,-1-1 0 0 0,1 0 1 0 0,0 0-1 0 0,0 0 0 0 0,0 0 1 0 0,0 0-1 0 0,0 0 0 0 0,1 1 0 0 0,-1-1 1 0 0,0 0-1 0 0,-2 7-1578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8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19 14283 0 0,'-1'-1'43'0'0,"-5"-2"270"0"0,-1 0 0 0 0,0 0-1 0 0,0 1 1 0 0,-7-2 0 0 0,13 3-276 0 0,0 1-1 0 0,1 0 1 0 0,-1-1 0 0 0,0 1 0 0 0,0 0-1 0 0,0 0 1 0 0,0 0 0 0 0,0 0 0 0 0,0 0 0 0 0,1 0-1 0 0,-1 0 1 0 0,0 0 0 0 0,0 0 0 0 0,0 0-1 0 0,0 0 1 0 0,0 1 0 0 0,0-1 0 0 0,1 0 0 0 0,-1 1-1 0 0,0-1 1 0 0,0 0 0 0 0,0 1 0 0 0,1-1 0 0 0,-1 1-1 0 0,0-1 1 0 0,1 1 0 0 0,-1 0 0 0 0,0-1-1 0 0,1 1 1 0 0,-1 0 0 0 0,1-1 0 0 0,-1 1 0 0 0,1 0-1 0 0,-1 0 1 0 0,1-1 0 0 0,-1 1 0 0 0,1 0-1 0 0,0 0 1 0 0,-1 0 0 0 0,1 0 0 0 0,0-1 0 0 0,0 1-1 0 0,0 0 1 0 0,0 0 0 0 0,0 0 0 0 0,0 1-1 0 0,0 1-23 0 0,1-1 0 0 0,0 0 0 0 0,-1 1-1 0 0,1-1 1 0 0,0 0 0 0 0,0 1-1 0 0,0-1 1 0 0,1 0 0 0 0,-1 0 0 0 0,0 0-1 0 0,1 0 1 0 0,0 0 0 0 0,-1 0-1 0 0,1-1 1 0 0,0 1 0 0 0,4 3 0 0 0,37 24-17 0 0,-37-26 9 0 0,78 42-5 0 0,-55-31 0 0 0,-1 1 0 0 0,40 28 0 0 0,-65-40 0 0 0,0-1-1 0 0,1 1 1 0 0,-1 0 0 0 0,-1-1 0 0 0,1 2-1 0 0,0-1 1 0 0,-1 0 0 0 0,1 0 0 0 0,-1 1-1 0 0,0-1 1 0 0,0 1 0 0 0,-1 0 0 0 0,1 0 0 0 0,-1 0-1 0 0,0-1 1 0 0,0 1 0 0 0,1 6 0 0 0,-2-4 4 0 0,0 0 0 0 0,0-1 1 0 0,-1 1-1 0 0,0-1 1 0 0,0 1-1 0 0,0-1 1 0 0,-1 0-1 0 0,0 1 0 0 0,0-1 1 0 0,0 0-1 0 0,0 0 1 0 0,-6 8-1 0 0,-18 25 57 0 0,-2-2 0 0 0,-51 53-1 0 0,33-39 41 0 0,25-28-67 0 0,-1-1 0 0 0,0-1 0 0 0,-29 19 0 0 0,-79 44 1613 0 0,141-88-491 0 0,0 0 0 0 0,22-5 0 0 0,10-4-841 0 0,140-59 640 0 0,-134 53-839 0 0,0 2-1 0 0,2 2 0 0 0,0 3 1 0 0,1 1-1 0 0,86-7 0 0 0,-133 19-240 0 0,10 0-592 0 0,-11-1-2625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9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32 14139 0 0,'-9'-1'370'0'0,"0"1"0"0"0,0 0 0 0 0,0 0 0 0 0,0 1 0 0 0,0 0 0 0 0,0 0 1 0 0,-15 5-1 0 0,-12 8 1598 0 0,36-14-1954 0 0,0 0 0 0 0,0 0 0 0 0,0 0 0 0 0,0 0 1 0 0,0 0-1 0 0,0 0 0 0 0,0 0 0 0 0,0 0 0 0 0,0 0 0 0 0,0 1 0 0 0,0-1 0 0 0,0 0 0 0 0,0 0 0 0 0,-1 0 1 0 0,1 0-1 0 0,0 0 0 0 0,0 0 0 0 0,0 0 0 0 0,0 0 0 0 0,0 0 0 0 0,0 0 0 0 0,0 0 0 0 0,0 0 0 0 0,0 0 0 0 0,0 0 1 0 0,0 1-1 0 0,0-1 0 0 0,0 0 0 0 0,0 0 0 0 0,0 0 0 0 0,0 0 0 0 0,0 0 0 0 0,0 0 0 0 0,0 0 0 0 0,0 0 1 0 0,0 0-1 0 0,0 0 0 0 0,0 0 0 0 0,0 0 0 0 0,0 0 0 0 0,0 0 0 0 0,1 1 0 0 0,-1-1 0 0 0,0 0 0 0 0,0 0 0 0 0,0 0 1 0 0,0 0-1 0 0,0 0 0 0 0,0 0 0 0 0,0 0 0 0 0,0 0 0 0 0,0 0 0 0 0,0 0 0 0 0,0 0 0 0 0,0 0 0 0 0,0 0 1 0 0,0 0-1 0 0,0 0 0 0 0,0 0 0 0 0,1 0 0 0 0,-1 0 0 0 0,0 0 0 0 0,0 0 0 0 0,0 0 0 0 0,0 0 0 0 0,0 0 0 0 0,0 0 1 0 0,9 2 394 0 0,10 0-91 0 0,6-4-161 0 0,1-1 1 0 0,-1-1-1 0 0,0-1 0 0 0,37-13 1 0 0,-33 10-56 0 0,-7-1-169 0 0,5-2-3504 0 0,-24 11 1937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9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3 110 6913 0 0,'0'-1'131'0'0,"0"1"0"0"0,0-1 0 0 0,0 0 0 0 0,0 1 0 0 0,0-1 0 0 0,1 1 0 0 0,-1-1 0 0 0,0 1 0 0 0,0-1 0 0 0,0 1 0 0 0,1-1-1 0 0,-1 1 1 0 0,0-1 0 0 0,1 1 0 0 0,-1-1 0 0 0,0 1 0 0 0,1-1 0 0 0,-1 1 0 0 0,1-1 0 0 0,-1 1 0 0 0,1 0 0 0 0,-1-1-1 0 0,2 1 1 0 0,11-10 1674 0 0,-12 9-1529 0 0,0 0-1 0 0,1 1 1 0 0,-1-1 0 0 0,0 1-1 0 0,0-1 1 0 0,1 1 0 0 0,-1 0 0 0 0,0 0-1 0 0,1-1 1 0 0,-1 1 0 0 0,0 0 0 0 0,1 0-1 0 0,-1 0 1 0 0,0 0 0 0 0,1 1-1 0 0,-1-1 1 0 0,0 0 0 0 0,3 1 0 0 0,-3 0-175 0 0,-1-1 0 0 0,1 1 1 0 0,-1 0-1 0 0,1-1 0 0 0,-1 1 1 0 0,1 0-1 0 0,-1-1 1 0 0,1 1-1 0 0,-1 0 0 0 0,0 0 1 0 0,1-1-1 0 0,-1 1 0 0 0,0 0 1 0 0,0 0-1 0 0,0 0 1 0 0,0-1-1 0 0,1 1 0 0 0,-1 0 1 0 0,0 0-1 0 0,0 0 0 0 0,-1-1 1 0 0,1 2-1 0 0,-1 8 52 0 0,-1-1 0 0 0,-1 0 0 0 0,0-1 0 0 0,-4 12-1 0 0,2-9 144 0 0,2-2-222 0 0,-3 7-10 0 0,0 0 0 0 0,1 1 0 0 0,0 0 0 0 0,1 0 0 0 0,1 0 0 0 0,-1 24 0 0 0,4-39-45 0 0,0 1 0 0 0,1-1 0 0 0,-1 1-1 0 0,0-1 1 0 0,1 0 0 0 0,-1 1 0 0 0,1-1-1 0 0,0 0 1 0 0,0 1 0 0 0,0-1-1 0 0,0 0 1 0 0,0 0 0 0 0,0 0 0 0 0,0 0-1 0 0,1 0 1 0 0,-1 0 0 0 0,1 0 0 0 0,0 0-1 0 0,3 2 1 0 0,-3-2-4 0 0,1-1 0 0 0,0 0 1 0 0,0 0-1 0 0,0 0 0 0 0,0 0 0 0 0,0 0 1 0 0,0 0-1 0 0,0-1 0 0 0,0 0 0 0 0,0 0 0 0 0,0 0 1 0 0,0 0-1 0 0,0 0 0 0 0,6-1 0 0 0,0-1-5 0 0,0-1-1 0 0,-1 0 0 0 0,1 0 0 0 0,-1-1 0 0 0,0 0 1 0 0,0 0-1 0 0,0-1 0 0 0,0 0 0 0 0,-1 0 1 0 0,13-12-1 0 0,-6 3-11 0 0,0 0 0 0 0,-1-1 0 0 0,22-32 0 0 0,-21 21 48 0 0,-1 0 0 0 0,-1 0 1 0 0,-1-1-1 0 0,13-54 1 0 0,-20 55-108 0 0,-6 12 208 0 0,2 14-129 0 0,0 0 0 0 0,0 0 0 0 0,0 0 0 0 0,0 0 1 0 0,0 0-1 0 0,0-1 0 0 0,0 1 0 0 0,0 0 0 0 0,-1 0 1 0 0,1 0-1 0 0,0 0 0 0 0,0 0 0 0 0,0-1 0 0 0,0 1 1 0 0,0 0-1 0 0,0 0 0 0 0,0 0 0 0 0,-1 0 0 0 0,1 0 1 0 0,0 0-1 0 0,0 0 0 0 0,0 0 0 0 0,0 0 0 0 0,0 0 0 0 0,-1-1 1 0 0,1 1-1 0 0,0 0 0 0 0,0 0 0 0 0,0 0 0 0 0,0 0 1 0 0,-1 0-1 0 0,1 0 0 0 0,0 0 0 0 0,0 0 0 0 0,0 0 1 0 0,0 0-1 0 0,-1 0 0 0 0,1 0 0 0 0,0 1 0 0 0,0-1 1 0 0,0 0-1 0 0,0 0 0 0 0,0 0 0 0 0,-1 0 0 0 0,1 0 1 0 0,0 0-1 0 0,0 0 0 0 0,0 0 0 0 0,-2 3 18 0 0,0-1-1 0 0,1 1 0 0 0,0 0 0 0 0,-1 0 1 0 0,1-1-1 0 0,0 1 0 0 0,0 0 1 0 0,1 0-1 0 0,-1 0 0 0 0,0 0 1 0 0,1 0-1 0 0,0 0 0 0 0,0 6 1 0 0,-1 2 1 0 0,-1 3-45 0 0,0 0-1 0 0,1 0 0 0 0,1 0 0 0 0,0 0 0 0 0,1 0 0 0 0,0 0 1 0 0,7 26-1 0 0,-7-35 7 0 0,1-1 0 0 0,-1 0 1 0 0,1 0-1 0 0,0 0 1 0 0,0 0-1 0 0,0 0 0 0 0,1 0 1 0 0,-1 0-1 0 0,1-1 1 0 0,0 1-1 0 0,0-1 0 0 0,0 0 1 0 0,0 0-1 0 0,1 0 1 0 0,-1 0-1 0 0,1-1 0 0 0,0 1 1 0 0,0-1-1 0 0,0 0 0 0 0,0 0 1 0 0,0 0-1 0 0,0-1 1 0 0,1 1-1 0 0,-1-1 0 0 0,0 0 1 0 0,1-1-1 0 0,-1 1 1 0 0,8 0-1 0 0,-3-1 25 0 0,-1 0 0 0 0,0-1 1 0 0,1 0-1 0 0,-1 0 0 0 0,1 0 0 0 0,-1-1 0 0 0,0-1 1 0 0,0 1-1 0 0,0-1 0 0 0,0-1 0 0 0,12-6 1 0 0,-17 8 5 0 0,0-1 0 0 0,0 1 1 0 0,0 0-1 0 0,0-1 0 0 0,0 0 1 0 0,-1 1-1 0 0,1-1 1 0 0,-1 0-1 0 0,0 0 0 0 0,0-1 1 0 0,0 1-1 0 0,0 0 1 0 0,0-1-1 0 0,-1 1 0 0 0,0-1 1 0 0,0 1-1 0 0,0-1 1 0 0,0 0-1 0 0,0 1 0 0 0,-1-1 1 0 0,1 0-1 0 0,-1 0 1 0 0,0 0-1 0 0,0 1 0 0 0,0-1 1 0 0,-1 0-1 0 0,0 0 0 0 0,0-3 1 0 0,-5-11-441 0 0,-1 0-1 0 0,0 1 1 0 0,-1-1 0 0 0,-14-20 0 0 0,15 25-667 0 0,-7-9-1232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9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15203 0 0,'19'-3'4594'0'0,"9"2"-3417"0"0,281-13 613 0 0,-291 12-1846 0 0,-1 0 0 0 0,0-2-1 0 0,0 0 1 0 0,0 0 0 0 0,-1-2 0 0 0,0 0 0 0 0,29-15 0 0 0,-45 21-9 0 0,0 0-1 0 0,0-1 0 0 0,0 1 0 0 0,0 0 1 0 0,1 0-1 0 0,-1 0 0 0 0,0 0 0 0 0,0-1 0 0 0,0 1 1 0 0,0 0-1 0 0,0 0 0 0 0,0 0 0 0 0,0-1 1 0 0,0 1-1 0 0,0 0 0 0 0,0 0 0 0 0,0 0 1 0 0,0-1-1 0 0,0 1 0 0 0,0 0 0 0 0,0 0 0 0 0,0 0 1 0 0,0-1-1 0 0,0 1 0 0 0,0 0 0 0 0,0 0 1 0 0,0 0-1 0 0,0-1 0 0 0,0 1 0 0 0,0 0 1 0 0,0 0-1 0 0,0 0 0 0 0,0-1 0 0 0,-1 1 0 0 0,1 0 1 0 0,0 0-1 0 0,0 0 0 0 0,0 0 0 0 0,0 0 1 0 0,0-1-1 0 0,-1 1 0 0 0,1 0 0 0 0,0 0 0 0 0,0 0 1 0 0,0 0-1 0 0,-1 0 0 0 0,1 0 0 0 0,0 0 1 0 0,-12-8-3091 0 0,10 7 2844 0 0,-8-4-1798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0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16444 0 0,'-3'4'232'0'0,"-1"0"1"0"0,1 0 0 0 0,0 0-1 0 0,0 1 1 0 0,1 0 0 0 0,-1-1 0 0 0,1 1-1 0 0,0 0 1 0 0,-2 10 0 0 0,-8 50 673 0 0,10-44-516 0 0,0-7-251 0 0,-13 119 1292 0 0,14-114-1321 0 0,1 0 1 0 0,1 0 0 0 0,0 0-1 0 0,2-1 1 0 0,5 22 0 0 0,-8-39-167 0 0,0-1 1 0 0,0 1-1 0 0,0 0 1 0 0,1 0-1 0 0,-1-1 1 0 0,0 1-1 0 0,1 0 1 0 0,-1-1-1 0 0,0 1 1 0 0,1 0-1 0 0,-1-1 1 0 0,1 1-1 0 0,-1-1 1 0 0,1 1-1 0 0,0-1 1 0 0,-1 1-1 0 0,1-1 1 0 0,-1 1-1 0 0,1-1 1 0 0,0 1-1 0 0,-1-1 1 0 0,1 0-1 0 0,0 1 1 0 0,0-1-1 0 0,-1 0 1 0 0,1 0-1 0 0,0 0 1 0 0,0 1-1 0 0,-1-1 1 0 0,1 0-1 0 0,1 0 1 0 0,0 0-450 0 0,0-1 1 0 0,0 1 0 0 0,0-1-1 0 0,0 1 1 0 0,0-1-1 0 0,0 0 1 0 0,0 1 0 0 0,0-1-1 0 0,0 0 1 0 0,3-3 0 0 0,4-2-1574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1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5 4609 0 0,'-1'-1'167'0'0,"0"1"-1"0"0,1-1 1 0 0,-1 1-1 0 0,0-1 1 0 0,0 1 0 0 0,0 0-1 0 0,1-1 1 0 0,-1 1-1 0 0,0 0 1 0 0,0 0 0 0 0,0 0-1 0 0,0-1 1 0 0,0 1-1 0 0,1 0 1 0 0,-1 0 0 0 0,0 0-1 0 0,0 0 1 0 0,0 0-1 0 0,0 1 1 0 0,0-1-1 0 0,0 0 1 0 0,0 0 0 0 0,1 1-1 0 0,-1-1 1 0 0,0 0-1 0 0,0 1 1 0 0,0-1 0 0 0,1 1-1 0 0,-1-1 1 0 0,0 1-1 0 0,-1 0 1 0 0,0 2 689 0 0,-1 1-1 0 0,1-1 1 0 0,0 1 0 0 0,0-1 0 0 0,-3 8-1 0 0,2-5-1857 0 0,-17 42 1710 0 0,-19 77-1 0 0,17-52-127 0 0,-77 325 1797 0 0,99-396-2596 0 0,-2 18 690 0 0,5-12-1766 0 0,6-5-3526 0 0,0-4-597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1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3 209 11434 0 0,'-1'6'160'0'0,"0"0"0"0"0,1 1 0 0 0,0-1 0 0 0,0 0 0 0 0,0 0 1 0 0,1 0-1 0 0,0 0 0 0 0,0 0 0 0 0,4 10 0 0 0,-4-13-95 0 0,0 0 1 0 0,1 1 0 0 0,0-1-1 0 0,-1 0 1 0 0,1 0 0 0 0,0 0 0 0 0,1-1-1 0 0,-1 1 1 0 0,0 0 0 0 0,1-1-1 0 0,0 1 1 0 0,-1-1 0 0 0,1 0-1 0 0,0 0 1 0 0,0 0 0 0 0,0 0 0 0 0,0-1-1 0 0,5 2 1 0 0,-5-2 50 0 0,1 0 1 0 0,0-1-1 0 0,0 0 0 0 0,-1 0 0 0 0,1 0 1 0 0,0 0-1 0 0,0 0 0 0 0,-1-1 1 0 0,1 1-1 0 0,0-1 0 0 0,-1 0 1 0 0,1-1-1 0 0,-1 1 0 0 0,1 0 0 0 0,-1-1 1 0 0,1 0-1 0 0,-1 0 0 0 0,0 0 1 0 0,0 0-1 0 0,0-1 0 0 0,4-3 0 0 0,0-1 88 0 0,0 1-1 0 0,0-1 0 0 0,-1 0 1 0 0,0-1-1 0 0,0 1 0 0 0,-1-1 1 0 0,7-13-1 0 0,-9 13-35 0 0,0 0 1 0 0,-1 0-1 0 0,1-1 1 0 0,-2 1-1 0 0,1-1 0 0 0,-1 0 1 0 0,0 1-1 0 0,-1-1 1 0 0,0 0-1 0 0,-1 0 1 0 0,0 1-1 0 0,-2-14 0 0 0,1 15-83 0 0,0 0-1 0 0,0 1 1 0 0,0-1-1 0 0,-1 1 1 0 0,0-1-1 0 0,0 1 0 0 0,-1 0 1 0 0,1 0-1 0 0,-1 1 1 0 0,-1-1-1 0 0,1 1 1 0 0,-1 0-1 0 0,0 0 0 0 0,0 0 1 0 0,0 1-1 0 0,-8-5 1 0 0,12 8-102 0 0,-1 0 0 0 0,0 0 0 0 0,1 0 1 0 0,-1 0-1 0 0,0 1 0 0 0,1-1 0 0 0,-1 1 1 0 0,0-1-1 0 0,0 1 0 0 0,1 0 0 0 0,-1-1 1 0 0,0 1-1 0 0,0 0 0 0 0,0 0 0 0 0,0 0 1 0 0,1 1-1 0 0,-1-1 0 0 0,0 0 0 0 0,0 1 1 0 0,1-1-1 0 0,-1 1 0 0 0,0 0 0 0 0,0-1 1 0 0,1 1-1 0 0,-1 0 0 0 0,-2 2 0 0 0,2-2-244 0 0,0 1 0 0 0,1 0 0 0 0,-1-1 0 0 0,0 1 0 0 0,1 0 0 0 0,0 0 0 0 0,-1 0 0 0 0,-1 4 0 0 0,2-4-427 0 0,0 1 0 0 0,0-1 0 0 0,0 1 0 0 0,1 0 0 0 0,-1-1 0 0 0,1 1 0 0 0,-1 0 0 0 0,1 2 0 0 0,1 10-4977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1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9 12179 0 0,'-3'1'167'0'0,"-1"0"1"0"0,0-1 0 0 0,1 1 0 0 0,-1 1 0 0 0,0-1 0 0 0,1 0 0 0 0,-1 1 0 0 0,1 0-1 0 0,0 0 1 0 0,0 0 0 0 0,-4 3 0 0 0,-37 32 931 0 0,28-24-822 0 0,-8 8 195 0 0,1 1 1 0 0,-22 28 0 0 0,34-37-242 0 0,1 1-1 0 0,0 0 1 0 0,2 0 0 0 0,-1 1 0 0 0,-10 28 0 0 0,18-41-194 0 0,0 0 0 0 0,0-1 1 0 0,1 1-1 0 0,-1 0 0 0 0,0 0 0 0 0,1 0 0 0 0,0 0 1 0 0,-1 0-1 0 0,1 0 0 0 0,0 0 0 0 0,0 0 0 0 0,0 0 1 0 0,0 0-1 0 0,1 0 0 0 0,-1 0 0 0 0,0 0 0 0 0,1 0 1 0 0,-1 0-1 0 0,1 0 0 0 0,0 0 0 0 0,0-1 1 0 0,0 1-1 0 0,0 0 0 0 0,0 0 0 0 0,0-1 0 0 0,0 1 1 0 0,0-1-1 0 0,1 1 0 0 0,-1-1 0 0 0,1 1 0 0 0,-1-1 1 0 0,3 2-1 0 0,0-1-7 0 0,0-1 0 0 0,0 1 0 0 0,0-1-1 0 0,0 0 1 0 0,0 0 0 0 0,0 0 0 0 0,1-1 0 0 0,-1 1 0 0 0,0-1 0 0 0,0 0 0 0 0,0 0 0 0 0,1-1-1 0 0,-1 1 1 0 0,7-3 0 0 0,3 0-38 0 0,-1-1 0 0 0,0-1-1 0 0,-1 0 1 0 0,1-1 0 0 0,-1-1-1 0 0,0 0 1 0 0,0 0 0 0 0,-1-1 0 0 0,0-1-1 0 0,0 0 1 0 0,-1 0 0 0 0,-1-1-1 0 0,11-13 1 0 0,-12 13-66 0 0,0 0 1 0 0,-1-1-1 0 0,-1 0 1 0 0,0 0-1 0 0,0-1 0 0 0,-1 0 1 0 0,-1 0-1 0 0,0 0 1 0 0,-1 0-1 0 0,0-1 0 0 0,0 1 1 0 0,-2-1-1 0 0,1 0 1 0 0,-2-17-1 0 0,-4 2 36 0 0,4 27 52 0 0,0 0-1 0 0,0 1 1 0 0,0-1-1 0 0,0 0 1 0 0,0 0-1 0 0,-1 1 1 0 0,1-1-1 0 0,0 0 1 0 0,-1 0-1 0 0,1 1 1 0 0,0-1-1 0 0,-1 0 1 0 0,1 1 0 0 0,-1-1-1 0 0,1 0 1 0 0,-1 1-1 0 0,1-1 1 0 0,-1 1-1 0 0,1-1 1 0 0,-1 0-1 0 0,0 1 1 0 0,1 0-1 0 0,-1-1 1 0 0,0 1-1 0 0,1-1 1 0 0,-1 1-1 0 0,0 0 1 0 0,0 0 0 0 0,-1-1-1 0 0,1 2 17 0 0,0-1 0 0 0,0 1-1 0 0,1 0 1 0 0,-1-1 0 0 0,0 1 0 0 0,0 0-1 0 0,0 0 1 0 0,1 0 0 0 0,-1-1 0 0 0,0 1-1 0 0,1 0 1 0 0,-1 0 0 0 0,1 0 0 0 0,-1 0-1 0 0,1 0 1 0 0,-1 0 0 0 0,1 1 0 0 0,0-1 0 0 0,0 0-1 0 0,-1 2 1 0 0,-3 25 321 0 0,-1 59-328 0 0,12 151 0 0 0,1-3 15 0 0,-8-207 188 0 0,-2-1-1 0 0,-1 0 1 0 0,-2 0-1 0 0,-8 33 1 0 0,9-48-59 0 0,0 0 0 0 0,-1-1 1 0 0,0 1-1 0 0,-1-1 0 0 0,0 0 0 0 0,0 0 0 0 0,-1-1 1 0 0,-1 0-1 0 0,0 0 0 0 0,0-1 0 0 0,-15 13 0 0 0,11-12-56 0 0,-2 0-1 0 0,1-1 1 0 0,-2 0-1 0 0,1-1 1 0 0,-1-1-1 0 0,0 0 1 0 0,-18 5-1 0 0,26-10-226 0 0,0 0-1 0 0,0-1 0 0 0,0 1 0 0 0,-1-1 0 0 0,1 0 0 0 0,0-1 0 0 0,-1 0 1 0 0,1 0-1 0 0,-1-1 0 0 0,1 0 0 0 0,0 0 0 0 0,0-1 0 0 0,-1 1 0 0 0,1-2 0 0 0,0 1 1 0 0,1-1-1 0 0,-1 0 0 0 0,-8-5 0 0 0,2-3-1437 0 0,2-3-70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2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17972 0 0,'7'1'292'0'0,"-1"1"1"0"0,1 0-1 0 0,-1 0 1 0 0,1 0-1 0 0,-1 1 1 0 0,0 0-1 0 0,0 0 1 0 0,8 6-1 0 0,-9-5-42 0 0,2-1-165 0 0,-1 1-1 0 0,0 0 1 0 0,0 1 0 0 0,-1 0-1 0 0,1 0 1 0 0,-1 0 0 0 0,0 0 0 0 0,0 1-1 0 0,-1 0 1 0 0,1 0 0 0 0,5 11 0 0 0,-9-14-57 0 0,0 1 0 0 0,0 0 0 0 0,0-1 0 0 0,0 1 0 0 0,0-1 0 0 0,-1 1 0 0 0,1 0-1 0 0,-1 0 1 0 0,0-1 0 0 0,0 1 0 0 0,-1 0 0 0 0,1 0 0 0 0,-1-1 0 0 0,1 1 0 0 0,-1-1 0 0 0,0 1 0 0 0,-1 0 0 0 0,1-1 0 0 0,-1 0 0 0 0,1 1 0 0 0,-1-1 0 0 0,0 0 0 0 0,0 0 0 0 0,-5 5 0 0 0,-46 49 1253 0 0,38-44-886 0 0,2 1 1 0 0,0 1-1 0 0,0 0 0 0 0,-15 25 0 0 0,28-39-381 0 0,-1 0 1 0 0,0 0-1 0 0,1 0 1 0 0,-1 0-1 0 0,1 0 1 0 0,0 0-1 0 0,-1 0 1 0 0,1 0-1 0 0,0 0 1 0 0,-1 0-1 0 0,1 0 1 0 0,0 0-1 0 0,0 1 1 0 0,0-1-1 0 0,0 0 1 0 0,0 0-1 0 0,0 0 1 0 0,0 0-1 0 0,1 0 1 0 0,-1 0-1 0 0,0 0 1 0 0,1 0-1 0 0,-1 0 1 0 0,0 0-1 0 0,2 2 1 0 0,-1-2-8 0 0,1 1 0 0 0,-1-1-1 0 0,1 0 1 0 0,-1 0 0 0 0,1 0 0 0 0,0 0 0 0 0,-1 0 0 0 0,1 0 0 0 0,0 0 0 0 0,0 0 0 0 0,0-1 0 0 0,-1 1 0 0 0,4 0 0 0 0,6 1-11 0 0,0-1 0 0 0,1 0 0 0 0,19-1 1 0 0,-9-1 2 0 0,0-1 0 0 0,1 0 0 0 0,-2-2 0 0 0,1-1 0 0 0,0 0 0 0 0,-1-2 0 0 0,32-13 0 0 0,-52 19-3 0 0,1 1 1 0 0,-1-1 0 0 0,1 0 0 0 0,-1 1 0 0 0,1-1 0 0 0,-1 0 0 0 0,0 0-1 0 0,1 0 1 0 0,-1 0 0 0 0,0 0 0 0 0,0 0 0 0 0,0 0 0 0 0,0-1-1 0 0,0 1 1 0 0,0 0 0 0 0,0 0 0 0 0,0-1 0 0 0,0 1 0 0 0,0-1-1 0 0,-1 1 1 0 0,1-1 0 0 0,0 1 0 0 0,-1-1 0 0 0,0 1 0 0 0,1-1 0 0 0,-1 0-1 0 0,0 1 1 0 0,0-1 0 0 0,0 0 0 0 0,0 1 0 0 0,0-3 0 0 0,-1 1-231 0 0,0 1 0 0 0,0-1 1 0 0,0 1-1 0 0,0-1 1 0 0,0 1-1 0 0,-1 0 0 0 0,-2-4 1 0 0,-17-16-6649 0 0,9 12-622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2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 14283 0 0,'-2'0'118'0'0,"1"-1"1"0"0,-1 1-1 0 0,0 1 0 0 0,1-1 1 0 0,-1 0-1 0 0,1 0 0 0 0,-1 0 1 0 0,1 1-1 0 0,-1-1 0 0 0,1 1 1 0 0,-1-1-1 0 0,1 1 0 0 0,0 0 1 0 0,-1 0-1 0 0,1-1 1 0 0,0 1-1 0 0,0 0 0 0 0,-1 0 1 0 0,1 0-1 0 0,0 0 0 0 0,0 1 1 0 0,0-1-1 0 0,0 0 0 0 0,0 0 1 0 0,0 0-1 0 0,1 1 0 0 0,-1-1 1 0 0,0 1-1 0 0,1-1 0 0 0,-1 0 1 0 0,0 3-1 0 0,-2 3 165 0 0,-12 23 22 0 0,2 2 0 0 0,2-1 1 0 0,1 1-1 0 0,1 1 0 0 0,1 0 0 0 0,3 0 0 0 0,0 1 0 0 0,0 62 0 0 0,6-85-181 0 0,-1 0 1 0 0,1-1-1 0 0,1 1 0 0 0,0 0 0 0 0,1-1 0 0 0,6 19 0 0 0,-7-25-246 0 0,0 0 0 0 0,0-1 0 0 0,1 1 0 0 0,-1 0 1 0 0,1-1-1 0 0,-1 0 0 0 0,1 1 0 0 0,5 3 0 0 0,-5-5-303 0 0,-1 0 1 0 0,1 0-1 0 0,0 0 1 0 0,0-1-1 0 0,0 0 1 0 0,0 1-1 0 0,0-1 1 0 0,0 0-1 0 0,0 0 1 0 0,0-1 0 0 0,0 1-1 0 0,6 0 1 0 0,3 0-1518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3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91 166 14283 0 0,'-5'72'4785'0'0,"-3"22"-3834"0"0,8-86-809 0 0,-1 6 40 0 0,1 1 1 0 0,1-1-1 0 0,2 18 0 0 0,-2-29-172 0 0,-1 0 0 0 0,1 0-1 0 0,0 0 1 0 0,-1 0-1 0 0,1 0 1 0 0,1-1 0 0 0,-1 1-1 0 0,0 0 1 0 0,1-1-1 0 0,-1 1 1 0 0,1-1 0 0 0,0 1-1 0 0,0-1 1 0 0,0 0-1 0 0,0 0 1 0 0,0 0 0 0 0,0 0-1 0 0,1 0 1 0 0,-1 0-1 0 0,1-1 1 0 0,-1 1 0 0 0,4 1-1 0 0,-4-3-12 0 0,0 0-1 0 0,0 0 1 0 0,1 0-1 0 0,-1 0 1 0 0,0 0-1 0 0,0-1 1 0 0,0 1 0 0 0,0 0-1 0 0,0-1 1 0 0,0 0-1 0 0,0 1 1 0 0,0-1-1 0 0,0 0 1 0 0,0 0-1 0 0,0 0 1 0 0,0-1-1 0 0,0 1 1 0 0,-1 0-1 0 0,1-1 1 0 0,0 1 0 0 0,1-2-1 0 0,32-36-252 0 0,-21 19 169 0 0,0 0 1 0 0,-1-1-1 0 0,-1-1 0 0 0,-1 0 1 0 0,-1-1-1 0 0,-2 0 0 0 0,0 0 1 0 0,-1-1-1 0 0,-1 0 0 0 0,-1 0 1 0 0,-1 0-1 0 0,1-43 0 0 0,-4 46 151 0 0,0 16-31 0 0,0 0 1 0 0,-1 1-1 0 0,1-1 1 0 0,-1 0-1 0 0,0 1 1 0 0,-1-1-1 0 0,1 1 1 0 0,-1-1-1 0 0,0 0 1 0 0,-2-5-1 0 0,3 10-25 0 0,0 1-1 0 0,0-1 1 0 0,0 0-1 0 0,0 0 1 0 0,0 0-1 0 0,0 1 0 0 0,0-1 1 0 0,0 0-1 0 0,0 0 1 0 0,0 0-1 0 0,0 1 1 0 0,0-1-1 0 0,0 0 1 0 0,0 0-1 0 0,0 0 0 0 0,-1 0 1 0 0,1 1-1 0 0,0-1 1 0 0,0 0-1 0 0,0 0 1 0 0,0 0-1 0 0,0 0 1 0 0,-1 1-1 0 0,1-1 0 0 0,0 0 1 0 0,0 0-1 0 0,0 0 1 0 0,0 0-1 0 0,-1 0 1 0 0,1 0-1 0 0,0 0 1 0 0,0 0-1 0 0,0 0 1 0 0,-1 1-1 0 0,1-1 0 0 0,0 0 1 0 0,0 0-1 0 0,0 0 1 0 0,-1 0-1 0 0,1 0 1 0 0,0 0-1 0 0,0 0 1 0 0,0 0-1 0 0,-1 0 0 0 0,1-1 1 0 0,0 1-1 0 0,0 0 1 0 0,0 0-1 0 0,-1 0 1 0 0,1 0-1 0 0,0 0 1 0 0,0 0-1 0 0,0 0 0 0 0,0 0 1 0 0,-1 0-1 0 0,1-1 1 0 0,0 1-1 0 0,0 0 1 0 0,0 0-1 0 0,0 0 1 0 0,0 0-1 0 0,-1-1 0 0 0,1 1 1 0 0,0 0-1 0 0,0 0 1 0 0,0 0-1 0 0,0 0 1 0 0,0-1-1 0 0,0 1 1 0 0,-4 16 270 0 0,10 286 400 0 0,-4-226-247 0 0,-4 83 819 0 0,1-138-967 0 0,-2 1-1 0 0,0-2 1 0 0,-2 1 0 0 0,0 0-1 0 0,-11 27 1 0 0,13-41-212 0 0,-1 0 0 0 0,1 0 0 0 0,-1 0 0 0 0,-1-1 0 0 0,1 1 0 0 0,-1-1 0 0 0,0 0 0 0 0,-1 0 0 0 0,0-1 0 0 0,0 1 0 0 0,0-1 0 0 0,0 0 0 0 0,-1-1 0 0 0,1 0 0 0 0,-1 0 0 0 0,0 0-1 0 0,-1-1 1 0 0,1 0 0 0 0,0-1 0 0 0,-11 3 0 0 0,10-3-222 0 0,-1-1 0 0 0,1 0 0 0 0,-1-1-1 0 0,1 0 1 0 0,-1 0 0 0 0,1-1-1 0 0,-1 0 1 0 0,1 0 0 0 0,0-1-1 0 0,0 0 1 0 0,-1 0 0 0 0,-7-5 0 0 0,-6-4-2910 0 0,15 6 1479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3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 14947 0 0,'1'0'97'0'0,"0"0"0"0"0,0-1 0 0 0,0 1 0 0 0,0 0 0 0 0,0 0 0 0 0,0 0-1 0 0,0 0 1 0 0,0 0 0 0 0,0 0 0 0 0,0 1 0 0 0,0-1 0 0 0,0 0 0 0 0,0 1 0 0 0,0-1-1 0 0,0 0 1 0 0,0 1 0 0 0,0-1 0 0 0,1 2 0 0 0,22 10-274 0 0,-21-10 303 0 0,-2-1-120 0 0,1-1 0 0 0,0 1 1 0 0,-1 0-1 0 0,1 0 0 0 0,-1 0 1 0 0,1 1-1 0 0,-1-1 0 0 0,1 0 0 0 0,-1 0 1 0 0,0 1-1 0 0,0-1 0 0 0,0 1 1 0 0,0-1-1 0 0,0 1 0 0 0,0 0 0 0 0,0-1 1 0 0,0 1-1 0 0,-1 0 0 0 0,1-1 1 0 0,0 1-1 0 0,-1 0 0 0 0,0 0 0 0 0,1 0 1 0 0,-1 0-1 0 0,0-1 0 0 0,0 1 1 0 0,0 0-1 0 0,0 0 0 0 0,0 0 0 0 0,-1 0 1 0 0,1 0-1 0 0,0-1 0 0 0,-1 1 0 0 0,0 0 1 0 0,1 0-1 0 0,-1-1 0 0 0,0 1 1 0 0,0 0-1 0 0,0-1 0 0 0,0 1 0 0 0,0-1 1 0 0,-2 3-1 0 0,-5 7 140 0 0,-2-1-1 0 0,1 1 1 0 0,-1-2 0 0 0,-17 14 0 0 0,18-16-17 0 0,-19 16 392 0 0,-5 4 1473 0 0,-36 37-1 0 0,68-63-1957 0 0,1-1 1 0 0,-1 1-1 0 0,0 0 1 0 0,0 0-1 0 0,0 0 1 0 0,0 0-1 0 0,1 0 1 0 0,-1 0-1 0 0,1 0 0 0 0,-1 0 1 0 0,0 0-1 0 0,1 0 1 0 0,0 0-1 0 0,-1 1 1 0 0,1-1-1 0 0,0 0 1 0 0,-1 0-1 0 0,1 0 1 0 0,0 1-1 0 0,0-1 1 0 0,0 0-1 0 0,0 0 1 0 0,0 0-1 0 0,0 1 1 0 0,1 1-1 0 0,0-2-1 0 0,0 0-1 0 0,0 1 1 0 0,0-1-1 0 0,1 0 1 0 0,-1 0 0 0 0,0 0-1 0 0,0 0 1 0 0,1-1-1 0 0,-1 1 1 0 0,0 0 0 0 0,1 0-1 0 0,-1-1 1 0 0,1 1-1 0 0,-1-1 1 0 0,1 0 0 0 0,-1 1-1 0 0,1-1 1 0 0,-1 0 0 0 0,3 0-1 0 0,11 1-567 0 0,0-1 1 0 0,0 0-1 0 0,-1-2 0 0 0,1 1 0 0 0,-1-2 0 0 0,1 0 1 0 0,-1-1-1 0 0,0 0 0 0 0,0-1 0 0 0,0-1 1 0 0,23-13-1 0 0,-10 2-1324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3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2 16732 0 0,'-1'0'48'0'0,"0"-1"1"0"0,-1 1 0 0 0,1 0 0 0 0,0 0 0 0 0,-1 0 0 0 0,1 0 0 0 0,0 0 0 0 0,-1 0-1 0 0,1 0 1 0 0,0 0 0 0 0,-1 0 0 0 0,1 1 0 0 0,0-1 0 0 0,0 0 0 0 0,-1 1 0 0 0,1-1 0 0 0,0 1-1 0 0,0 0 1 0 0,0-1 0 0 0,0 1 0 0 0,0 0 0 0 0,-2 1 0 0 0,2 0 14 0 0,0 0 0 0 0,1 1 0 0 0,-1-1 0 0 0,0 1 0 0 0,1-1 0 0 0,0 0 0 0 0,-1 1 0 0 0,1-1 0 0 0,0 1 0 0 0,0-1 0 0 0,1 4 0 0 0,3 32 660 0 0,2-2 0 0 0,1 1 0 0 0,2-1 0 0 0,21 58 0 0 0,11 40 939 0 0,-37-119-1540 0 0,0 0 0 0 0,-2 1 0 0 0,0-1-1 0 0,0 1 1 0 0,-2-1 0 0 0,0 1 0 0 0,-1-1 0 0 0,0 1-1 0 0,-1-1 1 0 0,-1 0 0 0 0,0 0 0 0 0,-1 0 0 0 0,-1 0-1 0 0,0 0 1 0 0,-1-1 0 0 0,-1 0 0 0 0,-15 25 0 0 0,1-11-102 0 0,-33 34 0 0 0,9-11-955 0 0,26-22-4969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4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23 14283 0 0,'-5'-5'34'0'0,"-9"-8"4315"0"0,13 13-4245 0 0,1-1 1 0 0,0 1-1 0 0,0 0 0 0 0,0-1 1 0 0,-1 1-1 0 0,1 0 0 0 0,0 0 1 0 0,0 0-1 0 0,-1-1 0 0 0,1 1 1 0 0,0 0-1 0 0,0 0 0 0 0,-1 0 1 0 0,1 0-1 0 0,0-1 0 0 0,-1 1 1 0 0,1 0-1 0 0,0 0 0 0 0,-1 0 1 0 0,1 0-1 0 0,0 0 0 0 0,-1 0 1 0 0,1 0-1 0 0,0 0 0 0 0,-1 0 1 0 0,1 0-1 0 0,0 0 0 0 0,-1 0 1 0 0,1 0-1 0 0,0 0 0 0 0,-1 0 1 0 0,1 0-1 0 0,0 0 0 0 0,0 1 1 0 0,-1-1-1 0 0,1 1-196 0 0,0 0-1 0 0,0 1 0 0 0,0-1 1 0 0,1 0-1 0 0,-1 0 1 0 0,0 0-1 0 0,1 0 0 0 0,-1 0 1 0 0,1 0-1 0 0,-1 0 1 0 0,1 0-1 0 0,0 0 0 0 0,-1 0 1 0 0,1 0-1 0 0,0 0 1 0 0,0 0-1 0 0,1 1 1 0 0,-2-2-97 0 0,5 6-1299 0 0,-3-2-403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4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12 14283 0 0,'0'0'145'0'0,"-1"0"0"0"0,1-1 0 0 0,0 1-1 0 0,0 0 1 0 0,0 0 0 0 0,0-1 0 0 0,0 1 0 0 0,0 0 0 0 0,0 0-1 0 0,0-1 1 0 0,0 1 0 0 0,0 0 0 0 0,0 0 0 0 0,0-1 0 0 0,0 1 0 0 0,0 0-1 0 0,0-1 1 0 0,0 1 0 0 0,0 0 0 0 0,0 0 0 0 0,0-1 0 0 0,0 1-1 0 0,0 0 1 0 0,0 0 0 0 0,0-1 0 0 0,0 1 0 0 0,0 0 0 0 0,1 0-1 0 0,-1 0 1 0 0,0-1 0 0 0,0 1 0 0 0,0 0 0 0 0,1 0 0 0 0,-1 0 0 0 0,0-1-1 0 0,0 1 1 0 0,1 0 0 0 0,12-3 1787 0 0,17 8-894 0 0,-18 2-598 0 0,-11-6-409 0 0,0 0 1 0 0,0 0-1 0 0,1-1 1 0 0,-1 1-1 0 0,0 0 1 0 0,1 0-1 0 0,-1-1 1 0 0,1 1 0 0 0,-1-1-1 0 0,1 1 1 0 0,-1-1-1 0 0,1 0 1 0 0,-1 1-1 0 0,1-1 1 0 0,-1 0 0 0 0,3 0-1 0 0,-3 0-63 0 0,1-1 0 0 0,0 1 1 0 0,0 1-1 0 0,0-1 0 0 0,0 0 0 0 0,0 0 0 0 0,0 1 1 0 0,0-1-1 0 0,0 1 0 0 0,-1 0 0 0 0,1-1 0 0 0,3 3 1 0 0,18 4-5174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4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18548 0 0,'0'1'150'0'0,"0"0"-1"0"0,0 0 1 0 0,0 0-1 0 0,0 0 1 0 0,0 0-1 0 0,0 0 1 0 0,0 0-1 0 0,0-1 1 0 0,0 1 0 0 0,1 0-1 0 0,-1 0 1 0 0,0 0-1 0 0,0 0 1 0 0,1 0-1 0 0,-1-1 1 0 0,1 1-1 0 0,-1 0 1 0 0,1 0-1 0 0,-1-1 1 0 0,1 1 0 0 0,-1 0-1 0 0,2 0 1 0 0,16 23-48 0 0,-14-19 213 0 0,4 6-106 0 0,17 20 350 0 0,-24-30-852 0 0,1 0-1 0 0,-1 0 1 0 0,0 0-1 0 0,0 1 1 0 0,0-1-1 0 0,1-1 0 0 0,-1 1 1 0 0,1 0-1 0 0,-1 0 1 0 0,0 0-1 0 0,1-1 1 0 0,-1 1-1 0 0,1-1 1 0 0,0 1-1 0 0,-1-1 1 0 0,1 0-1 0 0,-1 1 0 0 0,1-1 1 0 0,2 0-1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5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 15203 0 0,'-1'-1'22'0'0,"-10"-3"2661"0"0,11 4-2610 0 0,0 0 1 0 0,0 0-1 0 0,0 0 0 0 0,-1 0 1 0 0,1 0-1 0 0,0 0 0 0 0,0 0 1 0 0,0 0-1 0 0,-1 0 1 0 0,1 0-1 0 0,0 0 0 0 0,0 0 1 0 0,0 0-1 0 0,-1 0 0 0 0,1 0 1 0 0,0 0-1 0 0,0 0 0 0 0,0 0 1 0 0,-1 0-1 0 0,1 0 0 0 0,0 1 1 0 0,0-1-1 0 0,0 0 0 0 0,0 0 1 0 0,-1 0-1 0 0,1 0 0 0 0,0 0 1 0 0,0 1-1 0 0,0-1 0 0 0,0 0 1 0 0,0 0-1 0 0,0 0 0 0 0,-1 0 1 0 0,1 1-1 0 0,0-1 0 0 0,0 0 1 0 0,0 0-1 0 0,0 0 0 0 0,0 1 1 0 0,0-1-1 0 0,0 0 0 0 0,0 0 1 0 0,0 1-1 0 0,0 0 1109 0 0,0 3-985 0 0,0-3-319 0 0,4 20 1217 0 0,-4-21-1063 0 0,0 1 0 0 0,1-1-1 0 0,-1 1 1 0 0,0-1 0 0 0,0 0 0 0 0,1 1 0 0 0,-1-1-1 0 0,0 0 1 0 0,0 1 0 0 0,1-1 0 0 0,-1 0 0 0 0,0 1-1 0 0,1-1 1 0 0,-1 0 0 0 0,1 1 0 0 0,-1-1 0 0 0,0 0-1 0 0,1 0 1 0 0,-1 0 0 0 0,1 1 0 0 0,-1-1 0 0 0,1 0-1 0 0,-1 0 1 0 0,1 0 0 0 0,-1 0 0 0 0,0 0-1 0 0,1 0 1 0 0,-1 0 0 0 0,1 0 0 0 0,-1 0 0 0 0,1 0-1 0 0,-1 0 1 0 0,1 0 0 0 0,-1 0 0 0 0,1 0 0 0 0,-1-1-1 0 0,0 1 1 0 0,1 0 0 0 0,-1 0 0 0 0,1 0 0 0 0,-1-1-1 0 0,0 1 1 0 0,1 0 0 0 0,-1 0 0 0 0,1-1 0 0 0,-1 0-1 0 0,8-7-3299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5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54 12443 0 0,'-3'-3'-625'0'0,"-1"-1"1413"0"0,1 0-1 0 0,-1 0 1 0 0,1 0 0 0 0,0-1 0 0 0,-3-5-1 0 0,6 10-621 0 0,0-1-1 0 0,0 1 1 0 0,0-1 0 0 0,-1 1-1 0 0,1-1 1 0 0,0 0-1 0 0,0 1 1 0 0,0-1-1 0 0,0 1 1 0 0,0-1 0 0 0,0 1-1 0 0,0-1 1 0 0,0 1-1 0 0,0-1 1 0 0,0 1 0 0 0,0-1-1 0 0,0 0 1 0 0,0 1-1 0 0,1-1 1 0 0,-1 1-1 0 0,0-1 1 0 0,0 1 0 0 0,1-1-1 0 0,0 0-91 0 0,0 0-1 0 0,0 1 1 0 0,0-1 0 0 0,0 1-1 0 0,0-1 1 0 0,0 1 0 0 0,0-1-1 0 0,0 1 1 0 0,0 0 0 0 0,0-1-1 0 0,0 1 1 0 0,1 0-1 0 0,-1 0 1 0 0,0 0 0 0 0,0 0-1 0 0,2 0 1 0 0,10 1-95 0 0,-1 0 0 0 0,1 1 0 0 0,-1 0 0 0 0,1 1 0 0 0,-1 0 0 0 0,0 1 0 0 0,0 1 1 0 0,16 7-1 0 0,-20-8 6 0 0,-1 0 0 0 0,1 1 0 0 0,-1-1 1 0 0,0 1-1 0 0,0 1 0 0 0,-1 0 0 0 0,1-1 1 0 0,-1 2-1 0 0,-1-1 0 0 0,1 1 0 0 0,-1 0 1 0 0,0 0-1 0 0,4 9 0 0 0,-6-9 12 0 0,-1 0-1 0 0,0-1 0 0 0,-1 1 1 0 0,0 0-1 0 0,0 0 0 0 0,0 0 1 0 0,-1 0-1 0 0,0 0 1 0 0,0 0-1 0 0,-1 0 0 0 0,0 0 1 0 0,0 0-1 0 0,-1 0 0 0 0,0 0 1 0 0,0 0-1 0 0,0-1 0 0 0,-1 1 1 0 0,0-1-1 0 0,-5 9 1 0 0,-8 10 2 0 0,-1 0 1 0 0,-1 0-1 0 0,-24 24 1 0 0,35-42 0 0 0,-53 57 16 0 0,36-39 205 0 0,0 0 0 0 0,-39 56 1 0 0,62-78-112 0 0,-1-1-1 0 0,0 1 1 0 0,1 0 0 0 0,0 0 0 0 0,-1 0 0 0 0,1-1 0 0 0,0 1-1 0 0,0 0 1 0 0,0 4 0 0 0,1-6-76 0 0,0-1-1 0 0,0 0 1 0 0,0 1-1 0 0,0-1 1 0 0,0 1 0 0 0,0-1-1 0 0,0 0 1 0 0,1 1-1 0 0,-1-1 1 0 0,0 0 0 0 0,0 1-1 0 0,0-1 1 0 0,0 0-1 0 0,1 1 1 0 0,-1-1 0 0 0,0 0-1 0 0,0 1 1 0 0,1-1-1 0 0,-1 0 1 0 0,0 0 0 0 0,1 1-1 0 0,-1-1 1 0 0,0 0-1 0 0,1 0 1 0 0,-1 0 0 0 0,0 1-1 0 0,1-1 1 0 0,19 0 446 0 0,123-39 672 0 0,-109 27-1222 0 0,1 2-1 0 0,0 1 1 0 0,1 2-1 0 0,72-6 1 0 0,-107 13-35 0 0,20 1-347 0 0,-7 0-6567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6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51 16131 0 0,'-4'-9'644'0'0,"3"9"-572"0"0,1 0 0 0 0,-1-1 0 0 0,1 1 0 0 0,0 0 0 0 0,-1-1 0 0 0,1 1 0 0 0,0 0 0 0 0,0-1 0 0 0,-1 1 0 0 0,1-1 0 0 0,0 1 0 0 0,0-1 0 0 0,0 1 0 0 0,-1-1 0 0 0,1 1 0 0 0,0-1 0 0 0,0 1 0 0 0,0-1 0 0 0,0 1 0 0 0,0-1 0 0 0,0 1 0 0 0,0-1 0 0 0,0 1 0 0 0,0-1 0 0 0,0 1 0 0 0,0-1 0 0 0,0 1 0 0 0,1-1 0 0 0,-1 1 0 0 0,0-1 0 0 0,0 1 0 0 0,0 0 0 0 0,1-1 0 0 0,-1 1 0 0 0,0-1 0 0 0,1 1 0 0 0,-1 0 0 0 0,0-1 0 0 0,1 1 0 0 0,-1 0 0 0 0,0-1 0 0 0,1 1 0 0 0,-1 0 0 0 0,1-1 0 0 0,-1 1 0 0 0,1 0 0 0 0,-1 0 0 0 0,1 0 0 0 0,-1-1 0 0 0,0 1 0 0 0,1 0 0 0 0,-1 0 0 0 0,1 0 0 0 0,-1 0 0 0 0,1 0 0 0 0,0 0 0 0 0,16-4-64 0 0,-1 1 0 0 0,1 0 0 0 0,27 1 0 0 0,12-3-141 0 0,-41 3-212 0 0,0 1 1 0 0,28 0-1 0 0,-13 6-5093 0 0,-24-3 3719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6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50 9218 0 0,'-5'6'5989'0'0,"2"9"-3836"0"0,2 22-2632 0 0,1-26 1055 0 0,-2 20 220 0 0,-14 59 0 0 0,10-65-221 0 0,1 0 0 0 0,2 0 1 0 0,-1 47-1 0 0,4-69-519 0 0,0-1 1 0 0,0 1 0 0 0,0 0-1 0 0,1 0 1 0 0,0-1-1 0 0,-1 1 1 0 0,1 0-1 0 0,0-1 1 0 0,0 1 0 0 0,1-1-1 0 0,-1 1 1 0 0,0-1-1 0 0,1 1 1 0 0,2 2-1 0 0,-3-4-44 0 0,0 0-1 0 0,0 0 1 0 0,1-1-1 0 0,-1 1 1 0 0,0 0-1 0 0,0-1 1 0 0,1 1-1 0 0,-1 0 1 0 0,0-1-1 0 0,1 0 0 0 0,-1 1 1 0 0,0-1-1 0 0,1 0 1 0 0,-1 0-1 0 0,0 0 1 0 0,1 0-1 0 0,-1 0 1 0 0,1 0-1 0 0,-1 0 1 0 0,0 0-1 0 0,1 0 0 0 0,-1-1 1 0 0,0 1-1 0 0,1 0 1 0 0,-1-1-1 0 0,0 0 1 0 0,1 1-1 0 0,-1-1 1 0 0,2-1-1 0 0,22-15-36 0 0,-1-1-1 0 0,-1-1 0 0 0,0-1 1 0 0,-2-2-1 0 0,24-28 1 0 0,-28 31-117 0 0,-2 3 59 0 0,-6 7 20 0 0,0 0 1 0 0,-1 0-1 0 0,0-1 1 0 0,-1-1-1 0 0,13-21 1 0 0,-19 20 127 0 0,-9 17 190 0 0,-10 16 33 0 0,13-14-269 0 0,-1 1 0 0 0,2 1 0 0 0,-1-1 0 0 0,1 1 1 0 0,1-1-1 0 0,-1 1 0 0 0,1 0 0 0 0,1 0 0 0 0,-2 11 0 0 0,3-16-19 0 0,1 0-1 0 0,0 0 0 0 0,0 0 1 0 0,0 0-1 0 0,0-1 1 0 0,1 1-1 0 0,-1 0 1 0 0,1 0-1 0 0,0 0 0 0 0,0-1 1 0 0,1 1-1 0 0,-1-1 1 0 0,1 1-1 0 0,0-1 0 0 0,-1 1 1 0 0,1-1-1 0 0,1 0 1 0 0,-1 0-1 0 0,0 0 0 0 0,1 0 1 0 0,0 0-1 0 0,0-1 1 0 0,0 1-1 0 0,0-1 0 0 0,4 3 1 0 0,-1-2 23 0 0,0 0 1 0 0,-1-1 0 0 0,2 1-1 0 0,-1-1 1 0 0,0-1 0 0 0,0 1-1 0 0,0-1 1 0 0,1 0-1 0 0,-1-1 1 0 0,1 1 0 0 0,-1-1-1 0 0,0-1 1 0 0,1 1 0 0 0,-1-1-1 0 0,1 0 1 0 0,-1 0-1 0 0,0-1 1 0 0,0 0 0 0 0,0 0-1 0 0,9-5 1 0 0,-12 6 20 0 0,1-1 0 0 0,-1 0 0 0 0,1 0 0 0 0,-1 0-1 0 0,0 0 1 0 0,0-1 0 0 0,0 1 0 0 0,0-1 0 0 0,0 0 0 0 0,0 0 0 0 0,-1 0 0 0 0,1 0 0 0 0,-1-1-1 0 0,0 1 1 0 0,0 0 0 0 0,0-1 0 0 0,-1 0 0 0 0,1 1 0 0 0,-1-1 0 0 0,0 0 0 0 0,0 0 0 0 0,0 0-1 0 0,0 0 1 0 0,-1 0 0 0 0,0 0 0 0 0,0 0 0 0 0,0 0 0 0 0,0 0 0 0 0,0 1 0 0 0,-1-1 0 0 0,0 0-1 0 0,0 0 1 0 0,-2-6 0 0 0,-13-33-89 0 0,-30-58-1 0 0,20 55-2626 0 0,-2 4-3729 0 0,11 20-258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7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80 16588 0 0,'-12'-5'1782'0'0,"21"8"511"0"0,13 5-547 0 0,7-1-1418 0 0,0 0 0 0 0,0-2 1 0 0,0 0-1 0 0,1-3 0 0 0,0 0 1 0 0,40-4-1 0 0,-45 0-286 0 0,0-1 0 0 0,0-1 0 0 0,0-2 0 0 0,0 0 0 0 0,-1-2 0 0 0,0 0 0 0 0,40-21 0 0 0,-62 28 15 0 0,21-15-1067 0 0,-23 16 871 0 0,1-1 0 0 0,-1 1 1 0 0,1-1-1 0 0,-1 1 0 0 0,0-1 1 0 0,1 0-1 0 0,-1 1 0 0 0,0-1 1 0 0,1 1-1 0 0,-1-1 0 0 0,0 1 1 0 0,0-1-1 0 0,0 0 1 0 0,0 1-1 0 0,1-1 0 0 0,-1 0 1 0 0,0 1-1 0 0,0-1 0 0 0,0 0 1 0 0,0 1-1 0 0,0-1 0 0 0,-1 0 1 0 0,1 1-1 0 0,0-1 1 0 0,0 1-1 0 0,0-1 0 0 0,0 0 1 0 0,-1 1-1 0 0,1-1 0 0 0,0 1 1 0 0,-1-1-1 0 0,1 1 0 0 0,0-1 1 0 0,-1 0-1 0 0,1 1 1 0 0,-1 0-1 0 0,1-1 0 0 0,-1 0 1 0 0,-6-5-1885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7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 17076 0 0,'-3'1'147'0'0,"-1"0"1"0"0,1 1-1 0 0,0-1 1 0 0,-1 1-1 0 0,1 0 0 0 0,0 0 1 0 0,0 0-1 0 0,1 0 1 0 0,-1 0-1 0 0,0 1 1 0 0,1-1-1 0 0,-1 1 1 0 0,-1 3-1 0 0,-1 2-17 0 0,0 0 0 0 0,1 1 0 0 0,-6 15 0 0 0,8-17 22 0 0,-8 17 83 0 0,-28 87 887 0 0,35-100-868 0 0,0 1 1 0 0,1-1 0 0 0,1 1 0 0 0,0-1-1 0 0,0 1 1 0 0,1-1 0 0 0,3 23-1 0 0,-2-30-176 0 0,-1 0-1 0 0,2 0 1 0 0,-1 0-1 0 0,0 0 1 0 0,1 0-1 0 0,0 0 1 0 0,0-1-1 0 0,0 1 1 0 0,0-1 0 0 0,0 1-1 0 0,1-1 1 0 0,-1 0-1 0 0,1 0 1 0 0,0 0-1 0 0,5 4 1 0 0,20 7-3545 0 0,-23-12 1915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7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 14459 0 0,'-7'10'232'0'0,"1"0"0"0"0,0 1 0 0 0,1 0-1 0 0,1 1 1 0 0,-1-1 0 0 0,2 1 0 0 0,-1-1 0 0 0,-1 15 0 0 0,-7 22-8 0 0,-78 168 932 0 0,18-53-223 0 0,70-157-892 0 0,0-1-1 0 0,1 1 1 0 0,0-1 0 0 0,0 1 0 0 0,0 0 0 0 0,0-1 0 0 0,1 1 0 0 0,0 0-1 0 0,0-1 1 0 0,2 11 0 0 0,-2-15-66 0 0,0 1 1 0 0,1-1-1 0 0,-1 1 0 0 0,1-1 0 0 0,-1 0 0 0 0,1 1 0 0 0,0-1 1 0 0,0 0-1 0 0,0 1 0 0 0,-1-1 0 0 0,1 0 0 0 0,0 0 0 0 0,0 0 1 0 0,1 0-1 0 0,-1 0 0 0 0,0 0 0 0 0,0 0 0 0 0,2 1 0 0 0,-1-2-108 0 0,0 1-1 0 0,0 0 1 0 0,0-1-1 0 0,1 1 0 0 0,-1-1 1 0 0,0 0-1 0 0,0 0 1 0 0,1 0-1 0 0,-1 0 0 0 0,0 0 1 0 0,0 0-1 0 0,0-1 0 0 0,1 1 1 0 0,-1-1-1 0 0,0 0 1 0 0,2 0-1 0 0,15-7-4011 0 0,4-3-1209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8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8 285 9218 0 0,'-1'2'258'0'0,"0"1"-1"0"0,-1 0 1 0 0,2 0-1 0 0,-1 0 1 0 0,0 0 0 0 0,0-1-1 0 0,1 1 1 0 0,0 0-1 0 0,0 0 1 0 0,0 0 0 0 0,0 0-1 0 0,0 0 1 0 0,0 0-1 0 0,1 0 1 0 0,-1 0 0 0 0,1 0-1 0 0,2 5 1 0 0,-3-7-214 0 0,1 1 0 0 0,-1-1 0 0 0,1 1 0 0 0,-1-1 0 0 0,1 1 1 0 0,0-1-1 0 0,0 0 0 0 0,0 1 0 0 0,0-1 0 0 0,0 0 0 0 0,0 0 0 0 0,0 0 0 0 0,0 1 1 0 0,0-1-1 0 0,1 0 0 0 0,-1-1 0 0 0,0 1 0 0 0,1 0 0 0 0,-1 0 0 0 0,1 0 0 0 0,-1-1 1 0 0,1 1-1 0 0,-1-1 0 0 0,1 1 0 0 0,-1-1 0 0 0,1 0 0 0 0,-1 0 0 0 0,1 1 0 0 0,0-1 1 0 0,-1 0-1 0 0,1 0 0 0 0,-1-1 0 0 0,1 1 0 0 0,0 0 0 0 0,1-1 0 0 0,2 0 81 0 0,0-1 1 0 0,-1 0-1 0 0,1 0 0 0 0,-1 0 0 0 0,0-1 0 0 0,0 1 0 0 0,0-1 0 0 0,0 0 0 0 0,0 0 0 0 0,0 0 1 0 0,-1-1-1 0 0,1 1 0 0 0,-1-1 0 0 0,0 0 0 0 0,3-5 0 0 0,-5 6-32 0 0,1 0 0 0 0,-1 0 0 0 0,1 0 0 0 0,-1 0 0 0 0,0-1 0 0 0,0 1 1 0 0,-1 0-1 0 0,1-1 0 0 0,-1 1 0 0 0,1-1 0 0 0,-1 1 0 0 0,0-1 0 0 0,0 1 0 0 0,-1 0 0 0 0,1-1 0 0 0,-1 1 0 0 0,1-1 0 0 0,-1 1 0 0 0,0 0 0 0 0,-1-1 0 0 0,-2-5 0 0 0,0 3 80 0 0,1-1 0 0 0,-2 1 0 0 0,1 0 0 0 0,-8-8 0 0 0,11 12-190 0 0,-1 0 1 0 0,0 0-1 0 0,0 0 0 0 0,0 1 1 0 0,0-1-1 0 0,-1 1 1 0 0,1 0-1 0 0,0-1 1 0 0,0 1-1 0 0,-1 0 0 0 0,1 0 1 0 0,-1 0-1 0 0,1 1 1 0 0,-1-1-1 0 0,0 1 1 0 0,-2-1-1 0 0,3 2-983 0 0,7 2 119 0 0,8 1-755 0 0,8-5 664 0 0,-1-1-1 0 0,0 0 1 0 0,1-2-1 0 0,-1 0 1 0 0,-1-1 0 0 0,29-12-1 0 0,10-1-440 0 0,-36 11 869 0 0,1 0 1 0 0,-1-1-1 0 0,23-12 1 0 0,-44 20 564 0 0,-1 0 0 0 0,1-1 0 0 0,0 1 0 0 0,-1 0 0 0 0,1-1 0 0 0,0 1 0 0 0,-1-1 0 0 0,1 1 0 0 0,-1-1 0 0 0,1 1 0 0 0,0-1 0 0 0,-1 1 0 0 0,1-1 0 0 0,-1 1 0 0 0,0-1 0 0 0,1 0 0 0 0,-1 1 0 0 0,1-1-1 0 0,-1-1 1 0 0,0 2 76 0 0,0-1-1 0 0,0 1 0 0 0,0-1 0 0 0,0 1 1 0 0,-1 0-1 0 0,1-1 0 0 0,0 1 1 0 0,0 0-1 0 0,0-1 0 0 0,-1 1 0 0 0,1 0 1 0 0,0-1-1 0 0,-1 1 0 0 0,1 0 0 0 0,0-1 1 0 0,-1 1-1 0 0,1 0 0 0 0,0 0 0 0 0,-1-1 1 0 0,1 1-1 0 0,0 0 0 0 0,-1 0 0 0 0,1 0 1 0 0,-1 0-1 0 0,-3-2 514 0 0,0 1-1 0 0,0 0 1 0 0,0 0 0 0 0,0 1-1 0 0,-7-1 1 0 0,0 2-258 0 0,1 0 1 0 0,-1 0-1 0 0,1 2 1 0 0,-1-1-1 0 0,1 1 0 0 0,0 1 1 0 0,0-1-1 0 0,1 2 1 0 0,-1 0-1 0 0,1 0 0 0 0,0 0 1 0 0,0 1-1 0 0,-8 7 0 0 0,9-6-177 0 0,0 0 0 0 0,0 0-1 0 0,1 1 1 0 0,0 0 0 0 0,0 0 0 0 0,1 0-1 0 0,0 1 1 0 0,0 0 0 0 0,1 1-1 0 0,0-1 1 0 0,1 1 0 0 0,-7 19-1 0 0,11-27-146 0 0,-1 0-1 0 0,0 0 0 0 0,1 0 0 0 0,0 0 1 0 0,-1 0-1 0 0,1 0 0 0 0,0 0 1 0 0,0 0-1 0 0,0 0 0 0 0,0 0 0 0 0,0 0 1 0 0,0 0-1 0 0,1 0 0 0 0,-1-1 1 0 0,1 1-1 0 0,-1 0 0 0 0,1 0 0 0 0,0 0 1 0 0,0 0-1 0 0,0 0 0 0 0,0-1 1 0 0,0 1-1 0 0,0 0 0 0 0,0-1 1 0 0,1 1-1 0 0,-1-1 0 0 0,0 1 0 0 0,1-1 1 0 0,-1 0-1 0 0,1 0 0 0 0,0 1 1 0 0,-1-1-1 0 0,1 0 0 0 0,0-1 0 0 0,0 1 1 0 0,0 0-1 0 0,0 0 0 0 0,3 0 1 0 0,1 0 4 0 0,0 0 0 0 0,0-1 0 0 0,0 0 0 0 0,0 0 0 0 0,0 0 0 0 0,0-1 0 0 0,-1 0 0 0 0,1 0 0 0 0,0 0 0 0 0,0-1 0 0 0,-1 0 0 0 0,7-2 0 0 0,10-6-98 0 0,-1-1 1 0 0,-1-1 0 0 0,0 0 0 0 0,35-30 0 0 0,-48 36 7 0 0,-1 0 0 0 0,0 0 0 0 0,0 0 0 0 0,-1-1 0 0 0,0 0 0 0 0,0 0-1 0 0,-1-1 1 0 0,1 1 0 0 0,-2-1 0 0 0,1 0 0 0 0,-1 0 0 0 0,0 0 0 0 0,-1 0 0 0 0,0-1 0 0 0,0 1 0 0 0,1-15 0 0 0,-5-22 60 0 0,1 43 20 0 0,1 1 1 0 0,0-1 0 0 0,0 0-1 0 0,0 1 1 0 0,-1-1 0 0 0,1 0-1 0 0,-1 1 1 0 0,0-1 0 0 0,1 1-1 0 0,-1-1 1 0 0,0 1 0 0 0,0-1-1 0 0,0 1 1 0 0,0 0 0 0 0,0-1-1 0 0,0 1 1 0 0,0 0 0 0 0,0 0-1 0 0,-1 0 1 0 0,1 0 0 0 0,0 0-1 0 0,-1 0 1 0 0,-2-2 0 0 0,3 4-6 0 0,1-1 0 0 0,-1 0 0 0 0,0 0 0 0 0,1 0 0 0 0,-1 0 0 0 0,0 1 0 0 0,1-1 1 0 0,-1 0-1 0 0,0 1 0 0 0,1-1 0 0 0,-1 1 0 0 0,1-1 0 0 0,-1 0 0 0 0,1 1 0 0 0,-1 0 0 0 0,1-1 0 0 0,-1 1 1 0 0,1-1-1 0 0,-1 1 0 0 0,1-1 0 0 0,0 1 0 0 0,-1 0 0 0 0,1-1 0 0 0,0 1 0 0 0,-1 0 0 0 0,1-1 0 0 0,0 1 1 0 0,0 0-1 0 0,0-1 0 0 0,0 1 0 0 0,0 1 0 0 0,-6 26 205 0 0,6-25-176 0 0,-3 24-26 0 0,1 0 0 0 0,1 0 0 0 0,2 0 0 0 0,4 35 1 0 0,27 106-68 0 0,0 5 1186 0 0,-29-151-698 0 0,-2 2 1 0 0,-2 40-1 0 0,0-53-242 0 0,0 0-1 0 0,-1 0 0 0 0,-1-1 1 0 0,0 1-1 0 0,0-1 1 0 0,-1 1-1 0 0,0-1 1 0 0,-7 11-1 0 0,9-17-139 0 0,-1-1 1 0 0,0 1-1 0 0,-1-1 0 0 0,1 1 0 0 0,0-1 0 0 0,-1 0 0 0 0,0-1 1 0 0,0 1-1 0 0,0 0 0 0 0,0-1 0 0 0,0 0 0 0 0,0 0 1 0 0,-1 0-1 0 0,1-1 0 0 0,0 1 0 0 0,-1-1 0 0 0,0 0 0 0 0,1 0 1 0 0,-1-1-1 0 0,0 0 0 0 0,1 1 0 0 0,-9-2 0 0 0,-8 0 83 0 0,0-2 0 0 0,-1 0 0 0 0,-31-9 0 0 0,45 10-112 0 0,0 0 0 0 0,0-1 0 0 0,0 0 1 0 0,0 0-1 0 0,0-1 0 0 0,1 0 0 0 0,-1 0 1 0 0,-8-8-1 0 0,14 10-21 0 0,-1-1 0 0 0,0 0 0 0 0,1 1 0 0 0,-1-1 0 0 0,1 0 0 0 0,0-1 0 0 0,0 1 0 0 0,0 0 0 0 0,1-1 0 0 0,-1 1 0 0 0,1-1 0 0 0,-1 1 0 0 0,1-1 0 0 0,1 1 0 0 0,-1-1 0 0 0,0 0 0 0 0,1 0 0 0 0,0 0 0 0 0,-1 1 0 0 0,2-8 0 0 0,0 4-95 0 0,0 1 0 0 0,0-1 1 0 0,0 1-1 0 0,1-1 0 0 0,0 1 0 0 0,1 0 0 0 0,-1 0 1 0 0,1 0-1 0 0,0 0 0 0 0,0 1 0 0 0,1-1 0 0 0,5-6 1 0 0,-3 5-81 0 0,1 0 1 0 0,0 1-1 0 0,1-1 1 0 0,0 2-1 0 0,0-1 1 0 0,0 1-1 0 0,13-7 1 0 0,10 0-425 0 0,0 0 1 0 0,1 2-1 0 0,58-11 0 0 0,-69 17 391 0 0,107-22-4701 0 0,-102 19 3287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9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75 16500 0 0,'-2'-5'416'0'0,"-1"1"1"0"0,0 0 0 0 0,1 0 0 0 0,0-1 0 0 0,0 0 0 0 0,0 1 0 0 0,-1-7-1 0 0,3 9-366 0 0,0 1 0 0 0,0 0 0 0 0,0 0 0 0 0,0 0 0 0 0,1-1-1 0 0,-1 1 1 0 0,0 0 0 0 0,1 0 0 0 0,-1 0 0 0 0,1 0 0 0 0,-1 0-1 0 0,1 0 1 0 0,-1 0 0 0 0,1 0 0 0 0,0 0 0 0 0,-1 0 0 0 0,1 0 0 0 0,0 0-1 0 0,0 0 1 0 0,0 0 0 0 0,0 0 0 0 0,0 1 0 0 0,0-1 0 0 0,0 0-1 0 0,0 1 1 0 0,0-1 0 0 0,0 1 0 0 0,0-1 0 0 0,0 1 0 0 0,0-1-1 0 0,0 1 1 0 0,0 0 0 0 0,1 0 0 0 0,-1 0 0 0 0,2-1 0 0 0,3 0-31 0 0,-1 0 0 0 0,1 1 0 0 0,0 0 0 0 0,0-1 0 0 0,0 2 0 0 0,0-1 0 0 0,0 1 0 0 0,-1 0 0 0 0,1 0 0 0 0,0 0 0 0 0,10 5 0 0 0,-14-6-13 0 0,0 1 0 0 0,0 0 0 0 0,0 0 0 0 0,0 0 1 0 0,0 0-1 0 0,0 0 0 0 0,0 1 0 0 0,-1-1 0 0 0,1 0 1 0 0,0 1-1 0 0,-1 0 0 0 0,1-1 0 0 0,-1 1 0 0 0,1 0 0 0 0,-1 0 1 0 0,0 0-1 0 0,0-1 0 0 0,0 1 0 0 0,0 1 0 0 0,0-1 1 0 0,0 0-1 0 0,0 0 0 0 0,-1 0 0 0 0,1 0 0 0 0,-1 0 0 0 0,0 1 1 0 0,1-1-1 0 0,-1 0 0 0 0,0 0 0 0 0,0 1 0 0 0,-1-1 1 0 0,0 4-1 0 0,-2 4 9 0 0,0 1 0 0 0,-2-1 0 0 0,1 0 0 0 0,-1 0 0 0 0,0-1 0 0 0,-1 0 0 0 0,-13 16 0 0 0,3-6 43 0 0,-1 0 1 0 0,-25 20 0 0 0,40-37-69 0 0,-17 18 603 0 0,18-20-577 0 0,1 1-1 0 0,0-1 1 0 0,0 0 0 0 0,0 1 0 0 0,0-1-1 0 0,-1 0 1 0 0,1 1 0 0 0,0-1-1 0 0,0 0 1 0 0,0 1 0 0 0,0-1 0 0 0,0 1-1 0 0,0-1 1 0 0,0 0 0 0 0,0 1 0 0 0,0-1-1 0 0,0 0 1 0 0,0 1 0 0 0,0-1-1 0 0,0 1 1 0 0,0-1 0 0 0,0 0 0 0 0,1 1-1 0 0,-1 0 1 0 0,1-1-6 0 0,-1 1-1 0 0,1-1 0 0 0,0 1 1 0 0,-1-1-1 0 0,1 0 1 0 0,0 1-1 0 0,0-1 0 0 0,-1 0 1 0 0,1 1-1 0 0,0-1 1 0 0,0 0-1 0 0,-1 0 0 0 0,1 1 1 0 0,0-1-1 0 0,0 0 1 0 0,1 0-1 0 0,16 1-280 0 0,1-1 0 0 0,-1-1 0 0 0,0 0-1 0 0,23-5 1 0 0,-4-2-2441 0 0,37-13 0 0 0,-38 8 706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9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18316 0 0,'-2'0'63'0'0,"-1"0"1"0"0,1-1 0 0 0,0 1-1 0 0,0 0 1 0 0,0 0-1 0 0,-1 1 1 0 0,1-1 0 0 0,0 0-1 0 0,0 1 1 0 0,0 0-1 0 0,0-1 1 0 0,0 1 0 0 0,0 0-1 0 0,0 0 1 0 0,0 0-1 0 0,-3 2 1 0 0,1 1 81 0 0,0 0 1 0 0,1 0-1 0 0,0 0 0 0 0,0 0 1 0 0,-5 9-1 0 0,4-5-114 0 0,-79 138 901 0 0,74-128-787 0 0,2 0 0 0 0,0 0 0 0 0,1 1 1 0 0,0-1-1 0 0,2 1 0 0 0,-4 32 1 0 0,8-44-132 0 0,0-1 0 0 0,0 1 0 0 0,1-1 0 0 0,0 0 0 0 0,0 1 1 0 0,0-1-1 0 0,1 0 0 0 0,0 0 0 0 0,0 0 0 0 0,1 0 0 0 0,-1 0 0 0 0,5 6 1 0 0,-4-8-209 0 0,-1-1 0 0 0,1 1 0 0 0,0-1 0 0 0,0 1 0 0 0,0-1 0 0 0,0 0 1 0 0,1 0-1 0 0,-1-1 0 0 0,1 1 0 0 0,0-1 0 0 0,-1 1 0 0 0,1-1 0 0 0,0 0 1 0 0,1-1-1 0 0,-1 1 0 0 0,0-1 0 0 0,0 0 0 0 0,6 1 0 0 0,10 0-1263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29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1 16788 0 0,'-3'0'110'0'0,"1"1"0"0"0,-1 0 0 0 0,1 1 0 0 0,-1-1 0 0 0,1 0 0 0 0,0 1 0 0 0,-1-1 1 0 0,1 1-1 0 0,0 0 0 0 0,0 0 0 0 0,0 0 0 0 0,0 0 0 0 0,1 0 0 0 0,-1 0 1 0 0,0 0-1 0 0,1 0 0 0 0,-3 5 0 0 0,0 3-193 0 0,0 1 0 0 0,0-1 0 0 0,-2 14 1 0 0,0 0 188 0 0,2-12-97 0 0,-38 144-30 0 0,37-131 165 0 0,1 0 0 0 0,1 0 0 0 0,1 1 0 0 0,1 34 0 0 0,2-55-87 0 0,-1 0 0 0 0,1 1-1 0 0,0-1 1 0 0,1 0 0 0 0,-1 0-1 0 0,1 0 1 0 0,0 0-1 0 0,0 0 1 0 0,0 0 0 0 0,1 0-1 0 0,0-1 1 0 0,0 1 0 0 0,6 6-1 0 0,-7-9-43 0 0,0 0 0 0 0,0 0 0 0 0,0-1-1 0 0,0 1 1 0 0,0-1 0 0 0,1 0 0 0 0,-1 1 0 0 0,0-1 0 0 0,1 0-1 0 0,-1 0 1 0 0,1 0 0 0 0,0-1 0 0 0,-1 1 0 0 0,1-1-1 0 0,0 1 1 0 0,-1-1 0 0 0,1 0 0 0 0,0 0 0 0 0,-1 0-1 0 0,1 0 1 0 0,0-1 0 0 0,-1 1 0 0 0,1-1 0 0 0,-1 1-1 0 0,1-1 1 0 0,0 0 0 0 0,-1 0 0 0 0,4-2 0 0 0,3-2-12 0 0,0-1 0 0 0,0 0 0 0 0,0-1 0 0 0,-1 1 0 0 0,0-2 0 0 0,-1 1 0 0 0,1-1 0 0 0,-1 0 0 0 0,-1-1 0 0 0,9-13 0 0 0,-2 1-1 0 0,-2-1 0 0 0,0 0 0 0 0,12-37-1 0 0,38-160 1 0 0,-50 178 0 0 0,-8 12-97 0 0,-2 28 109 0 0,-1 1 1 0 0,0-1-1 0 0,0 0 1 0 0,0 1-1 0 0,0-1 1 0 0,0 1-1 0 0,0-1 1 0 0,0 1-1 0 0,0-1 1 0 0,0 0-1 0 0,0 1 1 0 0,0-1-1 0 0,-1 1 1 0 0,1-1-1 0 0,0 1 1 0 0,0-1-1 0 0,0 1 1 0 0,-1-1-1 0 0,1 1 1 0 0,0-1-1 0 0,-1 1 1 0 0,1-1-1 0 0,0 1 1 0 0,-1-1-1 0 0,1 1 1 0 0,-1 0-1 0 0,1-1 1 0 0,0 1-1 0 0,-1 0 1 0 0,1-1-1 0 0,-1 1 0 0 0,1 0 1 0 0,-1 0-1 0 0,1-1 1 0 0,-1 1-1 0 0,1 0 1 0 0,-1 0-1 0 0,0 0 1 0 0,1 0-1 0 0,-1 0 1 0 0,1 0-1 0 0,-1 0 1 0 0,1 0-1 0 0,-1 0 1 0 0,0 0-1 0 0,0 0 1 0 0,-1 1 20 0 0,1 0 0 0 0,-1 0 0 0 0,1 0 0 0 0,-1 0 1 0 0,1 0-1 0 0,-1 0 0 0 0,1 1 0 0 0,-1-1 0 0 0,1 1 0 0 0,0-1 1 0 0,0 1-1 0 0,0-1 0 0 0,0 1 0 0 0,0-1 0 0 0,0 1 0 0 0,0 0 1 0 0,0 3-1 0 0,-11 35 41 0 0,10-32-58 0 0,-15 81-49 0 0,-12 150 1 0 0,2 0 593 0 0,24-222-473 0 0,-1 14 245 0 0,-3 0-1 0 0,-10 31 1 0 0,15-54-218 0 0,-1 0 0 0 0,-1-1 1 0 0,1 1-1 0 0,-1-1 0 0 0,-1 0 1 0 0,1 0-1 0 0,-1 0 0 0 0,0 0 0 0 0,-1-1 1 0 0,1 0-1 0 0,-1 0 0 0 0,-12 9 0 0 0,12-12-29 0 0,0 0 0 0 0,0 0 0 0 0,0 0 0 0 0,0-1 0 0 0,0 0 0 0 0,0 0 0 0 0,0-1 0 0 0,-1 0 0 0 0,1 0 0 0 0,-1 0-1 0 0,1-1 1 0 0,-1 0 0 0 0,1 0 0 0 0,0-1 0 0 0,-1 0 0 0 0,1 0 0 0 0,-7-2 0 0 0,-1-1-79 0 0,0-1 1 0 0,1 0-1 0 0,-1 0 0 0 0,1-2 0 0 0,1 1 1 0 0,-19-14-1 0 0,17 10-563 0 0,1-1 0 0 0,-23-23-1 0 0,14 7-7352 0 0,16 17 694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30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10594 0 0,'-1'0'133'0'0,"1"0"1"0"0,0 0-1 0 0,0 0 0 0 0,0 0 0 0 0,-1 0 0 0 0,1 0 1 0 0,0 0-1 0 0,0 0 0 0 0,-1 0 0 0 0,1 0 1 0 0,0 0-1 0 0,0 0 0 0 0,0 0 0 0 0,-1 0 0 0 0,1 0 1 0 0,0 1-1 0 0,0-1 0 0 0,0 0 0 0 0,-1 0 0 0 0,1 0 1 0 0,0 0-1 0 0,0 0 0 0 0,0 1 0 0 0,0-1 0 0 0,0 0 1 0 0,-1 0-1 0 0,1 0 0 0 0,0 1 0 0 0,0-1 0 0 0,0 0 1 0 0,0 0-1 0 0,0 0 0 0 0,0 1 0 0 0,0-1 0 0 0,0 0 1 0 0,-7 17 1520 0 0,-4 26-1795 0 0,9-34 646 0 0,-57 222 2771 0 0,56-213-2239 0 0,5-18-200 0 0,4-10-454 0 0,9-26-108 0 0,16-47 0 0 0,-22 51-301 0 0,3 2 0 0 0,22-46 0 0 0,-33 75 28 0 0,-1 0 1 0 0,0 0-1 0 0,1 0 1 0 0,-1 0-1 0 0,1 0 1 0 0,0 0-1 0 0,-1 1 0 0 0,1-1 1 0 0,0 0-1 0 0,-1 0 1 0 0,1 0-1 0 0,0 1 0 0 0,0-1 1 0 0,0 0-1 0 0,0 1 1 0 0,0-1-1 0 0,0 0 1 0 0,0 1-1 0 0,0 0 0 0 0,0-1 1 0 0,1 0-1 0 0,-2 2 3 0 0,1-1 0 0 0,0 0 1 0 0,-1 1-1 0 0,1-1 0 0 0,0 0 0 0 0,-1 1 0 0 0,1-1 0 0 0,-1 1 0 0 0,1-1 0 0 0,-1 1 0 0 0,1-1 0 0 0,-1 1 1 0 0,1-1-1 0 0,-1 1 0 0 0,1 0 0 0 0,-1-1 0 0 0,0 1 0 0 0,1 0 0 0 0,-1-1 0 0 0,0 1 0 0 0,0 0 0 0 0,1 1 1 0 0,1 7 37 0 0,1 1 0 0 0,-2 0 1 0 0,2 11-1 0 0,-3-21-43 0 0,1 67-908 0 0,-1-48-116 0 0,0 0 0 0 0,1 0-1 0 0,4 22 1 0 0,-3-32-5909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31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14 13827 0 0,'-3'-13'2924'0'0,"9"28"1254"0"0,1 0-3744 0 0,6 16 149 0 0,-2 0 0 0 0,-1 1 0 0 0,10 60-1 0 0,3 101 2487 0 0,-22-168-2847 0 0,-1 0 0 0 0,-1 0-1 0 0,-1 0 1 0 0,-1 0 0 0 0,-2-1 0 0 0,0 1 0 0 0,-11 27-1 0 0,6-22-207 0 0,-2-1 0 0 0,-1-1-1 0 0,-2 0 1 0 0,0 0 0 0 0,-25 32-1 0 0,-13 1-2893 0 0,40-47 746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32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44 17972 0 0,'-7'-1'1515'0'0,"8"4"-1302"0"0,7 5 627 0 0,-8-7-318 0 0,6 0-95 0 0,9 2-318 0 0,-1-1 0 0 0,1-1 0 0 0,0 0 0 0 0,0-1 0 0 0,0-1 0 0 0,0 0 0 0 0,-1-1 0 0 0,1-1 0 0 0,-1 0 0 0 0,1-1 0 0 0,-1 0 0 0 0,0-2 0 0 0,0 1 0 0 0,-1-1 0 0 0,17-11 0 0 0,-8 7-1472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32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14283 0 0,'30'5'6266'0'0,"36"1"-3188"0"0,-10-1-2066 0 0,-27-2-634 0 0,0-2 1 0 0,43-3 0 0 0,-56 1-256 0 0,1-2-1 0 0,-1 0 1 0 0,1 0 0 0 0,-1-1-1 0 0,26-11 1 0 0,-26 3 242 0 0,-13 7-317 0 0,-11 5-785 0 0,5 3-2020 0 0,0-2 1132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1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17 14083 0 0,'-14'-11'1300'0'0,"14"10"-1282"0"0,0 1-1 0 0,0 0 1 0 0,0 0 0 0 0,0 0 0 0 0,0 0 0 0 0,0 0-1 0 0,0-1 1 0 0,0 1 0 0 0,0 0 0 0 0,0 0-1 0 0,0 0 1 0 0,0 0 0 0 0,0 0 0 0 0,0-1-1 0 0,0 1 1 0 0,0 0 0 0 0,0 0 0 0 0,0 0-1 0 0,0 0 1 0 0,0 0 0 0 0,0-1 0 0 0,0 1-1 0 0,0 0 1 0 0,0 0 0 0 0,0 0 0 0 0,0 0-1 0 0,1 0 1 0 0,-1 0 0 0 0,0-1 0 0 0,0 1 0 0 0,0 0-1 0 0,0 0 1 0 0,0 0 0 0 0,0 0 0 0 0,0 0-1 0 0,1 0 1 0 0,-1 0 0 0 0,0 0 0 0 0,0 0-1 0 0,0 0 1 0 0,0 0 0 0 0,0 0 0 0 0,1 0-1 0 0,-1 0 1 0 0,0 0 0 0 0,0 0 0 0 0,0 0-1 0 0,32 1 656 0 0,-21 0-675 0 0,35 2 435 0 0,0 3 0 0 0,0 1 0 0 0,85 26-1 0 0,-126-31-418 0 0,-1-1 0 0 0,1 1 0 0 0,-1 0 0 0 0,0 0 0 0 0,1 1 0 0 0,-1-1 0 0 0,0 1 0 0 0,0 0 0 0 0,0 0 0 0 0,-1 0 0 0 0,1 1 0 0 0,-1-1 0 0 0,0 1 0 0 0,0 0 0 0 0,0 0-1 0 0,0 0 1 0 0,-1 0 0 0 0,0 1 0 0 0,1-1 0 0 0,-2 0 0 0 0,1 1 0 0 0,0 0 0 0 0,-1-1 0 0 0,0 1 0 0 0,0 0 0 0 0,0 0 0 0 0,-1 0 0 0 0,0 0 0 0 0,0-1 0 0 0,0 1 0 0 0,0 0 0 0 0,-1 0 0 0 0,0 0 0 0 0,0 0 0 0 0,0-1-1 0 0,-3 9 1 0 0,-13 25-47 0 0,-2-1 0 0 0,-1-1 0 0 0,-32 44 0 0 0,32-50-64 0 0,-1 0 61 0 0,-2-1 1 0 0,0-1-1 0 0,-2-1 0 0 0,-1-1 1 0 0,-1-1-1 0 0,-1-2 0 0 0,-60 39 1 0 0,59-41 172 0 0,28-20-85 0 0,0 0-1 0 0,-1 0 1 0 0,1 0-1 0 0,0 0 1 0 0,0 0-1 0 0,0 0 1 0 0,0 0-1 0 0,0 1 1 0 0,0-1-1 0 0,0 0 1 0 0,0 1 0 0 0,1-1-1 0 0,-1 1 1 0 0,0-1-1 0 0,1 1 1 0 0,-1-1-1 0 0,1 1 1 0 0,0-1-1 0 0,-1 3 1 0 0,2-3-11 0 0,-1-1 1 0 0,0 1-1 0 0,1-1 0 0 0,-1 0 1 0 0,1 1-1 0 0,-1-1 1 0 0,0 1-1 0 0,1-1 0 0 0,-1 0 1 0 0,1 1-1 0 0,-1-1 1 0 0,1 0-1 0 0,0 1 0 0 0,-1-1 1 0 0,1 0-1 0 0,-1 0 1 0 0,1 0-1 0 0,-1 0 0 0 0,1 1 1 0 0,0-1-1 0 0,-1 0 0 0 0,1 0 1 0 0,-1 0-1 0 0,1 0 1 0 0,0 0-1 0 0,-1 0 0 0 0,1-1 1 0 0,-1 1-1 0 0,2 0 1 0 0,23-5 224 0 0,-19 4-122 0 0,224-49 943 0 0,-70 14-532 0 0,-137 30-575 0 0,-13 3-32 0 0,-1 1 0 0 0,1 0-1 0 0,0 0 1 0 0,0 1-1 0 0,0 0 1 0 0,-1 1 0 0 0,14 1-1 0 0,-17 2-759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1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2 121 14283 0 0,'0'-2'210'0'0,"0"1"-1"0"0,-1 0 1 0 0,1-1-1 0 0,0 1 1 0 0,0-1 0 0 0,-1 1-1 0 0,1-1 1 0 0,0 1-1 0 0,0 0 1 0 0,1-1 0 0 0,-1 1-1 0 0,0-1 1 0 0,0 1 0 0 0,1 0-1 0 0,-1-1 1 0 0,1 1-1 0 0,-1-1 1 0 0,1 1 0 0 0,0 0-1 0 0,-1 0 1 0 0,1-1-1 0 0,0 1 1 0 0,0 0 0 0 0,0 0-1 0 0,0 0 1 0 0,1-1-1 0 0,2-3 2 0 0,0 1-1 0 0,0 0 0 0 0,0 0 0 0 0,1 0 0 0 0,6-4 0 0 0,-1 4-79 0 0,-1 1 0 0 0,1-1 0 0 0,0 2 0 0 0,0 0 0 0 0,1 0 0 0 0,-1 0 0 0 0,14 1 0 0 0,-6 0-11 0 0,203-25 282 0 0,-85 19 166 0 0,-136 7-579 0 0,0 0 0 0 0,0 0 0 0 0,0 0 0 0 0,1 0 0 0 0,-1 0 0 0 0,0 0 0 0 0,0 0 0 0 0,0 0 0 0 0,0 0 1 0 0,0 0-1 0 0,1 0 0 0 0,-1 0 0 0 0,0 0 0 0 0,0 0 0 0 0,0 0 0 0 0,0 0 0 0 0,0 0 0 0 0,0 1 0 0 0,0-1 0 0 0,1 0 0 0 0,-1 0 0 0 0,0 0 0 0 0,0 0 0 0 0,0 0 0 0 0,0 0 0 0 0,0 0 0 0 0,0 0 0 0 0,0 1 1 0 0,0-1-1 0 0,0 0 0 0 0,0 0 0 0 0,0 0 0 0 0,0 0 0 0 0,1 0 0 0 0,-1 0 0 0 0,0 1 0 0 0,0-1 0 0 0,0 0 0 0 0,0 0 0 0 0,0 0 0 0 0,0 0 0 0 0,0 0 0 0 0,0 0 0 0 0,0 1 0 0 0,0-1 0 0 0,0 0 0 0 0,-1 0 1 0 0,1 0-1 0 0,0 0 0 0 0,0 0 0 0 0,0 0 0 0 0,0 1 0 0 0,0-1 0 0 0,0 0 0 0 0,0 0 0 0 0,0 0 0 0 0,0 0 0 0 0,0 0 0 0 0,0 0 0 0 0,0 0 0 0 0,-1 1 0 0 0,1-1 0 0 0,0 0 0 0 0,0 0 0 0 0,0 0 0 0 0,0 0 1 0 0,0 0-1 0 0,-1 0 0 0 0,-8 9-2095 0 0,8-8 1662 0 0,-5 5-1116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2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33 2761 0 0,'-3'-6'-1940'0'0,"-3"-8"6966"0"0,6 13-4678 0 0,0 1 0 0 0,0-1 0 0 0,0 1 0 0 0,-1-1 0 0 0,1 1 0 0 0,0-1 0 0 0,0 1 0 0 0,0-1-1 0 0,0 0 1 0 0,0 1 0 0 0,0-1 0 0 0,0 1 0 0 0,0-1 0 0 0,0 1 0 0 0,1-1 0 0 0,-1 1 0 0 0,0-1-1 0 0,0 1 1 0 0,1-2 0 0 0,7 1 1147 0 0,-7 2-1459 0 0,0-1-1 0 0,-1 1 1 0 0,1-1-1 0 0,-1 1 1 0 0,1 0-1 0 0,-1-1 1 0 0,1 1-1 0 0,-1 0 0 0 0,1-1 1 0 0,-1 1-1 0 0,1 0 1 0 0,-1-1-1 0 0,0 1 1 0 0,0 0-1 0 0,1 0 1 0 0,-1 0-1 0 0,0-1 1 0 0,0 1-1 0 0,0 0 1 0 0,0 0-1 0 0,0 0 0 0 0,0 1 1 0 0,0 20 305 0 0,0-20-355 0 0,-1 24 386 0 0,-2 0 0 0 0,-1 0-1 0 0,-12 46 1 0 0,-2 5 479 0 0,15-65-740 0 0,1 0 0 0 0,1-1 0 0 0,0 1 0 0 0,0 0 0 0 0,1 0 0 0 0,1 0 0 0 0,0 0 0 0 0,0 0 0 0 0,5 16 0 0 0,-6-27-109 0 0,1-1 1 0 0,-1 1-1 0 0,0 0 1 0 0,1 0-1 0 0,-1-1 1 0 0,0 1-1 0 0,1 0 1 0 0,-1 0-1 0 0,1-1 0 0 0,-1 1 1 0 0,1 0-1 0 0,-1-1 1 0 0,1 1-1 0 0,0-1 1 0 0,-1 1-1 0 0,1-1 1 0 0,0 1-1 0 0,0-1 1 0 0,-1 1-1 0 0,1-1 1 0 0,0 0-1 0 0,0 1 1 0 0,-1-1-1 0 0,1 0 1 0 0,0 0-1 0 0,0 0 1 0 0,1 1-1 0 0,0-1 7 0 0,0-1 0 0 0,0 1 0 0 0,0 0 0 0 0,0-1 0 0 0,0 1 0 0 0,-1-1 0 0 0,1 0 0 0 0,0 0 0 0 0,0 0 0 0 0,0 1 0 0 0,1-3 0 0 0,4-1 15 0 0,-1-1 0 0 0,-1 1 0 0 0,1-1 0 0 0,-1-1 0 0 0,7-7 0 0 0,-1-4-40 0 0,0-1-1 0 0,14-36 1 0 0,11-17-34 0 0,16-16-3 0 0,-55 94 210 0 0,1 0 1 0 0,0 0-1 0 0,0-1 0 0 0,1 1 1 0 0,0 1-1 0 0,0-1 0 0 0,0 12 1 0 0,1-7-156 0 0,0 0 0 0 0,0 0 0 0 0,2 0 1 0 0,-1 0-1 0 0,5 13 0 0 0,-5-21 7 0 0,1 0 0 0 0,-1 0 0 0 0,1 0 0 0 0,1 0-1 0 0,-1 0 1 0 0,0-1 0 0 0,1 1 0 0 0,0-1 0 0 0,-1 1-1 0 0,1-1 1 0 0,1 0 0 0 0,-1 0 0 0 0,0-1 0 0 0,1 1-1 0 0,0-1 1 0 0,-1 1 0 0 0,1-1 0 0 0,0 0 0 0 0,0-1-1 0 0,0 1 1 0 0,0-1 0 0 0,0 1 0 0 0,1-1 0 0 0,-1-1 0 0 0,0 1-1 0 0,1 0 1 0 0,-1-1 0 0 0,0 0 0 0 0,1 0 0 0 0,-1-1-1 0 0,6 0 1 0 0,-4 0 55 0 0,1 0 0 0 0,-1 0 0 0 0,0-1 0 0 0,0 1 0 0 0,1-2 0 0 0,-2 1 0 0 0,1-1 0 0 0,0 1 0 0 0,0-2 0 0 0,-1 1 0 0 0,1-1 0 0 0,-1 1 0 0 0,0-1 0 0 0,0-1 0 0 0,-1 1 0 0 0,1-1 0 0 0,-1 0 0 0 0,0 0 0 0 0,0 0 0 0 0,-1 0 0 0 0,4-7 0 0 0,-6 8-21 0 0,0-1 0 0 0,0 1 0 0 0,-1 0 0 0 0,1-1 0 0 0,-1 1 0 0 0,0-1 1 0 0,0 1-1 0 0,0 0 0 0 0,-1-1 0 0 0,0 1 0 0 0,1 0 0 0 0,-1-1 0 0 0,-1 1 0 0 0,1 0 0 0 0,-1 0 0 0 0,0 0 0 0 0,0 0 0 0 0,-3-5 0 0 0,-4-6-23 0 0,0 1-1 0 0,-1-1 0 0 0,-16-15 0 0 0,-3 4-1053 0 0,5 12-5302 0 0,6 5-361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2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75 17540 0 0,'-1'-1'52'0'0,"1"1"0"0"0,-1 0 0 0 0,1 0 0 0 0,0-1 0 0 0,-1 1 0 0 0,1 0 0 0 0,0-1 0 0 0,0 1 0 0 0,-1 0 0 0 0,1-1 0 0 0,0 1 0 0 0,0-1 0 0 0,0 1 0 0 0,-1 0 0 0 0,1-1 0 0 0,0 1 0 0 0,0-1 0 0 0,0 1 0 0 0,0-1 0 0 0,0 1 0 0 0,0-1 0 0 0,0 1 0 0 0,0 0 0 0 0,0-1 0 0 0,0 1 0 0 0,0-1 0 0 0,0 1 0 0 0,0-1 0 0 0,0 1 0 0 0,0-1 0 0 0,0 1 0 0 0,1-1 0 0 0,14 1 684 0 0,-7 1-644 0 0,37 4 476 0 0,132 7 517 0 0,-153-11-1048 0 0,1-2 0 0 0,-1-1 0 0 0,1-1 0 0 0,-1-1 0 0 0,26-8 0 0 0,77-39-1156 0 0,-122 48-194 0 0,-2-1-58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2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13363 0 0,'-1'0'146'0'0,"0"0"1"0"0,-1 1 0 0 0,1 0-1 0 0,0-1 1 0 0,0 1-1 0 0,0 0 1 0 0,0 0-1 0 0,0-1 1 0 0,0 1-1 0 0,0 0 1 0 0,1 0-1 0 0,-1 0 1 0 0,0 0 0 0 0,0 0-1 0 0,1 0 1 0 0,-1 0-1 0 0,1 0 1 0 0,-1 1-1 0 0,1-1 1 0 0,-1 0-1 0 0,1 0 1 0 0,-1 0-1 0 0,1 2 1 0 0,-10 37 1061 0 0,8-30-1131 0 0,-7 33 414 0 0,2 1 0 0 0,2 0 0 0 0,1 1 0 0 0,3-1 0 0 0,2 0 0 0 0,7 56 0 0 0,-5-82-423 0 0,1 0-1 0 0,0 0 1 0 0,2 0-1 0 0,0 0 1 0 0,9 19-1 0 0,-14-36-131 0 0,-1 0-1 0 0,0-1 0 0 0,0 1 0 0 0,1 0 1 0 0,-1-1-1 0 0,1 1 0 0 0,-1 0 0 0 0,1-1 1 0 0,-1 1-1 0 0,1 0 0 0 0,-1-1 1 0 0,1 1-1 0 0,-1-1 0 0 0,1 1 0 0 0,0-1 1 0 0,-1 1-1 0 0,1-1 0 0 0,0 0 0 0 0,-1 1 1 0 0,1-1-1 0 0,0 0 0 0 0,0 1 0 0 0,-1-1 1 0 0,1 0-1 0 0,0 0 0 0 0,0 0 1 0 0,0 0-1 0 0,-1 0 0 0 0,1 0 0 0 0,0 0 1 0 0,0 0-1 0 0,0 0 0 0 0,-1 0 0 0 0,1 0 1 0 0,0 0-1 0 0,1-1 0 0 0,1 0-1839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4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40 10858 0 0,'-7'-16'936'0'0,"6"14"-753"0"0,0 0 0 0 0,0-1 1 0 0,0 1-1 0 0,0 0 0 0 0,0 0 1 0 0,0-1-1 0 0,-1 1 0 0 0,1 0 1 0 0,-3-2-1 0 0,4 4-153 0 0,-1 0 0 0 0,1 0 0 0 0,0 0 0 0 0,-1 0 0 0 0,1 0 0 0 0,0 0 0 0 0,-1 0 0 0 0,1 0 0 0 0,0 0 0 0 0,-1 1 0 0 0,1-1 0 0 0,0 0 0 0 0,-1 0 0 0 0,1 0 0 0 0,0 0 0 0 0,0 1 0 0 0,-1-1 0 0 0,1 0 0 0 0,0 0 0 0 0,0 0 0 0 0,-1 1 0 0 0,1-1 0 0 0,0 0 0 0 0,0 0 0 0 0,0 1 0 0 0,-1-1 0 0 0,1 0 0 0 0,0 1 0 0 0,0-1 0 0 0,0 0 0 0 0,0 1 0 0 0,0-1 0 0 0,0 0 0 0 0,0 1 0 0 0,0-1 1 0 0,-1 1-1 0 0,-3 16 380 0 0,3-14-251 0 0,-70 358 3058 0 0,64-288-2993 0 0,3 0 0 0 0,9 132 0 0 0,-5-204-361 0 0,0 1 0 0 0,0-1 1 0 0,0 1-1 0 0,0-1 0 0 0,1 1 0 0 0,-1-1 0 0 0,0 1 1 0 0,0-1-1 0 0,1 0 0 0 0,-1 1 0 0 0,1-1 0 0 0,0 1 1 0 0,-1-1-1 0 0,1 0 0 0 0,0 0 0 0 0,0 1 0 0 0,-1-1 1 0 0,1 0-1 0 0,0 0 0 0 0,0 0 0 0 0,1 0 0 0 0,-1 0 1 0 0,2 1-1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4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73 10306 0 0,'-5'12'323'0'0,"1"1"0"0"0,0 0-1 0 0,1 0 1 0 0,0 0 0 0 0,0 13 0 0 0,-2 68 825 0 0,5-83-1048 0 0,0-2 33 0 0,0-1 0 0 0,0 1 0 0 0,1-1 1 0 0,0 0-1 0 0,1 1 0 0 0,0-1 0 0 0,0 0 0 0 0,1 0 1 0 0,6 14-1 0 0,-7-18-70 0 0,0-1 0 0 0,1 1 0 0 0,-1-1 0 0 0,1 0 0 0 0,0 0 1 0 0,0 0-1 0 0,0 0 0 0 0,0-1 0 0 0,0 1 0 0 0,0-1 0 0 0,1 0 0 0 0,-1 1 0 0 0,1-2 1 0 0,0 1-1 0 0,0 0 0 0 0,-1-1 0 0 0,1 0 0 0 0,0 0 0 0 0,0 0 0 0 0,0 0 0 0 0,8 0 0 0 0,-3-1 21 0 0,-1 0 1 0 0,0-1-1 0 0,1 1 0 0 0,-1-2 0 0 0,0 1 0 0 0,0-1 0 0 0,0-1 0 0 0,0 1 0 0 0,0-1 0 0 0,-1-1 0 0 0,1 1 0 0 0,-1-1 0 0 0,0-1 0 0 0,0 1 0 0 0,0-1 0 0 0,0 0 0 0 0,-1-1 0 0 0,0 0 0 0 0,0 0 0 0 0,5-7 0 0 0,-6 6 36 0 0,0 1 0 0 0,0-1 0 0 0,-1 0 0 0 0,0-1 0 0 0,0 1 0 0 0,-1-1 0 0 0,0 1 0 0 0,-1-1 0 0 0,1 0-1 0 0,-1 0 1 0 0,-1 0 0 0 0,0 0 0 0 0,0-1 0 0 0,0 1 0 0 0,-1 0 0 0 0,0 0 0 0 0,-1-1 0 0 0,0 1 0 0 0,0 0 0 0 0,-4-11 0 0 0,1 6 86 0 0,-1 0 0 0 0,-1 0 0 0 0,0 1 0 0 0,0-1 0 0 0,-2 2-1 0 0,1-1 1 0 0,-12-11 0 0 0,16 18-191 0 0,-1 0 1 0 0,-1 1-1 0 0,1 0 0 0 0,0 0 0 0 0,-1 0 1 0 0,0 1-1 0 0,0-1 0 0 0,0 1 0 0 0,0 0 0 0 0,-1 1 1 0 0,1-1-1 0 0,-1 1 0 0 0,1 0 0 0 0,-1 0 1 0 0,0 1-1 0 0,0 0 0 0 0,0 0 0 0 0,-11-1 0 0 0,15 3-77 0 0,0-1-1 0 0,1 0 0 0 0,-1 0 0 0 0,1 1 0 0 0,-1-1 0 0 0,1 1 0 0 0,-1-1 0 0 0,1 1 1 0 0,-1 0-1 0 0,1 0 0 0 0,-1-1 0 0 0,1 1 0 0 0,0 0 0 0 0,-1 0 0 0 0,1 0 0 0 0,0 0 0 0 0,0 1 1 0 0,0-1-1 0 0,0 0 0 0 0,0 0 0 0 0,-1 3 0 0 0,1-2-274 0 0,0-1 0 0 0,1 1 0 0 0,-1 0 0 0 0,0-1 0 0 0,1 1 0 0 0,0 0 0 0 0,-1 0 0 0 0,1 0 0 0 0,0-1 0 0 0,0 1 0 0 0,0 0 1 0 0,0 2-1 0 0,3 7-5905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4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11 10138 0 0,'-1'-2'224'0'0,"-1"1"0"0"0,0 0 1 0 0,0 0-1 0 0,0 0 0 0 0,0 0 0 0 0,0 1 0 0 0,0-1 0 0 0,0 0 0 0 0,0 1 1 0 0,0-1-1 0 0,0 1 0 0 0,0 0 0 0 0,0 0 0 0 0,0 0 0 0 0,-5 0 0 0 0,-34 6 1389 0 0,38-6-1569 0 0,-9 3 162 0 0,1 1 1 0 0,-1 0 0 0 0,1 1 0 0 0,0 0 0 0 0,0 0 0 0 0,1 1-1 0 0,-1 0 1 0 0,1 1 0 0 0,0 1 0 0 0,1-1 0 0 0,0 1 0 0 0,-13 16 0 0 0,12-13-65 0 0,0 1 0 0 0,1 1 0 0 0,1-1 1 0 0,0 2-1 0 0,1-1 0 0 0,0 1 0 0 0,1 0 1 0 0,1 0-1 0 0,-7 26 0 0 0,11-34-79 0 0,0 0 1 0 0,1 0-1 0 0,0 0 0 0 0,0 0 1 0 0,0 0-1 0 0,1 0 0 0 0,-1-1 1 0 0,1 1-1 0 0,1 0 0 0 0,-1 0 1 0 0,1-1-1 0 0,0 1 0 0 0,6 9 0 0 0,-7-12-58 0 0,0-1-1 0 0,1 0 0 0 0,-1 0 1 0 0,1 0-1 0 0,-1 0 0 0 0,1 0 0 0 0,0 0 1 0 0,0 0-1 0 0,0-1 0 0 0,0 1 1 0 0,0-1-1 0 0,0 1 0 0 0,0-1 1 0 0,1 0-1 0 0,-1 0 0 0 0,1 0 0 0 0,-1 0 1 0 0,0 0-1 0 0,1 0 0 0 0,-1-1 1 0 0,1 1-1 0 0,0-1 0 0 0,-1 0 0 0 0,1 0 1 0 0,-1 0-1 0 0,1 0 0 0 0,0 0 1 0 0,-1 0-1 0 0,1-1 0 0 0,-1 0 0 0 0,1 1 1 0 0,-1-1-1 0 0,4-1 0 0 0,6-4-8 0 0,0 0 0 0 0,0-1-1 0 0,0 0 1 0 0,-1 0 0 0 0,0-2 0 0 0,0 1-1 0 0,-1-1 1 0 0,0-1 0 0 0,-1 0-1 0 0,0 0 1 0 0,-1-1 0 0 0,9-13 0 0 0,-9 11 20 0 0,0 0 1 0 0,-1 0 0 0 0,-1-1-1 0 0,0 0 1 0 0,-1 0 0 0 0,-1 0 0 0 0,0-1-1 0 0,0 1 1 0 0,-2-1 0 0 0,2-28-1 0 0,-4 40 1 0 0,0 0-1 0 0,0 0 1 0 0,0 0-1 0 0,0 0 1 0 0,0 0-1 0 0,-1 0 1 0 0,1 0-1 0 0,-1 0 1 0 0,0 0-1 0 0,0 0 1 0 0,0 1-1 0 0,-1-1 1 0 0,1 0-1 0 0,0 0 1 0 0,-1 1-1 0 0,-2-3 0 0 0,4 5 4 0 0,-1 0 0 0 0,1 0 0 0 0,-1 0-1 0 0,1 0 1 0 0,0 0 0 0 0,-1 0-1 0 0,1 1 1 0 0,-1-1 0 0 0,1 0-1 0 0,0 0 1 0 0,-1 1 0 0 0,1-1-1 0 0,0 0 1 0 0,-1 0 0 0 0,1 1-1 0 0,0-1 1 0 0,0 0 0 0 0,-1 1-1 0 0,1-1 1 0 0,0 0 0 0 0,0 1-1 0 0,-1-1 1 0 0,1 1 0 0 0,0-1-1 0 0,0 0 1 0 0,0 1 0 0 0,0-1-1 0 0,0 1 1 0 0,0-1 0 0 0,0 1-1 0 0,0-1 1 0 0,0 0 0 0 0,0 1-1 0 0,0-1 1 0 0,0 1 0 0 0,0-1 0 0 0,0 0-1 0 0,0 1 1 0 0,-2 20 141 0 0,5 38-87 0 0,14 78 0 0 0,-2-21-30 0 0,-8-46 30 0 0,6 79 357 0 0,-12-124-364 0 0,-2-1 0 0 0,0 0 0 0 0,-2 0 0 0 0,-6 26 0 0 0,7-41-14 0 0,0-1 0 0 0,0 0 0 0 0,-1 0 0 0 0,-1 0 1 0 0,1-1-1 0 0,-1 1 0 0 0,-1-1 0 0 0,1 0 0 0 0,-1 0 0 0 0,-7 7 0 0 0,8-9-10 0 0,-2-1 0 0 0,1 1 0 0 0,0-1 0 0 0,-1-1 0 0 0,0 1 0 0 0,0-1 0 0 0,0 0 0 0 0,0 0 0 0 0,0 0 0 0 0,-1-1 0 0 0,1 0 0 0 0,-14 2 0 0 0,6-2-16 0 0,-1-1 0 0 0,1 0 0 0 0,-1-1 0 0 0,0-1 0 0 0,1 0 0 0 0,-1-1 0 0 0,1 0 1 0 0,0-1-1 0 0,-1-1 0 0 0,1-1 0 0 0,1 0 0 0 0,-1 0 0 0 0,1-1 0 0 0,0-1 0 0 0,-21-14 0 0 0,32 19-225 0 0,-1 1 0 0 0,1-1 0 0 0,0 0 0 0 0,0 0 0 0 0,0 0 0 0 0,0 0 0 0 0,0 0 0 0 0,0 0 0 0 0,1-1 0 0 0,-1 1-1 0 0,1-1 1 0 0,-1 1 0 0 0,1-1 0 0 0,0 1 0 0 0,0-1 0 0 0,0 0 0 0 0,0 0 0 0 0,1 1 0 0 0,-1-1 0 0 0,1 0 0 0 0,-1 0 0 0 0,1-3 0 0 0,2-10-7145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5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8 16852 0 0,'0'-1'58'0'0,"0"1"1"0"0,0 0 0 0 0,0-1 0 0 0,0 1 0 0 0,0 0 0 0 0,0-1 0 0 0,0 1 0 0 0,1 0-1 0 0,-1 0 1 0 0,0-1 0 0 0,0 1 0 0 0,0 0 0 0 0,0-1 0 0 0,1 1 0 0 0,-1 0 0 0 0,0 0 0 0 0,0 0-1 0 0,0-1 1 0 0,1 1 0 0 0,-1 0 0 0 0,0 0 0 0 0,1 0 0 0 0,-1-1 0 0 0,0 1 0 0 0,0 0-1 0 0,1 0 1 0 0,-1 0 0 0 0,0 0 0 0 0,1 0 0 0 0,-1 0 0 0 0,0 0 0 0 0,1 0 0 0 0,-1 0-1 0 0,1 0 1 0 0,17 1 747 0 0,18 11-411 0 0,-34-12-290 0 0,6 3-35 0 0,-1 0 1 0 0,1 1-1 0 0,-1-1 1 0 0,0 2-1 0 0,0-1 1 0 0,-1 0-1 0 0,1 1 1 0 0,-1 1-1 0 0,0-1 1 0 0,0 1-1 0 0,-1 0 1 0 0,9 11 0 0 0,-12-13-58 0 0,0 0 0 0 0,0 0 1 0 0,0 0-1 0 0,-1 0 1 0 0,1 0-1 0 0,-1 0 1 0 0,0 0-1 0 0,0 0 1 0 0,-1 0-1 0 0,1 1 1 0 0,-1-1-1 0 0,0 0 1 0 0,0 0-1 0 0,0 1 0 0 0,-1-1 1 0 0,1 0-1 0 0,-1 0 1 0 0,0 1-1 0 0,-1-1 1 0 0,1 0-1 0 0,-1 0 1 0 0,1 0-1 0 0,-1 0 1 0 0,0-1-1 0 0,-4 6 1 0 0,-4 4 122 0 0,1-2 1 0 0,-2 1 0 0 0,0-1-1 0 0,0-1 1 0 0,-1 0 0 0 0,0-1-1 0 0,-1 0 1 0 0,-25 13 0 0 0,-26 20 830 0 0,61-39-875 0 0,-1 0-1 0 0,0 0 0 0 0,1 0 0 0 0,0 1 1 0 0,-6 7-1 0 0,8-10-82 0 0,1-1-1 0 0,0 1 1 0 0,-1-1 0 0 0,1 1 0 0 0,-1-1-1 0 0,1 1 1 0 0,0 0 0 0 0,0-1 0 0 0,-1 1 0 0 0,1 0-1 0 0,0-1 1 0 0,0 1 0 0 0,0-1 0 0 0,-1 1-1 0 0,1 0 1 0 0,0-1 0 0 0,0 1 0 0 0,0 0 0 0 0,0-1-1 0 0,0 1 1 0 0,1 0 0 0 0,-1-1 0 0 0,0 1-1 0 0,0 0 1 0 0,0-1 0 0 0,0 1 0 0 0,1 0-1 0 0,-1-1 1 0 0,0 1 0 0 0,1-1 0 0 0,-1 1 0 0 0,0-1-1 0 0,1 1 1 0 0,-1 0 0 0 0,1-1 0 0 0,-1 0-1 0 0,1 1 1 0 0,-1-1 0 0 0,1 1 0 0 0,-1-1 0 0 0,1 0-1 0 0,-1 1 1 0 0,1-1 0 0 0,0 0 0 0 0,-1 1-1 0 0,1-1 1 0 0,0 0 0 0 0,-1 0 0 0 0,1 0 0 0 0,1 1-1 0 0,8 1-250 0 0,1 0 0 0 0,-1-1 0 0 0,1 0 0 0 0,-1-1 0 0 0,1 0 1 0 0,0 0-1 0 0,-1-1 0 0 0,1-1 0 0 0,0 0 0 0 0,13-4 0 0 0,-3-1-1244 0 0,0 0 0 0 0,-1-2 0 0 0,37-21-1 0 0,-38 20-5438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5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7 10594 0 0,'-6'-1'35'0'0,"3"-1"173"0"0,0 1 1 0 0,-1 1-1 0 0,1-1 0 0 0,-1 1 0 0 0,1-1 1 0 0,-1 1-1 0 0,-5 0 0 0 0,7 1 26 0 0,1-1 0 0 0,-1 1 1 0 0,0 0-1 0 0,0 0 0 0 0,1 0 0 0 0,-1 0 0 0 0,0 0 1 0 0,1 0-1 0 0,-1 0 0 0 0,1 0 0 0 0,0 0 0 0 0,-1 1 0 0 0,1-1 1 0 0,0 1-1 0 0,0-1 0 0 0,0 1 0 0 0,-1 1 0 0 0,-10 16 305 0 0,2 1-1 0 0,0 0 0 0 0,1 0 0 0 0,1 1 1 0 0,1 0-1 0 0,-6 32 0 0 0,4-3 87 0 0,-5 87-1 0 0,13-112-492 0 0,1 1-1 0 0,1 0 0 0 0,4 26 1 0 0,-3-40-443 0 0,1-1 1 0 0,0 1-1 0 0,0 0 1 0 0,1-1 0 0 0,1 0-1 0 0,0 0 1 0 0,1 0-1 0 0,10 16 1 0 0,-6-16-4469 0 0,2-2-1459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6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178 107 6449 0 0,'-10'-4'514'0'0,"9"4"-282"0"0,1-1-1 0 0,-1 1 0 0 0,1 0 1 0 0,-1 0-1 0 0,1 0 0 0 0,-1 0 1 0 0,1 0-1 0 0,-1 0 0 0 0,1 0 1 0 0,0 0-1 0 0,-1 0 0 0 0,1 0 0 0 0,-1 1 1 0 0,1-1-1 0 0,-1 0 0 0 0,1 0 1 0 0,-1 0-1 0 0,1 1 0 0 0,0-1 1 0 0,-1 0-1 0 0,0 1 0 0 0,-5 10 4583 0 0,2 0-4790 0 0,3-9-416 0 0,-8 31 805 0 0,2 0 0 0 0,0 1 0 0 0,3 0 0 0 0,1 0-1 0 0,1 0 1 0 0,4 51 0 0 0,-1-76-321 0 0,0 0-1 0 0,1-1 1 0 0,0 0-1 0 0,0 1 1 0 0,0-1-1 0 0,1 0 1 0 0,1 0 0 0 0,-1 0-1 0 0,1-1 1 0 0,1 1-1 0 0,7 9 1 0 0,-10-14-82 0 0,0-1-1 0 0,0 0 1 0 0,0 0 0 0 0,0 0 0 0 0,0 0 0 0 0,0 0 0 0 0,1 0 0 0 0,-1-1-1 0 0,1 1 1 0 0,-1-1 0 0 0,1 1 0 0 0,0-1 0 0 0,0 0 0 0 0,-1 0-1 0 0,1-1 1 0 0,0 1 0 0 0,0 0 0 0 0,0-1 0 0 0,0 0 0 0 0,0 1 0 0 0,0-1-1 0 0,0-1 1 0 0,0 1 0 0 0,0 0 0 0 0,0-1 0 0 0,0 1 0 0 0,-1-1-1 0 0,1 0 1 0 0,0 0 0 0 0,0 0 0 0 0,-1 0 0 0 0,1-1 0 0 0,0 1 0 0 0,-1-1-1 0 0,1 1 1 0 0,2-3 0 0 0,5-4 14 0 0,0 0 1 0 0,-1 0-1 0 0,0-1 0 0 0,0 0 0 0 0,0-1 1 0 0,-1 0-1 0 0,-1 0 0 0 0,10-17 0 0 0,-9 10 17 0 0,0 1-1 0 0,-1-1 0 0 0,-1-1 0 0 0,0 1 0 0 0,3-24 1 0 0,-3 1 103 0 0,-3 1 1 0 0,-1-1 0 0 0,-1 0 0 0 0,-10-71 0 0 0,9 110-119 0 0,-3-22 41 0 0,2 22-48 0 0,1 1 1 0 0,0-1-1 0 0,0 0 1 0 0,0 0-1 0 0,0 1 1 0 0,0-1-1 0 0,-1 0 1 0 0,1 0 0 0 0,0 1-1 0 0,-1-1 1 0 0,1 0-1 0 0,0 1 1 0 0,-1-1-1 0 0,1 0 1 0 0,-1 1-1 0 0,1-1 1 0 0,-1 1 0 0 0,1-1-1 0 0,-1 1 1 0 0,1-1-1 0 0,-1 1 1 0 0,0-1-1 0 0,0 0 1 0 0,0 2-5 0 0,1-1 0 0 0,0 1-1 0 0,0-1 1 0 0,-1 0 0 0 0,1 1 0 0 0,0-1 0 0 0,-1 1 0 0 0,1-1 0 0 0,0 0-1 0 0,0 1 1 0 0,0-1 0 0 0,0 1 0 0 0,0-1 0 0 0,-1 1 0 0 0,1-1 0 0 0,0 1-1 0 0,0-1 1 0 0,0 1 0 0 0,0-1 0 0 0,0 1 0 0 0,0-1 0 0 0,1 1 0 0 0,-1-1-1 0 0,0 1 1 0 0,0-1 0 0 0,0 1 0 0 0,3 19-79 0 0,-2-16 95 0 0,21 120-80 0 0,21 144 216 0 0,-38-216-126 0 0,-2 0-1 0 0,-2 0 1 0 0,-8 62-1 0 0,5-99-30 0 0,-1 0-1 0 0,0 0 1 0 0,-1-1-1 0 0,0 1 1 0 0,-2-1-1 0 0,0 0 1 0 0,0 0-1 0 0,-1-1 1 0 0,-1 1 0 0 0,0-2-1 0 0,-18 22 1 0 0,20-27 14 0 0,0 0 0 0 0,-1-1 0 0 0,0 0 1 0 0,0 0-1 0 0,-1-1 0 0 0,0 1 0 0 0,0-2 1 0 0,0 1-1 0 0,0-1 0 0 0,-1 0 0 0 0,1-1 1 0 0,-1 0-1 0 0,0 0 0 0 0,0-1 1 0 0,0 0-1 0 0,-1-1 0 0 0,1 0 0 0 0,0 0 1 0 0,-1-1-1 0 0,-10-1 0 0 0,8-1 16 0 0,1 0 0 0 0,0 0 0 0 0,0-1 0 0 0,0-1 0 0 0,0 0 0 0 0,0 0 0 0 0,1-1 0 0 0,0 0 0 0 0,0-1 0 0 0,-14-11 0 0 0,20 14-152 0 0,0 0 0 0 0,0 0-1 0 0,1 0 1 0 0,0-1 0 0 0,0 1 0 0 0,0-1 0 0 0,0 0 0 0 0,0 1-1 0 0,1-2 1 0 0,-1 1 0 0 0,1 0 0 0 0,0 0 0 0 0,0-1 0 0 0,1 1 0 0 0,-1-1-1 0 0,1 1 1 0 0,0-1 0 0 0,1 0 0 0 0,-1 1 0 0 0,1-1 0 0 0,0 0 0 0 0,0 1-1 0 0,0-1 1 0 0,0 0 0 0 0,1 0 0 0 0,0 1 0 0 0,0-1 0 0 0,2-4 0 0 0,6-10-5104 0 0,2 1-1607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6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 14979 0 0,'-1'17'1072'0'0,"-1"-1"0"0"0,-1 1 0 0 0,-6 19 1 0 0,2-10-505 0 0,2-2-120 0 0,-7 22 112 0 0,3 0 0 0 0,1 1 1 0 0,-1 51-1 0 0,9-98-559 0 0,2 38 230 0 0,-2-36-221 0 0,0 0 0 0 0,1 0-1 0 0,-1 0 1 0 0,0 0-1 0 0,1 0 1 0 0,0 0-1 0 0,-1 0 1 0 0,1-1-1 0 0,0 1 1 0 0,0 0-1 0 0,0 0 1 0 0,0-1 0 0 0,0 1-1 0 0,0 0 1 0 0,3 1-1 0 0,-3-2-57 0 0,-1-1 0 0 0,1 0-1 0 0,0 0 1 0 0,-1 0 0 0 0,1 0-1 0 0,0 0 1 0 0,-1 0 0 0 0,1 0-1 0 0,0 0 1 0 0,-1 0-1 0 0,1 0 1 0 0,0 0 0 0 0,-1 0-1 0 0,1-1 1 0 0,0 1 0 0 0,-1 0-1 0 0,1 0 1 0 0,-1-1 0 0 0,1 1-1 0 0,0 0 1 0 0,-1-1 0 0 0,1 1-1 0 0,-1-1 1 0 0,1 1 0 0 0,-1-1-1 0 0,1 1 1 0 0,-1-1 0 0 0,0 1-1 0 0,1-1 1 0 0,0 0 0 0 0,11-17-3706 0 0,-7 8 2091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16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10 16187 0 0,'-1'-9'1679'0'0,"7"11"-1076"0"0,9 16-12 0 0,-3 7-14 0 0,-2-1 0 0 0,0 2 0 0 0,-1-1 0 0 0,-2 2 0 0 0,8 45 0 0 0,-11-50-289 0 0,-1-5-67 0 0,17 80 899 0 0,9 118 0 0 0,-27-186-1042 0 0,-1 1 0 0 0,-2 0 0 0 0,-1-1 1 0 0,-1 1-1 0 0,-1-1 0 0 0,-2 0 0 0 0,-1 0 1 0 0,-16 44-1 0 0,18-62-279 0 0,-1 1-1 0 0,0-1 1 0 0,-1 0 0 0 0,0-1 0 0 0,0 0-1 0 0,-17 17 1 0 0,-13 3-7716 0 0,24-22 734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37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42 3225 0 0,'-3'0'628'0'0,"-1"0"1"0"0,1 0 0 0 0,0 1 0 0 0,-1 0-1 0 0,1-1 1 0 0,0 1 0 0 0,-5 3-1 0 0,0 0-51 0 0,0 0-1 0 0,0 1 0 0 0,-9 8 0 0 0,-19 11 427 0 0,23-17-569 0 0,0 1-1 0 0,1 0 1 0 0,0 1-1 0 0,0 1 1 0 0,-19 19-1 0 0,30-29-415 0 0,1 1 0 0 0,-1 0 0 0 0,0 0 0 0 0,1 0 0 0 0,-1-1 0 0 0,1 1 0 0 0,-1 0 0 0 0,1 0 0 0 0,-1 0 0 0 0,1 0 0 0 0,-1 0 0 0 0,1 0 0 0 0,0 0 0 0 0,0 0 0 0 0,-1 0 0 0 0,1 0 0 0 0,0 2 0 0 0,0-2-8 0 0,1-1-1 0 0,-1 1 1 0 0,0 0-1 0 0,0-1 1 0 0,1 1 0 0 0,-1-1-1 0 0,0 1 1 0 0,1 0-1 0 0,-1-1 1 0 0,1 1-1 0 0,-1-1 1 0 0,0 1-1 0 0,1-1 1 0 0,0 0 0 0 0,-1 1-1 0 0,1-1 1 0 0,-1 1-1 0 0,1-1 1 0 0,-1 0-1 0 0,2 1 1 0 0,1 0 16 0 0,-1 0 1 0 0,1 0-1 0 0,0-1 1 0 0,0 1-1 0 0,0-1 1 0 0,0 0-1 0 0,-1 1 1 0 0,1-1-1 0 0,0 0 1 0 0,6-2-1 0 0,14-3 181 0 0,41-18 0 0 0,0 1 267 0 0,60-19 318 0 0,-54 16-539 0 0,-69 25-215 0 0,-1 0-1 0 0,1 0 1 0 0,0 0 0 0 0,0 0 0 0 0,0-1 0 0 0,0 1 0 0 0,-1 0 0 0 0,1-1 0 0 0,0 1 0 0 0,0 0 0 0 0,-1-1 0 0 0,1 1 0 0 0,0-1-1 0 0,-1 1 1 0 0,1-1 0 0 0,0 0 0 0 0,-1 1 0 0 0,1-2 0 0 0,-12-4 1091 0 0,-1 0-701 0 0,-19-10 387 0 0,-45-31 0 0 0,68 45-2867 0 0,5 4 841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38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30 6913 0 0,'-5'-4'17'0'0,"3"3"293"0"0,1 0 1 0 0,-1 0-1 0 0,1 0 0 0 0,-1 0 1 0 0,1-1-1 0 0,0 1 0 0 0,-1 0 1 0 0,1-1-1 0 0,0 1 1 0 0,0-1-1 0 0,0 1 0 0 0,0-1 1 0 0,0 1-1 0 0,1-1 0 0 0,-2-1 1 0 0,2 17 2848 0 0,-4 15-2702 0 0,3-24-326 0 0,-2 7-46 0 0,-1 0 0 0 0,0-1-1 0 0,0 0 1 0 0,-1 0 0 0 0,-1 0-1 0 0,0 0 1 0 0,0-1 0 0 0,-1 0-1 0 0,-12 14 1 0 0,3-3-30 0 0,1-2 20 0 0,0 0 1 0 0,-1-1-1 0 0,-1-1 1 0 0,-34 26-1 0 0,43-37 58 0 0,-16 11 535 0 0,23-17-635 0 0,1 1-1 0 0,-1-1 0 0 0,1 1 0 0 0,-1-1 1 0 0,1 1-1 0 0,-1 0 0 0 0,1-1 1 0 0,-1 1-1 0 0,1 0 0 0 0,-1-1 1 0 0,1 1-1 0 0,0 0 0 0 0,-1-1 0 0 0,1 1 1 0 0,0 0-1 0 0,0 0 0 0 0,-1 0 1 0 0,1-1-1 0 0,0 1 0 0 0,0 0 1 0 0,0 0-1 0 0,0 0 0 0 0,0-1 0 0 0,0 1 1 0 0,0 0-1 0 0,1 0 0 0 0,-1 0 1 0 0,0 1-1 0 0,1-2-25 0 0,-1 0-1 0 0,1 1 1 0 0,-1-1-1 0 0,1 0 1 0 0,0 1-1 0 0,-1-1 1 0 0,1 0 0 0 0,-1 0-1 0 0,1 0 1 0 0,0 1-1 0 0,-1-1 1 0 0,1 0 0 0 0,0 0-1 0 0,-1 0 1 0 0,1 0-1 0 0,0 0 1 0 0,-1 0-1 0 0,1 0 1 0 0,-1 0 0 0 0,1 0-1 0 0,0-1 1 0 0,-1 1-1 0 0,1 0 1 0 0,0-1 0 0 0,20-6 85 0 0,-17 6-53 0 0,148-57 297 0 0,-98 32 110 0 0,66-43 0 0 0,-114 65-387 0 0,-3 3-4 0 0,0-1-1 0 0,-1 1 1 0 0,1-1 0 0 0,0 0 0 0 0,-1 0-1 0 0,1-1 1 0 0,-1 1 0 0 0,0 0-1 0 0,0-1 1 0 0,0 1 0 0 0,0-1 0 0 0,3-5-1 0 0,-5 6 2 0 0,1 0-1 0 0,-1 0 1 0 0,0 0-1 0 0,0 0 1 0 0,0 1 0 0 0,0-1-1 0 0,0 0 1 0 0,0 0-1 0 0,-1 0 1 0 0,1 0-1 0 0,0 0 1 0 0,-1 0-1 0 0,0 1 1 0 0,1-1 0 0 0,-1 0-1 0 0,0 0 1 0 0,0 1-1 0 0,0-1 1 0 0,0 0-1 0 0,0 1 1 0 0,0-1-1 0 0,-1 1 1 0 0,-1-2-1 0 0,-8-8 140 0 0,0 1-1 0 0,-1 0 0 0 0,0 0 1 0 0,-1 1-1 0 0,-16-8 0 0 0,10 6-629 0 0,-28-23-1 0 0,47 34 391 0 0,0 0-1 0 0,-1-1 0 0 0,1 1 1 0 0,0 0-1 0 0,0 0 1 0 0,0 0-1 0 0,0 0 1 0 0,0 0-1 0 0,0-1 0 0 0,-1 1 1 0 0,1 0-1 0 0,0 0 1 0 0,0 0-1 0 0,0 0 1 0 0,0 0-1 0 0,-1 0 0 0 0,1 0 1 0 0,0 0-1 0 0,0 0 1 0 0,0 0-1 0 0,0-1 0 0 0,-1 1 1 0 0,1 0-1 0 0,0 0 1 0 0,0 0-1 0 0,0 0 1 0 0,-1 0-1 0 0,1 0 0 0 0,0 1 1 0 0,0-1-1 0 0,0 0 1 0 0,0 0-1 0 0,-1 0 1 0 0,1 0-1 0 0,0 0 0 0 0,0 0 1 0 0,0 0-1 0 0,-1 0 1 0 0,1 0-1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0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223 131 10594 0 0,'-2'-11'500'0'0,"2"7"-161"0"0,0 1 0 0 0,-1-1-1 0 0,0 1 1 0 0,0-1 0 0 0,0 1-1 0 0,0-1 1 0 0,-1 1-1 0 0,1 0 1 0 0,-1 0 0 0 0,-2-4-1 0 0,0 36 1511 0 0,-4 96-886 0 0,-2 85 30 0 0,10-201-953 0 0,1 1 0 0 0,0 0 1 0 0,0-1-1 0 0,1 1 0 0 0,0-1 0 0 0,1 0 0 0 0,0 0 0 0 0,0 0 1 0 0,8 14-1 0 0,-10-20-28 0 0,1-1 0 0 0,-1 0 0 0 0,1 1-1 0 0,0-1 1 0 0,0 0 0 0 0,0 0 0 0 0,0 0 0 0 0,0 0 0 0 0,0-1 0 0 0,1 1 0 0 0,-1-1 0 0 0,0 1 0 0 0,1-1 0 0 0,0 0 0 0 0,2 2-1 0 0,-2-3 6 0 0,0 1 0 0 0,0-1-1 0 0,0 0 1 0 0,0 0 0 0 0,0 0-1 0 0,0 0 1 0 0,0-1 0 0 0,0 1-1 0 0,0-1 1 0 0,0 0 0 0 0,0 0-1 0 0,0 0 1 0 0,0 0 0 0 0,-1 0-1 0 0,1 0 1 0 0,-1-1 0 0 0,4-2-1 0 0,5-4 47 0 0,-1 0-1 0 0,0 0 0 0 0,-1-1 1 0 0,0-1-1 0 0,0 0 1 0 0,-1 0-1 0 0,-1 0 0 0 0,1-1 1 0 0,6-15-1 0 0,-3 5-6 0 0,-1 0 0 0 0,-1-1 0 0 0,-1 0 0 0 0,6-31 0 0 0,-10 32-34 0 0,-1 0 0 0 0,-1 0-1 0 0,-1 0 1 0 0,-1-1 0 0 0,0 1-1 0 0,-2-1 1 0 0,-1 1 0 0 0,0 0-1 0 0,-2 0 1 0 0,0 0-1 0 0,-1 1 1 0 0,-14-31 0 0 0,20 50-11 0 0,-1 0 0 0 0,1 0 0 0 0,0 0 0 0 0,-1 0 0 0 0,1 1 0 0 0,-1-1 1 0 0,1 0-1 0 0,-1 0 0 0 0,0 1 0 0 0,1-1 0 0 0,-1 0 0 0 0,0 0 0 0 0,1 1 0 0 0,-1-1 1 0 0,0 1-1 0 0,0-1 0 0 0,-1 0 0 0 0,2 1-9 0 0,0 0 0 0 0,-1 0-1 0 0,1 1 1 0 0,-1-1 0 0 0,1 0 0 0 0,0 0-1 0 0,0 0 1 0 0,-1 1 0 0 0,1-1 0 0 0,0 0 0 0 0,-1 1-1 0 0,1-1 1 0 0,0 0 0 0 0,0 1 0 0 0,-1-1 0 0 0,1 0-1 0 0,0 1 1 0 0,0-1 0 0 0,0 0 0 0 0,0 1-1 0 0,-1-1 1 0 0,1 0 0 0 0,0 1 0 0 0,0-1 0 0 0,0 1-1 0 0,0 0 1 0 0,-2 34-12 0 0,50 429 26 0 0,-26-274 303 0 0,-22-171-275 0 0,0 1 0 0 0,-1 0 0 0 0,-1 0 1 0 0,0-1-1 0 0,-2 1 0 0 0,0-1 0 0 0,-11 29 1 0 0,11-39 5 0 0,-1 0 0 0 0,0 0 0 0 0,-1-1 1 0 0,0 0-1 0 0,0 0 0 0 0,0 0 0 0 0,-1-1 1 0 0,0 0-1 0 0,-1 0 0 0 0,1-1 0 0 0,-1 0 1 0 0,-1 0-1 0 0,1-1 0 0 0,-1 0 0 0 0,0-1 1 0 0,0 1-1 0 0,0-2 0 0 0,-1 1 0 0 0,-13 2 1 0 0,2-1 70 0 0,-1-1 0 0 0,0-1 0 0 0,0-1 0 0 0,0 0 0 0 0,0-2 0 0 0,0-1 0 0 0,-39-6 0 0 0,25-4-597 0 0,34 10 439 0 0,0 0-1 0 0,1 1 1 0 0,-1-1-1 0 0,0 0 0 0 0,1 0 1 0 0,-1 0-1 0 0,1 0 1 0 0,0 0-1 0 0,-1 0 1 0 0,1-1-1 0 0,0 1 1 0 0,-1 0-1 0 0,1-1 0 0 0,0 1 1 0 0,0-1-1 0 0,0 1 1 0 0,-1-4-1 0 0,2 5-84 0 0,0-1 0 0 0,0 0 0 0 0,0 1 1 0 0,1-1-1 0 0,-1 1 0 0 0,0-1 0 0 0,0 1 0 0 0,1-1 0 0 0,-1 0 0 0 0,0 1 0 0 0,1-1 0 0 0,-1 1 0 0 0,0 0 1 0 0,1-1-1 0 0,-1 1 0 0 0,1-1 0 0 0,-1 1 0 0 0,1 0 0 0 0,-1-1 0 0 0,1 1 0 0 0,-1 0 0 0 0,1-1 0 0 0,-1 1 1 0 0,1 0-1 0 0,1-1 0 0 0,19-6-3667 0 0,-15 5 2721 0 0,15-6-1513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0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16131 0 0,'-1'3'213'0'0,"1"0"-1"0"0,-1 0 0 0 0,1 0 0 0 0,0 0 0 0 0,0 0 0 0 0,0 0 1 0 0,0 0-1 0 0,0 0 0 0 0,2 4 0 0 0,-1 5 51 0 0,-7 382 2744 0 0,3-359-2543 0 0,5 61-1 0 0,-3-86-674 0 0,-3-12-206 0 0,-6-17-6422 0 0,6 7 386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1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3 122 13971 0 0,'0'0'65'0'0,"0"0"1"0"0,0 0-1 0 0,-1 0 0 0 0,1 0 1 0 0,0-1-1 0 0,0 1 0 0 0,0 0 1 0 0,0 0-1 0 0,0 0 0 0 0,0 0 1 0 0,0 0-1 0 0,-1-1 0 0 0,1 1 1 0 0,0 0-1 0 0,0 0 0 0 0,0 0 1 0 0,0 0-1 0 0,0-1 0 0 0,0 1 1 0 0,0 0-1 0 0,0 0 0 0 0,0 0 0 0 0,0 0 1 0 0,0-1-1 0 0,0 1 0 0 0,0 0 1 0 0,0 0-1 0 0,0 0 0 0 0,0-1 1 0 0,0 1-1 0 0,0 0 0 0 0,0 0 1 0 0,0 0-1 0 0,0 0 0 0 0,0-1 1 0 0,1 1-1 0 0,-1 0 0 0 0,0 0 1 0 0,0 0-1 0 0,0 0 0 0 0,0 0 1 0 0,0-1-1 0 0,0 1 0 0 0,1 0 1 0 0,-1 0-1 0 0,0 0 0 0 0,14-8 1518 0 0,32-7-791 0 0,-22 8-344 0 0,53-22-8 0 0,106-23-1 0 0,-158 49-899 0 0,-8 5-4950 0 0,-7 1-981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1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83 11490 0 0,'2'2'72'0'0,"-1"0"0"0"0,0 0 0 0 0,0 0 0 0 0,-1 0 0 0 0,1 0 0 0 0,0 0-1 0 0,-1 0 1 0 0,1 0 0 0 0,-1 0 0 0 0,0 0 0 0 0,0 0 0 0 0,1 0-1 0 0,-1 1 1 0 0,-1-1 0 0 0,1 0 0 0 0,0 0 0 0 0,-1 0 0 0 0,1 0 0 0 0,-1 0-1 0 0,1 0 1 0 0,-1 0 0 0 0,0 0 0 0 0,-2 4 0 0 0,-7 21 766 0 0,1 0 1 0 0,2 1 0 0 0,0 0-1 0 0,2 0 1 0 0,-2 41 0 0 0,6-67-777 0 0,2 1 1 0 0,-1-1 0 0 0,0 1 0 0 0,0-1-1 0 0,1 0 1 0 0,-1 1 0 0 0,1-1 0 0 0,0 0 0 0 0,0 1-1 0 0,0-1 1 0 0,0 0 0 0 0,0 0 0 0 0,0 0-1 0 0,1 0 1 0 0,-1 0 0 0 0,2 2 0 0 0,-2-3-41 0 0,-1-1-1 0 0,1 1 1 0 0,0-1 0 0 0,-1 1 0 0 0,1-1 0 0 0,-1 0 0 0 0,1 1 0 0 0,0-1 0 0 0,-1 0-1 0 0,1 0 1 0 0,0 0 0 0 0,0 1 0 0 0,-1-1 0 0 0,1 0 0 0 0,0 0 0 0 0,-1 0 0 0 0,1 0 0 0 0,0 0-1 0 0,0 0 1 0 0,-1 0 0 0 0,2-1 0 0 0,0 1 4 0 0,-1-1 1 0 0,0 0-1 0 0,1 0 1 0 0,-1 1-1 0 0,1-1 0 0 0,-1 0 1 0 0,0 0-1 0 0,0 0 0 0 0,0-1 1 0 0,1 1-1 0 0,-1 0 1 0 0,0 0-1 0 0,1-3 0 0 0,19-26 2 0 0,30-58-1 0 0,17-28-418 0 0,-68 116 395 0 0,0 0 1 0 0,0 0-1 0 0,0 0 0 0 0,0 0 0 0 0,0 0 0 0 0,0 0 0 0 0,0 0 0 0 0,0 0 1 0 0,0 0-1 0 0,0 0 0 0 0,0 0 0 0 0,1 0 0 0 0,-1 0 0 0 0,0 0 0 0 0,0 0 1 0 0,0 0-1 0 0,0 0 0 0 0,0 0 0 0 0,0 0 0 0 0,0 0 0 0 0,0 0 1 0 0,0 0-1 0 0,0 0 0 0 0,0 0 0 0 0,0 0 0 0 0,0 0 0 0 0,0 0 0 0 0,0 0 1 0 0,0 1-1 0 0,0-2 0 0 0,0 1 0 0 0,1 0 0 0 0,-1 0 0 0 0,0 0 0 0 0,0 0 1 0 0,0 0-1 0 0,0 0 0 0 0,0 0 0 0 0,0 0 0 0 0,0 0 0 0 0,0 0 1 0 0,0 0-1 0 0,0 0 0 0 0,0 0 0 0 0,0 0 0 0 0,0 0 0 0 0,0 0 0 0 0,0 0 1 0 0,0 0-1 0 0,0 0 0 0 0,0 0 0 0 0,0 0 0 0 0,0 0 0 0 0,1 0 1 0 0,-1 0-1 0 0,0 0 0 0 0,0 0 0 0 0,0 0 0 0 0,0 0 0 0 0,0-1 0 0 0,0 1 1 0 0,1 9 109 0 0,-1 16-10 0 0,0-21-45 0 0,0 14 391 0 0,-1 4-381 0 0,2 1 0 0 0,0-1 0 0 0,7 33 0 0 0,-7-49-76 0 0,0-1 0 0 0,1 0 0 0 0,-1 0 0 0 0,1 0-1 0 0,0 0 1 0 0,1 0 0 0 0,-1-1 0 0 0,1 1 0 0 0,0 0 0 0 0,0-1 0 0 0,0 0 0 0 0,0 0 0 0 0,1 0 0 0 0,0 0 0 0 0,0-1 0 0 0,0 1 0 0 0,0-1 0 0 0,1 0 0 0 0,-1 0 0 0 0,7 3-1 0 0,-6-5 49 0 0,0 1-1 0 0,-1-1 0 0 0,1 0 0 0 0,0-1 0 0 0,0 1 0 0 0,0-1 0 0 0,0 0 0 0 0,0 0 1 0 0,0 0-1 0 0,-1-1 0 0 0,1 0 0 0 0,0 0 0 0 0,0 0 0 0 0,-1 0 0 0 0,1-1 0 0 0,0 0 1 0 0,-1 0-1 0 0,1 0 0 0 0,-1-1 0 0 0,0 1 0 0 0,0-1 0 0 0,0 0 0 0 0,0 0 0 0 0,-1 0 0 0 0,6-6 1 0 0,-3 3 74 0 0,0 0 1 0 0,-1-1-1 0 0,0 1 1 0 0,0-1-1 0 0,-1 0 1 0 0,1 0 0 0 0,-1-1-1 0 0,-1 1 1 0 0,0-1-1 0 0,0 0 1 0 0,0 0-1 0 0,-1 0 1 0 0,0 0 0 0 0,1-10-1 0 0,-3 6 19 0 0,-1 0 0 0 0,0 0 0 0 0,-1 0 0 0 0,0 0 0 0 0,-1 1 0 0 0,-5-15 0 0 0,-30-64-174 0 0,35 82-257 0 0,-1 1 1 0 0,0 0-1 0 0,0 1 0 0 0,-7-8 1 0 0,9 11-524 0 0,-1 0 0 0 0,0 0 0 0 0,0 1 1 0 0,0-1-1 0 0,0 1 0 0 0,-5-3 0 0 0,1 1-1218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2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33 17252 0 0,'-25'-13'2414'0'0,"58"15"-414"0"0,7 5-1861 0 0,1-2 0 0 0,-1-2 0 0 0,1-1 0 0 0,51-6-1 0 0,-60 1-706 0 0,0-2 0 0 0,-1-1 0 0 0,40-13 0 0 0,-66 17-1634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2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6913 0 0,'0'0'121'0'0,"0"0"0"0"0,0 0 0 0 0,-1 0 0 0 0,1 0 0 0 0,0 0 0 0 0,0 0-1 0 0,-1 0 1 0 0,1 0 0 0 0,0 0 0 0 0,-1 0 0 0 0,1 0 0 0 0,0 0 0 0 0,0 0-1 0 0,-1 1 1 0 0,1-1 0 0 0,0 0 0 0 0,0 0 0 0 0,0 0 0 0 0,-1 0 0 0 0,1 0-1 0 0,0 1 1 0 0,0-1 0 0 0,0 0 0 0 0,-1 0 0 0 0,1 0 0 0 0,0 1 0 0 0,0-1-1 0 0,0 0 1 0 0,0 0 0 0 0,0 1 0 0 0,-1-1 0 0 0,1 0 0 0 0,0 0 0 0 0,0 1-1 0 0,0-1 1 0 0,0 0 0 0 0,0 1 0 0 0,-5 18 4158 0 0,0 25-1077 0 0,5-41-3565 0 0,-3 30 603 0 0,-3 81 1677 0 0,6-101-1766 0 0,1 0 0 0 0,1 0 0 0 0,0 0-1 0 0,0 0 1 0 0,2 0 0 0 0,7 20 0 0 0,-10-32-195 0 0,-1 0 1 0 0,1 0 0 0 0,0 0-1 0 0,0 0 1 0 0,0 0-1 0 0,0 0 1 0 0,0 0 0 0 0,0-1-1 0 0,0 1 1 0 0,0 0 0 0 0,0-1-1 0 0,0 1 1 0 0,0 0-1 0 0,1-1 1 0 0,-1 1 0 0 0,0-1-1 0 0,0 0 1 0 0,2 1 0 0 0,24 3-1593 0 0,-25-4 1503 0 0,6 0-1595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2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53 17508 0 0,'-1'0'101'0'0,"1"-1"0"0"0,0 1 1 0 0,-1-1-1 0 0,1 1 0 0 0,0-1 1 0 0,-1 1-1 0 0,1-1 0 0 0,0 0 1 0 0,0 1-1 0 0,-1-1 0 0 0,1 1 1 0 0,0-1-1 0 0,0 0 0 0 0,0 1 1 0 0,0-1-1 0 0,0 1 0 0 0,0-1 1 0 0,0 0-1 0 0,0 1 0 0 0,0-1 1 0 0,0 1-1 0 0,1-1 0 0 0,-1 0 1 0 0,0 1-1 0 0,0-1 0 0 0,0 1 1 0 0,1-1-1 0 0,-1 1 0 0 0,0-1 1 0 0,1 0-1 0 0,-1 1 0 0 0,0 0 1 0 0,1-1-1 0 0,-1 1 0 0 0,1-1 1 0 0,0 0-1 0 0,23-19-1598 0 0,-14 13-625 0 0,-5 3 831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4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130 213 12643 0 0,'-30'-29'6903'0'0,"31"29"-6876"0"0,0-1 0 0 0,1 1 0 0 0,-1 0 1 0 0,1-1-1 0 0,-1 1 0 0 0,1 0 1 0 0,-1 0-1 0 0,1 0 0 0 0,-1 0 0 0 0,1 0 1 0 0,1 1-1 0 0,-2-1 8 0 0,1 0 45 0 0,-1 0-41 0 0,0 0 0 0 0,0 1 0 0 0,0-1 0 0 0,-1 0 0 0 0,1 0 0 0 0,0 0 0 0 0,0 0 0 0 0,-1 0 0 0 0,1 0 0 0 0,0 0 0 0 0,0-1 0 0 0,0 1 0 0 0,-1 0-1 0 0,1 0 1 0 0,0-1 0 0 0,0 1 0 0 0,-1 0 0 0 0,1-1 0 0 0,0 1 0 0 0,-1 0 0 0 0,1-1 0 0 0,0 1 0 0 0,-1-1 0 0 0,1 1 0 0 0,-1-1 0 0 0,1 0 0 0 0,-1 1 0 0 0,2-2 0 0 0,-2 2 80 0 0,-8 8 1062 0 0,6-6-1160 0 0,1 0-22 0 0,0-1 0 0 0,0 1 0 0 0,0 0 1 0 0,0-1-1 0 0,-1 1 0 0 0,1-1 0 0 0,-1 0 1 0 0,1 0-1 0 0,-1 1 0 0 0,0-1 0 0 0,1 0 1 0 0,-1 0-1 0 0,0 0 0 0 0,0-1 0 0 0,1 1 1 0 0,-1 0-1 0 0,0-1 0 0 0,0 1 0 0 0,-3 0 0 0 0,5-1-52 0 0,0 1 53 0 0,0-1 91 0 0,-3 3-147 0 0,-8 7 25 0 0,10-9-14 0 0,0 1 1 0 0,0-1-1 0 0,0 1 1 0 0,0 0-1 0 0,0 0 0 0 0,1-1 1 0 0,-1 1-1 0 0,1 0 0 0 0,-1 0 1 0 0,1 0-1 0 0,0 0 0 0 0,0 0 1 0 0,-1 0-1 0 0,2-1 0 0 0,-1 4 1 0 0,4 38 132 0 0,-1-24-199 0 0,2 59 40 0 0,5 51-1 0 0,-8-109 46 0 0,2 0 0 0 0,1 0 0 0 0,0-1 0 0 0,10 24 1 0 0,-14-40 24 0 0,1 0 1 0 0,-1 0 0 0 0,0 0-1 0 0,1 0 1 0 0,0-1 0 0 0,-1 1 0 0 0,1 0-1 0 0,0-1 1 0 0,0 0 0 0 0,1 1 0 0 0,-1-1-1 0 0,0 0 1 0 0,1 0 0 0 0,-1 0-1 0 0,1-1 1 0 0,0 1 0 0 0,-1-1 0 0 0,1 1-1 0 0,0-1 1 0 0,5 1 0 0 0,-4-1 4 0 0,0-1 1 0 0,0 0-1 0 0,0 0 1 0 0,0 0 0 0 0,-1-1-1 0 0,1 1 1 0 0,0-1-1 0 0,0 0 1 0 0,0 0 0 0 0,0 0-1 0 0,-1-1 1 0 0,1 1-1 0 0,-1-1 1 0 0,1 0-1 0 0,-1 0 1 0 0,4-3 0 0 0,1-1 23 0 0,0 0 1 0 0,-1-1 0 0 0,0 0 0 0 0,-1 0 0 0 0,1-1 0 0 0,-2 1 0 0 0,10-15-1 0 0,-3-1 15 0 0,17-40 0 0 0,-18 34-10 0 0,-2-1 1 0 0,-2 1 0 0 0,0-2 0 0 0,-2 1-1 0 0,2-43 1 0 0,-6 4 63 0 0,-8-91 0 0 0,6 153-96 0 0,-3-27 51 0 0,4 33-50 0 0,-1-1 0 0 0,1 1-1 0 0,0-1 1 0 0,-1 1 0 0 0,1 0-1 0 0,-1-1 1 0 0,0 1-1 0 0,1 0 1 0 0,-1-1 0 0 0,0 1-1 0 0,0 0 1 0 0,1 0 0 0 0,-1 0-1 0 0,0 0 1 0 0,0 0 0 0 0,0 0-1 0 0,-1 0 1 0 0,1 0 0 0 0,-1-1-1 0 0,1 2 6 0 0,1 1 0 0 0,-1-1-1 0 0,1 0 1 0 0,-1 0 0 0 0,1 1-1 0 0,-1-1 1 0 0,1 0-1 0 0,0 0 1 0 0,-1 1 0 0 0,1-1-1 0 0,-1 1 1 0 0,1-1-1 0 0,0 0 1 0 0,-1 1 0 0 0,1-1-1 0 0,0 1 1 0 0,-1-1 0 0 0,1 1-1 0 0,0-1 1 0 0,0 1-1 0 0,-1-1 1 0 0,1 1 0 0 0,0-1-1 0 0,0 1 1 0 0,0-1 0 0 0,0 1-1 0 0,0-1 1 0 0,0 1-1 0 0,0-1 1 0 0,0 1 0 0 0,0-1-1 0 0,0 1 1 0 0,0 0 0 0 0,-2 22 0 0 0,2-22-6 0 0,3 417-209 0 0,2-212 421 0 0,1-83-203 0 0,-1 61 154 0 0,-6-159-128 0 0,-1-1 1 0 0,-1 1-1 0 0,-1-1 0 0 0,-1 0 1 0 0,-11 31-1 0 0,13-48 14 0 0,0 0 0 0 0,0 0 0 0 0,0-1 0 0 0,-1 1 0 0 0,1-1 0 0 0,-2 1-1 0 0,1-1 1 0 0,-1 0 0 0 0,0-1 0 0 0,0 1 0 0 0,0-1 0 0 0,-1 0 0 0 0,0 0 0 0 0,0-1 0 0 0,0 0 0 0 0,-1 0-1 0 0,1 0 1 0 0,-1-1 0 0 0,0 0 0 0 0,0 0 0 0 0,0-1 0 0 0,0 0 0 0 0,0 0 0 0 0,-1 0 0 0 0,1-1-1 0 0,-1 0 1 0 0,1-1 0 0 0,-1 0 0 0 0,1 0 0 0 0,-1 0 0 0 0,1-1 0 0 0,-1 0 0 0 0,-8-3 0 0 0,6 1 16 0 0,1 0 1 0 0,1 0-1 0 0,-1-1 1 0 0,0 0-1 0 0,1 0 1 0 0,0-1-1 0 0,0 0 1 0 0,0 0-1 0 0,-9-10 1 0 0,12 11-264 0 0,1-1 1 0 0,-1 1-1 0 0,1-1 1 0 0,1 0-1 0 0,-1-1 1 0 0,-4-8-1 0 0,6 10-404 0 0,1 1 0 0 0,-1-1-1 0 0,1 0 1 0 0,0 1 0 0 0,0-1 0 0 0,1 0-1 0 0,-1 0 1 0 0,1 0 0 0 0,0 0-1 0 0,0 1 1 0 0,0-7 0 0 0,4-4-6570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4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 6913 0 0,'1'0'398'0'0,"1"1"1"0"0,-1 0-1 0 0,0-1 0 0 0,1 1 0 0 0,-1 0 0 0 0,0 0 0 0 0,1 0 0 0 0,-1 0 0 0 0,0 0 0 0 0,0 0 0 0 0,0 0 0 0 0,0 0 0 0 0,0 0 0 0 0,0 0 0 0 0,0 1 0 0 0,0-1 0 0 0,0 0 0 0 0,0 3 0 0 0,13 27 1863 0 0,-12-25-2186 0 0,0 1 0 0 0,-1 0 1 0 0,1 0-1 0 0,-2 1 0 0 0,1-1 1 0 0,-1 0-1 0 0,0 0 0 0 0,0 0 0 0 0,-1 0 1 0 0,0 0-1 0 0,-3 11 0 0 0,0-7-34 0 0,0 0-1 0 0,-1 0 1 0 0,0-1-1 0 0,0 0 1 0 0,-1 0-1 0 0,-11 15 1 0 0,-2-4 155 0 0,0 0-1 0 0,-2 0 1 0 0,0-2 0 0 0,-47 32 0 0 0,35-32 506 0 0,26-16-296 0 0,0 0 1 0 0,0 1-1 0 0,1 0 1 0 0,0 0-1 0 0,-1 1 1 0 0,-7 7-1 0 0,14-12-371 0 0,0 1-1 0 0,-1-1 0 0 0,1 0 1 0 0,0 0-1 0 0,0 0 1 0 0,0 0-1 0 0,0 0 0 0 0,0 0 1 0 0,0 1-1 0 0,0-1 1 0 0,0 0-1 0 0,0 0 0 0 0,0 0 1 0 0,0 0-1 0 0,0 1 1 0 0,0-1-1 0 0,0 0 1 0 0,0 0-1 0 0,0 0 0 0 0,0 0 1 0 0,0 1-1 0 0,0-1 1 0 0,0 0-1 0 0,0 0 0 0 0,0 0 1 0 0,0 0-1 0 0,0 0 1 0 0,0 1-1 0 0,0-1 0 0 0,0 0 1 0 0,0 0-1 0 0,0 0 1 0 0,0 0-1 0 0,0 0 1 0 0,0 1-1 0 0,1-1 0 0 0,-1 0 1 0 0,0 0-1 0 0,0 0 1 0 0,0 0-1 0 0,0 0 0 0 0,0 0 1 0 0,0 0-1 0 0,1 0 1 0 0,-1 1-1 0 0,0-1 0 0 0,0 0 1 0 0,0 0-1 0 0,0 0 1 0 0,1 0-1 0 0,-1 0 1 0 0,0 0-1 0 0,0 0 0 0 0,17 2 445 0 0,15-3-422 0 0,4-4 17 0 0,0-3 1 0 0,-1 0-1 0 0,0-3 0 0 0,35-14 1 0 0,-27 9-38 0 0,-15 7-52 0 0,-2 0-479 0 0,48-22 1 0 0,-73 30 257 0 0,0 1 1 0 0,0-1-1 0 0,0 1 1 0 0,-1-1-1 0 0,1 0 1 0 0,0 1-1 0 0,0-1 1 0 0,0 0-1 0 0,0 0 1 0 0,-1 0-1 0 0,1 0 1 0 0,0 0-1 0 0,-1 1 1 0 0,1-1-1 0 0,-1 0 1 0 0,1-1-1 0 0,-1 1 1 0 0,0 0-1 0 0,1 0 1 0 0,-1-1-1 0 0,0-6-1617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5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47 16131 0 0,'-46'-33'3012'0'0,"45"33"-2973"0"0,1 0-1 0 0,0 0 1 0 0,0 0 0 0 0,0 0 0 0 0,0-1 0 0 0,0 1-1 0 0,0 0 1 0 0,-1 0 0 0 0,1 0 0 0 0,0-1 0 0 0,0 1-1 0 0,0 0 1 0 0,0 0 0 0 0,0 0 0 0 0,0-1 0 0 0,0 1-1 0 0,0 0 1 0 0,0 0 0 0 0,0-1 0 0 0,0 1 0 0 0,0 0-1 0 0,0 0 1 0 0,0 0 0 0 0,0-1 0 0 0,0 1-1 0 0,0 0 1 0 0,1 0 0 0 0,-1 0 0 0 0,0-1 0 0 0,0 1-1 0 0,0 0 1 0 0,0 0 0 0 0,0 0 0 0 0,0-1 0 0 0,1 1-1 0 0,-1 0 1 0 0,0 0 0 0 0,0 0 0 0 0,0 0 0 0 0,0 0-1 0 0,1-1 1 0 0,-1 1 0 0 0,0 0 0 0 0,0 0 0 0 0,0 0-1 0 0,1 0 1 0 0,-1 0 0 0 0,0 0 0 0 0,0 0 0 0 0,0 0-1 0 0,1 0 1 0 0,-1 0 0 0 0,0 0 0 0 0,0 0 0 0 0,1 0-1 0 0,-1 0 1 0 0,0 0 0 0 0,0 0 0 0 0,0 0 0 0 0,1 0-1 0 0,-1 0 1 0 0,0 0 0 0 0,0 0 0 0 0,1 0 0 0 0,124-1 139 0 0,-13 1-104 0 0,16-4-5307 0 0,-120 4-1009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5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14283 0 0,'0'1'95'0'0,"-1"-1"0"0"0,1 0 0 0 0,0 0 1 0 0,-1 1-1 0 0,1-1 0 0 0,-1 0 0 0 0,1 0 0 0 0,-1 1 0 0 0,1-1 0 0 0,0 1 0 0 0,-1-1 1 0 0,1 0-1 0 0,0 1 0 0 0,-1-1 0 0 0,1 1 0 0 0,0-1 0 0 0,0 1 0 0 0,-1-1 0 0 0,1 1 0 0 0,0-1 1 0 0,0 1-1 0 0,0-1 0 0 0,0 1 0 0 0,0-1 0 0 0,-1 1 0 0 0,1-1 0 0 0,0 1 0 0 0,-4 18 413 0 0,-31 247 2553 0 0,34-251-2924 0 0,0 0-1 0 0,2 0 1 0 0,3 26-1 0 0,-3-36-110 0 0,0 0 1 0 0,0 0-1 0 0,1 0 0 0 0,0 0 0 0 0,0 0 0 0 0,0 0 1 0 0,0 0-1 0 0,1-1 0 0 0,-1 1 0 0 0,1-1 0 0 0,0 0 0 0 0,1 0 1 0 0,-1 0-1 0 0,5 4 0 0 0,-5-6-13 0 0,0 0 1 0 0,0 0-1 0 0,-1-1 1 0 0,1 1-1 0 0,0-1 1 0 0,1 0-1 0 0,-1 0 1 0 0,0 0-1 0 0,0 0 1 0 0,0 0-1 0 0,1-1 0 0 0,-1 1 1 0 0,0-1-1 0 0,1 0 1 0 0,-1 0-1 0 0,0 0 1 0 0,1-1-1 0 0,-1 1 1 0 0,0-1-1 0 0,1 1 1 0 0,-1-1-1 0 0,0 0 1 0 0,0-1-1 0 0,0 1 0 0 0,0 0 1 0 0,0-1-1 0 0,0 0 1 0 0,0 0-1 0 0,2-2 1 0 0,6-4 12 0 0,-1 0 1 0 0,0-1 0 0 0,-1 0 0 0 0,0 0-1 0 0,-1-1 1 0 0,8-11 0 0 0,0-5-191 0 0,21-41 0 0 0,6-11-92 0 0,-33 58 193 0 0,-10 19 50 0 0,-4 13 118 0 0,-2 6-37 0 0,1 0 1 0 0,1 1 0 0 0,1-1-1 0 0,-1 37 1 0 0,3-46-66 0 0,1-1 0 0 0,1 1 1 0 0,0 0-1 0 0,0-1 1 0 0,0 1-1 0 0,1-1 0 0 0,1 1 1 0 0,-1-1-1 0 0,1 0 0 0 0,1 0 1 0 0,-1 0-1 0 0,10 14 1 0 0,-10-19 24 0 0,0-1 0 0 0,0 1 0 0 0,0-1 0 0 0,0 1 1 0 0,0-1-1 0 0,0 0 0 0 0,0 0 0 0 0,1-1 0 0 0,-1 1 1 0 0,1 0-1 0 0,0-1 0 0 0,-1 0 0 0 0,1 0 0 0 0,0 0 1 0 0,0-1-1 0 0,0 1 0 0 0,-1-1 0 0 0,1 0 0 0 0,0 0 1 0 0,0 0-1 0 0,0-1 0 0 0,0 1 0 0 0,-1-1 0 0 0,1 0 1 0 0,6-2-1 0 0,-4 1 26 0 0,1 0 1 0 0,-1 0 0 0 0,0-1-1 0 0,0 1 1 0 0,-1-1-1 0 0,1-1 1 0 0,-1 1 0 0 0,1-1-1 0 0,-1 0 1 0 0,0 0 0 0 0,0-1-1 0 0,-1 1 1 0 0,1-1-1 0 0,4-7 1 0 0,-5 4 19 0 0,-1 1-1 0 0,-1-1 1 0 0,1 1-1 0 0,-1-1 1 0 0,0 0-1 0 0,-1 0 1 0 0,0 0-1 0 0,0 0 1 0 0,-1 0 0 0 0,0 0-1 0 0,0 0 1 0 0,-1 0-1 0 0,0 0 1 0 0,-1 0-1 0 0,1 0 1 0 0,-5-12-1 0 0,-1 1-306 0 0,0 1 0 0 0,-1 0 0 0 0,0 1-1 0 0,-2-1 1 0 0,-18-26 0 0 0,6 15-3356 0 0,11 15-3683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6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32 127 19356 0 0,'-6'-3'690'0'0,"4"2"-540"0"0,-1 0-1 0 0,1 0 1 0 0,-1 0-1 0 0,1 0 1 0 0,0-1 0 0 0,-1 1-1 0 0,1-1 1 0 0,0 0-1 0 0,-2-2 1 0 0,34 2 1326 0 0,25 2-1495 0 0,1-2-1 0 0,-1-3 1 0 0,0-2-1 0 0,0-2 0 0 0,104-34 1 0 0,-97 15-199 0 0,-41 17-2674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6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17052 0 0,'-1'5'215'0'0,"-1"0"0"0"0,1 0 0 0 0,1-1 0 0 0,-1 1 1 0 0,1 0-1 0 0,0 0 0 0 0,0 0 0 0 0,0 0 0 0 0,1 0 1 0 0,-1 0-1 0 0,3 5 0 0 0,-1 13 14 0 0,4 39 237 0 0,3 1 0 0 0,30 114 0 0 0,-16-130-1911 0 0,-21-41 465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6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 3225 0 0,'0'0'472'0'0,"0"-1"-236"0"0,-1 1 1 0 0,1 0-1 0 0,0 0 0 0 0,-1 0 0 0 0,1-1 1 0 0,0 1-1 0 0,-1 0 0 0 0,1 0 0 0 0,0 0 1 0 0,-1 0-1 0 0,1 0 0 0 0,0 0 0 0 0,-1-1 0 0 0,1 1 1 0 0,0 0-1 0 0,-1 0 0 0 0,1 0 0 0 0,-1 0 1 0 0,1 0-1 0 0,0 0 0 0 0,-1 1 0 0 0,1-1 1 0 0,0 0-1 0 0,-1 0 0 0 0,1 0 0 0 0,0 0 1 0 0,-1 0-1 0 0,1 0 0 0 0,0 1 0 0 0,-1-1 1 0 0,1 0-1 0 0,0 0 0 0 0,-1 1 0 0 0,1-1 0 0 0,0 0 1 0 0,-12 18 3918 0 0,10-14-3588 0 0,1-1 0 0 0,-1 1 0 0 0,1 0 0 0 0,0 0-1 0 0,0 0 1 0 0,0 0 0 0 0,1 0 0 0 0,-1 8 0 0 0,3-5-488 0 0,0 1 1 0 0,1-1-1 0 0,-1 0 0 0 0,1 1 0 0 0,0-1 0 0 0,8 11 0 0 0,-7-12-1058 0 0,0-1-1 0 0,0-1 1 0 0,0 1 0 0 0,0 0-1 0 0,7 4 1 0 0,-1-2-1051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6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11522 0 0,'4'11'6804'0'0,"4"13"-5591"0"0,0 5-214 0 0,-8-25-1007 0 0,1 0 0 0 0,0 0-1 0 0,0 1 1 0 0,0-1-1 0 0,0 0 1 0 0,1 0-1 0 0,-1 0 1 0 0,1 0-1 0 0,0 0 1 0 0,0-1-1 0 0,1 1 1 0 0,5 6-1 0 0,-7-10-264 0 0,1 1-1 0 0,-1 0 0 0 0,1-1 0 0 0,0 0 0 0 0,-1 1 0 0 0,1-1 1 0 0,0 0-1 0 0,-1 0 0 0 0,1 0 0 0 0,0 0 0 0 0,-1 0 0 0 0,1 0 1 0 0,0 0-1 0 0,-1-1 0 0 0,1 1 0 0 0,0-1 0 0 0,1 0 0 0 0,8-3-1422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7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14139 0 0,'2'6'516'0'0,"0"1"0"0"0,1-1 0 0 0,0 0 1 0 0,0-1-1 0 0,0 1 0 0 0,1-1 0 0 0,0 1 0 0 0,5 4 0 0 0,40 42 2068 0 0,-28-33-1195 0 0,-8-6-675 0 0,0-2 0 0 0,24 17 0 0 0,-34-20-6308 0 0,-3-6 3693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7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222 271 11522 0 0,'0'0'125'0'0,"0"0"-1"0"0,0 0 0 0 0,-1 0 0 0 0,1 0 0 0 0,0 0 1 0 0,-1 0-1 0 0,1 1 0 0 0,0-1 0 0 0,-1 0 0 0 0,1 0 1 0 0,0 0-1 0 0,0 0 0 0 0,-1 1 0 0 0,1-1 0 0 0,0 0 0 0 0,0 0 1 0 0,0 0-1 0 0,-1 1 0 0 0,1-1 0 0 0,0 0 0 0 0,0 1 1 0 0,0-1-1 0 0,0 0 0 0 0,-1 0 0 0 0,1 1 0 0 0,0-1 0 0 0,0 0 1 0 0,0 1-1 0 0,0-1 0 0 0,0 0 0 0 0,0 0 0 0 0,0 1 1 0 0,0 0-1 0 0,-8 24 1498 0 0,-4 26-946 0 0,-6 77 830 0 0,17-112-1288 0 0,1 1 1 0 0,0 0-1 0 0,1 0 0 0 0,1 0 1 0 0,6 27-1 0 0,-7-41-173 0 0,0 0 0 0 0,0 1 0 0 0,1-1 0 0 0,-1 0 0 0 0,0 1 0 0 0,1-1 0 0 0,0 0 0 0 0,0 0 0 0 0,0 0 0 0 0,0-1 0 0 0,0 1 0 0 0,1 0 0 0 0,-1-1 0 0 0,6 5 0 0 0,-5-6-28 0 0,-1 0 0 0 0,0 0 0 0 0,0 0 0 0 0,1 0 0 0 0,-1-1 0 0 0,1 1 0 0 0,-1-1 0 0 0,0 1 0 0 0,1-1 0 0 0,-1 0 0 0 0,1 0 0 0 0,-1 0 0 0 0,1 0 0 0 0,-1-1 0 0 0,1 1 0 0 0,-1-1 0 0 0,0 1 0 0 0,1-1 0 0 0,-1 0 0 0 0,0 0 0 0 0,1 0 0 0 0,1-2 0 0 0,9-4 8 0 0,-1-1 0 0 0,0 0 0 0 0,-1 0 0 0 0,0-2 0 0 0,0 1 0 0 0,-1-1 0 0 0,0-1 0 0 0,-1 0 1 0 0,0 0-1 0 0,11-19 0 0 0,-7 7 20 0 0,0-2 1 0 0,-1 0 0 0 0,-1 0-1 0 0,10-41 1 0 0,-11 32-64 0 0,-2 0 0 0 0,-2-1 0 0 0,-1 0 0 0 0,-2 0 0 0 0,-1-1 0 0 0,-2 1 0 0 0,-5-44 0 0 0,-4 46 111 0 0,0 19-2 0 0,8 14-88 0 0,1 0 0 0 0,0 0 0 0 0,-1 0 0 0 0,1-1 0 0 0,-1 1-1 0 0,1 0 1 0 0,0 0 0 0 0,-1 0 0 0 0,1 0 0 0 0,-1 0 0 0 0,1 0-1 0 0,0 0 1 0 0,-1 0 0 0 0,1 0 0 0 0,-1 0 0 0 0,1 0 0 0 0,0 0 0 0 0,-1 1-1 0 0,1-1 1 0 0,-1 0 0 0 0,1 0 0 0 0,0 0 0 0 0,-1 0 0 0 0,1 1 0 0 0,0-1-1 0 0,-1 0 1 0 0,1 0 0 0 0,0 1 0 0 0,-1-1 0 0 0,1 0 0 0 0,0 1-1 0 0,0-1 1 0 0,-1 1 0 0 0,-2 4 25 0 0,0 1 1 0 0,1 0-1 0 0,0-1 0 0 0,0 1 0 0 0,0 0 1 0 0,1 0-1 0 0,-1 0 0 0 0,1 0 0 0 0,1 1 1 0 0,-1-1-1 0 0,2 9 0 0 0,-2 2-36 0 0,0 413 0 0 0,7-280 259 0 0,-5-106-112 0 0,-2 0 0 0 0,-2 0 0 0 0,-1 0 0 0 0,-13 50 1 0 0,13-78-19 0 0,0-1 1 0 0,-1 0 0 0 0,0 1-1 0 0,-2-2 1 0 0,1 1-1 0 0,-2-1 1 0 0,0 0 0 0 0,-1 0-1 0 0,0-1 1 0 0,-1 0 0 0 0,0-1-1 0 0,-1 0 1 0 0,-1-1 0 0 0,-21 17-1 0 0,24-22-94 0 0,-1-1-1 0 0,1 0 1 0 0,-1-1 0 0 0,0 0 0 0 0,0 0-1 0 0,0-1 1 0 0,-1 0 0 0 0,1-1-1 0 0,-1-1 1 0 0,1 1 0 0 0,-1-2-1 0 0,0 1 1 0 0,1-1 0 0 0,-1-1-1 0 0,0 0 1 0 0,1-1 0 0 0,-1 0-1 0 0,1 0 1 0 0,0-1 0 0 0,-1 0-1 0 0,1-1 1 0 0,1 0 0 0 0,-1-1-1 0 0,1 0 1 0 0,-12-8 0 0 0,20 13-131 0 0,0-1 0 0 0,0 0 0 0 0,0 1 0 0 0,0-1 0 0 0,0 0 0 0 0,0 0 0 0 0,0 1 0 0 0,0-1 1 0 0,0 0-1 0 0,0 0 0 0 0,0 0 0 0 0,0 0 0 0 0,0 0 0 0 0,1 0 0 0 0,-1-1 0 0 0,0 1 0 0 0,1 0 0 0 0,-1 0 1 0 0,1 0-1 0 0,-1-1 0 0 0,1 1 0 0 0,0 0 0 0 0,0-1 0 0 0,-1 1 0 0 0,1 0 0 0 0,0-1 0 0 0,0 1 0 0 0,0 0 0 0 0,1-1 1 0 0,-1 1-1 0 0,0 0 0 0 0,1-2 0 0 0,5-5-1472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8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62 12411 0 0,'-11'-12'766'0'0,"7"5"-508"0"0,-2 1 0 0 0,1 0 0 0 0,-1 1 0 0 0,1-1 0 0 0,-13-8-1 0 0,17 14-217 0 0,1 0 0 0 0,0 0 0 0 0,-1 0 0 0 0,1 0 0 0 0,0 0 0 0 0,-1 0 0 0 0,1 0 0 0 0,-1 0 0 0 0,1 0 0 0 0,0 0 0 0 0,-1 0 0 0 0,1 0 0 0 0,0 0 0 0 0,-1 0 0 0 0,1 0 0 0 0,0 1 0 0 0,-1-1 0 0 0,1 0 0 0 0,0 0 0 0 0,-1 0 0 0 0,1 1-1 0 0,0-1 1 0 0,-1 0 0 0 0,1 0 0 0 0,0 0 0 0 0,-1 1 0 0 0,1-1 0 0 0,0 0 0 0 0,0 1 0 0 0,0-1 0 0 0,-1 0 0 0 0,1 1 0 0 0,0-1 0 0 0,0 0 0 0 0,0 1 0 0 0,0-1 0 0 0,0 0 0 0 0,-1 1 0 0 0,1-1 0 0 0,0 1 0 0 0,0-1 0 0 0,0 1-1 0 0,-3 20 871 0 0,3-19-749 0 0,-13 84 1573 0 0,7-58-1309 0 0,2 0-1 0 0,1 0 1 0 0,1 0-1 0 0,2 34 1 0 0,0-59-411 0 0,1-1 0 0 0,-1 0-1 0 0,1 1 1 0 0,0-1 0 0 0,-1 0 0 0 0,1 0 0 0 0,0 0-1 0 0,0 0 1 0 0,1 0 0 0 0,-1 0 0 0 0,0 0 0 0 0,1 0 0 0 0,1 3-1 0 0,-2-5-11 0 0,0 1 0 0 0,-1-1-1 0 0,1 1 1 0 0,0-1 0 0 0,0 1-1 0 0,-1-1 1 0 0,1 1-1 0 0,0-1 1 0 0,0 0 0 0 0,-1 1-1 0 0,1-1 1 0 0,0 0 0 0 0,0 0-1 0 0,0 0 1 0 0,0 0-1 0 0,-1 0 1 0 0,1 0 0 0 0,0 0-1 0 0,0 0 1 0 0,0 0 0 0 0,0 0-1 0 0,0 0 1 0 0,-1 0 0 0 0,1 0-1 0 0,0-1 1 0 0,0 1-1 0 0,0 0 1 0 0,-1-1 0 0 0,1 1-1 0 0,0 0 1 0 0,0-1 0 0 0,-1 1-1 0 0,1-1 1 0 0,0 1-1 0 0,-1-1 1 0 0,1 0 0 0 0,-1 1-1 0 0,1-1 1 0 0,0-1 0 0 0,8-8-96 0 0,-1-2 1 0 0,0 1 0 0 0,0-1-1 0 0,10-23 1 0 0,19-58-70 0 0,-14 33 78 0 0,-20 52 90 0 0,2-5-37 0 0,1 0-1 0 0,8-14 1 0 0,-12 25 54 0 0,-1-1 0 0 0,0 1 0 0 0,1 0-1 0 0,0 0 1 0 0,-1 0 0 0 0,1 0 0 0 0,0 0 0 0 0,0 0-1 0 0,0 0 1 0 0,0 1 0 0 0,0-1 0 0 0,1 1 0 0 0,-1-1-1 0 0,0 1 1 0 0,1 0 0 0 0,-1 0 0 0 0,1 0 0 0 0,3-1 0 0 0,-5 3 33 0 0,1-1 0 0 0,0 0 0 0 0,0 1 0 0 0,-1-1 0 0 0,1 1 0 0 0,0 0 0 0 0,-1-1 0 0 0,1 1 0 0 0,-1 0 0 0 0,1 0 0 0 0,-1 0 0 0 0,1 0 0 0 0,-1 0 0 0 0,0 1 0 0 0,1-1 0 0 0,-1 0 0 0 0,0 1 0 0 0,0-1 0 0 0,0 0 0 0 0,0 1 0 0 0,0-1 0 0 0,0 1 0 0 0,0 2 0 0 0,19 42 428 0 0,-18-41-409 0 0,8 25 81 0 0,-1 2 0 0 0,-2-1 1 0 0,-1 1-1 0 0,-1 0 0 0 0,-2 0 0 0 0,-1 38 0 0 0,-7-49-399 0 0,5-20 53 0 0,0-1 0 0 0,-1 1 0 0 0,1 0 0 0 0,0-1 0 0 0,-1 1 0 0 0,1-1 0 0 0,-1 1 0 0 0,1-1 1 0 0,-1 1-1 0 0,1-1 0 0 0,-1 1 0 0 0,0-1 0 0 0,1 0 0 0 0,-1 1 0 0 0,1-1 0 0 0,-1 0 0 0 0,-1 1 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8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90 16067 0 0,'0'0'104'0'0,"-1"-1"-1"0"0,1 0 1 0 0,-1 0-1 0 0,1 0 1 0 0,0 0-1 0 0,0 0 1 0 0,0 0-1 0 0,-1 0 1 0 0,1 0-1 0 0,0 0 0 0 0,0 0 1 0 0,0 0-1 0 0,0 1 1 0 0,0-1-1 0 0,1 0 1 0 0,-1 0-1 0 0,0 0 1 0 0,0 0-1 0 0,1 0 1 0 0,-1 0-1 0 0,0 0 1 0 0,1 0-1 0 0,-1 1 0 0 0,1-1 1 0 0,-1 0-1 0 0,1 0 1 0 0,0 1-1 0 0,-1-1 1 0 0,1 0-1 0 0,-1 0 1 0 0,1 1-1 0 0,0-1 1 0 0,0 1-1 0 0,0-1 1 0 0,-1 1-1 0 0,1-1 0 0 0,0 1 1 0 0,0 0-1 0 0,0-1 1 0 0,1 1-1 0 0,5-5 170 0 0,3-1-38 0 0,1 0 0 0 0,-1 1 0 0 0,1 0 0 0 0,0 1 0 0 0,1 0 0 0 0,14-2 0 0 0,24-3-1395 0 0,-1 3-4576 0 0,-27 4-857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9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 17596 0 0,'-1'0'51'0'0,"1"0"0"0"0,0 0 1 0 0,-1 0-1 0 0,1-1 0 0 0,0 1 0 0 0,-1 0 1 0 0,1 0-1 0 0,0 0 0 0 0,-1 0 1 0 0,1 0-1 0 0,-1 0 0 0 0,1-1 0 0 0,0 1 1 0 0,-1 0-1 0 0,1 0 0 0 0,-1 0 1 0 0,1 0-1 0 0,0 1 0 0 0,-1-1 0 0 0,1 0 1 0 0,-1 0-1 0 0,1 0 0 0 0,0 0 1 0 0,-1 0-1 0 0,1 0 0 0 0,0 0 0 0 0,-1 1 1 0 0,1-1-1 0 0,0 0 0 0 0,-1 0 1 0 0,1 1-1 0 0,-1-1 0 0 0,-6 16 597 0 0,3 30-640 0 0,3-31 187 0 0,-3 16-96 0 0,-3 52 326 0 0,7-75-385 0 0,0 1 0 0 0,1-1 1 0 0,0 0-1 0 0,0 0 1 0 0,1 0-1 0 0,-1 0 0 0 0,7 14 1 0 0,-8-21-35 0 0,1-1-1 0 0,-1 1 1 0 0,1 0 0 0 0,-1-1 0 0 0,1 1 0 0 0,-1 0 0 0 0,1-1-1 0 0,-1 1 1 0 0,1 0 0 0 0,0-1 0 0 0,0 1 0 0 0,-1-1-1 0 0,1 1 1 0 0,0-1 0 0 0,0 0 0 0 0,-1 1 0 0 0,1-1 0 0 0,0 0-1 0 0,0 0 1 0 0,0 1 0 0 0,-1-1 0 0 0,1 0 0 0 0,0 0-1 0 0,0 0 1 0 0,0 0 0 0 0,0 0 0 0 0,0 0 0 0 0,0 0 0 0 0,-1 0-1 0 0,1 0 1 0 0,0-1 0 0 0,0 1 0 0 0,0 0 0 0 0,-1-1 0 0 0,1 1-1 0 0,0 0 1 0 0,0-1 0 0 0,0 1 0 0 0,-1-1 0 0 0,1 1-1 0 0,0-1 1 0 0,0 0 0 0 0,32-27 237 0 0,-31 25-237 0 0,16-14-77 0 0,-2 0 1 0 0,0-2-1 0 0,-1 0 1 0 0,24-42 0 0 0,-31 48 9 0 0,-3 5 19 0 0,0-1-1 0 0,-1 1 1 0 0,0-1-1 0 0,0 0 1 0 0,-1 0-1 0 0,0 0 1 0 0,4-18-1 0 0,-7 26 48 0 0,0 1-1 0 0,0 0 0 0 0,0 0 0 0 0,0-1 0 0 0,0 1 0 0 0,0 0 0 0 0,0 0 0 0 0,0 0 1 0 0,0-1-1 0 0,0 1 0 0 0,0 0 0 0 0,0 0 0 0 0,0-1 0 0 0,0 1 0 0 0,0 0 1 0 0,0 0-1 0 0,0-1 0 0 0,0 1 0 0 0,0 0 0 0 0,0 0 0 0 0,0-1 0 0 0,0 1 0 0 0,0 0 1 0 0,0 0-1 0 0,-1 0 0 0 0,1-1 0 0 0,0 1 0 0 0,0 0 0 0 0,0 0 0 0 0,0 0 0 0 0,-1 0 1 0 0,1-1-1 0 0,0 1 0 0 0,0 0 0 0 0,0 0 0 0 0,-1 0 0 0 0,1 0 0 0 0,0 0 1 0 0,0 0-1 0 0,0 0 0 0 0,-1-1 0 0 0,-7 9 383 0 0,-6 16 227 0 0,7-8-560 0 0,1-1 0 0 0,0 1 1 0 0,1 1-1 0 0,-4 25 0 0 0,8-35-48 0 0,0 1 0 0 0,0-1 1 0 0,1 0-1 0 0,0 1 0 0 0,0-1 0 0 0,1 0 1 0 0,0 1-1 0 0,0-1 0 0 0,1 0 1 0 0,0 0-1 0 0,0 0 0 0 0,6 13 0 0 0,-6-17 12 0 0,0 0-1 0 0,0 0 1 0 0,0 0-1 0 0,0-1 1 0 0,0 1-1 0 0,1-1 1 0 0,-1 1-1 0 0,1-1 0 0 0,-1 0 1 0 0,1 0-1 0 0,0 0 1 0 0,0-1-1 0 0,0 1 1 0 0,0-1-1 0 0,0 0 1 0 0,5 2-1 0 0,-3-2 49 0 0,1 0 0 0 0,-1 0 0 0 0,0-1 0 0 0,0 0 0 0 0,0 0 1 0 0,1 0-1 0 0,-1 0 0 0 0,0-1 0 0 0,0 0 0 0 0,6-2 0 0 0,-4 1 37 0 0,0 0 0 0 0,0-1 0 0 0,0 0 0 0 0,0 0 0 0 0,0-1 0 0 0,-1 0 1 0 0,0 0-1 0 0,1 0 0 0 0,-1-1 0 0 0,-1 0 0 0 0,1 0 0 0 0,-1-1 0 0 0,0 1 0 0 0,7-12 0 0 0,-10 15-78 0 0,-1-1 0 0 0,0 0 0 0 0,0 1 0 0 0,0-1 0 0 0,0 0 0 0 0,0 0 0 0 0,-1 0 0 0 0,1 0 0 0 0,-1 0 0 0 0,0 0 0 0 0,0 0 0 0 0,0 0 0 0 0,0 0 0 0 0,0 0-1 0 0,-1 0 1 0 0,1 0 0 0 0,-1 0 0 0 0,0 1 0 0 0,0-1 0 0 0,0 0 0 0 0,0 0 0 0 0,-1 1 0 0 0,1-1 0 0 0,-2-2 0 0 0,-23-26-2025 0 0,-5 6-5166 0 0,12 14 137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9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26 12899 0 0,'-1'-1'133'0'0,"1"0"-1"0"0,-1 0 1 0 0,0 1 0 0 0,1-1 0 0 0,-1 0 0 0 0,0 0 0 0 0,1 0-1 0 0,-1 0 1 0 0,1 0 0 0 0,0 0 0 0 0,-1 0 0 0 0,1 0 0 0 0,0 0-1 0 0,-1 0 1 0 0,1 0 0 0 0,0 0 0 0 0,0 0 0 0 0,0 0-1 0 0,0-2 1 0 0,1 3 276 0 0,1-1 0 0 0,-1 0 0 0 0,1 1 0 0 0,-1-1 0 0 0,1 1 0 0 0,-1 0-1 0 0,1-1 1 0 0,-1 1 0 0 0,1 0 0 0 0,-1 0 0 0 0,1 0 0 0 0,2 0 0 0 0,1 0-11 0 0,47 0 292 0 0,86 13-1 0 0,25 0-492 0 0,-139-13-187 0 0,-7 1-45 0 0,-1-1 0 0 0,1-1 0 0 0,-1 0 0 0 0,0-1 0 0 0,23-6 0 0 0,-28 1-1736 0 0,-9 3 53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49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16788 0 0,'-4'9'278'0'0,"0"1"1"0"0,1 0 0 0 0,0 0-1 0 0,1 0 1 0 0,0 0 0 0 0,1 1-1 0 0,0-1 1 0 0,0 1 0 0 0,2 14-1 0 0,-2 10 234 0 0,-3 28 182 0 0,3 0 0 0 0,3 0 0 0 0,3 0 1 0 0,22 112-1 0 0,-26-172-800 0 0,0 1 0 0 0,-1-1 0 0 0,1 0 0 0 0,-1 0 0 0 0,1 0 0 0 0,-1 1 0 0 0,0-1 0 0 0,0 0 0 0 0,0 0-1 0 0,-1 1 1 0 0,1-1 0 0 0,-1 0 0 0 0,0 0 0 0 0,0 0 0 0 0,0 0 0 0 0,0 0 0 0 0,-1 0 0 0 0,1 0 0 0 0,-1 0 0 0 0,-2 3 0 0 0,-3 1-1820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54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3 13907 0 0,'-1'0'54'0'0,"1"-1"-1"0"0,-1 1 1 0 0,0 0 0 0 0,1-1-1 0 0,-1 1 1 0 0,0 0 0 0 0,0 0-1 0 0,1 0 1 0 0,-1 0 0 0 0,0-1-1 0 0,1 1 1 0 0,-1 0 0 0 0,0 0 0 0 0,0 0-1 0 0,1 1 1 0 0,-1-1 0 0 0,0 0-1 0 0,0 0 1 0 0,1 0 0 0 0,-1 0-1 0 0,0 1 1 0 0,1-1 0 0 0,-1 0-1 0 0,0 1 1 0 0,1-1 0 0 0,-1 1-1 0 0,0-1 1 0 0,1 0 0 0 0,-2 2-1 0 0,-7 20-7 0 0,7-14 90 0 0,-8 34 336 0 0,1 1 0 0 0,3 0 0 0 0,-2 65-1 0 0,1-18 304 0 0,6-79-620 0 0,1-5 58 0 0,0 1 1 0 0,-1-1-1 0 0,0 1 0 0 0,0-1 1 0 0,-1 0-1 0 0,0 1 1 0 0,0-1-1 0 0,-3 7 0 0 0,5-13-217 0 0,-1 0 1 0 0,1 1-1 0 0,0-1 0 0 0,0 1 0 0 0,-1-1 0 0 0,1 0 0 0 0,0 1 0 0 0,0-1 0 0 0,0 1 0 0 0,0-1 0 0 0,-1 1 0 0 0,1-1 0 0 0,0 1 1 0 0,0-1-1 0 0,0 1 0 0 0,0-1 0 0 0,0 1 0 0 0,0-1 0 0 0,0 0 0 0 0,0 1 0 0 0,1-1 0 0 0,-1 1 0 0 0,0-1 0 0 0,0 1 0 0 0,0-1 1 0 0,0 1-1 0 0,1-1 0 0 0,-1 0 0 0 0,0 1 0 0 0,0-1 0 0 0,1 1 0 0 0,-1-1 0 0 0,0 0 0 0 0,1 1 0 0 0,-1-1 0 0 0,0 0 0 0 0,1 1 0 0 0,-1-1 1 0 0,0 0-1 0 0,1 1 0 0 0,9 1-5916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55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6 13363 0 0,'-2'-1'306'0'0,"-1"0"0"0"0,1 0-1 0 0,0 0 1 0 0,-1 1 0 0 0,1-1 0 0 0,0 1 0 0 0,-1 0-1 0 0,1-1 1 0 0,-1 1 0 0 0,1 0 0 0 0,0 0 0 0 0,-1 1 0 0 0,1-1-1 0 0,-1 0 1 0 0,1 1 0 0 0,0 0 0 0 0,-1-1 0 0 0,1 1-1 0 0,0 0 1 0 0,0 0 0 0 0,-3 2 0 0 0,5-3-291 0 0,-1 1 0 0 0,1-1-1 0 0,0 1 1 0 0,0 0 0 0 0,-1-1 0 0 0,1 1 0 0 0,0-1-1 0 0,0 1 1 0 0,0 0 0 0 0,0-1 0 0 0,0 1 0 0 0,0 0-1 0 0,0-1 1 0 0,0 1 0 0 0,0 0 0 0 0,0-1 0 0 0,0 1 0 0 0,0-1-1 0 0,0 1 1 0 0,1 0 0 0 0,-1-1 0 0 0,1 2 0 0 0,6 6-2974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55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5 17828 0 0,'-1'0'63'0'0,"1"0"0"0"0,-1-1 0 0 0,1 1 0 0 0,-1-1 0 0 0,1 1 0 0 0,-1 0 0 0 0,0-1 1 0 0,1 1-1 0 0,-1 0 0 0 0,0 0 0 0 0,1 0 0 0 0,-1-1 0 0 0,1 1 0 0 0,-1 0 0 0 0,0 0 0 0 0,1 0 0 0 0,-1 0 0 0 0,0 0 1 0 0,1 0-1 0 0,-1 0 0 0 0,0 0 0 0 0,1 1 0 0 0,-1-1 0 0 0,0 0 0 0 0,1 0 0 0 0,-1 0 0 0 0,1 1 0 0 0,-2-1 1 0 0,-1 19 125 0 0,2-10-154 0 0,-1 19 95 0 0,-6 129 521 0 0,8-134-585 0 0,1 1 0 0 0,2-1 1 0 0,0 0-1 0 0,11 39 0 0 0,-13-58-58 0 0,1 0 0 0 0,-1 0 0 0 0,1 0-1 0 0,0 0 1 0 0,0 0 0 0 0,0 0 0 0 0,0-1 0 0 0,1 1 0 0 0,-1-1 0 0 0,1 0 0 0 0,0 1 0 0 0,0-1 0 0 0,4 2 0 0 0,-4-3 1 0 0,-1-1 0 0 0,1 1 0 0 0,-1-1 1 0 0,1 0-1 0 0,-1 0 0 0 0,1-1 0 0 0,0 1 1 0 0,0 0-1 0 0,-1-1 0 0 0,1 0 1 0 0,0 1-1 0 0,0-1 0 0 0,0 0 0 0 0,-1-1 1 0 0,1 1-1 0 0,0 0 0 0 0,0-1 0 0 0,0 1 1 0 0,-1-1-1 0 0,1 0 0 0 0,2-1 1 0 0,4-2 12 0 0,-1-1 1 0 0,1 0-1 0 0,-1 0 1 0 0,-1-1-1 0 0,1 1 1 0 0,-1-2-1 0 0,0 1 1 0 0,0-1 0 0 0,-1 0-1 0 0,0-1 1 0 0,0 1-1 0 0,-1-1 1 0 0,0 0-1 0 0,0-1 1 0 0,-1 1-1 0 0,0-1 1 0 0,4-11 0 0 0,1-6-84 0 0,-1-1 1 0 0,-2 0-1 0 0,0-1 1 0 0,3-46 0 0 0,-9 67 51 0 0,2-4-12 0 0,-2 0 1 0 0,1 0-1 0 0,-1-1 0 0 0,-1 1 0 0 0,0 0 0 0 0,-4-19 0 0 0,-1 22 191 0 0,4 17 208 0 0,3 18 225 0 0,5 21-664 0 0,26 256 71 0 0,-29-242 195 0 0,-3 0 1 0 0,-15 118-1 0 0,12-161-124 0 0,-1 0 0 0 0,-1 0 0 0 0,0 0 0 0 0,-1-1 0 0 0,-1 0 0 0 0,-1 0 0 0 0,-12 20 0 0 0,15-31 13 0 0,0 0-1 0 0,0 0 1 0 0,-1 0-1 0 0,0 0 1 0 0,0-1-1 0 0,0 0 0 0 0,-1 0 1 0 0,0-1-1 0 0,0 0 1 0 0,0 0-1 0 0,-1-1 0 0 0,1 0 1 0 0,-1 0-1 0 0,0 0 1 0 0,0-1-1 0 0,-1-1 1 0 0,1 1-1 0 0,-11 1 0 0 0,16-4-117 0 0,1 1 0 0 0,-1-1-1 0 0,1 0 1 0 0,-1 0 0 0 0,1 0 0 0 0,0 0-1 0 0,-1 0 1 0 0,1 0 0 0 0,-1-1-1 0 0,1 1 1 0 0,-1-1 0 0 0,1 0-1 0 0,0 0 1 0 0,0 0 0 0 0,-1 0-1 0 0,1 0 1 0 0,0 0 0 0 0,0 0-1 0 0,0-1 1 0 0,0 1 0 0 0,-2-3 0 0 0,3 2-141 0 0,-1 0 0 0 0,1 0 1 0 0,0 0-1 0 0,0 0 0 0 0,0 0 1 0 0,0 0-1 0 0,0-1 0 0 0,1 1 1 0 0,-1 0-1 0 0,1-1 0 0 0,-1 1 1 0 0,1 0-1 0 0,0 0 0 0 0,0-1 1 0 0,0 1-1 0 0,0 0 0 0 0,1-1 1 0 0,-1 1-1 0 0,0 0 0 0 0,1-1 1 0 0,0 1-1 0 0,0-3 0 0 0,15-32-4756 0 0,-2 14 2394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55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17020 0 0,'13'1'1022'0'0,"1"2"1"0"0,17 4-1 0 0,-22-4-978 0 0,-1 0-1 0 0,0 1 1 0 0,0-1 0 0 0,0 1-1 0 0,0 1 1 0 0,-1 0 0 0 0,1 0 0 0 0,-1 0-1 0 0,-1 1 1 0 0,1 0 0 0 0,-1 0-1 0 0,7 9 1 0 0,-12-13-36 0 0,0 1 1 0 0,0 0-1 0 0,0-1 1 0 0,-1 1-1 0 0,1 0 0 0 0,-1-1 1 0 0,1 1-1 0 0,-1 0 0 0 0,0 0 1 0 0,0 0-1 0 0,0-1 0 0 0,0 1 1 0 0,-1 0-1 0 0,1 0 1 0 0,-1-1-1 0 0,0 1 0 0 0,1 0 1 0 0,-1-1-1 0 0,0 1 0 0 0,-1-1 1 0 0,1 1-1 0 0,0-1 1 0 0,-3 4-1 0 0,-5 7 72 0 0,-1 0 1 0 0,-20 21-1 0 0,21-25-44 0 0,-8 10 96 0 0,-9 11 352 0 0,-2-2 0 0 0,-46 37 0 0 0,73-64-476 0 0,-27 21 723 0 0,26-21-622 0 0,1 1 0 0 0,-1-1 0 0 0,1 1 0 0 0,-1-1 0 0 0,1 1 0 0 0,0-1 0 0 0,-1 1 0 0 0,1 0 0 0 0,0 0 0 0 0,0-1 0 0 0,0 1-1 0 0,1 0 1 0 0,-2 3 0 0 0,2-4-103 0 0,1 0 0 0 0,-1-1 0 0 0,1 1 0 0 0,-1-1 0 0 0,1 1 0 0 0,-1-1 0 0 0,1 1 0 0 0,0-1 0 0 0,-1 1 0 0 0,1-1 0 0 0,0 1 0 0 0,-1-1 0 0 0,1 0 0 0 0,0 1 0 0 0,0-1 0 0 0,-1 0 0 0 0,1 0 0 0 0,0 1 0 0 0,0-1 0 0 0,0 0 0 0 0,-1 0 0 0 0,1 0 0 0 0,0 0 0 0 0,0 0 0 0 0,0 0 0 0 0,23 0 70 0 0,-1-4-1019 0 0,0 0-1 0 0,0-1 1 0 0,0-2-1 0 0,-1 0 1 0 0,0-2-1 0 0,0 0 1 0 0,38-23-1 0 0,-33 17-1134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56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25 17052 0 0,'-7'-6'1158'0'0,"6"4"-836"0"0,-1 0-1 0 0,1 0 1 0 0,-1 1 0 0 0,0-1-1 0 0,0 0 1 0 0,0 1-1 0 0,0 0 1 0 0,0-1-1 0 0,0 1 1 0 0,-5-2-1 0 0,5 5 13 0 0,8 5-1708 0 0,-2-3 1017 0 0,-1-2 70 0 0,-1 0 0 0 0,1 0-1 0 0,-1 0 1 0 0,1 0 0 0 0,-1-1 0 0 0,1 1-1 0 0,4 1 1 0 0,3 1-1257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56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14283 0 0,'-2'1'417'0'0,"0"1"1"0"0,1-1-1 0 0,-1 1 0 0 0,0-1 1 0 0,1 1-1 0 0,-1 0 1 0 0,1 0-1 0 0,-1 0 0 0 0,-1 3 1 0 0,1 0-172 0 0,-1 0 0 0 0,1 0 0 0 0,0 0 1 0 0,0 0-1 0 0,0 0 0 0 0,-1 7 0 0 0,3-9-208 0 0,0 1 0 0 0,0 0-1 0 0,0 0 1 0 0,0-1 0 0 0,0 1-1 0 0,1 0 1 0 0,0 0 0 0 0,-1-1 0 0 0,2 1-1 0 0,-1-1 1 0 0,0 1 0 0 0,1-1-1 0 0,-1 1 1 0 0,4 4 0 0 0,-3-6-278 0 0,-1 0 0 0 0,1 0 1 0 0,0-1-1 0 0,-1 1 0 0 0,1 0 1 0 0,0-1-1 0 0,0 1 0 0 0,0-1 1 0 0,0 0-1 0 0,0 0 0 0 0,1 1 1 0 0,-1-1-1 0 0,0-1 0 0 0,0 1 1 0 0,1 0-1 0 0,-1-1 0 0 0,1 1 1 0 0,-1-1-1 0 0,0 1 1 0 0,1-1-1 0 0,-1 0 0 0 0,1 0 1 0 0,2-1-1 0 0,9 0-1415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56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16588 0 0,'-6'0'736'0'0,"4"0"152"0"0,0 1-712 0 0,1 1-176 0 0,1-1 0 0 0,0 0 0 0 0,1 2 224 0 0,1 1 0 0 0,0 3 8 0 0,1 3 0 0 0,3 2-232 0 0,1 0-160 0 0,2-1 32 0 0,-1 1-7490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50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13851 0 0,'13'2'1408'0'0,"1"0"1"0"0,-1 0-1 0 0,20-2 0 0 0,72-2-534 0 0,-28-10-596 0 0,-58 8-468 0 0,-1 0 0 0 0,1 2 0 0 0,0 0 0 0 0,0 1 0 0 0,30 3 0 0 0,-48-2-36 0 0,-1 0 71 0 0,1 0 1 0 0,-1 0-1 0 0,1 0 1 0 0,-1 0 0 0 0,0 0-1 0 0,1 0 1 0 0,-1 0-1 0 0,1 0 1 0 0,-1 0-1 0 0,1 0 1 0 0,-1 0-1 0 0,1 0 1 0 0,-1 1-1 0 0,0-1 1 0 0,1 0-1 0 0,-1 0 1 0 0,1 0-1 0 0,-1 1 1 0 0,0-1-1 0 0,1 0 1 0 0,-1 1-1 0 0,0-1 1 0 0,1 0-1 0 0,-1 1 1 0 0,0-1-1 0 0,0 0 1 0 0,1 1 0 0 0,-1-1-1 0 0,0 0 1 0 0,0 1-1 0 0,0-1 1 0 0,1 1-1 0 0,-1 0 1 0 0,-3 6-1893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50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17364 0 0,'22'3'1379'0'0,"-1"0"-454"0"0,1-1 0 0 0,39-1 0 0 0,18-10-50 0 0,-2-4 1 0 0,84-26-1 0 0,-116 28-531 0 0,-39 10-347 0 0,16-3 173 0 0,-20 9-787 0 0,-9 7-1122 0 0,-4 0-180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53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287 294 9154 0 0,'-1'-1'109'0'0,"1"-1"0"0"0,-1 0 0 0 0,1 1 0 0 0,-1-1 0 0 0,1 0 0 0 0,0 1-1 0 0,0-1 1 0 0,0 0 0 0 0,0 0 0 0 0,0 1 0 0 0,0-1 0 0 0,0 0 0 0 0,1 0 0 0 0,-1 1 0 0 0,1-1 0 0 0,-1 0 0 0 0,1 1 0 0 0,0-1 0 0 0,-1 0-1 0 0,1 1 1 0 0,0-1 0 0 0,0 1 0 0 0,0 0 0 0 0,0-1 0 0 0,0 1 0 0 0,1 0 0 0 0,-1-1 0 0 0,0 1 0 0 0,1 0 0 0 0,1-1 0 0 0,-3 104 4940 0 0,0-66-5038 0 0,-1-12 11 0 0,0 0 1 0 0,2 0-1 0 0,1 0 1 0 0,1 0-1 0 0,1 0 0 0 0,9 29 1 0 0,-12-48-2 0 0,1-1 0 0 0,0 0 1 0 0,0 0-1 0 0,0 0 0 0 0,0 0 1 0 0,0 0-1 0 0,1-1 0 0 0,0 1 1 0 0,0 0-1 0 0,4 3 1 0 0,-6-6-14 0 0,1 0 1 0 0,-1-1 0 0 0,0 1 0 0 0,1 0 0 0 0,-1-1 0 0 0,1 1 0 0 0,0-1-1 0 0,-1 0 1 0 0,1 1 0 0 0,-1-1 0 0 0,1 0 0 0 0,0 0 0 0 0,-1 0 0 0 0,1 0-1 0 0,0 0 1 0 0,-1 0 0 0 0,1-1 0 0 0,-1 1 0 0 0,1-1 0 0 0,0 1 0 0 0,-1-1-1 0 0,1 1 1 0 0,-1-1 0 0 0,0 0 0 0 0,1 1 0 0 0,-1-1 0 0 0,1 0 0 0 0,-1 0 0 0 0,0 0-1 0 0,2-2 1 0 0,6-5 32 0 0,-1-1 0 0 0,0 1 0 0 0,0-1 0 0 0,-1 0 0 0 0,0-1 0 0 0,-1 0 0 0 0,0 0 0 0 0,-1 0 0 0 0,0-1 0 0 0,0 0 0 0 0,-1 0 0 0 0,-1 0 0 0 0,5-21 0 0 0,-1-10 4 0 0,-1 1 1 0 0,-1-63-1 0 0,-10-161 415 0 0,5 256-204 0 0,0 18 59 0 0,1 10-61 0 0,10 90-148 0 0,15 212 163 0 0,-23-218 144 0 0,-10 117 0 0 0,5-199-298 0 0,-1 0 1 0 0,0 1-1 0 0,-2-1 1 0 0,-1-1-1 0 0,0 1 1 0 0,-11 22-1 0 0,13-34-10 0 0,-1 0 0 0 0,0-1 0 0 0,0 0-1 0 0,0 0 1 0 0,-1 0 0 0 0,-1 0 0 0 0,1-1 0 0 0,-1 0 0 0 0,-1 0-1 0 0,1-1 1 0 0,-1 0 0 0 0,0 0 0 0 0,0-1 0 0 0,-1 0 0 0 0,-14 6-1 0 0,12-7-54 0 0,0-1-1 0 0,-1 0 1 0 0,1 0-1 0 0,0-1 1 0 0,-1-1-1 0 0,1 0 1 0 0,-1-1-1 0 0,0 0 1 0 0,1-1-1 0 0,-1 0 1 0 0,1 0-1 0 0,-1-1 1 0 0,1-1-1 0 0,0 0 1 0 0,-13-5-1 0 0,11 2-102 0 0,1 0-1 0 0,0 0 0 0 0,0-1 0 0 0,0-1 1 0 0,1 0-1 0 0,0 0 0 0 0,0-1 0 0 0,1-1 1 0 0,0 0-1 0 0,1 0 0 0 0,0-1 1 0 0,-9-14-1 0 0,13 17-249 0 0,0 1 1 0 0,1-1-1 0 0,-7-16 1 0 0,10 21-273 0 0,0-1 0 0 0,1 1 0 0 0,-1-1 0 0 0,0 1-1 0 0,1-1 1 0 0,0 0 0 0 0,1-6 0 0 0,0-2-6196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58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11 15035 0 0,'-4'-1'191'0'0,"-26"-8"966"0"0,29 9-1144 0 0,0 0 0 0 0,0 0 1 0 0,0 0-1 0 0,0 0 0 0 0,0 0 0 0 0,0 0 0 0 0,-1 0 1 0 0,1 0-1 0 0,0 1 0 0 0,0-1 0 0 0,0 0 0 0 0,0 1 1 0 0,0-1-1 0 0,0 1 0 0 0,0-1 0 0 0,0 1 0 0 0,0-1 1 0 0,0 1-1 0 0,0 0 0 0 0,1-1 0 0 0,-1 1 0 0 0,0 0 0 0 0,0 0 1 0 0,-1 1-1 0 0,-23 39 382 0 0,2 1 1 0 0,1 1 0 0 0,3 1-1 0 0,1 0 1 0 0,2 2-1 0 0,-11 55 1 0 0,11-25 52 0 0,4 1 1 0 0,4 0 0 0 0,0 82 0 0 0,8-120-289 0 0,0 0 0 0 0,3 0 0 0 0,1 0 0 0 0,13 48 0 0 0,-14-74-106 0 0,1-1 1 0 0,0 1 0 0 0,1-1-1 0 0,0 0 1 0 0,1 0-1 0 0,1-1 1 0 0,-1 0 0 0 0,2 0-1 0 0,0 0 1 0 0,0-1-1 0 0,1 0 1 0 0,0-1 0 0 0,0 0-1 0 0,1 0 1 0 0,1-1-1 0 0,15 10 1 0 0,-9-9-1 0 0,0 0-1 0 0,0-2 1 0 0,1 0 0 0 0,31 9 0 0 0,-41-14-87 0 0,0-1 0 0 0,0 0 1 0 0,0 0-1 0 0,0 0 0 0 0,0-1 0 0 0,0 0 1 0 0,0 0-1 0 0,0-1 0 0 0,0 0 0 0 0,0-1 1 0 0,0 0-1 0 0,-1 0 0 0 0,14-6 1 0 0,-19 7-203 0 0,1-1 0 0 0,-1 1 0 0 0,1-1 0 0 0,-1 0 0 0 0,1 0 0 0 0,-1 0 0 0 0,0 0 1 0 0,2-3-1 0 0,5-6-1023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57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116 304 16131 0 0,'-9'-7'791'0'0,"7"4"-694"0"0,0 1 1 0 0,0 0-1 0 0,-1 0 1 0 0,1 0-1 0 0,-1 0 0 0 0,0 1 1 0 0,0-1-1 0 0,1 1 0 0 0,-1-1 1 0 0,0 1-1 0 0,-4-1 1 0 0,5 4-206 0 0,0 0 0 0 0,0 0 0 0 0,0 0 1 0 0,0 0-1 0 0,0 1 0 0 0,1-1 0 0 0,-1 1 1 0 0,1-1-1 0 0,0 1 0 0 0,-3 5 0 0 0,4-7 96 0 0,-9 26 235 0 0,1 0 1 0 0,1 0-1 0 0,1 1 1 0 0,1 0-1 0 0,-1 43 1 0 0,6-66-137 0 0,-1 10 335 0 0,1 0 1 0 0,0 0-1 0 0,1 0 0 0 0,0 0 0 0 0,1 0 0 0 0,1 0 1 0 0,5 16-1 0 0,-6-25-325 0 0,1-1 0 0 0,-1 1 1 0 0,1-1-1 0 0,-1 0 0 0 0,1 0 1 0 0,1 0-1 0 0,-1 0 0 0 0,1-1 1 0 0,6 6-1 0 0,-7-7-99 0 0,0 0 0 0 0,0-1-1 0 0,1 0 1 0 0,-1 0 0 0 0,1 0 0 0 0,-1 0 0 0 0,1-1-1 0 0,0 0 1 0 0,-1 1 0 0 0,1-1 0 0 0,0 0 0 0 0,0-1-1 0 0,0 1 1 0 0,0-1 0 0 0,5 0 0 0 0,-3 0-6 0 0,1-1 1 0 0,0 0 0 0 0,-1-1-1 0 0,1 0 1 0 0,-1 0-1 0 0,0 0 1 0 0,1-1-1 0 0,-1 0 1 0 0,0 0 0 0 0,-1 0-1 0 0,1-1 1 0 0,0 0-1 0 0,8-8 1 0 0,4-5-28 0 0,-1 0 0 0 0,22-30 1 0 0,-19 21-45 0 0,-2-1 0 0 0,-1-1 0 0 0,-2 0 0 0 0,0-2 0 0 0,-2 0 0 0 0,-1 0 0 0 0,-2-1 0 0 0,-1 0 1 0 0,-1-1-1 0 0,-2 0 0 0 0,-1 0 0 0 0,-1 0 0 0 0,-2-1 0 0 0,-1 0 0 0 0,-2 1 0 0 0,-5-34 0 0 0,5 60 70 0 0,-1-1-1 0 0,1 1 0 0 0,-1 0 1 0 0,0 0-1 0 0,-5-8 0 0 0,7 13 19 0 0,0 1-1 0 0,0-1 0 0 0,-1 0 1 0 0,1 1-1 0 0,0-1 0 0 0,0 0 0 0 0,-1 1 1 0 0,1-1-1 0 0,-1 0 0 0 0,1 1 0 0 0,0-1 1 0 0,-1 1-1 0 0,1-1 0 0 0,-1 1 1 0 0,0-1-1 0 0,1 1 0 0 0,-1-1 0 0 0,1 1 1 0 0,-1 0-1 0 0,0-1 0 0 0,1 1 0 0 0,-1 0 1 0 0,0-1-1 0 0,1 1 0 0 0,-1 0 0 0 0,0 0 1 0 0,1 0-1 0 0,-1 0 0 0 0,0 0 1 0 0,0-1-1 0 0,1 1 0 0 0,-1 0 0 0 0,0 1 1 0 0,0-1-1 0 0,1 0 0 0 0,-1 0 0 0 0,0 0 1 0 0,1 0-1 0 0,-1 1 0 0 0,0-1 1 0 0,1 0-1 0 0,-1 0 0 0 0,0 1 0 0 0,1-1 1 0 0,-1 1-1 0 0,0-1 0 0 0,1 0 0 0 0,-1 1 1 0 0,1-1-1 0 0,-1 1 0 0 0,1 0 1 0 0,-1-1-1 0 0,1 1 0 0 0,0-1 0 0 0,-1 1 1 0 0,1 0-1 0 0,0-1 0 0 0,-1 1 0 0 0,1 0 1 0 0,0 0-1 0 0,-3 4 46 0 0,1 0-1 0 0,-1 0 1 0 0,2 0-1 0 0,-1 0 1 0 0,0 0-1 0 0,1 0 1 0 0,0 0 0 0 0,0 6-1 0 0,-2 48 122 0 0,2-32-180 0 0,0 227-75 0 0,2-130 315 0 0,6 80 144 0 0,0 15 176 0 0,-8-165 126 0 0,-2 0 0 0 0,-11 54-1 0 0,12-99-547 0 0,0-1 0 0 0,0 0 0 0 0,0 0 0 0 0,-1-1 0 0 0,-1 1-1 0 0,1 0 1 0 0,-1-1 0 0 0,-9 14 0 0 0,10-18-90 0 0,1 0-1 0 0,-1 0 1 0 0,0-1 0 0 0,0 1 0 0 0,0 0 0 0 0,0-1-1 0 0,0 0 1 0 0,0 0 0 0 0,-1 0 0 0 0,1 0-1 0 0,-1 0 1 0 0,1-1 0 0 0,-1 0 0 0 0,0 1-1 0 0,0-1 1 0 0,1-1 0 0 0,-1 1 0 0 0,0-1 0 0 0,0 1-1 0 0,0-1 1 0 0,-5 0 0 0 0,-12-4-32 0 0,0-1 0 0 0,0 0 0 0 0,0-1 0 0 0,1-2 0 0 0,0 0 0 0 0,0-1 0 0 0,-35-23 0 0 0,52 31-355 0 0,-30-22 457 0 0,20 9-2250 0 0,8-2-5077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57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15667 0 0,'11'24'6291'0'0,"-3"-7"-6113"0"0,0 2 0 0 0,-2-1 0 0 0,6 30 0 0 0,-7 1 125 0 0,-2 0 1 0 0,-7 83-1 0 0,2-96-195 0 0,4-11 74 0 0,-2-25-179 0 0,0 0 0 0 0,0 0 0 0 0,1 0 0 0 0,-1 1 0 0 0,0-1 0 0 0,0 0 0 0 0,0 0 0 0 0,0 0 0 0 0,0 1 0 0 0,0-1 0 0 0,1 0-1 0 0,-1 0 1 0 0,0 0 0 0 0,0 0 0 0 0,0 0 0 0 0,0 0 0 0 0,1 1 0 0 0,-1-1 0 0 0,0 0 0 0 0,0 0 0 0 0,0 0 0 0 0,1 0 0 0 0,-1 0 0 0 0,0 0-1 0 0,0 0 1 0 0,0 0 0 0 0,1 0 0 0 0,-1 0 0 0 0,0 0 0 0 0,0 0 0 0 0,1 0 0 0 0,-1 0 0 0 0,0 0 0 0 0,12-9 40 0 0,-6 2-119 0 0,-1-1 0 0 0,0 0 0 0 0,0 0 0 0 0,0 0 0 0 0,-1-1 0 0 0,-1 0 0 0 0,4-9 0 0 0,15-66-581 0 0,24-169 682 0 0,-43 237 98 0 0,-3 15-81 0 0,0 0 0 0 0,0 0 1 0 0,0 0-1 0 0,0 0 1 0 0,0 0-1 0 0,0 0 0 0 0,0-1 1 0 0,0 1-1 0 0,1 1 1 0 0,-1-1-1 0 0,0 0 0 0 0,1 0 1 0 0,-1 0-1 0 0,1 0 1 0 0,-1 0-1 0 0,1 0 0 0 0,0 0 1 0 0,-1 0-1 0 0,1 1 1 0 0,0-1-1 0 0,-1 0 0 0 0,1 1 1 0 0,0-1-1 0 0,0 0 1 0 0,0 1-1 0 0,0-1 0 0 0,0 1 1 0 0,-1-1-1 0 0,1 1 1 0 0,0 0-1 0 0,2-1 0 0 0,-1 1 22 0 0,0 1-1 0 0,0-1 1 0 0,0 1-1 0 0,0 0 1 0 0,0 0-1 0 0,0 0 1 0 0,0 0-1 0 0,0 0 1 0 0,-1 0-1 0 0,1 0 1 0 0,0 1-1 0 0,-1-1 1 0 0,1 1-1 0 0,-1-1 1 0 0,2 3-1 0 0,17 17-19 0 0,-2 1 1 0 0,0 1-1 0 0,-2 1 0 0 0,0 0 1 0 0,-2 2-1 0 0,0-1 0 0 0,-2 1 1 0 0,16 53-1 0 0,-25-66-178 0 0,-1 0 0 0 0,-1 0 0 0 0,0 20 0 0 0,-10-45-5378 0 0,8 4 4049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57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18292 0 0,'6'3'407'0'0,"0"1"0"0"0,0 0 0 0 0,0 1 1 0 0,-1-1-1 0 0,0 1 0 0 0,0 0 0 0 0,6 7 0 0 0,29 44 101 0 0,-29-40-48 0 0,8 15-85 0 0,-2-1 1 0 0,-1 2-1 0 0,-1 0 0 0 0,-1 1 1 0 0,-2 1-1 0 0,-2 0 0 0 0,-1 0 1 0 0,-2 1-1 0 0,-1 0 1 0 0,-1 0-1 0 0,-1 41 0 0 0,-4-25-615 0 0,-3 0-1 0 0,-1-1 0 0 0,-3 0 1 0 0,-2 0-1 0 0,-2 0 0 0 0,-3-1 1 0 0,-23 57-1 0 0,24-76-2432 0 0,-3-5-5595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3:59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12 171 1376 0 0,'-10'-16'-869'0'0,"9"15"1257"0"0,1 1-1 0 0,0-1 0 0 0,0 0 1 0 0,0 0-1 0 0,-1 0 1 0 0,1 0-1 0 0,0 0 0 0 0,0 0 1 0 0,0 0-1 0 0,0 1 1 0 0,1-1-1 0 0,-1 0 0 0 0,0 0 1 0 0,0 0-1 0 0,0 0 1 0 0,1 0-1 0 0,-1 1 0 0 0,0-1 1 0 0,1 0-1 0 0,0-1 1 0 0,16-14 9678 0 0,-2 6-7503 0 0,-11 8-2900 0 0,30-17 1147 0 0,64-25 0 0 0,-47 23-568 0 0,-42 17-282 0 0,0 0 1 0 0,0 0 0 0 0,1 1-1 0 0,-1 1 1 0 0,1-1-1 0 0,15 0 1 0 0,-15 6-1265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4:00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54 16243 0 0,'0'0'40'0'0,"0"0"0"0"0,0 0 0 0 0,0 0 0 0 0,0-1 0 0 0,-1 1-1 0 0,1 0 1 0 0,0 0 0 0 0,0 0 0 0 0,0 0 0 0 0,0 0 0 0 0,-1 0-1 0 0,1 0 1 0 0,0 0 0 0 0,0 0 0 0 0,0-1 0 0 0,-1 1-1 0 0,1 0 1 0 0,0 0 0 0 0,0 0 0 0 0,-1 0 0 0 0,1 0 0 0 0,0 0-1 0 0,0 0 1 0 0,0 0 0 0 0,-1 1 0 0 0,1-1 0 0 0,0 0 0 0 0,0 0-1 0 0,0 0 1 0 0,-1 0 0 0 0,1 0 0 0 0,0 0 0 0 0,0 0-1 0 0,0 0 1 0 0,0 0 0 0 0,-1 1 0 0 0,1-1 0 0 0,0 0 0 0 0,0 0-1 0 0,0 0 1 0 0,-1 1 0 0 0,-2 12 929 0 0,3 26-234 0 0,0-27-556 0 0,-4 64 465 0 0,1-54-429 0 0,2 0 1 0 0,0-1-1 0 0,2 1 1 0 0,3 31 0 0 0,-3-52-209 0 0,-1 0 0 0 0,0 1 0 0 0,0-1 1 0 0,1 1-1 0 0,-1-1 0 0 0,1 0 0 0 0,-1 1 0 0 0,1-1 1 0 0,0 0-1 0 0,-1 0 0 0 0,1 0 0 0 0,0 1 1 0 0,0-1-1 0 0,0 0 0 0 0,1 1 0 0 0,-1-2 3 0 0,-1 1 1 0 0,1-1-1 0 0,-1 0 0 0 0,1 0 0 0 0,0 1 0 0 0,-1-1 0 0 0,1 0 0 0 0,0 0 1 0 0,-1 0-1 0 0,1 0 0 0 0,0 0 0 0 0,-1 0 0 0 0,1 0 0 0 0,0 0 0 0 0,-1 0 1 0 0,1 0-1 0 0,0 0 0 0 0,-1-1 0 0 0,1 1 0 0 0,-1 0 0 0 0,1 0 0 0 0,1-1 1 0 0,3-3 47 0 0,0 1 0 0 0,0-1 1 0 0,-1 0-1 0 0,1-1 1 0 0,5-7-1 0 0,-9 11-57 0 0,18-21-121 0 0,0-1 0 0 0,-2-1 1 0 0,-1 0-1 0 0,-1-1 0 0 0,-1-1 1 0 0,-1 0-1 0 0,11-35 0 0 0,-28 77 288 0 0,0 1 0 0 0,1 0 0 0 0,-2 27-1 0 0,4-33-175 0 0,1 1 0 0 0,0-1 0 0 0,1 1-1 0 0,0-1 1 0 0,1 1 0 0 0,5 20 0 0 0,-5-27 8 0 0,-1-1 1 0 0,1 0-1 0 0,0 0 1 0 0,0 0-1 0 0,1-1 1 0 0,-1 1-1 0 0,1 0 1 0 0,0-1-1 0 0,0 0 1 0 0,0 1-1 0 0,0-1 1 0 0,0 0-1 0 0,1-1 1 0 0,-1 1-1 0 0,1-1 1 0 0,6 4-1 0 0,-4-4 33 0 0,-1 0-1 0 0,1 0 0 0 0,0-1 1 0 0,0 1-1 0 0,1-2 0 0 0,-1 1 1 0 0,0 0-1 0 0,0-1 1 0 0,0 0-1 0 0,11-2 0 0 0,-1-1 40 0 0,0 0 1 0 0,0-2-1 0 0,0 0 0 0 0,0-1 0 0 0,-1 0 0 0 0,1-1 0 0 0,23-16 0 0 0,-28 16-46 0 0,0 0 0 0 0,-1 0 0 0 0,0-1 0 0 0,-1-1 0 0 0,1 0 0 0 0,-2 0-1 0 0,9-11 1 0 0,-14 16 1 0 0,-1 0-1 0 0,0 1 0 0 0,0-1 1 0 0,0 0-1 0 0,-1 0 0 0 0,1 0 1 0 0,-1 0-1 0 0,0 0 0 0 0,0 0 1 0 0,-1-1-1 0 0,1 1 0 0 0,-1 0 1 0 0,0 0-1 0 0,0-1 0 0 0,0 1 1 0 0,-1 0-1 0 0,1 0 0 0 0,-1-1 1 0 0,0 1-1 0 0,0 0 0 0 0,-1 0 1 0 0,1 0-1 0 0,-1 0 0 0 0,-3-6 1 0 0,0 3 39 0 0,1 0 0 0 0,-1 0 1 0 0,0 0-1 0 0,-1 1 0 0 0,0 0 1 0 0,0 0-1 0 0,0 0 0 0 0,0 1 1 0 0,-15-9-1 0 0,8 7-1116 0 0,-1 0 1 0 0,0 0-1 0 0,0 2 0 0 0,-23-7 1 0 0,19 7-6031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4:00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79 10594 0 0,'-10'-8'734'0'0,"7"6"-422"0"0,0-1 0 0 0,0 1 0 0 0,0-1 0 0 0,0 1 0 0 0,1-1 0 0 0,-1 0 0 0 0,2-6 7079 0 0,20 2-6247 0 0,3 3-946 0 0,0 1 0 0 0,0 1 0 0 0,0 1-1 0 0,31 2 1 0 0,5 0 100 0 0,117-15 651 0 0,14 0-4298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4:00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 18636 0 0,'-2'0'88'0'0,"1"-1"1"0"0,-1 1-1 0 0,1 0 1 0 0,0 0-1 0 0,-1 1 0 0 0,1-1 1 0 0,-1 0-1 0 0,1 0 1 0 0,0 1-1 0 0,-1-1 0 0 0,1 1 1 0 0,0-1-1 0 0,0 1 1 0 0,-1 0-1 0 0,1-1 0 0 0,0 1 1 0 0,0 0-1 0 0,0 0 1 0 0,0 0-1 0 0,0 0 0 0 0,0 0 1 0 0,-2 1-1 0 0,2 1-63 0 0,-1 1 0 0 0,1-1 0 0 0,0 1 0 0 0,0-1 0 0 0,0 1 0 0 0,1-1 0 0 0,-1 6 0 0 0,-1 1 159 0 0,-7 67 398 0 0,3 1 0 0 0,3 0 1 0 0,9 103-1 0 0,-5-171-633 0 0,-1 0-1 0 0,0 0 0 0 0,-3 17 1 0 0,-3-3-6479 0 0,2-9-626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4:01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17652 0 0,'21'7'2195'0'0,"-2"-4"-1808"0"0,0-1 0 0 0,0 0 0 0 0,0-1 0 0 0,0-1 0 0 0,29-4 0 0 0,92-25 298 0 0,-114 22-694 0 0,-14 4-113 0 0,29-6 492 0 0,-39 9-527 0 0,-1 0 1 0 0,1 0-1 0 0,0 0 1 0 0,0 0 0 0 0,-1 0-1 0 0,1 0 1 0 0,0 0-1 0 0,0 0 1 0 0,-1 1-1 0 0,1-1 1 0 0,0 1 0 0 0,-1-1-1 0 0,1 1 1 0 0,0 0-1 0 0,-1 0 1 0 0,1 0 0 0 0,-1 0-1 0 0,1 0 1 0 0,0 1-1 0 0,5 7-1299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4:01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21661 0 0,'0'0'34'0'0,"-1"0"1"0"0,1 0 0 0 0,0 0 0 0 0,0 0 0 0 0,0 0 0 0 0,0 0 0 0 0,0 0 0 0 0,0 0-1 0 0,0 0 1 0 0,0 0 0 0 0,0 0 0 0 0,-1 0 0 0 0,1 0 0 0 0,0 0 0 0 0,0 0 0 0 0,0 0-1 0 0,0 0 1 0 0,0 0 0 0 0,0 0 0 0 0,0 0 0 0 0,0 0 0 0 0,-1 0 0 0 0,1 0-1 0 0,0 0 1 0 0,0 0 0 0 0,0 0 0 0 0,0 0 0 0 0,0 0 0 0 0,0 0 0 0 0,0 0 0 0 0,0 0-1 0 0,0 0 1 0 0,0 1 0 0 0,0-1 0 0 0,0 0 0 0 0,-1 0 0 0 0,1 0 0 0 0,0 0-1 0 0,0 0 1 0 0,0 0 0 0 0,0 0 0 0 0,0 0 0 0 0,0 0 0 0 0,0 0 0 0 0,0 1 0 0 0,0-1-1 0 0,0 0 1 0 0,0 0 0 0 0,0 0 0 0 0,0 0 0 0 0,0 0 0 0 0,0 0 0 0 0,0 0 0 0 0,0 0-1 0 0,0 1 1 0 0,0-1 0 0 0,0 0 0 0 0,0 0 0 0 0,0 0 0 0 0,0 0 0 0 0,0 0-1 0 0,1 0 1 0 0,-1 0 0 0 0,7 8 480 0 0,14 5-157 0 0,-5-7-206 0 0,0 0 0 0 0,1-1-1 0 0,0-1 1 0 0,0 0-1 0 0,0-1 1 0 0,0-1 0 0 0,26 0-1 0 0,1-3-133 0 0,76-12 0 0 0,-86 10-733 0 0,-33 3 493 0 0,1 0 1 0 0,-1 0-1 0 0,0 0 0 0 0,0 0 0 0 0,0 1 0 0 0,0-1 1 0 0,0 0-1 0 0,0 0 0 0 0,0 1 0 0 0,0-1 1 0 0,0 1-1 0 0,0-1 0 0 0,0 1 0 0 0,0-1 1 0 0,0 1-1 0 0,0-1 0 0 0,0 1 0 0 0,0 0 0 0 0,0 0 1 0 0,-1-1-1 0 0,1 1 0 0 0,0 0 0 0 0,-1 0 1 0 0,1 0-1 0 0,0 0 0 0 0,-1 0 0 0 0,1 2 0 0 0,1 7-1839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4:02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77 6913 0 0,'-19'-21'260'0'0,"-4"-14"5840"0"0,10 15-3672 0 0,13 36-291 0 0,4 12-1958 0 0,3 29 274 0 0,1 78-1 0 0,0 15 356 0 0,-5-125-638 0 0,1-1 1 0 0,1 0 0 0 0,1-1-1 0 0,11 26 1 0 0,-15-44-122 0 0,0 0 1 0 0,0 0-1 0 0,1-1 0 0 0,0 1 0 0 0,0-1 1 0 0,4 6-1 0 0,-5-9-25 0 0,-1 1 0 0 0,0-1 1 0 0,1 0-1 0 0,-1 0 0 0 0,1 1 0 0 0,-1-1 0 0 0,1 0 1 0 0,0 0-1 0 0,-1-1 0 0 0,1 1 0 0 0,0 0 1 0 0,-1 0-1 0 0,1-1 0 0 0,0 1 0 0 0,0-1 0 0 0,0 0 1 0 0,0 1-1 0 0,0-1 0 0 0,0 0 0 0 0,-1 0 0 0 0,4 0 1 0 0,-4-1-8 0 0,1 0 1 0 0,-1 0 0 0 0,1 0 0 0 0,-1 1-1 0 0,0-2 1 0 0,1 1 0 0 0,-1 0 0 0 0,0 0 0 0 0,1 0-1 0 0,-1 0 1 0 0,0-1 0 0 0,0 1 0 0 0,0 0-1 0 0,0-1 1 0 0,0-1 0 0 0,14-25 117 0 0,-14 26-122 0 0,11-28-18 0 0,0 0 0 0 0,-2-1 1 0 0,7-37-1 0 0,8-96-485 0 0,-16 102 343 0 0,-8 56 134 0 0,0-1 1 0 0,0 1-1 0 0,0-1 1 0 0,1 1-1 0 0,4-9 1 0 0,2 48 160 0 0,-1 31-323 0 0,-4-14 199 0 0,22 95 0 0 0,-24-140-8 0 0,0 0 0 0 0,1 0-1 0 0,0-1 1 0 0,0 1 0 0 0,0 0-1 0 0,0-1 1 0 0,1 1 0 0 0,0-1 0 0 0,0 0-1 0 0,0 0 1 0 0,0 0 0 0 0,1 0-1 0 0,-1 0 1 0 0,1-1 0 0 0,0 0 0 0 0,0 0-1 0 0,0 0 1 0 0,1 0 0 0 0,-1 0-1 0 0,1-1 1 0 0,-1 0 0 0 0,1 0 0 0 0,0 0-1 0 0,0-1 1 0 0,0 1 0 0 0,0-1-1 0 0,0-1 1 0 0,0 1 0 0 0,0 0 0 0 0,0-1-1 0 0,0 0 1 0 0,0-1 0 0 0,0 1-1 0 0,0-1 1 0 0,0 0 0 0 0,0 0 0 0 0,0 0-1 0 0,0-1 1 0 0,0 1 0 0 0,0-1-1 0 0,-1-1 1 0 0,1 1 0 0 0,-1-1 0 0 0,1 1-1 0 0,3-5 1 0 0,-2 3 74 0 0,0-1 0 0 0,0 0 0 0 0,-1 0 0 0 0,1-1 1 0 0,-1 1-1 0 0,-1-1 0 0 0,1 0 0 0 0,-1 0 0 0 0,0-1 0 0 0,0 0 0 0 0,-1 1 0 0 0,0-1 0 0 0,0 0 1 0 0,-1 0-1 0 0,0-1 0 0 0,0 1 0 0 0,1-12 0 0 0,-2 7 26 0 0,-1 0 0 0 0,0 0 0 0 0,-1 0-1 0 0,0 0 1 0 0,-1 0 0 0 0,0 0 0 0 0,-1 0 0 0 0,0 0 0 0 0,-1 1 0 0 0,-6-14 0 0 0,-49-108-186 0 0,56 121-972 0 0,10 16-2070 0 0,1 6 1673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4:04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2663 4145 0 0,'-1'0'55'0'0,"0"1"0"0"0,1-1-1 0 0,-1 0 1 0 0,0 1 0 0 0,0-1 0 0 0,1 0 0 0 0,-1 1 0 0 0,0-1 0 0 0,1 1 0 0 0,-1-1-1 0 0,1 1 1 0 0,-1-1 0 0 0,0 1 0 0 0,1-1 0 0 0,-1 1 0 0 0,1 0 0 0 0,-1-1 0 0 0,1 1-1 0 0,0 0 1 0 0,-1 0 0 0 0,1-1 0 0 0,0 1 0 0 0,-1 0 0 0 0,1 0 0 0 0,0 0 0 0 0,-1 3 698 0 0,1-1 0 0 0,-1 1 0 0 0,1-1 0 0 0,0 1 1 0 0,0-1-1 0 0,1 6 0 0 0,2 8 3362 0 0,9 29 1 0 0,-9-37-4851 0 0,10 35 1658 0 0,27 60 1 0 0,-32-86-766 0 0,1 0 0 0 0,1-1 0 0 0,0-1 0 0 0,1 0 0 0 0,1 0 0 0 0,14 14 0 0 0,-22-26-33 0 0,1 1 0 0 0,0-1 0 0 0,0 0 0 0 0,1 0 0 0 0,-1-1 0 0 0,1 0 0 0 0,-1 0 0 0 0,1 0 0 0 0,0-1 0 0 0,0 1 0 0 0,0-1 0 0 0,1-1 0 0 0,-1 1 0 0 0,0-1 0 0 0,1 0 0 0 0,-1-1 0 0 0,0 1 0 0 0,12-2 0 0 0,-9 0-31 0 0,0-1 0 0 0,-1 0-1 0 0,1-1 1 0 0,0 1 0 0 0,-1-2 0 0 0,0 1 0 0 0,1-1 0 0 0,-1 0 0 0 0,-1-1-1 0 0,1 0 1 0 0,-1 0 0 0 0,14-13 0 0 0,4-7-38 0 0,-1-1 1 0 0,-2-2-1 0 0,0 0 1 0 0,-2-2-1 0 0,-1 0 0 0 0,-1-1 1 0 0,-2-1-1 0 0,-1 0 0 0 0,-1-1 1 0 0,8-35-1 0 0,1-20-53 0 0,-4-1 0 0 0,14-156 0 0 0,-23 171-5 0 0,2 1-1 0 0,4 1 0 0 0,34-100 1 0 0,-35 128-49 0 0,39-101-25 0 0,-37 108-24 0 0,-3 0 0 0 0,-1 0 0 0 0,-2-2-1 0 0,-1 1 1 0 0,-2-1 0 0 0,-2-1 0 0 0,2-66 0 0 0,-8 73 170 0 0,-1-1 0 0 0,-1 1 0 0 0,-3 0 0 0 0,0 0 0 0 0,-2 1 0 0 0,-2 0 0 0 0,-19-49 0 0 0,3 10-83 0 0,3 0 0 0 0,-13-81 0 0 0,28 125 167 0 0,-1 1 0 0 0,-14-33 1 0 0,-9-27 533 0 0,27 75-735 0 0,1-1 0 0 0,1 1 1 0 0,0 0-1 0 0,1-1 0 0 0,0-13 1 0 0,1 22 41 0 0,0 1 0 0 0,0-1 0 0 0,0 1 0 0 0,1-1 0 0 0,-1 1 1 0 0,1-1-1 0 0,-1 1 0 0 0,1 0 0 0 0,0-1 0 0 0,0 1 0 0 0,0 0 1 0 0,1-1-1 0 0,-1 1 0 0 0,0 0 0 0 0,1 0 0 0 0,-1 0 0 0 0,1 0 1 0 0,0 0-1 0 0,0 1 0 0 0,0-1 0 0 0,0 1 0 0 0,0-1 0 0 0,0 1 1 0 0,0-1-1 0 0,0 1 0 0 0,0 0 0 0 0,1 0 0 0 0,-1 0 0 0 0,4-1 1 0 0,20-2-54 0 0,1 0 0 0 0,-1 1 0 0 0,1 2 0 0 0,0 1 0 0 0,27 3 0 0 0,3 0 69 0 0,51 0-9 0 0,1 1-75 0 0,218-18-1 0 0,-13-14 49 0 0,-103 12 53 0 0,140-2 228 0 0,-152 11-470 0 0,363-9 105 0 0,-456 15 106 0 0,415-7 74 0 0,-44-5 202 0 0,575-24-441 0 0,-675 20 238 0 0,285-16-164 0 0,642-55 170 0 0,-907 60-72 0 0,750-12 470 0 0,-1145 40-476 0 0,80 0-18 0 0,129 15 1 0 0,-208-14 40 0 0,25 4 66 0 0,-27-5-94 0 0,0 0 0 0 0,0 1 0 0 0,0-1 0 0 0,0 0 0 0 0,0 1 0 0 0,0-1 0 0 0,0 0 0 0 0,0 1 0 0 0,0-1 0 0 0,0 1 0 0 0,0 0 0 0 0,-1-1 0 0 0,1 1 0 0 0,0 0 0 0 0,0-1 0 0 0,0 1 0 0 0,-1 0 0 0 0,1 0 0 0 0,0 1 0 0 0,-2-1-10 0 0,0 0 0 0 0,0 0 0 0 0,0 0 1 0 0,0 0-1 0 0,0 0 0 0 0,0 0 0 0 0,-1 0 1 0 0,1-1-1 0 0,0 1 0 0 0,-1 0 0 0 0,1-1 1 0 0,0 1-1 0 0,-3 0 0 0 0,2 0-5 0 0,-38 14-5868 0 0,35-14 4634 0 0,-28 11-6697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4:07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307 184 2304 0 0,'-2'-12'222'0'0,"-6"-12"6287"0"0,3 15-864 0 0,4 26-5074 0 0,-1 126 2235 0 0,-1-14-995 0 0,3-122-1687 0 0,0 0-1 0 0,1 1 1 0 0,1-1-1 0 0,-1 0 1 0 0,1 1-1 0 0,0-1 1 0 0,4 9-1 0 0,-5-14-108 0 0,0-1 0 0 0,-1 1 0 0 0,1-1 1 0 0,0 0-1 0 0,0 1 0 0 0,0-1 0 0 0,0 0 0 0 0,0 0 0 0 0,0 0 0 0 0,0 0 0 0 0,1 0 0 0 0,-1 0 0 0 0,0 0 0 0 0,1 0 0 0 0,-1 0 0 0 0,1 0 1 0 0,-1-1-1 0 0,0 1 0 0 0,1-1 0 0 0,-1 1 0 0 0,1-1 0 0 0,0 1 0 0 0,-1-1 0 0 0,1 0 0 0 0,-1 0 0 0 0,1 0 0 0 0,0 0 0 0 0,-1 0 0 0 0,1 0 1 0 0,-1 0-1 0 0,1-1 0 0 0,-1 1 0 0 0,1 0 0 0 0,0-1 0 0 0,-1 1 0 0 0,1-1 0 0 0,-1 0 0 0 0,0 1 0 0 0,3-2 0 0 0,1-2 8 0 0,0 1 1 0 0,0-1-1 0 0,0 0 0 0 0,0 0 0 0 0,-1-1 0 0 0,1 1 1 0 0,-1-1-1 0 0,0 0 0 0 0,-1 0 0 0 0,1 0 0 0 0,4-10 0 0 0,3-8 24 0 0,12-34 0 0 0,-22 55-41 0 0,8-28-58 0 0,-1 1 0 0 0,-1-2 1 0 0,-1 1-1 0 0,-2-1 0 0 0,-1 0 0 0 0,-2 0 1 0 0,-1 0-1 0 0,-4-35 0 0 0,3 58 19 0 0,2 5 32 0 0,-1 0 0 0 0,-1 0 0 0 0,1 0 0 0 0,0 1 0 0 0,-1-1 0 0 0,1 0 0 0 0,-1 0 0 0 0,0 1 0 0 0,0-1 0 0 0,0 0 0 0 0,0 1 0 0 0,0-1 0 0 0,-1 1 0 0 0,1-1 0 0 0,-1 1 0 0 0,-2-3 0 0 0,4 5 4 0 0,0 0 1 0 0,-1 0 0 0 0,1 0 0 0 0,0 0-1 0 0,-1 0 1 0 0,1 0 0 0 0,0 0 0 0 0,-1 0 0 0 0,1 0-1 0 0,0 0 1 0 0,-1 0 0 0 0,1 0 0 0 0,0 0 0 0 0,-1 0-1 0 0,1 0 1 0 0,0 0 0 0 0,-1 0 0 0 0,1 0 0 0 0,0 1-1 0 0,-1-1 1 0 0,1 0 0 0 0,0 0 0 0 0,0 0-1 0 0,-1 1 1 0 0,1-1 0 0 0,0 0 0 0 0,0 0 0 0 0,-1 1-1 0 0,1-1 1 0 0,0 0 0 0 0,0 0 0 0 0,0 1 0 0 0,-1-1-1 0 0,1 0 1 0 0,0 1 0 0 0,0-1 0 0 0,0 0-1 0 0,0 1 1 0 0,0-1 0 0 0,0 0 0 0 0,0 1 0 0 0,0-1-1 0 0,0 0 1 0 0,0 1 0 0 0,0-1 0 0 0,0 0 0 0 0,0 1-1 0 0,0-1 1 0 0,0 0 0 0 0,0 1 0 0 0,0 0-1 0 0,0 24 206 0 0,0-22-202 0 0,9 107-12 0 0,29 138 1 0 0,5 52-3 0 0,-42-280 88 0 0,0 0 1 0 0,-1 0-1 0 0,-1 0 1 0 0,-1 0-1 0 0,-1 0 1 0 0,-9 32-1 0 0,9-42 3 0 0,0-1 0 0 0,-1 1-1 0 0,-1-1 1 0 0,1 1-1 0 0,-2-1 1 0 0,1-1-1 0 0,-1 1 1 0 0,0-1 0 0 0,-1 0-1 0 0,0 0 1 0 0,0-1-1 0 0,-1 0 1 0 0,0 0-1 0 0,-13 8 1 0 0,8-7-6 0 0,-2-1-1 0 0,1 0 1 0 0,-1-1-1 0 0,0 0 1 0 0,0-1 0 0 0,-1-1-1 0 0,1-1 1 0 0,-1 0-1 0 0,0-1 1 0 0,0 0 0 0 0,0-1-1 0 0,-18-2 1 0 0,23 0-223 0 0,0 0 0 0 0,0 0 0 0 0,0-1 1 0 0,0-1-1 0 0,0 0 0 0 0,1 0 0 0 0,-1-1 1 0 0,1-1-1 0 0,0 0 0 0 0,0 0 0 0 0,0 0 1 0 0,1-2-1 0 0,0 1 0 0 0,0-1 0 0 0,0 0 1 0 0,1-1-1 0 0,0 0 0 0 0,-7-10 0 0 0,-3-9-1730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4:17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23 8754 0 0,'-2'-4'-424'0'0,"-10"-14"3467"0"0,6 17-792 0 0,-1 12-1369 0 0,2 8-581 0 0,1 0 0 0 0,1 0 0 0 0,1 0 0 0 0,-1 31 0 0 0,1-6-14 0 0,-3 17 80 0 0,0-16 350 0 0,2 84 1 0 0,4-123-615 0 0,0 1 1 0 0,0-1-1 0 0,1 0 0 0 0,-1 0 1 0 0,1 0-1 0 0,1 0 1 0 0,-1-1-1 0 0,5 8 0 0 0,-6-12-81 0 0,-1 0 1 0 0,1 1-1 0 0,0-1 0 0 0,-1 0 0 0 0,1 0 0 0 0,0 0 0 0 0,0 0 0 0 0,0 0 1 0 0,0 0-1 0 0,0 0 0 0 0,0 0 0 0 0,0 0 0 0 0,0-1 0 0 0,0 1 0 0 0,0 0 1 0 0,1-1-1 0 0,-1 1 0 0 0,0 0 0 0 0,0-1 0 0 0,1 0 0 0 0,-1 1 0 0 0,0-1 0 0 0,1 0 1 0 0,-1 0-1 0 0,0 1 0 0 0,1-1 0 0 0,-1 0 0 0 0,1 0 0 0 0,-1-1 0 0 0,0 1 1 0 0,1 0-1 0 0,-1 0 0 0 0,0-1 0 0 0,1 1 0 0 0,-1 0 0 0 0,0-1 0 0 0,0 0 0 0 0,0 1 1 0 0,1-1-1 0 0,-1 0 0 0 0,0 1 0 0 0,0-1 0 0 0,1-1 0 0 0,9-8 4 0 0,0-1-1 0 0,-1 0 0 0 0,0 0 1 0 0,-1-1-1 0 0,0 0 1 0 0,-1-1-1 0 0,-1 1 0 0 0,0-2 1 0 0,0 1-1 0 0,7-24 1 0 0,-5 8-118 0 0,-2 0 1 0 0,-1-1 0 0 0,-2 1 0 0 0,2-40 0 0 0,-5 31 91 0 0,4-37 11 0 0,-4 74 129 0 0,2 6-27 0 0,5 17 42 0 0,5 27-59 0 0,13 108 117 0 0,5 182 1 0 0,-29-307-112 0 0,0 0 0 0 0,-2 0 0 0 0,-2-1 0 0 0,-6 38 0 0 0,6-60 28 0 0,0 0 1 0 0,0-1 0 0 0,-1 1-1 0 0,0-1 1 0 0,0 0 0 0 0,-1 0-1 0 0,0 0 1 0 0,-1 0 0 0 0,0-1-1 0 0,0 0 1 0 0,0 0 0 0 0,-1 0-1 0 0,0-1 1 0 0,0 1 0 0 0,-1-1-1 0 0,0-1 1 0 0,0 1 0 0 0,0-1-1 0 0,-16 7 1 0 0,9-6-9 0 0,0 0 0 0 0,-1-2 0 0 0,0 0 0 0 0,0 0 1 0 0,0-2-1 0 0,0 0 0 0 0,0 0 0 0 0,-1-2 0 0 0,1 1 0 0 0,0-2 0 0 0,-29-5 0 0 0,25 3-170 0 0,1-1 0 0 0,-1-1 0 0 0,1-1 0 0 0,1-1 0 0 0,-1 0 0 0 0,1-1 0 0 0,1-1-1 0 0,-1 0 1 0 0,-19-17 0 0 0,21 15-564 0 0,0-1-1 0 0,1 0 0 0 0,1-1 1 0 0,0-1-1 0 0,1 0 0 0 0,-15-23 0 0 0,17 16-1107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4:18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20 3225 0 0,'-6'-11'-1151'0'0,"-2"3"4387"0"0,7 8-2987 0 0,0 0 0 0 0,1 0 1 0 0,-1 1-1 0 0,0-1 0 0 0,1 0 1 0 0,-1 1-1 0 0,0-1 0 0 0,1 0 1 0 0,-1 1-1 0 0,0-1 0 0 0,1 1 1 0 0,-1-1-1 0 0,1 1 0 0 0,-1-1 1 0 0,1 1-1 0 0,-1 0 0 0 0,1-1 1 0 0,0 1-1 0 0,-1 0 0 0 0,1-1 0 0 0,0 1 1 0 0,-1 0-1 0 0,1-1 0 0 0,0 1 1 0 0,0 0-1 0 0,0 0 0 0 0,0-1 1 0 0,0 1-1 0 0,-1 1 0 0 0,-3 11 156 0 0,1 0-1 0 0,0 1 1 0 0,1 0-1 0 0,0-1 1 0 0,1 18-1 0 0,5 71 1003 0 0,-2-67-842 0 0,2 19 260 0 0,12 59 1 0 0,-15-111-859 0 0,-1 0 0 0 0,1 0 1 0 0,0 0-1 0 0,0-1 0 0 0,-1 1 1 0 0,1 0-1 0 0,0 0 1 0 0,1-1-1 0 0,-1 1 0 0 0,0-1 1 0 0,3 3-1 0 0,-2-2-389 0 0,-1 0 0 0 0,1-1 0 0 0,0 1 0 0 0,0-1 0 0 0,0 0 0 0 0,1 0 0 0 0,-1 0 0 0 0,0 0 0 0 0,5 1 0 0 0,5 1-1178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4:18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33 11979 0 0,'-5'-2'809'0'0,"-31"-12"182"0"0,22 7 4797 0 0,13 4-5261 0 0,7 0-325 0 0,10 2-62 0 0,15 0-117 0 0,-13 0-35 0 0,-1 1-1 0 0,19 2 1 0 0,-31-2 9 0 0,-1 1 0 0 0,0 0 0 0 0,1 0 0 0 0,-1 0 0 0 0,0 0 0 0 0,0 1 0 0 0,1 0 0 0 0,-1 0 0 0 0,0 0 0 0 0,-1 0 0 0 0,1 1 0 0 0,0-1 0 0 0,3 4 0 0 0,-6-4 12 0 0,0 0 0 0 0,1-1-1 0 0,-1 1 1 0 0,-1 0 0 0 0,1 0 0 0 0,0 0-1 0 0,0 0 1 0 0,-1-1 0 0 0,1 1-1 0 0,-1 0 1 0 0,1 0 0 0 0,-1 0-1 0 0,0 0 1 0 0,0 1 0 0 0,0-1-1 0 0,0 0 1 0 0,0 0 0 0 0,0 0-1 0 0,-1 0 1 0 0,1 0 0 0 0,-1 0 0 0 0,1-1-1 0 0,-2 4 1 0 0,-3 7 100 0 0,0 0 1 0 0,-10 17-1 0 0,7-14-47 0 0,0 2 90 0 0,3-10 96 0 0,0 2 1 0 0,1-1 0 0 0,1 0-1 0 0,-1 1 1 0 0,1 0 0 0 0,1 0 0 0 0,0 0-1 0 0,-2 16 1 0 0,4-25-235 0 0,0 1 0 0 0,1-1-1 0 0,-1 0 1 0 0,1 1 0 0 0,-1-1 0 0 0,0 1-1 0 0,1-1 1 0 0,-1 0 0 0 0,1 0 0 0 0,-1 1-1 0 0,0-1 1 0 0,1 0 0 0 0,-1 0 0 0 0,1 0 0 0 0,-1 1-1 0 0,1-1 1 0 0,-1 0 0 0 0,1 0 0 0 0,-1 0-1 0 0,1 0 1 0 0,-1 0 0 0 0,1 0 0 0 0,-1 0-1 0 0,1 0 1 0 0,-1 0 0 0 0,1 0 0 0 0,-1 0 0 0 0,1 0-1 0 0,0-1 1 0 0,19-1-118 0 0,-18 1 103 0 0,27-5-1124 0 0,0-2 0 0 0,48-20 0 0 0,-51 17-253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4:18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 18780 0 0,'-1'-1'80'0'0,"0"1"0"0"0,0 0 0 0 0,-1 0 0 0 0,1 0-1 0 0,0 0 1 0 0,-1 0 0 0 0,1 0 0 0 0,0 0 0 0 0,0 0 0 0 0,-1 0 0 0 0,1 1 0 0 0,0-1 0 0 0,-1 0-1 0 0,1 1 1 0 0,0 0 0 0 0,0-1 0 0 0,0 1 0 0 0,0-1 0 0 0,0 1 0 0 0,0 0 0 0 0,0 0 0 0 0,0 0-1 0 0,0 0 1 0 0,0-1 0 0 0,0 1 0 0 0,-1 2 0 0 0,1 0-80 0 0,0-1 1 0 0,0 1-1 0 0,1-1 0 0 0,-1 1 0 0 0,1 0 1 0 0,-1-1-1 0 0,1 1 0 0 0,0 0 0 0 0,0 0 0 0 0,0-1 1 0 0,0 1-1 0 0,1 0 0 0 0,0 2 0 0 0,0-1-62 0 0,0 1-1 0 0,1-1 1 0 0,0 0-1 0 0,0 0 0 0 0,0 0 1 0 0,0 0-1 0 0,0 0 0 0 0,1-1 1 0 0,0 1-1 0 0,0-1 0 0 0,0 1 1 0 0,4 2-1 0 0,-3-2-559 0 0,0 0 0 0 0,1 0 1 0 0,0-1-1 0 0,0 0 0 0 0,6 3 1 0 0,-3-2-1084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4:19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12643 0 0,'-1'4'560'0'0,"1"-1"112"0"0,0 1-536 0 0,-2-1-136 0 0,2 0 0 0 0,0-1 0 0 0,0 1 352 0 0,0 1 32 0 0,0 3 16 0 0,3 3 0 0 0,-2 2-176 0 0,1-2-40 0 0,0-1-8 0 0,3 0 0 0 0,0-3-1104 0 0,2 0-224 0 0,0-2-48 0 0,1-3-8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4:19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5529 0 0,'1'2'488'0'0,"1"0"-392"0"0,-1-1-96 0 0,1 0 0 0 0,3 6 5994 0 0,-2-2-3826 0 0,4 0-1512 0 0,1 2-304 0 0,2 1-56 0 0,-1 0-8 0 0,1-1-176 0 0,-1-1-32 0 0,0 1-8 0 0,-1-2-4360 0 0,0 1-882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4:19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22 189 17972 0 0,'-4'-6'532'0'0,"-8"-9"989"0"0,8 18-1036 0 0,2 11-197 0 0,10 89 262 0 0,-2-46-357 0 0,-5-47-179 0 0,1 14 185 0 0,0 0 0 0 0,2 0 1 0 0,8 31-1 0 0,-10-50-148 0 0,-1 1 1 0 0,1-1-1 0 0,0 0 1 0 0,1 0-1 0 0,-1 0 1 0 0,1 0-1 0 0,0-1 1 0 0,0 1-1 0 0,0-1 1 0 0,1 0-1 0 0,0 0 1 0 0,0 0-1 0 0,0 0 1 0 0,0 0-1 0 0,0-1 1 0 0,1 0-1 0 0,-1 0 1 0 0,1 0-1 0 0,0 0 1 0 0,8 2-1 0 0,-9-4-38 0 0,0 0-1 0 0,0 0 1 0 0,0 0 0 0 0,0 0-1 0 0,0-1 1 0 0,0 0 0 0 0,0 0-1 0 0,1 0 1 0 0,-1 0 0 0 0,0-1-1 0 0,0 1 1 0 0,0-1 0 0 0,0 0-1 0 0,0 0 1 0 0,0-1 0 0 0,4-1-1 0 0,-3 0-26 0 0,1-1-1 0 0,0 0 1 0 0,-1 0-1 0 0,0 0 0 0 0,0 0 1 0 0,0-1-1 0 0,-1 0 1 0 0,1 0-1 0 0,3-6 0 0 0,5-9-151 0 0,-2 0-1 0 0,-1-1 0 0 0,0 0 1 0 0,11-36-1 0 0,-13 29 47 0 0,-1 0-1 0 0,-2 0 1 0 0,0 0 0 0 0,0-38 0 0 0,-4 19 58 0 0,-10-86 1 0 0,2 112 339 0 0,4 21 89 0 0,4 13-85 0 0,87 304-170 0 0,-50-193 371 0 0,39 221 0 0 0,-75-325-295 0 0,0 1 0 0 0,-1 0 0 0 0,-1 0-1 0 0,-1 0 1 0 0,-1 0 0 0 0,-1 0 0 0 0,-1-1-1 0 0,-9 31 1 0 0,8-37-75 0 0,-1 0 0 0 0,0 0 0 0 0,-1-1 0 0 0,0 1 0 0 0,-1-2 0 0 0,-1 1 0 0 0,0-1 1 0 0,-1-1-1 0 0,0 1 0 0 0,0-2 0 0 0,-1 1 0 0 0,-19 12 0 0 0,16-12-31 0 0,-1-1 0 0 0,-1-1-1 0 0,0 0 1 0 0,0-1 0 0 0,-1-1 0 0 0,0 0 0 0 0,-28 6 0 0 0,36-11-121 0 0,0-1 0 0 0,-1 0 0 0 0,1 0 0 0 0,0-1 0 0 0,-1-1 0 0 0,1 1 0 0 0,0-1 1 0 0,-1-1-1 0 0,1 0 0 0 0,0 0 0 0 0,0-1 0 0 0,0 0 0 0 0,0 0 0 0 0,1-1 0 0 0,-1 0 0 0 0,-10-7 0 0 0,15 7-85 0 0,-1 1-1 0 0,0 0 1 0 0,1-1 0 0 0,0 0 0 0 0,0 0-1 0 0,0 0 1 0 0,0-1 0 0 0,1 1-1 0 0,-4-7 1 0 0,5 8-163 0 0,1 1 0 0 0,0-1 0 0 0,0 0-1 0 0,0 0 1 0 0,0 0 0 0 0,0 0 0 0 0,1 0 0 0 0,-1 0 0 0 0,1 0 0 0 0,0 0 0 0 0,0 0 0 0 0,0 0-1 0 0,0 0 1 0 0,0 0 0 0 0,1 0 0 0 0,-1 0 0 0 0,1 0 0 0 0,0 1 0 0 0,1-5 0 0 0,8-13-7220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4:20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16676 0 0,'5'70'2441'0'0,"-4"107"0"0"0,-3-71-819 0 0,2-105-1594 0 0,-1 0 1 0 0,1 0 0 0 0,0 1 0 0 0,0-1-1 0 0,0 0 1 0 0,0 0 0 0 0,1 0 0 0 0,-1 1-1 0 0,0-1 1 0 0,0 0 0 0 0,1 0 0 0 0,-1 0 0 0 0,1 0-1 0 0,-1 0 1 0 0,1 0 0 0 0,-1 0 0 0 0,2 2-1 0 0,-1-3-18 0 0,-1 0-1 0 0,1 0 0 0 0,-1 0 0 0 0,1 0 0 0 0,-1 0 0 0 0,1 0 1 0 0,-1 0-1 0 0,1 0 0 0 0,-1 0 0 0 0,0 0 0 0 0,1 0 1 0 0,-1-1-1 0 0,1 1 0 0 0,-1 0 0 0 0,1 0 0 0 0,-1 0 0 0 0,1-1 1 0 0,-1 1-1 0 0,1 0 0 0 0,-1-1 0 0 0,0 1 0 0 0,1 0 1 0 0,-1-1-1 0 0,0 1 0 0 0,1 0 0 0 0,-1-1 0 0 0,0 0 0 0 0,27-37-29 0 0,-26 35-4 0 0,17-30-346 0 0,23-66 0 0 0,-31 70 80 0 0,2 0-1 0 0,0 2 1 0 0,28-45 0 0 0,-38 69 275 0 0,-1 1 1 0 0,1-1 0 0 0,0 1 0 0 0,0 0 0 0 0,-1 0-1 0 0,1 0 1 0 0,0 0 0 0 0,1 0 0 0 0,-1 1 0 0 0,0-1-1 0 0,1 0 1 0 0,-1 1 0 0 0,1 0 0 0 0,3-2 0 0 0,-5 3 34 0 0,1 0 0 0 0,0 0 1 0 0,-1 0-1 0 0,1 0 0 0 0,-1 1 1 0 0,1-1-1 0 0,-1 0 0 0 0,1 1 1 0 0,0-1-1 0 0,-1 1 1 0 0,0 0-1 0 0,1 0 0 0 0,-1-1 1 0 0,1 1-1 0 0,-1 0 0 0 0,0 0 1 0 0,1 0-1 0 0,-1 0 0 0 0,0 0 1 0 0,0 1-1 0 0,0-1 0 0 0,0 0 1 0 0,0 0-1 0 0,0 1 0 0 0,1 2 1 0 0,7 10 155 0 0,-1 1 1 0 0,0 0 0 0 0,-1 0-1 0 0,0 1 1 0 0,-1 0 0 0 0,4 18-1 0 0,-4-7 39 0 0,-1 1 0 0 0,3 52-1 0 0,-8-73-432 0 0,0 0 0 0 0,-1-1 0 0 0,0 1 0 0 0,0 0 0 0 0,-1-1 0 0 0,0 1 1 0 0,0-1-1 0 0,0 0 0 0 0,-1 1 0 0 0,1-1 0 0 0,-2 0 0 0 0,1-1 0 0 0,-6 9 0 0 0,-3-2-7445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4:20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0 236 14283 0 0,'0'0'1103'0'0,"22"4"1642"0"0,49 2-812 0 0,97-4 1 0 0,71-17-1345 0 0,-8 1 301 0 0,525-15 914 0 0,-194 11-1432 0 0,-119 1-253 0 0,105-2 184 0 0,-345 13-197 0 0,109-2 223 0 0,99-9 453 0 0,-279 8-477 0 0,-110 8-252 0 0,-11 2 3 0 0,1-2 0 0 0,-1 1-1 0 0,0-2 1 0 0,0 1 0 0 0,0-2 0 0 0,0 1 0 0 0,20-9 0 0 0,-31 11-56 0 0,0 0 0 0 0,0 0 1 0 0,0 0-1 0 0,1 0 1 0 0,-1 0-1 0 0,0 0 0 0 0,0 0 1 0 0,0 0-1 0 0,0-1 1 0 0,0 1-1 0 0,0 0 0 0 0,0 0 1 0 0,0 0-1 0 0,0 0 1 0 0,0 0-1 0 0,0-1 0 0 0,0 1 1 0 0,1 0-1 0 0,-1 0 0 0 0,0 0 1 0 0,0 0-1 0 0,0 0 1 0 0,0-1-1 0 0,0 1 0 0 0,0 0 1 0 0,0 0-1 0 0,-1 0 1 0 0,1 0-1 0 0,0-1 0 0 0,0 1 1 0 0,0 0-1 0 0,0 0 1 0 0,0 0-1 0 0,0 0 0 0 0,0 0 1 0 0,0 0-1 0 0,0-1 1 0 0,0 1-1 0 0,0 0 0 0 0,0 0 1 0 0,-1 0-1 0 0,1 0 0 0 0,0 0 1 0 0,0 0-1 0 0,0 0 1 0 0,-10-8-32 0 0,-11-4-87 0 0,-64-27-5220 0 0,57 27-3023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4:21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 17196 0 0,'0'0'32'0'0,"0"0"1"0"0,0 0 0 0 0,-1 0-1 0 0,1 0 1 0 0,0 0 0 0 0,0-1-1 0 0,-1 1 1 0 0,1 0 0 0 0,0 0-1 0 0,0 0 1 0 0,-1 0 0 0 0,1 0-1 0 0,0 0 1 0 0,0 0-1 0 0,-1 0 1 0 0,1 0 0 0 0,0 0-1 0 0,0 0 1 0 0,-1 0 0 0 0,1 0-1 0 0,0 0 1 0 0,0 0 0 0 0,-1 0-1 0 0,1 0 1 0 0,0 0 0 0 0,0 0-1 0 0,-1 0 1 0 0,1 1 0 0 0,0-1-1 0 0,0 0 1 0 0,0 0 0 0 0,-1 0-1 0 0,1 0 1 0 0,0 1 0 0 0,0-1-1 0 0,0 0 1 0 0,-1 0-1 0 0,1 0 1 0 0,0 1 0 0 0,0-1-1 0 0,0 0 1 0 0,0 0 0 0 0,0 0-1 0 0,0 1 1 0 0,-1-1 0 0 0,1 0-1 0 0,0 0 1 0 0,0 1 0 0 0,0-1-1 0 0,0 0 1 0 0,0 0 0 0 0,0 1-1 0 0,0-1 1 0 0,0 0 0 0 0,0 0-1 0 0,0 1 1 0 0,0-1 0 0 0,0 0-1 0 0,0 1 1 0 0,0-1 0 0 0,1 0-1 0 0,-1 1 1 0 0,3 25-71 0 0,-2-18 379 0 0,16 214 1855 0 0,8 71-319 0 0,-13-168-4504 0 0,-11-105 1621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5:24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3681 0 0,'4'1'6150'0'0,"-3"7"-5347"0"0,0 19-172 0 0,-1 1-1 0 0,-1-1 0 0 0,-2 1 0 0 0,-6 33 1 0 0,0 2-182 0 0,-8 62 507 0 0,-12 134 841 0 0,18-113-993 0 0,-6 98 56 0 0,13-169-648 0 0,4 0-1 0 0,15 135 1 0 0,30 25 417 0 0,-32-147-486 0 0,-8-50-20 0 0,2 0 0 0 0,14 48 0 0 0,14 39 122 0 0,8 21 10 0 0,-26-103-319 0 0,9 27-36 0 0,-4-4 121 0 0,-13-41 7 0 0,10 43-1 0 0,-13-34 29 0 0,2-2-1 0 0,2 1 1 0 0,1-1-1 0 0,1 0 1 0 0,1-1-1 0 0,29 46 1 0 0,43 81 8 0 0,-71-133-64 0 0,20 53 0 0 0,-25-54 0 0 0,1 0 0 0 0,25 42 0 0 0,54 48 27 0 0,-36-49-1 0 0,75 110-30 0 0,-123-167 19 0 0,18 21-13 0 0,1-2 0 0 0,2-1 0 0 0,42 35 0 0 0,-26-24-66 0 0,2 3 32 0 0,88 61 0 0 0,78 50 45 0 0,-183-132-49 0 0,0-1 0 0 0,1-1 0 0 0,46 21 1 0 0,5 2 37 0 0,-50-26 1 0 0,0-2 1 0 0,58 17 0 0 0,-50-17 17 0 0,49 20 0 0 0,114 53-10 0 0,-198-84-11 0 0,36 17 0 0 0,2-2 0 0 0,54 14 0 0 0,-75-24 0 0 0,33 14 0 0 0,-29-10 0 0 0,-21-10 0 0 0,8 5 29 0 0,0-1 0 0 0,1 0 0 0 0,-1-1 0 0 0,1 0 0 0 0,0-1 0 0 0,0 0 0 0 0,18 1 0 0 0,-19-3-22 0 0,-4 0 15 0 0,0 0 0 0 0,0 0 0 0 0,0 0-1 0 0,0 1 1 0 0,1 0 0 0 0,7 3 0 0 0,10 8-22 0 0,-21-10 0 0 0,0 0 0 0 0,1 0 0 0 0,0 0 0 0 0,-1 0 0 0 0,1-1 0 0 0,0 1 0 0 0,5 0 0 0 0,19 5 0 0 0,-27-6 0 0 0,1-1 0 0 0,-1 1 0 0 0,1-1 0 0 0,-1 1 0 0 0,0-1 0 0 0,1 1 0 0 0,-1 0 0 0 0,1 0 0 0 0,-1 0 0 0 0,0 0 0 0 0,0 0 0 0 0,0 0 0 0 0,0 0 0 0 0,1 0 0 0 0,0 2 0 0 0,5 7 23 0 0,-7-10-22 0 0,0 0 0 0 0,0 0 0 0 0,1 1 0 0 0,-1-1 0 0 0,0 0 0 0 0,0 1 0 0 0,0-1 0 0 0,0 0 0 0 0,1 1 0 0 0,-1-1 0 0 0,0 0 0 0 0,0 1 0 0 0,0-1 0 0 0,0 0 0 0 0,0 1 0 0 0,0-1 0 0 0,0 0 0 0 0,0 1 0 0 0,0-1 0 0 0,0 0 0 0 0,0 1 0 0 0,0-1 0 0 0,0 0 0 0 0,0 1 0 0 0,0-1 0 0 0,0 1 0 0 0,-1-1 0 0 0,1 0-1 0 0,0 0 1 0 0,0 1 0 0 0,0-1 0 0 0,-1 0 0 0 0,1 1 0 0 0,0-1 0 0 0,0 0 0 0 0,-1 0 0 0 0,1 1 0 0 0,0-1 0 0 0,0 0 0 0 0,-1 0 0 0 0,1 1 0 0 0,0-1 0 0 0,-1 0 0 0 0,-9 1 27 0 0,0 0-1 0 0,0 0 1 0 0,0-1-1 0 0,0 0 1 0 0,1-1 0 0 0,-1-1-1 0 0,-16-3 1 0 0,-25-2 74 0 0,45 6-99 0 0,0 1 0 0 0,0 0 1 0 0,0 0-1 0 0,0 1 0 0 0,-9 1 0 0 0,15-1-5 0 0,-1-1 1 0 0,0 0-1 0 0,0 0 0 0 0,1 0 0 0 0,-1 1 0 0 0,0-1 1 0 0,1 0-1 0 0,-1 1 0 0 0,0-1 0 0 0,1 0 0 0 0,-1 1 1 0 0,0-1-1 0 0,1 1 0 0 0,-1-1 0 0 0,1 1 0 0 0,-1 0 1 0 0,1-1-1 0 0,-1 1 0 0 0,1-1 0 0 0,-1 1 0 0 0,1 0 1 0 0,0 0-1 0 0,-1-1 0 0 0,1 1 0 0 0,0 0 1 0 0,0-1-1 0 0,-1 1 0 0 0,1 0 0 0 0,0 0 0 0 0,0 0 1 0 0,0-1-1 0 0,0 1 0 0 0,0 0 0 0 0,0 0 0 0 0,0-1 1 0 0,0 1-1 0 0,0 0 0 0 0,0 0 0 0 0,1-1 0 0 0,-1 1 1 0 0,0 0-1 0 0,1 0 0 0 0,-1-1 0 0 0,0 1 0 0 0,1 0 1 0 0,-1-1-1 0 0,1 1 0 0 0,-1 0 0 0 0,1-1 0 0 0,-1 1 1 0 0,1-1-1 0 0,0 1 0 0 0,0 1-3 0 0,0-1 0 0 0,0 0 1 0 0,0 1-1 0 0,0-1 0 0 0,0 0 0 0 0,1 0 1 0 0,-1 0-1 0 0,0 0 0 0 0,1 0 0 0 0,-1 0 1 0 0,1 0-1 0 0,-1 0 0 0 0,1-1 0 0 0,-1 1 1 0 0,1 0-1 0 0,0-1 0 0 0,-1 0 0 0 0,1 1 1 0 0,2-1-1 0 0,0 0-15 0 0,-1 0 0 0 0,1 0 0 0 0,0 0 0 0 0,0-1 0 0 0,-1 0-1 0 0,1 0 1 0 0,0 0 0 0 0,4-2 0 0 0,3-1-22 0 0,-2-1 0 0 0,1-1-1 0 0,0 0 1 0 0,-1 0 0 0 0,9-8 0 0 0,-7 5 67 0 0,-11 9-23 0 0,0 0 0 0 0,0 0 1 0 0,0 1-1 0 0,0-1 0 0 0,0 0 0 0 0,0 0 0 0 0,0 0 0 0 0,0 0 0 0 0,0 0 1 0 0,0 0-1 0 0,0 0 0 0 0,0 0 0 0 0,0 0 0 0 0,0 0 0 0 0,0 0 0 0 0,0 0 1 0 0,0 0-1 0 0,0 0 0 0 0,0 0 0 0 0,0 0 0 0 0,0 0 0 0 0,0 0 0 0 0,0 0 1 0 0,0 0-1 0 0,0 0 0 0 0,0 0 0 0 0,0 0 0 0 0,0 0 0 0 0,0 0 1 0 0,-16 18 166 0 0,-1 1-68 0 0,13-12-76 0 0,0 0 1 0 0,0 1-1 0 0,0-1 1 0 0,-5 16 0 0 0,8-21-21 0 0,0 0 1 0 0,1 1-1 0 0,-1-1 1 0 0,1 0-1 0 0,-1 0 1 0 0,1 1 0 0 0,0-1-1 0 0,0 0 1 0 0,0 1-1 0 0,0-1 1 0 0,0 0-1 0 0,1 1 1 0 0,-1-1 0 0 0,1 0-1 0 0,-1 0 1 0 0,1 1-1 0 0,0-1 1 0 0,0 0-1 0 0,0 0 1 0 0,0 0 0 0 0,0 0-1 0 0,2 3 1 0 0,-2-4-9 0 0,-1-1 1 0 0,1 1-1 0 0,0-1 1 0 0,-1 1 0 0 0,1-1-1 0 0,0 1 1 0 0,-1-1-1 0 0,1 1 1 0 0,0-1 0 0 0,0 1-1 0 0,-1-1 1 0 0,1 0-1 0 0,0 1 1 0 0,0-1 0 0 0,0 0-1 0 0,0 0 1 0 0,-1 0-1 0 0,1 0 1 0 0,0 0 0 0 0,0 0-1 0 0,0 0 1 0 0,0 0-1 0 0,0 0 1 0 0,1 0 0 0 0,-1-1-8 0 0,1 0 0 0 0,-1 0-1 0 0,1 1 1 0 0,-1-1 0 0 0,0 0 0 0 0,1 0 0 0 0,-1 0 0 0 0,0 0 0 0 0,0-1 0 0 0,0 1 0 0 0,0 0 0 0 0,1-2 0 0 0,1-2-12 0 0,0 1 0 0 0,-1-1 0 0 0,1 0 1 0 0,-1 1-1 0 0,-1-1 0 0 0,1 0 0 0 0,1-6 0 0 0,-3 7 41 0 0,0 0 0 0 0,1 0 0 0 0,-1 0 0 0 0,-1 0 0 0 0,1 0 0 0 0,-1 1 1 0 0,1-1-1 0 0,-1 0 0 0 0,0 0 0 0 0,0 1 0 0 0,-3-7 0 0 0,3 9-13 0 0,1 0 1 0 0,-1 0 0 0 0,0 0-1 0 0,1 0 1 0 0,-1 1 0 0 0,0-1-1 0 0,0 0 1 0 0,0 0 0 0 0,1 0-1 0 0,-1 1 1 0 0,0-1 0 0 0,0 0-1 0 0,0 1 1 0 0,0-1 0 0 0,0 1-1 0 0,0-1 1 0 0,-1 1 0 0 0,1-1-1 0 0,0 1 1 0 0,0 0 0 0 0,0-1-1 0 0,0 1 1 0 0,0 0 0 0 0,-1 0-1 0 0,1 0 1 0 0,0 0-1 0 0,0 0 1 0 0,0 0 0 0 0,0 0-1 0 0,-1 1 1 0 0,1-1 0 0 0,0 0-1 0 0,0 1 1 0 0,0-1 0 0 0,0 1-1 0 0,0-1 1 0 0,0 1 0 0 0,0-1-1 0 0,0 1 1 0 0,0 0 0 0 0,-1 1-1 0 0,-6 3 42 0 0,0 0-1 0 0,1 1 0 0 0,0 0 0 0 0,1 1 1 0 0,-11 12-1 0 0,14-16-45 0 0,0 1 0 0 0,1 0 0 0 0,-1 0 0 0 0,1 0 0 0 0,0 1 0 0 0,0-1 0 0 0,0 0 0 0 0,0 1 0 0 0,1-1 0 0 0,0 1 0 0 0,0 0 0 0 0,-1 8 0 0 0,2-13-12 0 0,0 1 1 0 0,0-1-1 0 0,0 1 0 0 0,0-1 1 0 0,0 1-1 0 0,0-1 1 0 0,1 1-1 0 0,-1-1 0 0 0,0 1 1 0 0,0-1-1 0 0,0 1 1 0 0,0-1-1 0 0,1 0 0 0 0,-1 1 1 0 0,0-1-1 0 0,0 1 1 0 0,1-1-1 0 0,-1 1 1 0 0,0-1-1 0 0,1 0 0 0 0,-1 1 1 0 0,0-1-1 0 0,1 0 1 0 0,-1 1-1 0 0,0-1 0 0 0,1 0 1 0 0,-1 0-1 0 0,1 1 1 0 0,-1-1-1 0 0,1 0 0 0 0,-1 0 1 0 0,1 0-1 0 0,-1 0 1 0 0,1 0-1 0 0,-1 0 0 0 0,1 1 1 0 0,-1-1-1 0 0,1 0 1 0 0,-1 0-1 0 0,1 0 0 0 0,-1-1 1 0 0,0 1-1 0 0,1 0 1 0 0,-1 0-1 0 0,1 0 0 0 0,-1 0 1 0 0,1 0-1 0 0,-1 0 1 0 0,1-1-1 0 0,-1 1 1 0 0,1 0-1 0 0,-1 0 0 0 0,0-1 1 0 0,1 1-1 0 0,0-1 1 0 0,24-16-413 0 0,-19 10 414 0 0,0 0 1 0 0,0-1 0 0 0,-1 1-1 0 0,0-1 1 0 0,0 0-1 0 0,-1 0 1 0 0,0 0-1 0 0,-1-1 1 0 0,1 1 0 0 0,-2-1-1 0 0,1 0 1 0 0,-1 0-1 0 0,2-17 1 0 0,-4 25 13 0 0,0 0 0 0 0,0 1 0 0 0,0-1 0 0 0,0 1 1 0 0,0-1-1 0 0,0 1 0 0 0,0-1 0 0 0,0 0 0 0 0,0 1 0 0 0,0-1 0 0 0,0 1 0 0 0,-1-1 1 0 0,1 0-1 0 0,0 1 0 0 0,0-1 0 0 0,-1 1 0 0 0,1-1 0 0 0,0 1 0 0 0,0-1 1 0 0,-1 1-1 0 0,1-1 0 0 0,-1 1 0 0 0,1-1 0 0 0,0 1 0 0 0,-1 0 0 0 0,0-1 0 0 0,0 1 14 0 0,0 0 0 0 0,1 0 0 0 0,-1 0-1 0 0,0 0 1 0 0,0 0 0 0 0,1 0 0 0 0,-1 0-1 0 0,0 1 1 0 0,0-1 0 0 0,1 0 0 0 0,-1 0-1 0 0,0 1 1 0 0,1-1 0 0 0,-1 1-1 0 0,1-1 1 0 0,-1 0 0 0 0,0 2 0 0 0,-23 24 475 0 0,20-21-489 0 0,1 1 0 0 0,-1-1 1 0 0,1 1-1 0 0,1 0 0 0 0,-1 0 0 0 0,1 0 0 0 0,0 1 0 0 0,0-1 1 0 0,1 1-1 0 0,0-1 0 0 0,0 1 0 0 0,0-1 0 0 0,1 1 0 0 0,0-1 1 0 0,1 10-1 0 0,-1-16-9 0 0,0 0 1 0 0,0 1-1 0 0,0-1 1 0 0,0 0 0 0 0,0 1-1 0 0,0-1 1 0 0,1 0-1 0 0,-1 1 1 0 0,0-1-1 0 0,0 0 1 0 0,0 0-1 0 0,0 1 1 0 0,0-1-1 0 0,0 0 1 0 0,1 1-1 0 0,-1-1 1 0 0,0 0 0 0 0,0 0-1 0 0,0 1 1 0 0,1-1-1 0 0,-1 0 1 0 0,0 0-1 0 0,0 0 1 0 0,1 1-1 0 0,-1-1 1 0 0,0 0-1 0 0,0 0 1 0 0,1 0-1 0 0,-1 0 1 0 0,0 0 0 0 0,1 1-1 0 0,-1-1 1 0 0,0 0-1 0 0,0 0 1 0 0,1 0-1 0 0,-1 0 1 0 0,0 0-1 0 0,1 0 1 0 0,-1 0-1 0 0,0 0 1 0 0,1 0 0 0 0,-1 0-1 0 0,0 0 1 0 0,1 0-1 0 0,-1 0 1 0 0,0-1-1 0 0,1 1 1 0 0,-1 0-1 0 0,0 0 1 0 0,0 0-1 0 0,1 0 1 0 0,-1 0-1 0 0,0-1 1 0 0,0 1 0 0 0,1 0-1 0 0,-1 0 1 0 0,0-1-1 0 0,0 1 1 0 0,1 0-1 0 0,-1 0 1 0 0,0-1-1 0 0,0 1 1 0 0,1-1-12 0 0,1-1 1 0 0,-1 1-1 0 0,0-1 1 0 0,0 1-1 0 0,0-1 1 0 0,0 1-1 0 0,-1-1 0 0 0,1 0 1 0 0,0 1-1 0 0,0-3 1 0 0,-1 2-43 0 0,0 1 1 0 0,0-1 0 0 0,0 1-1 0 0,0-1 1 0 0,0 1 0 0 0,0 0-1 0 0,0-1 1 0 0,-1 1-1 0 0,1-1 1 0 0,0 1 0 0 0,-1 0-1 0 0,1-1 1 0 0,-1 1 0 0 0,0 0-1 0 0,1-1 1 0 0,-1 1 0 0 0,0 0-1 0 0,0 0 1 0 0,0 0-1 0 0,0 0 1 0 0,0 0 0 0 0,0 0-1 0 0,0 0 1 0 0,0 0 0 0 0,0 0-1 0 0,0 0 1 0 0,0 1 0 0 0,-1-1-1 0 0,1 0 1 0 0,0 1-1 0 0,-1-1 1 0 0,1 1 0 0 0,0-1-1 0 0,-2 1 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5:17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6 1376 0 0,'-1'0'190'0'0,"1"0"-1"0"0,0-1 1 0 0,0 1-1 0 0,0 0 0 0 0,0 0 1 0 0,0-1-1 0 0,0 1 1 0 0,0 0-1 0 0,-2-2 1516 0 0,2 2-1516 0 0,0 0 1 0 0,0-1-1 0 0,-1 1 1 0 0,1 0-1 0 0,0 0 1 0 0,-1 0-1 0 0,1 0 0 0 0,0 0 1 0 0,0 0-1 0 0,-1 0 1 0 0,1 0-1 0 0,0 0 1 0 0,0-1-1 0 0,-1 1 0 0 0,0 0 1 0 0,-4 9 1839 0 0,1 10-1945 0 0,-16 174 2194 0 0,4 214 0 0 0,6-24-1850 0 0,2-220 40 0 0,-14 206 49 0 0,-2 81 156 0 0,51 174-609 0 0,-8-192-64 0 0,-11-154 0 0 0,5 456 0 0 0,-13-693 0 0 0,12 336-88 0 0,-11-369 60 0 0,-1 0 0 0 0,0 0 1 0 0,0 0-1 0 0,-1 0 0 0 0,0 0 1 0 0,-3 13-1 0 0,0-28-2055 0 0,2 6 1223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5:18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78 1840 0 0,'-72'-14'10833'0'0,"78"14"-10472"0"0,-1 0-1 0 0,1 0 1 0 0,-1 0-1 0 0,1-1 1 0 0,0 1-1 0 0,10-4 1 0 0,3 0-172 0 0,95-15 522 0 0,-36 5-215 0 0,154-7 0 0 0,195 39-324 0 0,-275-9-141 0 0,74 5 194 0 0,321 11 638 0 0,183-5-687 0 0,-382-11-127 0 0,-180-7-42 0 0,388 3-7 0 0,-367-5 0 0 0,86 2 0 0 0,-144 0 34 0 0,-48-2 19 0 0,-1 3-1 0 0,110 19 1 0 0,-166-18-53 0 0,-18-3 0 0 0,-1 0 0 0 0,1 0 0 0 0,-1 0 0 0 0,1 1 0 0 0,-1 0 0 0 0,0 1 0 0 0,10 4 0 0 0,-15-3-772 0 0,-9-3 63 0 0,-11-4-4986 0 0,8 0 676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5:18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21 10594 0 0,'26'-19'2866'0'0,"-21"18"-2716"0"0,0 1-1 0 0,-1 0 1 0 0,1 0 0 0 0,0 0-1 0 0,0 0 1 0 0,0 1 0 0 0,-1 0-1 0 0,1 0 1 0 0,0 0-1 0 0,-1 0 1 0 0,7 4 0 0 0,5 0 145 0 0,57 16 234 0 0,111 50 0 0 0,-183-71-493 0 0,1 1 0 0 0,0 0 0 0 0,0 0 0 0 0,-1-1 0 0 0,1 1-1 0 0,-1 0 1 0 0,1 0 0 0 0,-1 1 0 0 0,1-1 0 0 0,-1 0 0 0 0,1 0 0 0 0,-1 1 0 0 0,0-1 0 0 0,0 1 0 0 0,0-1 0 0 0,2 4 0 0 0,-3-4 13 0 0,0 0 1 0 0,0 0 0 0 0,0 0 0 0 0,0 1-1 0 0,-1-1 1 0 0,1 0 0 0 0,0 0-1 0 0,0 0 1 0 0,-1 0 0 0 0,1 0 0 0 0,-1 1-1 0 0,1-1 1 0 0,-1 0 0 0 0,1 0 0 0 0,-1 0-1 0 0,0 0 1 0 0,0 0 0 0 0,1-1-1 0 0,-1 1 1 0 0,0 0 0 0 0,0 0 0 0 0,0 0-1 0 0,0-1 1 0 0,0 1 0 0 0,0 0 0 0 0,0-1-1 0 0,-2 1 1 0 0,-34 22 924 0 0,-2-3 1 0 0,-71 27-1 0 0,104-45-963 0 0,-196 64 472 0 0,75-29-1620 0 0,47-12-1272 0 0,44-15 1162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5:19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87 7834 0 0,'-3'2'152'0'0,"0"-1"0"0"0,0 0 0 0 0,1 1 0 0 0,-1 0 1 0 0,0 0-1 0 0,0 0 0 0 0,1 0 0 0 0,-1 0 0 0 0,1 0 0 0 0,0 1 0 0 0,0-1 1 0 0,0 1-1 0 0,0-1 0 0 0,0 1 0 0 0,-2 5 0 0 0,-2 4 652 0 0,1 1-1 0 0,-6 20 0 0 0,6-14-1016 0 0,1-7 354 0 0,0 0 0 0 0,1 1-1 0 0,0-1 1 0 0,1 1-1 0 0,1-1 1 0 0,0 20 0 0 0,1-29-128 0 0,0 0 1 0 0,1 0 0 0 0,-1 0-1 0 0,1 0 1 0 0,-1 0 0 0 0,1 0-1 0 0,0-1 1 0 0,0 1 0 0 0,0 0-1 0 0,1 0 1 0 0,-1-1-1 0 0,1 1 1 0 0,0-1 0 0 0,-1 1-1 0 0,1-1 1 0 0,0 0 0 0 0,0 0-1 0 0,0 0 1 0 0,1 0 0 0 0,-1 0-1 0 0,0 0 1 0 0,1 0 0 0 0,0-1-1 0 0,-1 1 1 0 0,1-1-1 0 0,0 0 1 0 0,-1 0 0 0 0,1 0-1 0 0,0 0 1 0 0,0 0 0 0 0,0-1-1 0 0,0 1 1 0 0,3-1 0 0 0,2 1-15 0 0,-1-1 0 0 0,1-1 0 0 0,-1 1 0 0 0,1-1 0 0 0,0 0-1 0 0,-1-1 1 0 0,1 0 0 0 0,-1 0 0 0 0,0 0 0 0 0,0-1 0 0 0,0 0 0 0 0,0-1 0 0 0,0 0 0 0 0,-1 0 0 0 0,8-6 0 0 0,-4 2 80 0 0,0 0-1 0 0,-1 0 1 0 0,0-1-1 0 0,0-1 0 0 0,-1 0 1 0 0,0 0-1 0 0,-1 0 1 0 0,10-18-1 0 0,-15 23 64 0 0,-1 0 1 0 0,1-1-1 0 0,-1 1 0 0 0,0-1 0 0 0,0 1 1 0 0,0-1-1 0 0,-1 0 0 0 0,1 1 0 0 0,-2-1 0 0 0,1 0 1 0 0,-1 1-1 0 0,1-1 0 0 0,-1 1 0 0 0,-1-1 1 0 0,1 1-1 0 0,-1-1 0 0 0,0 1 0 0 0,0 0 0 0 0,-1 0 1 0 0,0 0-1 0 0,0 0 0 0 0,-6-8 0 0 0,2 3 276 0 0,-1 1 0 0 0,0-1 0 0 0,0 2 0 0 0,-1-1 0 0 0,0 1-1 0 0,0 1 1 0 0,-1-1 0 0 0,0 2 0 0 0,-20-11 0 0 0,22 14-262 0 0,0 0 1 0 0,0 1-1 0 0,-1 0 1 0 0,1 1-1 0 0,-1 0 0 0 0,1 0 1 0 0,-1 1-1 0 0,1 0 1 0 0,-1 0-1 0 0,1 1 1 0 0,-10 2-1 0 0,14-3-229 0 0,-1 1 1 0 0,1 0-1 0 0,-1 0 0 0 0,1 1 0 0 0,-1-1 0 0 0,1 1 1 0 0,0 0-1 0 0,-1 0 0 0 0,1 0 0 0 0,0 1 0 0 0,0-1 1 0 0,1 1-1 0 0,-1 0 0 0 0,1 0 0 0 0,-1 1 0 0 0,1-1 1 0 0,0 1-1 0 0,0-1 0 0 0,1 1 0 0 0,-1 0 1 0 0,-3 7-1 0 0,3 6-1548 0 0,4 2-75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5:20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5 17972 0 0,'-1'-1'60'0'0,"0"0"1"0"0,0 1-1 0 0,0 0 0 0 0,0-1 1 0 0,0 1-1 0 0,0 0 1 0 0,0-1-1 0 0,0 1 0 0 0,0 0 1 0 0,0 0-1 0 0,0 0 1 0 0,0 0-1 0 0,0 0 0 0 0,0 0 1 0 0,0 0-1 0 0,0 0 1 0 0,0 0-1 0 0,0 0 0 0 0,0 1 1 0 0,0-1-1 0 0,0 0 1 0 0,0 1-1 0 0,0-1 0 0 0,0 1 1 0 0,0-1-1 0 0,0 1 1 0 0,0 0-1 0 0,0-1 0 0 0,0 1 1 0 0,1 0-1 0 0,-1-1 1 0 0,-1 3-1 0 0,0 1-143 0 0,-1 0-1 0 0,1 1 1 0 0,1-1 0 0 0,-1 1 0 0 0,1 0-1 0 0,-2 5 1 0 0,2-4 196 0 0,-10 42-3 0 0,3 1 0 0 0,2 0 0 0 0,-1 87 1 0 0,13-16-6583 0 0,-5-104 674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5:27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3681 0 0,'-3'4'585'0'0,"1"0"0"0"0,0 1 0 0 0,0 0-1 0 0,0-1 1 0 0,1 1 0 0 0,-2 9 0 0 0,1-1-289 0 0,0 0-1 0 0,2 0 0 0 0,0 16 1 0 0,0-23-277 0 0,3 27 191 0 0,-3-31-236 0 0,0 0 0 0 0,1 0 0 0 0,-1 0 0 0 0,1-1 0 0 0,-1 1 0 0 0,1 0 0 0 0,0-1 0 0 0,-1 1-1 0 0,1 0 1 0 0,0-1 0 0 0,0 1 0 0 0,0-1 0 0 0,0 1 0 0 0,3 2 0 0 0,-1-3-143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5:29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6737 0 0,'63'-14'4497'0'0,"-48"13"-4008"0"0,0 1 0 0 0,26 3-1 0 0,-23-1-51 0 0,-1 0 0 0 0,19-2 0 0 0,30-8-383 0 0,-45 4-20 0 0,0 2 0 0 0,0 0 0 0 0,1 1 0 0 0,33 4 0 0 0,296 34 182 0 0,-266-33-164 0 0,128 5 160 0 0,-10-1-180 0 0,1 1 0 0 0,340-3 496 0 0,-396 0-262 0 0,-92-2-22 0 0,0-2-1 0 0,112-11 0 0 0,-130 4-109 0 0,6-1 218 0 0,-34 4-619 0 0,-14 1-581 0 0,-4 1 417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5:30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10594 0 0,'-1'0'74'0'0,"0"0"0"0"0,0 1 0 0 0,1-1-1 0 0,-1 1 1 0 0,0-1 0 0 0,1 1 0 0 0,-1-1 0 0 0,1 1-1 0 0,-1 0 1 0 0,1-1 0 0 0,-1 1 0 0 0,1 0 0 0 0,-1-1-1 0 0,1 1 1 0 0,-1 0 0 0 0,1 0 0 0 0,0 0 0 0 0,0-1 0 0 0,-1 1-1 0 0,1 0 1 0 0,0 0 0 0 0,0 0 0 0 0,0-1 0 0 0,0 1-1 0 0,0 1 1 0 0,-3 29 291 0 0,3-26-168 0 0,-8 119 643 0 0,17 236 0 0 0,-7-341-949 0 0,-1 0-1 0 0,-1 33 1 0 0,0-52 94 0 0,0 1-1 0 0,0-1 1 0 0,0 0 0 0 0,0 1 0 0 0,0-1-1 0 0,0 1 1 0 0,0-1 0 0 0,0 1-1 0 0,0-1 1 0 0,0 0 0 0 0,0 1-1 0 0,0-1 1 0 0,0 1 0 0 0,0-1 0 0 0,-1 0-1 0 0,1 1 1 0 0,0-1 0 0 0,0 0-1 0 0,0 1 1 0 0,-1-1 0 0 0,1 0-1 0 0,0 1 1 0 0,0-1 0 0 0,-1 0-1 0 0,1 1 1 0 0,0-1 0 0 0,-1 0 0 0 0,1 0-1 0 0,0 1 1 0 0,-1-1 0 0 0,1 0-1 0 0,0 0 1 0 0,-1 0 0 0 0,1 1-1 0 0,-1-1 1 0 0,1 0 0 0 0,0 0 0 0 0,-1 0-1 0 0,1 0 1 0 0,-1 0 0 0 0,1 0-1 0 0,0 0 1 0 0,-1 0 0 0 0,1 0-1 0 0,-1 0 1 0 0,1 0 0 0 0,-1 0-1 0 0,1 0 1 0 0,0 0 0 0 0,-1-1 0 0 0,1 1-1 0 0,0 0 1 0 0,-1 0 0 0 0,0-1-1 0 0,0 0-107 0 0,-1 0-1 0 0,0 0 1 0 0,1 0-1 0 0,-1 0 1 0 0,1-1-1 0 0,0 1 1 0 0,-1-1-1 0 0,1 1 1 0 0,0-1-1 0 0,-2-2 1 0 0,-2-9-446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5:30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82 6913 0 0,'-1'-7'538'0'0,"0"1"-1"0"0,1-1 0 0 0,0 0 0 0 0,0 0 0 0 0,0 0 0 0 0,1 0 0 0 0,0 1 0 0 0,0-1 0 0 0,5-12 0 0 0,-6 18-487 0 0,1 1 1 0 0,-1 0-1 0 0,0 0 0 0 0,1 0 1 0 0,-1 0-1 0 0,0-1 0 0 0,1 1 1 0 0,-1 0-1 0 0,1 0 1 0 0,-1 0-1 0 0,0 0 0 0 0,1 0 1 0 0,-1 0-1 0 0,1 0 0 0 0,-1 0 1 0 0,0 0-1 0 0,1 0 0 0 0,-1 0 1 0 0,0 1-1 0 0,1-1 0 0 0,-1 0 1 0 0,0 0-1 0 0,1 0 1 0 0,-1 0-1 0 0,0 1 0 0 0,1-1 1 0 0,-1 0-1 0 0,0 0 0 0 0,1 1 1 0 0,14 9 365 0 0,-9-7-125 0 0,17 7 196 0 0,0-2 0 0 0,1 0 0 0 0,0-2 1 0 0,38 6-1 0 0,-40-9-249 0 0,-1 1 0 0 0,0 1 0 0 0,0 0 0 0 0,-1 2 0 0 0,1 1 0 0 0,31 16 0 0 0,-49-22-193 0 0,1 0 0 0 0,-1 0-1 0 0,0 1 1 0 0,0 0 0 0 0,0-1 0 0 0,0 1 0 0 0,0 0 0 0 0,0 1 0 0 0,-1-1-1 0 0,0 0 1 0 0,1 1 0 0 0,-1-1 0 0 0,0 1 0 0 0,-1 0 0 0 0,1 0-1 0 0,-1 0 1 0 0,0-1 0 0 0,0 1 0 0 0,0 0 0 0 0,1 9 0 0 0,-2-8 7 0 0,-1 0 0 0 0,1 0 0 0 0,-1 0 1 0 0,0 1-1 0 0,0-1 0 0 0,0 0 0 0 0,-1 0 1 0 0,0 0-1 0 0,0 0 0 0 0,0-1 0 0 0,0 1 0 0 0,-1-1 1 0 0,0 1-1 0 0,0-1 0 0 0,0 0 0 0 0,-5 5 1 0 0,-12 11 208 0 0,-1-1 0 0 0,0-1 1 0 0,-2-1-1 0 0,-41 24 0 0 0,25-20-14 0 0,-2-1-1 0 0,-50 18 0 0 0,70-33-32 0 0,12-5-693 0 0,8 0 424 0 0,1 0-1 0 0,0-1 1 0 0,0 1-1 0 0,0 0 1 0 0,0 0-1 0 0,0 0 1 0 0,0 0-1 0 0,0-1 1 0 0,0 1-1 0 0,0 0 1 0 0,0 0 0 0 0,0 0-1 0 0,0 0 1 0 0,0-1-1 0 0,0 1 1 0 0,0 0-1 0 0,0 0 1 0 0,0 0-1 0 0,0 0 1 0 0,0-1 0 0 0,0 1-1 0 0,0 0 1 0 0,0 0-1 0 0,0 0 1 0 0,0 0-1 0 0,0-1 1 0 0,0 1-1 0 0,1 0 1 0 0,-1 0-1 0 0,0 0 1 0 0,0 0 0 0 0,0 0-1 0 0,0-1 1 0 0,0 1-1 0 0,0 0 1 0 0,1 0-1 0 0,-1 0 1 0 0,0 0-1 0 0,0 0 1 0 0,0 0-1 0 0,0 0 1 0 0,1 0 0 0 0,3-3-1228 0 0,2 0-12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00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43 137 2304 0 0,'-2'-4'543'0'0,"0"0"0"0"0,0 1 0 0 0,-1-1 0 0 0,1 1 0 0 0,-1 0-1 0 0,0-1 1 0 0,0 1 0 0 0,0 1 0 0 0,-4-4 0 0 0,-5-5 9723 0 0,15 13-10026 0 0,9 4-39 0 0,0-1 1 0 0,1 0-1 0 0,0-1 1 0 0,0 0 0 0 0,0-1-1 0 0,24 2 1 0 0,88 3 25 0 0,-105-8-172 0 0,101-2 533 0 0,211-31 1 0 0,302-12 217 0 0,-392 47-338 0 0,-222-4-352 0 0,0 0 0 0 0,0-2-1 0 0,0 0 1 0 0,0-1 0 0 0,28-11-1 0 0,-35 12-6 0 0,-6 0-4 0 0,-13 1-13 0 0,-3 0-1911 0 0,3-4-3499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36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8 8290 0 0,'-1'0'167'0'0,"1"-1"0"0"0,-1 1 0 0 0,1-1 1 0 0,0 1-1 0 0,-1-1 0 0 0,1 1 0 0 0,-1-1 0 0 0,1 1 1 0 0,-1-1-1 0 0,0 1 0 0 0,1-1 0 0 0,-1 1 0 0 0,1 0 1 0 0,-1-1-1 0 0,0 1 0 0 0,1 0 0 0 0,-1 0 1 0 0,0 0-1 0 0,1-1 0 0 0,-1 1 0 0 0,0 0 0 0 0,1 0 1 0 0,-1 0-1 0 0,0 0 0 0 0,1 0 0 0 0,-1 0 0 0 0,0 0 1 0 0,1 0-1 0 0,-2 1 0 0 0,1 0-84 0 0,0 0 1 0 0,0 0-1 0 0,0 1 0 0 0,1-1 0 0 0,-1 0 1 0 0,1 1-1 0 0,-1-1 0 0 0,1 0 1 0 0,-1 1-1 0 0,1-1 0 0 0,-1 1 0 0 0,1-1 1 0 0,0 0-1 0 0,0 1 0 0 0,0-1 1 0 0,0 3-1 0 0,0 98 933 0 0,18 152 0 0 0,-8-151-742 0 0,4 31-1130 0 0,5 68-1170 0 0,-19-191 1219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36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14 12899 0 0,'-1'0'39'0'0,"1"0"1"0"0,0 0 0 0 0,0 0-1 0 0,-1 0 1 0 0,1 0 0 0 0,0-1-1 0 0,0 1 1 0 0,-1 0 0 0 0,1 0-1 0 0,0 0 1 0 0,0 0 0 0 0,0-1 0 0 0,-1 1-1 0 0,1 0 1 0 0,0 0 0 0 0,0-1-1 0 0,0 1 1 0 0,0 0 0 0 0,-1 0-1 0 0,1-1 1 0 0,0 1 0 0 0,0 0-1 0 0,0 0 1 0 0,0-1 0 0 0,0 1-1 0 0,0 0 1 0 0,0 0 0 0 0,0-1-1 0 0,0 1 1 0 0,0 0 0 0 0,0-1-1 0 0,0 1 1 0 0,0 0 0 0 0,0 0-1 0 0,0-1 1 0 0,0 1 0 0 0,0 0-1 0 0,0 0 1 0 0,0-1 0 0 0,1 1-1 0 0,-1 0 1 0 0,0 0 0 0 0,0-1-1 0 0,0 1 1 0 0,0 0 0 0 0,0 0-1 0 0,1-1 1 0 0,-1 1 0 0 0,0 0-1 0 0,0 0 1 0 0,1-1 0 0 0,20 0 436 0 0,31 10-393 0 0,-13 3 263 0 0,-14-5-124 0 0,0 1 0 0 0,0 0 0 0 0,-1 2 0 0 0,0 1 1 0 0,35 23-1 0 0,-54-31-172 0 0,0 1 0 0 0,0 1 0 0 0,-1-1 0 0 0,1 0 0 0 0,-1 1 0 0 0,0 0 0 0 0,-1 0 1 0 0,1 0-1 0 0,-1 1 0 0 0,0-1 0 0 0,-1 1 0 0 0,1-1 0 0 0,-1 1 0 0 0,0 0 0 0 0,0 0 1 0 0,1 10-1 0 0,-2-7-8 0 0,-1 0 0 0 0,0 0 0 0 0,0 0 0 0 0,-1-1 0 0 0,0 1 0 0 0,0 0 0 0 0,-1-1 0 0 0,0 1 0 0 0,-1-1 0 0 0,0 0 0 0 0,-5 11 0 0 0,-5 7 49 0 0,-2-2 1 0 0,0 1-1 0 0,-20 23 1 0 0,-59 60 286 0 0,16-20 230 0 0,75-84-553 0 0,-5 5 50 0 0,1 0 1 0 0,0 1-1 0 0,-7 13 0 0 0,11-14-187 0 0,7-7-879 0 0,11-11-2650 0 0,-5-1-2253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37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7370 0 0,'-1'1'453'0'0,"0"1"1"0"0,0 0-1 0 0,0 0 1 0 0,0 0-1 0 0,1 0 1 0 0,-1-1-1 0 0,0 1 1 0 0,1 0-1 0 0,0 0 1 0 0,-1 1-1 0 0,1-1 1 0 0,0 0-1 0 0,0 0 1 0 0,0 0-1 0 0,0 3 1 0 0,0 3 85 0 0,-4 59 304 0 0,3 1 1 0 0,4 0 0 0 0,10 67 0 0 0,-12-131-1363 0 0,-2-11-557 0 0,-2 0 406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37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7370 0 0,'-4'2'656'0'0,"1"0"-528"0"0,2 0-128 0 0,1 3 0 0 0,1-1 880 0 0,0-2 144 0 0,1 3 32 0 0,0 3 9 0 0,3 4-1065 0 0,1 5-224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37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 16187 0 0,'-10'-3'1796'0'0,"23"4"-1022"0"0,27 3-522 0 0,-35-3-229 0 0,0 0 0 0 0,0 0-1 0 0,0 0 1 0 0,-1 1-1 0 0,1-1 1 0 0,-1 1 0 0 0,1 0-1 0 0,-1 1 1 0 0,0-1-1 0 0,0 1 1 0 0,0 0 0 0 0,0 0-1 0 0,0 0 1 0 0,0 0-1 0 0,-1 1 1 0 0,6 6-1 0 0,-7-5 23 0 0,1-1 0 0 0,-1 1 0 0 0,0-1 0 0 0,-1 1 0 0 0,1 0 0 0 0,-1 0 0 0 0,0 0-1 0 0,0 0 1 0 0,0-1 0 0 0,-1 1 0 0 0,0 0 0 0 0,0 0 0 0 0,0 0 0 0 0,0 0 0 0 0,-1 0-1 0 0,-2 8 1 0 0,-4 14 23 0 0,-2-1-1 0 0,-1 0 0 0 0,-26 48 1 0 0,22-47 183 0 0,1 1 0 0 0,-18 55 0 0 0,30-79-171 0 0,0-1 0 0 0,1 1 0 0 0,-1 0 0 0 0,1-1 0 0 0,0 1 0 0 0,0 0 0 0 0,0 0 0 0 0,1 4 0 0 0,-1-8-50 0 0,0 1-1 0 0,0 0 0 0 0,0-1 1 0 0,0 1-1 0 0,1-1 0 0 0,-1 1 1 0 0,0-1-1 0 0,1 1 0 0 0,-1-1 1 0 0,0 1-1 0 0,1-1 0 0 0,-1 1 1 0 0,0-1-1 0 0,1 1 0 0 0,-1-1 1 0 0,1 1-1 0 0,-1-1 0 0 0,1 0 1 0 0,-1 1-1 0 0,1-1 0 0 0,0 1 1 0 0,0-1-7 0 0,0 0 0 0 0,0 0 1 0 0,0 0-1 0 0,0 0 0 0 0,0 0 1 0 0,0 0-1 0 0,0 0 0 0 0,1-1 1 0 0,-1 1-1 0 0,0 0 0 0 0,0-1 1 0 0,0 1-1 0 0,-1 0 0 0 0,1-1 1 0 0,0 1-1 0 0,0-1 1 0 0,1 0-1 0 0,43-28 86 0 0,47-40 0 0 0,-7-3-3991 0 0,-71 58 1713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38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93 15203 0 0,'-8'-4'695'0'0,"6"3"-352"0"0,-1 0 0 0 0,1 0 1 0 0,-1 0-1 0 0,1 0 0 0 0,-1 0 1 0 0,1 0-1 0 0,-1 1 1 0 0,-4-1-1 0 0,11 2-156 0 0,0 0 0 0 0,1 0 0 0 0,-1 1 0 0 0,0 0 1 0 0,-1 0-1 0 0,5 2 0 0 0,-1 0-137 0 0,21 5 59 0 0,-12-4 91 0 0,-1 0 0 0 0,0 1 0 0 0,25 14 0 0 0,-36-17-162 0 0,0-1 0 0 0,0 1 0 0 0,-1 0 0 0 0,0 0 0 0 0,1 0 0 0 0,-1 1 0 0 0,0-1 0 0 0,0 1 0 0 0,-1-1 0 0 0,1 1 0 0 0,-1 0 0 0 0,0 0 0 0 0,0 0 0 0 0,0 0 0 0 0,0 1 0 0 0,-1-1 0 0 0,2 9 0 0 0,-2-4-27 0 0,-1-1 1 0 0,0 0 0 0 0,-1 0 0 0 0,0 1 0 0 0,0-1-1 0 0,0 0 1 0 0,-1 0 0 0 0,-1 0 0 0 0,1 0 0 0 0,-6 11-1 0 0,-4 6 71 0 0,-27 42 0 0 0,-36 35 1353 0 0,75-101-1403 0 0,-1-1 0 0 0,1 0 0 0 0,0 1 0 0 0,-1-1 1 0 0,1 1-1 0 0,0-1 0 0 0,-1 1 0 0 0,1-1 0 0 0,0 0 0 0 0,0 1 0 0 0,0-1 0 0 0,-1 1 0 0 0,1 0 1 0 0,0-1-1 0 0,0 1 0 0 0,0-1 0 0 0,0 1 0 0 0,0-1 0 0 0,0 1 0 0 0,0-1 0 0 0,0 1 0 0 0,0-1 1 0 0,0 1-1 0 0,0-1 0 0 0,1 1 0 0 0,-1-1 0 0 0,0 1 0 0 0,0-1 0 0 0,0 1 0 0 0,1-1 0 0 0,-1 1 1 0 0,0-1-1 0 0,0 1 0 0 0,1-1 0 0 0,0 1 0 0 0,0 0-1 0 0,1 0 1 0 0,0-1-1 0 0,-1 1 1 0 0,1-1-1 0 0,-1 1 1 0 0,1-1-1 0 0,0 1 1 0 0,0-1-1 0 0,-1 0 0 0 0,1 0 1 0 0,2 0-1 0 0,5 0-39 0 0,-1-1-1 0 0,1 0 1 0 0,14-4-1 0 0,4-6-275 0 0,0 0 0 0 0,-1-2 0 0 0,-1 0-1 0 0,27-20 1 0 0,89-73-484 0 0,-132 99 746 0 0,13-11-88 0 0,45-35-23 0 0,65-67 1 0 0,-123 112 142 0 0,-2-1-1 0 0,1-1 1 0 0,11-18-1 0 0,-18 25-2 0 0,1 0 0 0 0,0 0 0 0 0,-1 0 0 0 0,1 0-1 0 0,-1-1 1 0 0,0 1 0 0 0,0 0 0 0 0,-1-1 0 0 0,1 1 0 0 0,-1 0 0 0 0,1-1-1 0 0,-1 1 1 0 0,0-1 0 0 0,0 1 0 0 0,0-1 0 0 0,-1 1 0 0 0,-1-7 0 0 0,1 9 18 0 0,1 0 0 0 0,-1-1 0 0 0,1 1 0 0 0,-1 0 0 0 0,0 0 1 0 0,0 0-1 0 0,1 0 0 0 0,-1 0 0 0 0,0 0 0 0 0,0 0 0 0 0,0 0 1 0 0,0 1-1 0 0,0-1 0 0 0,0 0 0 0 0,0 0 0 0 0,0 1 0 0 0,-1-1 0 0 0,1 1 1 0 0,0-1-1 0 0,-3 0 0 0 0,1 1 33 0 0,0-1-1 0 0,0 1 1 0 0,0 0 0 0 0,0 0 0 0 0,-1 0-1 0 0,1 0 1 0 0,0 1 0 0 0,-5 1-1 0 0,0 0 55 0 0,0 1-1 0 0,0 0 1 0 0,0 0-1 0 0,0 1 0 0 0,-12 8 1 0 0,7-2-83 0 0,0 1-1 0 0,1 1 1 0 0,0 0 0 0 0,0 1 0 0 0,1 0 0 0 0,1 1-1 0 0,1 0 1 0 0,0 0 0 0 0,-9 20 0 0 0,6-10 6 0 0,2 1 0 0 0,1 0-1 0 0,1 1 1 0 0,1 0 0 0 0,-4 31 0 0 0,10-49-38 0 0,0 1-1 0 0,1-1 0 0 0,0 0 1 0 0,0 1-1 0 0,1-1 0 0 0,0 0 0 0 0,0 0 1 0 0,1 0-1 0 0,0 0 0 0 0,1 0 1 0 0,-1 0-1 0 0,8 14 0 0 0,-8-19 3 0 0,0 0-1 0 0,0 0 1 0 0,1 1-1 0 0,-1-2 0 0 0,1 1 1 0 0,0 0-1 0 0,-1 0 1 0 0,1-1-1 0 0,0 1 0 0 0,1-1 1 0 0,-1 0-1 0 0,0 0 1 0 0,1 0-1 0 0,-1-1 0 0 0,1 1 1 0 0,-1-1-1 0 0,1 0 0 0 0,0 0 1 0 0,-1 0-1 0 0,1 0 1 0 0,0-1-1 0 0,0 1 0 0 0,0-1 1 0 0,0 0-1 0 0,-1 0 1 0 0,1-1-1 0 0,0 1 0 0 0,0-1 1 0 0,4-1-1 0 0,0 0-32 0 0,-1-1 0 0 0,1 0 0 0 0,-1 0 0 0 0,0-1 0 0 0,0 0-1 0 0,0 0 1 0 0,0-1 0 0 0,-1 0 0 0 0,1 0 0 0 0,-1 0 0 0 0,0-1 0 0 0,-1 0-1 0 0,0 0 1 0 0,0 0 0 0 0,7-13 0 0 0,1-2-31 0 0,-1 0-1 0 0,-2-1 1 0 0,16-44-1 0 0,0-33 288 0 0,-30 119 13 0 0,1-1 1 0 0,0 0-1 0 0,2 1 1 0 0,1 27 0 0 0,0-38-379 0 0,0 0-1 0 0,1 0 1 0 0,1 0 0 0 0,-1 0 0 0 0,1 0 0 0 0,1 0 0 0 0,0 0 0 0 0,0 0-1 0 0,1-1 1 0 0,0 1 0 0 0,0-1 0 0 0,9 11 0 0 0,-12-17-76 0 0,0-1-1 0 0,0 1 1 0 0,1-1 0 0 0,-1 1 0 0 0,0-1 0 0 0,1 1-1 0 0,-1-1 1 0 0,1 0 0 0 0,0 0 0 0 0,-1 0 0 0 0,1 0-1 0 0,0 0 1 0 0,0 0 0 0 0,0 0 0 0 0,0-1 0 0 0,-1 1-1 0 0,1-1 1 0 0,0 1 0 0 0,0-1 0 0 0,0 0 0 0 0,0 0-1 0 0,0 0 1 0 0,0 0 0 0 0,0 0 0 0 0,0 0 0 0 0,0 0-1 0 0,0-1 1 0 0,0 1 0 0 0,0-1 0 0 0,0 1 0 0 0,0-1-1 0 0,2-1 1 0 0,4-3-5849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38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7370 0 0,'0'-16'1339'0'0,"0"23"2763"0"0,1 28 2002 0 0,-1-30-7353 0 0,1 98 2824 0 0,-3-60-843 0 0,3 0-1 0 0,1-1 1 0 0,3 1 0 0 0,10 45 0 0 0,-12-72-461 0 0,4 12 944 0 0,-7-29-1203 0 0,0 1-1 0 0,0 0 1 0 0,0 0 0 0 0,0 0-1 0 0,1 0 1 0 0,-1 0-1 0 0,0 0 1 0 0,0 0 0 0 0,0 0-1 0 0,0 0 1 0 0,0 0-1 0 0,0 0 1 0 0,0 0 0 0 0,0 0-1 0 0,0 0 1 0 0,0 0-1 0 0,0 0 1 0 0,0 0 0 0 0,0 0-1 0 0,0 0 1 0 0,0 0-1 0 0,0 0 1 0 0,0 0 0 0 0,0 0-1 0 0,0 0 1 0 0,1 0-1 0 0,-1 0 1 0 0,0 0 0 0 0,0 0-1 0 0,0 0 1 0 0,0 0-1 0 0,0 0 1 0 0,0 0 0 0 0,0 0-1 0 0,0 0 1 0 0,0 0-1 0 0,0 0 1 0 0,0 0 0 0 0,0 0-1 0 0,0 0 1 0 0,0 0-1 0 0,0 0 1 0 0,0 0 0 0 0,0 0-1 0 0,1 0 1 0 0,-1 0-1 0 0,0 0 1 0 0,0 0 0 0 0,0 0-1 0 0,0 0 1 0 0,0 0-1 0 0,0 0 1 0 0,1-17 384 0 0,-2-34 92 0 0,0 8-146 0 0,1 0 1 0 0,3 0-1 0 0,14-77 0 0 0,-17 117-347 0 0,1-1 12 0 0,0 0-1 0 0,0 1 1 0 0,0-1-1 0 0,0 1 1 0 0,1-1 0 0 0,-1 1-1 0 0,4-5 1 0 0,-4 6-75 0 0,0 2 1 0 0,0-1-1 0 0,0 0 1 0 0,1 0-1 0 0,-1 0 1 0 0,0 0-1 0 0,0 1 1 0 0,1-1-1 0 0,-1 1 1 0 0,0-1-1 0 0,1 1 1 0 0,-1-1-1 0 0,0 1 1 0 0,1 0-1 0 0,-1 0 1 0 0,0-1-1 0 0,1 1 1 0 0,-1 0-1 0 0,1 0 1 0 0,-1 0-1 0 0,1 1 0 0 0,-1-1 1 0 0,3 1-1 0 0,7 1-1229 0 0,1-1-1 0 0,0 0 1 0 0,-1-1-1 0 0,23-2 1 0 0,-23 0-1763 0 0,1 0 1 0 0,18-7-1 0 0,-16 5-1314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38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 1840 0 0,'16'-2'13857'0'0,"-17"7"-12989"0"0,-11 53 457 0 0,2 0 1 0 0,3 1 0 0 0,0 73-1 0 0,8-121-1351 0 0,-1 0 0 0 0,2 0 0 0 0,-1 0-1 0 0,2 0 1 0 0,-1 0 0 0 0,2-1-1 0 0,-1 1 1 0 0,1-1 0 0 0,7 13 0 0 0,-9-32-5354 0 0,-2 9 5197 0 0,-1-11-5841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39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16 7834 0 0,'-7'-15'5307'0'0,"7"15"-5228"0"0,0 0-1 0 0,-1 0 1 0 0,1 0 0 0 0,0 0-1 0 0,0 0 1 0 0,-1 0 0 0 0,1 0-1 0 0,0 0 1 0 0,0 0 0 0 0,-1 0-1 0 0,1 0 1 0 0,0 0 0 0 0,0 0-1 0 0,0 1 1 0 0,-1-1 0 0 0,1 0-1 0 0,0 0 1 0 0,0 0 0 0 0,0 0-1 0 0,-1 0 1 0 0,1 1 0 0 0,0-1-1 0 0,0 0 1 0 0,0 0 0 0 0,0 0-1 0 0,-1 1 1 0 0,1-1 0 0 0,0 0-1 0 0,0 0 1 0 0,0 1 0 0 0,0-1-1 0 0,0 0 1 0 0,0 1 0 0 0,-8 26 1230 0 0,6 7-1555 0 0,2-1 0 0 0,1 1 0 0 0,8 50 0 0 0,-5-59-5589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39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46 12443 0 0,'0'-2'315'0'0,"0"-1"1"0"0,0 1-1 0 0,-1 0 1 0 0,1 0-1 0 0,-1 0 1 0 0,1 0 0 0 0,-1 0-1 0 0,0 0 1 0 0,0 0-1 0 0,0 0 1 0 0,0 0-1 0 0,0 1 1 0 0,0-1-1 0 0,-1 0 1 0 0,1 1-1 0 0,0-1 1 0 0,-1 0 0 0 0,1 1-1 0 0,-1 0 1 0 0,0-1-1 0 0,-3-1 1 0 0,3 2-139 0 0,-1 1-1 0 0,0-1 1 0 0,0 1 0 0 0,1-1-1 0 0,-1 1 1 0 0,0 0 0 0 0,0 0-1 0 0,0 0 1 0 0,0 0 0 0 0,0 1 0 0 0,1-1-1 0 0,-1 1 1 0 0,0 0 0 0 0,0 0-1 0 0,1 0 1 0 0,-3 1 0 0 0,-10 4-30 0 0,1 1-1 0 0,0 1 1 0 0,0 0 0 0 0,1 0 0 0 0,0 2 0 0 0,1-1-1 0 0,0 2 1 0 0,0 0 0 0 0,1 0 0 0 0,1 1-1 0 0,0 0 1 0 0,0 1 0 0 0,-10 20 0 0 0,18-30-138 0 0,0 0-1 0 0,1 1 1 0 0,0-1 0 0 0,0 1 0 0 0,0-1-1 0 0,0 1 1 0 0,0-1 0 0 0,1 1 0 0 0,-1 0 0 0 0,1 0-1 0 0,0-1 1 0 0,0 1 0 0 0,1 0 0 0 0,-1-1-1 0 0,1 1 1 0 0,0 0 0 0 0,1 4 0 0 0,0-3-5 0 0,1-1 0 0 0,-1 1 0 0 0,1-1 0 0 0,0 0 0 0 0,0 0 0 0 0,1 0 0 0 0,-1 0 0 0 0,1 0 0 0 0,0-1 0 0 0,0 0 0 0 0,4 4 0 0 0,8 2-34 0 0,0 0-1 0 0,0 0 0 0 0,1-2 1 0 0,0 0-1 0 0,33 8 1 0 0,-13-6-95 0 0,-1 2 1 0 0,55 24-1 0 0,-89-34 136 0 0,1 0 0 0 0,-1 0 0 0 0,0 1 0 0 0,0-1-1 0 0,0 0 1 0 0,0 1 0 0 0,0 0 0 0 0,0-1 0 0 0,0 1 0 0 0,-1 0 0 0 0,1 0-1 0 0,-1 0 1 0 0,1 0 0 0 0,-1 0 0 0 0,0 0 0 0 0,0 1 0 0 0,1-1 0 0 0,-2 0-1 0 0,2 4 1 0 0,-2-4 35 0 0,0 0 0 0 0,0 0-1 0 0,0 0 1 0 0,0 0 0 0 0,0 0 0 0 0,0 0-1 0 0,-1-1 1 0 0,1 1 0 0 0,-1 0 0 0 0,0 0-1 0 0,1 0 1 0 0,-1 0 0 0 0,0-1-1 0 0,0 1 1 0 0,0 0 0 0 0,0-1 0 0 0,-1 1-1 0 0,1-1 1 0 0,0 1 0 0 0,-1-1 0 0 0,1 1-1 0 0,-1-1 1 0 0,1 0 0 0 0,-4 2-1 0 0,-29 19 337 0 0,-1-2 0 0 0,-1-1 0 0 0,0-2 0 0 0,-2-2 0 0 0,-67 19 0 0 0,84-31-1243 0 0,21-3 747 0 0,-1 0 0 0 0,1-1 0 0 0,0 1 0 0 0,-1 0 0 0 0,1 0 0 0 0,0 0-1 0 0,-1-1 1 0 0,1 1 0 0 0,0 0 0 0 0,-1-1 0 0 0,1 1 0 0 0,0 0-1 0 0,-1-1 1 0 0,1 1 0 0 0,0 0 0 0 0,0-1 0 0 0,-1 1 0 0 0,1 0-1 0 0,0-1 1 0 0,0 1 0 0 0,0-1 0 0 0,0 1 0 0 0,0 0 0 0 0,0-1-1 0 0,-1 1 1 0 0,1-1 0 0 0,0 1 0 0 0,0-1 0 0 0,0 1 0 0 0,0 0-1 0 0,0-1 1 0 0,1 1 0 0 0,-1-1 0 0 0,0 1 0 0 0,0 0 0 0 0,0-1-1 0 0,0 1 1 0 0,0-1 0 0 0,1 1 0 0 0,-1 0 0 0 0,0-1 0 0 0,0 1-1 0 0,0 0 1 0 0,1-1 0 0 0,-1 1 0 0 0,0 0 0 0 0,1-1 0 0 0,5-11-7840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39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13363 0 0,'1'61'5743'0'0,"2"10"-3621"0"0,1 127-801 0 0,-26 150 898 0 0,4-109-1776 0 0,16-213-421 0 0,0-15 41 0 0,1 1 1 0 0,1-1-1 0 0,0 0 1 0 0,0 0-1 0 0,1 1 1 0 0,3 15-1 0 0,8-49-277 0 0,1-11 118 0 0,-2 0 0 0 0,11-58 0 0 0,6-19 34 0 0,-19 84 52 0 0,0 1-1 0 0,22-38 1 0 0,-27 55 5 0 0,1 0 1 0 0,0 0 0 0 0,0 1-1 0 0,1 0 1 0 0,0 0 0 0 0,0 1-1 0 0,0-1 1 0 0,1 1-1 0 0,0 1 1 0 0,1-1 0 0 0,12-6-1 0 0,-18 11 9 0 0,0 0 0 0 0,1 0-1 0 0,-1 0 1 0 0,1 0-1 0 0,-1 1 1 0 0,1-1 0 0 0,-1 1-1 0 0,1-1 1 0 0,-1 1-1 0 0,1 0 1 0 0,-1 0 0 0 0,1 0-1 0 0,-1 1 1 0 0,1-1 0 0 0,0 1-1 0 0,-1-1 1 0 0,4 2-1 0 0,-2 0 12 0 0,0 0-1 0 0,0 1 0 0 0,0-1 1 0 0,0 1-1 0 0,-1-1 0 0 0,1 1 0 0 0,-1 0 1 0 0,0 1-1 0 0,4 3 0 0 0,2 6 28 0 0,0 0 0 0 0,0 0-1 0 0,-1 1 1 0 0,9 23-1 0 0,-4-3 81 0 0,-1 0 0 0 0,-2 1-1 0 0,9 53 1 0 0,3 111 414 0 0,-21-189-492 0 0,-1-1 0 0 0,0 1 0 0 0,-1 0 0 0 0,0 0 0 0 0,-4 16 0 0 0,-7 2-7831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44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69 7490 0 0,'-1'0'124'0'0,"0"0"0"0"0,0 0 0 0 0,0 0 0 0 0,0 0 0 0 0,0 0 0 0 0,1 0 0 0 0,-1 0 0 0 0,0 1 0 0 0,0-1 0 0 0,0 0 0 0 0,0 0 0 0 0,0 1 0 0 0,0-1 0 0 0,1 0 0 0 0,-1 1-1 0 0,0-1 1 0 0,-5 8 6549 0 0,52-32-6118 0 0,-42 23-232 0 0,1 0 1 0 0,0 0-1 0 0,0 0 1 0 0,0 1-1 0 0,9 0 1 0 0,-9 0-284 0 0,1 0 0 0 0,-1 0 0 0 0,1 0 0 0 0,10-3 1 0 0,-1-1 34 0 0,1 1-1 0 0,0 0 1 0 0,-1 1 0 0 0,26 1 0 0 0,67 6 186 0 0,-36 0-276 0 0,172-2 64 0 0,-45 11-49 0 0,0-1 0 0 0,-63-22 219 0 0,-47 0 65 0 0,-19 6 19 0 0,94-10 363 0 0,-139 9-481 0 0,5-1 359 0 0,34-9 0 0 0,1-3 216 0 0,-57 16-834 0 0,-16 7-417 0 0,-9 6-2141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45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12 207 9674 0 0,'0'0'240'0'0,"-1"-1"-1"0"0,0 1 1 0 0,0-1-1 0 0,1 1 1 0 0,-1-1-1 0 0,0 1 1 0 0,1-1 0 0 0,-1 1-1 0 0,0-1 1 0 0,1 0-1 0 0,-1 1 1 0 0,1-1-1 0 0,-1 0 1 0 0,1 0 0 0 0,-1 1-1 0 0,1-1 1 0 0,0 0-1 0 0,-1 0 1 0 0,1 0-1 0 0,0 1 1 0 0,0-1-1 0 0,-1-2 1 0 0,2 2-144 0 0,-1 0 0 0 0,0 0 0 0 0,1 1 0 0 0,-1-1 0 0 0,0 0 0 0 0,1 0 0 0 0,-1 0 1 0 0,1 1-1 0 0,-1-1 0 0 0,1 0 0 0 0,0 0 0 0 0,-1 1 0 0 0,1-1 0 0 0,0 1 0 0 0,-1-1 0 0 0,1 1 0 0 0,2-2 0 0 0,4-2-124 0 0,1 1 0 0 0,0-1 0 0 0,15-3 0 0 0,-17 5 471 0 0,74-24-77 0 0,77-37 1 0 0,-132 53-282 0 0,0 1-1 0 0,29-6 0 0 0,28-11-2517 0 0,-67 20-3290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46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0 7834 0 0,'-3'1'562'0'0,"1"-1"-1"0"0,0 1 1 0 0,0 0 0 0 0,-1-1 0 0 0,1 1 0 0 0,0 0 0 0 0,0 1 0 0 0,0-1 0 0 0,0 0 0 0 0,0 0 0 0 0,1 1-1 0 0,-4 2 1 0 0,3-2-347 0 0,0 1 0 0 0,1-1-1 0 0,-1 1 1 0 0,0 0 0 0 0,1-1-1 0 0,0 1 1 0 0,-1 0 0 0 0,0 4-1 0 0,0 3-235 0 0,0 0-1 0 0,0 1 0 0 0,1-1 1 0 0,0 15-1 0 0,1-16 817 0 0,10 222 1517 0 0,-5-149-1739 0 0,4 12 233 0 0,23 106 0 0 0,37 89-559 0 0,-68-286-237 0 0,0-1-1 0 0,-1 0 1 0 0,1 0 0 0 0,-1 1 0 0 0,1-1 0 0 0,-1 0 0 0 0,0 1 0 0 0,0-1-1 0 0,0 1 1 0 0,-1-1 0 0 0,1 0 0 0 0,0 1 0 0 0,-1-1 0 0 0,0 0-1 0 0,1 0 1 0 0,-1 1 0 0 0,0-1 0 0 0,0 0 0 0 0,0 0 0 0 0,-2 3-1 0 0,1-4 1 0 0,0 1-1 0 0,0-1 1 0 0,1 1-1 0 0,-1-1 0 0 0,0 0 1 0 0,-1 0-1 0 0,1 0 0 0 0,0 0 1 0 0,0 0-1 0 0,0 0 0 0 0,-1-1 1 0 0,1 1-1 0 0,0-1 0 0 0,-1 1 1 0 0,1-1-1 0 0,0 0 0 0 0,-1 0 1 0 0,1 0-1 0 0,0 0 0 0 0,-4-1 1 0 0,-5 0 1 0 0,0-2 0 0 0,-1 1 0 0 0,1-1 0 0 0,0-1 0 0 0,1 0 0 0 0,-1-1 0 0 0,1 0 0 0 0,-15-10 1 0 0,1-1 117 0 0,0-1 0 0 0,-24-25 1 0 0,14 7 276 0 0,32 32-303 0 0,-1 0 0 0 0,1 0-1 0 0,0 0 1 0 0,0 0-1 0 0,0 0 1 0 0,0-1-1 0 0,1 1 1 0 0,-1-1 0 0 0,1 0-1 0 0,-1-4 1 0 0,2 7-92 0 0,0 0 0 0 0,0 0-1 0 0,1-1 1 0 0,-1 1 0 0 0,0 0 0 0 0,0 0 0 0 0,1 0 0 0 0,-1 0 0 0 0,1 0 0 0 0,-1 0 0 0 0,1 0 0 0 0,-1 0 0 0 0,1 0 0 0 0,0 0 0 0 0,-1 1 0 0 0,1-1 0 0 0,0 0 0 0 0,0 0 0 0 0,0 0 0 0 0,-1 1 0 0 0,1-1-1 0 0,0 0 1 0 0,0 1 0 0 0,0-1 0 0 0,2 0 0 0 0,32-11-143 0 0,-25 8 0 0 0,13-5-486 0 0,-1-1 1 0 0,0-2-1 0 0,-1 0 0 0 0,27-20 1 0 0,72-68-5264 0 0,-109 90 5136 0 0,12-9-781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46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5985 0 0,'33'-51'640'0'0,"-25"39"4221"0"0,3-5-1034 0 0,-8 18-2639 0 0,-2 12 11 0 0,-18 179 1908 0 0,-3 70-1675 0 0,19-214-1529 0 0,2 0 1 0 0,3 0-1 0 0,13 67 1 0 0,-16-109-127 0 0,8 29-566 0 0,0-14-2872 0 0,-5-17 1682 0 0,0-5-19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4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17 237 14027 0 0,'-1'-1'119'0'0,"0"-1"0"0"0,-1 1 0 0 0,1 0 0 0 0,0 0 0 0 0,0-1-1 0 0,0 1 1 0 0,0-1 0 0 0,0 1 0 0 0,0-1 0 0 0,0 1 0 0 0,0-1 0 0 0,1 1 0 0 0,-1-1 0 0 0,0 0 0 0 0,1 1 0 0 0,0-1 0 0 0,-1 0-1 0 0,1 0 1 0 0,0 1 0 0 0,0-1 0 0 0,0 0 0 0 0,0-3 0 0 0,1 3-36 0 0,1-1 0 0 0,-1 1 0 0 0,0 0 0 0 0,1 0 0 0 0,-1 0 0 0 0,1 0 0 0 0,0 0 0 0 0,-1 0 0 0 0,1 0 0 0 0,0 0 0 0 0,0 1 0 0 0,1-1 0 0 0,-1 1 0 0 0,0-1 1 0 0,4-1-1 0 0,34-17 373 0 0,57-20 1 0 0,2-1 366 0 0,-66 28-261 0 0,1 2-1 0 0,0 1 1 0 0,1 2 0 0 0,68-8 0 0 0,-66 12-300 0 0,-1 2 1 0 0,1 1 0 0 0,0 2 0 0 0,0 1 0 0 0,48 10 0 0 0,-81-11-215 0 0,-1 0 1 0 0,1-1-1 0 0,-1 1 0 0 0,1 0 0 0 0,-1 1 1 0 0,0-1-1 0 0,0 1 0 0 0,1-1 0 0 0,-1 1 0 0 0,0 0 1 0 0,-1 0-1 0 0,1 0 0 0 0,0 1 0 0 0,0-1 1 0 0,-1 1-1 0 0,0-1 0 0 0,4 6 0 0 0,-4-4-18 0 0,-1-1-1 0 0,1 1 1 0 0,-1-1-1 0 0,0 1 0 0 0,0 0 1 0 0,0 0-1 0 0,-1 0 1 0 0,1 0-1 0 0,-1 0 1 0 0,0-1-1 0 0,0 1 0 0 0,0 0 1 0 0,-1 0-1 0 0,1 0 1 0 0,-3 7-1 0 0,-1 3-29 0 0,-1 1-1 0 0,0-1 1 0 0,-1 0-1 0 0,0 0 1 0 0,-2 0-1 0 0,1-1 0 0 0,-2 0 1 0 0,-12 15-1 0 0,11-16-547 0 0,-1 0 0 0 0,0-1 0 0 0,-1-1-1 0 0,-21 15 1 0 0,30-23 43 0 0,-1 1-1 0 0,0-2 0 0 0,0 1 1 0 0,0 0-1 0 0,0-1 1 0 0,0 1-1 0 0,0-1 0 0 0,-5 0 1 0 0,-15 1-6373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47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5 9218 0 0,'0'0'40'0'0,"0"-1"-1"0"0,-1 1 1 0 0,1 0-1 0 0,-1-1 1 0 0,1 1 0 0 0,-1 0-1 0 0,1-1 1 0 0,-1 1-1 0 0,1 0 1 0 0,-1 0 0 0 0,0-1-1 0 0,1 1 1 0 0,-1 0-1 0 0,1 0 1 0 0,-1 0 0 0 0,0 0-1 0 0,1 0 1 0 0,-1 0-1 0 0,1 0 1 0 0,-1 0 0 0 0,0 0-1 0 0,1 0 1 0 0,-1 0-1 0 0,1 0 1 0 0,-1 0 0 0 0,0 1-1 0 0,0 0 121 0 0,0-1-1 0 0,0 1 1 0 0,0 0 0 0 0,0 0-1 0 0,0 0 1 0 0,0 0 0 0 0,1 0-1 0 0,-1 0 1 0 0,0 0 0 0 0,1 0-1 0 0,-1 0 1 0 0,1 0-1 0 0,-1 1 1 0 0,-2 8 1048 0 0,1 0-1 0 0,-3 19 0 0 0,3-16-1506 0 0,-63 365 2537 0 0,63-363-2112 0 0,1 0 0 0 0,0 0 0 0 0,0-1 0 0 0,2 1 0 0 0,3 27 0 0 0,-2-36-73 0 0,-1-1-1 0 0,1 1 1 0 0,0-1-1 0 0,0 1 1 0 0,0-1-1 0 0,1 0 1 0 0,0 0-1 0 0,0 0 0 0 0,0-1 1 0 0,0 1-1 0 0,1-1 1 0 0,0 0-1 0 0,0 0 1 0 0,0 0-1 0 0,0 0 1 0 0,1 0-1 0 0,-1-1 1 0 0,8 4-1 0 0,11 4-21 0 0,1-1 0 0 0,1-1 1 0 0,-1-2-1 0 0,34 7 0 0 0,43 14 64 0 0,-94-26-57 0 0,0 0 1 0 0,0 1-1 0 0,-1 0 1 0 0,1 1-1 0 0,-1-1 0 0 0,0 1 1 0 0,10 8-1 0 0,-14-10 40 0 0,0 0 1 0 0,-1 0-1 0 0,1 0 0 0 0,-1 0 0 0 0,1 1 1 0 0,-1-1-1 0 0,0 0 0 0 0,0 1 1 0 0,0-1-1 0 0,0 1 0 0 0,0 0 0 0 0,0-1 1 0 0,-1 1-1 0 0,1 0 0 0 0,-1-1 1 0 0,0 1-1 0 0,0 0 0 0 0,0-1 0 0 0,0 1 1 0 0,0 0-1 0 0,-1-1 0 0 0,1 1 0 0 0,-2 4 1 0 0,-1 2 35 0 0,0 0 0 0 0,-1-1 0 0 0,0 1 0 0 0,-1-1 0 0 0,1 0 0 0 0,-2 0 0 0 0,1-1 0 0 0,-1 1 1 0 0,0-1-1 0 0,-11 9 0 0 0,-11 9 471 0 0,-39 26 1 0 0,48-37-472 0 0,5-4 5 0 0,0 1-31 0 0,0 0 1 0 0,-2-1-1 0 0,1-1 0 0 0,-33 15 1 0 0,44-23-196 0 0,0 0 1 0 0,0 1-1 0 0,0-1 0 0 0,0-1 1 0 0,0 1-1 0 0,0 0 1 0 0,0-1-1 0 0,-1 0 0 0 0,1 0 1 0 0,0 0-1 0 0,0-1 1 0 0,0 0-1 0 0,0 1 0 0 0,0-1 1 0 0,0 0-1 0 0,0-1 1 0 0,0 1-1 0 0,0-1 0 0 0,0 0 1 0 0,0 0-1 0 0,1 0 1 0 0,-1 0-1 0 0,1-1 0 0 0,0 0 1 0 0,-1 1-1 0 0,-4-7 0 0 0,2 1-331 0 0,0 0 0 0 0,1 0 0 0 0,0 0 0 0 0,0-1 0 0 0,1 1 0 0 0,0-1 0 0 0,1 0 0 0 0,-1-1 0 0 0,2 1 0 0 0,0 0 0 0 0,-2-15 0 0 0,2 4-548 0 0,0 1 0 0 0,2 0 0 0 0,0 0-1 0 0,6-36 1 0 0,-6 55 996 0 0,0-1 1 0 0,0 1-1 0 0,0-1 1 0 0,0 1 0 0 0,0 0-1 0 0,0-1 1 0 0,0 1-1 0 0,0 0 1 0 0,0-1-1 0 0,0 1 1 0 0,1-1-1 0 0,-1 1 1 0 0,0 0-1 0 0,0-1 1 0 0,0 1-1 0 0,1 0 1 0 0,-1-1-1 0 0,0 1 1 0 0,0 0-1 0 0,1 0 1 0 0,-1-1-1 0 0,0 1 1 0 0,0 0-1 0 0,1-1 1 0 0,-1 1-1 0 0,0 0 1 0 0,1 0-1 0 0,-1 0 1 0 0,1 0-1 0 0,-1-1 1 0 0,0 1-1 0 0,1 0 1 0 0,-1 0-1 0 0,0 0 1 0 0,1 0-1 0 0,14 8 714 0 0,13 25 1020 0 0,-25-29-1431 0 0,8 10 141 0 0,2-1 0 0 0,0 0 0 0 0,0-1-1 0 0,2 0 1 0 0,-1-1 0 0 0,1-1 0 0 0,1 0-1 0 0,-1-1 1 0 0,31 11 0 0 0,12 2 1119 0 0,92 20 1 0 0,-87-25-355 0 0,40 9 222 0 0,109 14 1 0 0,-171-37-1289 0 0,50-2 1 0 0,-53-1 107 0 0,-36 0-278 0 0,0 0 0 0 0,-1 0 0 0 0,1 0 1 0 0,0 0-1 0 0,-1-1 0 0 0,1 1 0 0 0,-1 0 0 0 0,1-1 0 0 0,0 0 0 0 0,-1 1 1 0 0,1-1-1 0 0,1-1 0 0 0,2-6-5789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48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10 273 2304 0 0,'-4'-17'1397'0'0,"2"14"-111"0"0,1-1 0 0 0,1 0 0 0 0,-1 0-1 0 0,0 0 1 0 0,1 0 0 0 0,0 0 0 0 0,0 0 0 0 0,0-4 0 0 0,0 7-945 0 0,1 0-1 0 0,-1 0 1 0 0,1-1 0 0 0,-1 1-1 0 0,1 0 1 0 0,-1 0-1 0 0,1 0 1 0 0,0 0 0 0 0,-1 0-1 0 0,1 0 1 0 0,0 0 0 0 0,1-1-1 0 0,0 0-394 0 0,0 1 0 0 0,0-1 1 0 0,0 1-1 0 0,0 0 0 0 0,0 0 0 0 0,1 0 0 0 0,-1 0 0 0 0,3-1 0 0 0,56-13 1157 0 0,102-11 0 0 0,-36 7-569 0 0,13-9-578 0 0,160-53 0 0 0,-275 71-1212 0 0,-9 3-3990 0 0,-15 6 4563 0 0,6-2-5647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48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15203 0 0,'-1'1'89'0'0,"0"-1"1"0"0,0 0-1 0 0,0 1 0 0 0,0 0 0 0 0,0-1 0 0 0,0 1 0 0 0,0-1 1 0 0,0 1-1 0 0,1 0 0 0 0,-1 0 0 0 0,0 0 0 0 0,0-1 0 0 0,1 1 1 0 0,-1 0-1 0 0,1 0 0 0 0,-1 0 0 0 0,1 0 0 0 0,-1 0 1 0 0,1 0-1 0 0,-1 0 0 0 0,1 0 0 0 0,0 0 0 0 0,0 0 0 0 0,-1 2 1 0 0,4 29 566 0 0,0-14-617 0 0,4 64-65 0 0,19 168 1707 0 0,-23-233-1599 0 0,0 0 1 0 0,2 0 0 0 0,0 0-1 0 0,0 0 1 0 0,2-1-1 0 0,10 19 1 0 0,-12-26-979 0 0,0-1 0 0 0,1 0 0 0 0,0 0 0 0 0,8 7 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48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15235 0 0,'-10'9'672'0'0,"5"-3"145"0"0,1 3-657 0 0,1 0-160 0 0,2 0 0 0 0,-1-3 0 0 0,4 5 72 0 0,-4 9-72 0 0,0 7 96 0 0,2 12-96 0 0,-3 3-352 0 0,1 1-129 0 0,2-3-31 0 0,-1-6 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49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85 103 15843 0 0,'1'-2'111'0'0,"0"0"1"0"0,1 0-1 0 0,-1 1 0 0 0,0-1 0 0 0,1 0 0 0 0,-1 1 0 0 0,1 0 0 0 0,0-1 0 0 0,-1 1 0 0 0,1 0 0 0 0,0 0 0 0 0,0 0 1 0 0,0 0-1 0 0,0 0 0 0 0,-1 0 0 0 0,2 0 0 0 0,-1 1 0 0 0,3-1 0 0 0,45-9-92 0 0,-41 9 123 0 0,-9 1-142 0 0,15-2 59 0 0,-1 1 0 0 0,1 0-1 0 0,16 1 1 0 0,-29 0-56 0 0,1 0 1 0 0,-1 0-1 0 0,1 0 1 0 0,-1 1-1 0 0,1-1 1 0 0,-1 1-1 0 0,1-1 1 0 0,-1 1-1 0 0,1 0 1 0 0,-1 0-1 0 0,0 0 1 0 0,1 0-1 0 0,-1 0 1 0 0,0 1-1 0 0,0-1 1 0 0,0 1-1 0 0,0-1 1 0 0,0 1-1 0 0,0 0 1 0 0,-1-1-1 0 0,1 1 1 0 0,0 0-1 0 0,-1 0 1 0 0,0 1-1 0 0,1-1 0 0 0,1 4 1 0 0,-3-3 3 0 0,0 0-1 0 0,1-1 1 0 0,-1 1-1 0 0,0 0 1 0 0,0 0-1 0 0,-1 0 1 0 0,1 0-1 0 0,-1-1 1 0 0,1 1-1 0 0,-1 0 1 0 0,0-1 0 0 0,0 1-1 0 0,0 0 1 0 0,-3 4-1 0 0,-25 36 72 0 0,17-28-51 0 0,0 1 17 0 0,-2 0 0 0 0,-19 18 0 0 0,16-19 39 0 0,-20 27 0 0 0,36-42-80 0 0,0 1 0 0 0,1 0 0 0 0,-1 0 0 0 0,1 1 0 0 0,-1-1 0 0 0,1 0 0 0 0,-1 0 0 0 0,1 0 0 0 0,-1 0 0 0 0,1 0 0 0 0,0 0 0 0 0,0 1 0 0 0,0-1 0 0 0,-1 0 0 0 0,1 0 0 0 0,0 0 0 0 0,1 1 0 0 0,-1-1 0 0 0,0 0 0 0 0,0 0 0 0 0,0 0 0 0 0,1 1 0 0 0,-1-1 0 0 0,0 0 0 0 0,1 0 0 0 0,-1 0 0 0 0,1 0 0 0 0,0 0 0 0 0,-1 0 0 0 0,1 0 0 0 0,0 0 0 0 0,0 0 0 0 0,-1 0 0 0 0,1 0 0 0 0,0-1 0 0 0,0 1 0 0 0,2 1 0 0 0,5 4 42 0 0,0 0 0 0 0,1-1 1 0 0,17 8-1 0 0,-2 0 128 0 0,-16-8-55 0 0,0 1 0 0 0,0-1 0 0 0,-1 2 0 0 0,0-1 0 0 0,-1 1 0 0 0,1 0 0 0 0,9 14 0 0 0,-14-18-63 0 0,0 0 1 0 0,-1 0-1 0 0,1 0 0 0 0,-1 1 1 0 0,0-1-1 0 0,0 0 0 0 0,0 1 1 0 0,0-1-1 0 0,-1 1 0 0 0,1-1 1 0 0,-1 1-1 0 0,0-1 0 0 0,0 1 1 0 0,0-1-1 0 0,-1 1 0 0 0,1-1 1 0 0,-1 0-1 0 0,0 1 1 0 0,0-1-1 0 0,0 1 0 0 0,0-1 1 0 0,-1 0-1 0 0,1 0 0 0 0,-4 5 1 0 0,-2 3 89 0 0,-7 12 177 0 0,-17 22-1 0 0,27-40-336 0 0,0 1 0 0 0,-1-1 0 0 0,0-1 0 0 0,0 1 0 0 0,0 0 0 0 0,-1-1 0 0 0,0 0 0 0 0,1-1 0 0 0,-10 5 0 0 0,13-7-66 0 0,0 0-1 0 0,0 0 1 0 0,0-1-1 0 0,0 1 0 0 0,-1-1 1 0 0,1 1-1 0 0,0-1 0 0 0,0 0 1 0 0,-1 0-1 0 0,1 0 0 0 0,0 0 1 0 0,-1 0-1 0 0,1-1 0 0 0,0 1 1 0 0,0-1-1 0 0,0 1 1 0 0,-1-1-1 0 0,-1-1 0 0 0,0 0-91 0 0,1 0-1 0 0,0 0 1 0 0,0-1 0 0 0,0 1-1 0 0,0-1 1 0 0,0 0-1 0 0,1 1 1 0 0,-1-1-1 0 0,1 0 1 0 0,-2-4 0 0 0,-3-6-484 0 0,0 0 0 0 0,1 0-1 0 0,1-1 1 0 0,-7-23 0 0 0,-4-33-2413 0 0,-11-95 1 0 0,6-75 2718 0 0,15 158 3729 0 0,7 71-782 0 0,7 20 20 0 0,4 7-1547 0 0,-8-12-779 0 0,0 0 0 0 0,0 1 0 0 0,-1 0 1 0 0,0 0-1 0 0,0 0 0 0 0,0 0 0 0 0,0 1 0 0 0,-1-1 0 0 0,0 0 1 0 0,0 1-1 0 0,0 0 0 0 0,-1 0 0 0 0,1-1 0 0 0,-1 10 0 0 0,1 11 447 0 0,-1 0 0 0 0,-2 26-1 0 0,0-29-394 0 0,2 84 258 0 0,20 141-1 0 0,1-1-628 0 0,-12-2-79 0 0,-2-82-2750 0 0,-7-151 1160 0 0,0-2-424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49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13827 0 0,'0'-10'2210'0'0,"6"21"-595"0"0,-6-10-1218 0 0,2 3 23 0 0,2 9-113 0 0,0 1 0 0 0,0-1 0 0 0,-1 1 0 0 0,-1 0 0 0 0,1 24 0 0 0,-3-29-600 0 0,0 0 0 0 0,-1 0 0 0 0,0-1-1 0 0,-1 1 1 0 0,1-1 0 0 0,-7 15 0 0 0,0-3-1338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50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1 250 11058 0 0,'0'-1'286'0'0,"0"0"1"0"0,0 0-1 0 0,0-1 0 0 0,0 1 0 0 0,0 0 0 0 0,0 0 0 0 0,1 0 0 0 0,-1 0 0 0 0,0 0 0 0 0,1 0 0 0 0,-1 0 0 0 0,0 0 1 0 0,1 0-1 0 0,-1 0 0 0 0,1 0 0 0 0,0 1 0 0 0,-1-1 0 0 0,1 0 0 0 0,0 0 0 0 0,-1 0 0 0 0,1 1 0 0 0,0-1 1 0 0,0 0-1 0 0,1 0 0 0 0,24-20 2285 0 0,-2 7-2106 0 0,0 1 0 0 0,1 1 0 0 0,50-15 0 0 0,15-8 258 0 0,-67 25-756 0 0,-1 1-173 0 0,-2-1 0 0 0,1-1 1 0 0,35-25-1 0 0,-45 24-1343 0 0,-11 12 1404 0 0,0-1 1 0 0,0 1 0 0 0,1 0-1 0 0,-1-1 1 0 0,0 1 0 0 0,0 0-1 0 0,0-1 1 0 0,0 1 0 0 0,0 0-1 0 0,0-1 1 0 0,0 1 0 0 0,0 0-1 0 0,0-1 1 0 0,0 1 0 0 0,0 0-1 0 0,0-1 1 0 0,0 1 0 0 0,0-1-1 0 0,0 1 1 0 0,0 0 0 0 0,0-1-1 0 0,0 1 1 0 0,0 0 0 0 0,-1-1-1 0 0,1 1 1 0 0,0 0 0 0 0,0-1-1 0 0,0 1 1 0 0,-1 0 0 0 0,1 0-1 0 0,0-1 1 0 0,0 1 0 0 0,-1 0-1 0 0,1 0 1 0 0,0-1 0 0 0,0 1-1 0 0,-1 0 1 0 0,1 0 0 0 0,0 0-1 0 0,-1-1 1 0 0,-4-1-1807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50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 7026 0 0,'-5'19'356'0'0,"3"-14"-247"0"0,1 0-1 0 0,-1 0 1 0 0,1 0 0 0 0,0 0-1 0 0,0 0 1 0 0,1 1 0 0 0,0-1 0 0 0,0 0-1 0 0,0 1 1 0 0,0-1 0 0 0,1 0 0 0 0,2 10-1 0 0,-2-12-53 0 0,0 0-1 0 0,0-1 0 0 0,0 0 0 0 0,0 1 1 0 0,0-1-1 0 0,0 1 0 0 0,1-1 1 0 0,-1 0-1 0 0,1 0 0 0 0,0 0 1 0 0,0 0-1 0 0,0 0 0 0 0,0 0 0 0 0,0-1 1 0 0,0 1-1 0 0,0-1 0 0 0,0 1 1 0 0,1-1-1 0 0,2 1 0 0 0,-1 0-5 0 0,0-1-1 0 0,1 0 0 0 0,-1 0 0 0 0,1-1 0 0 0,-1 1 1 0 0,1-1-1 0 0,-1 0 0 0 0,1 0 0 0 0,-1-1 1 0 0,7 0-1 0 0,8-4 245 0 0,-1 0 0 0 0,-1-1 0 0 0,1-1 0 0 0,22-12 0 0 0,-21 8 328 0 0,-14 7-228 0 0,-1 1 1 0 0,1 1-1 0 0,0-1 0 0 0,0 1 1 0 0,0 0-1 0 0,8-3 0 0 0,-13 5-367 0 0,0 0 0 0 0,1 0-1 0 0,-1 0 1 0 0,0 0 0 0 0,0 0-1 0 0,0 0 1 0 0,0 0 0 0 0,0 0 0 0 0,0 0-1 0 0,0 0 1 0 0,1 0 0 0 0,-1 0-1 0 0,0 0 1 0 0,0 0 0 0 0,0 0 0 0 0,0 0-1 0 0,0 0 1 0 0,0 0 0 0 0,0 0-1 0 0,1 0 1 0 0,-1 0 0 0 0,0 0 0 0 0,0 1-1 0 0,0-1 1 0 0,0 0 0 0 0,0 0-1 0 0,0 0 1 0 0,0 0 0 0 0,0 0-1 0 0,0 0 1 0 0,0 0 0 0 0,0 0 0 0 0,1 0-1 0 0,-1 0 1 0 0,0 0 0 0 0,0 1-1 0 0,0-1 1 0 0,0 0 0 0 0,0 0 0 0 0,0 0-1 0 0,0 0 1 0 0,0 0 0 0 0,0 0-1 0 0,0 0 1 0 0,0 1 0 0 0,0-1-1 0 0,0 0 1 0 0,0 0 0 0 0,0 0 0 0 0,0 0-1 0 0,0 0 1 0 0,0 0 0 0 0,0 0-1 0 0,0 1 1 0 0,0-1 0 0 0,0 0 0 0 0,-6 10 458 0 0,-10 10-369 0 0,-11 5-85 0 0,-1-2 1 0 0,-1-1-1 0 0,-1-1 0 0 0,-48 25 1 0 0,-46 33-217 0 0,83-52 322 0 0,29-20 122 0 0,0 0 1 0 0,1 1-1 0 0,0 1 0 0 0,0-1 0 0 0,1 2 0 0 0,-10 11 0 0 0,20-21-207 0 0,0 0 0 0 0,-1 0 0 0 0,1 1-1 0 0,0-1 1 0 0,0 0 0 0 0,0 1 0 0 0,-1-1-1 0 0,1 0 1 0 0,0 0 0 0 0,0 1-1 0 0,0-1 1 0 0,0 0 0 0 0,0 1 0 0 0,0-1-1 0 0,0 0 1 0 0,0 1 0 0 0,-1-1 0 0 0,1 0-1 0 0,0 1 1 0 0,0-1 0 0 0,0 0 0 0 0,0 1-1 0 0,1-1 1 0 0,-1 0 0 0 0,0 1-1 0 0,0-1 1 0 0,0 0 0 0 0,0 1 0 0 0,0-1-1 0 0,0 0 1 0 0,0 1 0 0 0,1-1 0 0 0,11 5 877 0 0,16-4-305 0 0,-28-1-623 0 0,22-2 89 0 0,0-1 0 0 0,-1-1 0 0 0,1 0 0 0 0,-1-2 0 0 0,0-1 0 0 0,28-12-1 0 0,115-69 568 0 0,-131 69-628 0 0,-29 17-350 0 0,0-1 0 0 0,0 0 0 0 0,0 1 0 0 0,-1-2 0 0 0,1 1 0 0 0,3-5 0 0 0,-6 8 265 0 0,-1 0 1 0 0,0 0-1 0 0,0-1 1 0 0,1 1-1 0 0,-1 0 1 0 0,0-1-1 0 0,0 1 1 0 0,0 0-1 0 0,1-1 1 0 0,-1 1-1 0 0,0-1 1 0 0,0 1-1 0 0,0 0 1 0 0,0-1-1 0 0,0 1 1 0 0,0-1-1 0 0,0 1 1 0 0,0 0-1 0 0,0-1 1 0 0,0 1-1 0 0,0 0 1 0 0,0-1-1 0 0,0 1 1 0 0,0-1-1 0 0,0 1 1 0 0,0 0-1 0 0,0-1 1 0 0,-1 1-1 0 0,1-1 1 0 0,0 1-1 0 0,-1-1-19 0 0,-1 0 0 0 0,1 1 0 0 0,0-1-1 0 0,0 1 1 0 0,0-1 0 0 0,-1 1 0 0 0,1-1 0 0 0,0 1-1 0 0,0 0 1 0 0,-1 0 0 0 0,1 0 0 0 0,0-1 0 0 0,-1 1-1 0 0,1 1 1 0 0,-2-1 0 0 0,-39 3-6359 0 0,22-1 4100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50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6913 0 0,'-11'33'5459'0'0,"7"24"-2406"0"0,1-11-868 0 0,0-9 142 0 0,0 45 0 0 0,2-11-475 0 0,3 48-902 0 0,0-81-861 0 0,1-14-67 0 0,0 0 1 0 0,10 35-1 0 0,-7-35-2 0 0,-1 0 0 0 0,2 36 1 0 0,-6-27-143 0 0,-2 1 1 0 0,-1 0 0 0 0,-12 61-1 0 0,1-39-4556 0 0,11-43-2734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52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1 373 9674 0 0,'18'1'5809'0'0,"4"0"-3471"0"0,61 1-1984 0 0,290-28 393 0 0,-52 2-163 0 0,112 14-134 0 0,24-1 687 0 0,224-45 128 0 0,-507 36-981 0 0,141-19 132 0 0,255-58 51 0 0,-45 10-86 0 0,-487 81-230 0 0,-32 6 22 0 0,-25 4-74 0 0,-37 6-3810 0 0,40-7 2345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46:59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2761 0 0,'0'-19'14633'0'0,"6"17"-14477"0"0,-2 1-2159 0 0,-1 1 2057 0 0,1 0 0 0 0,-1-1 0 0 0,1 2 0 0 0,-1-1 0 0 0,0 0 0 0 0,1 0 0 0 0,-1 1 0 0 0,0 0 0 0 0,1 0 0 0 0,4 2 0 0 0,3 0 56 0 0,25 3 543 0 0,58 2 0 0 0,-19-3-46 0 0,-24-2-374 0 0,0-2 0 0 0,96-11 0 0 0,-59 3 156 0 0,0 4 1 0 0,0 4-1 0 0,92 13 0 0 0,-166-13-386 0 0,39 6 68 0 0,89-1-1 0 0,233-24 755 0 0,-244 4-318 0 0,35 0 330 0 0,-132 14-666 0 0,-38 7-736 0 0,-5 11 231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4:02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14 12643 0 0,'-1'-1'55'0'0,"1"0"0"0"0,-1 0 0 0 0,0 0 0 0 0,1 0 0 0 0,-1 0 0 0 0,0 1 0 0 0,0-1 0 0 0,1 0 0 0 0,-1 0 0 0 0,0 1 0 0 0,0-1 0 0 0,0 1 0 0 0,0-1 0 0 0,0 1 0 0 0,0-1 0 0 0,0 1 0 0 0,0-1 0 0 0,0 1 0 0 0,0 0 0 0 0,0 0 0 0 0,-3-1 0 0 0,4 2 25 0 0,-1-1-1 0 0,0 1 0 0 0,1 0 0 0 0,-1-1 0 0 0,0 1 0 0 0,1 0 0 0 0,-1-1 0 0 0,1 1 0 0 0,-1 0 0 0 0,1-1 0 0 0,-1 1 0 0 0,1 0 0 0 0,-1 0 0 0 0,1 0 0 0 0,0 0 0 0 0,0 0 0 0 0,-1-1 0 0 0,1 1 0 0 0,0 0 0 0 0,0 0 0 0 0,0 0 0 0 0,0 0 0 0 0,0 0 0 0 0,0 0 0 0 0,0 0 0 0 0,0 1 0 0 0,0 1 271 0 0,0 0-1 0 0,-1 1 0 0 0,1-1 1 0 0,-1 0-1 0 0,0 0 0 0 0,0 0 1 0 0,-1 3-1 0 0,-5 16-70 0 0,3 8-137 0 0,2 0 0 0 0,0 0 0 0 0,5 41-1 0 0,16 91-13 0 0,-15-140-85 0 0,-1 1-66 0 0,1 0 1 0 0,15 45-1 0 0,-16-60-947 0 0,1 1-1 0 0,0-1 0 0 0,6 10 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4:03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507 792 5009 0 0,'0'1'178'0'0,"1"1"0"0"0,0 0 0 0 0,0-1 0 0 0,0 1 0 0 0,0 0-1 0 0,0-1 1 0 0,0 1 0 0 0,0-1 0 0 0,0 0 0 0 0,1 1 0 0 0,-1-1 0 0 0,1 0 0 0 0,-1 0 0 0 0,1 0 0 0 0,-1 0-1 0 0,1 0 1 0 0,0 0 0 0 0,-1 0 0 0 0,1 0 0 0 0,3 0 0 0 0,-1 0 83 0 0,-1-1-1 0 0,1 1 1 0 0,0-1-1 0 0,0 0 1 0 0,0 0 0 0 0,0 0-1 0 0,0-1 1 0 0,0 0-1 0 0,5-1 1 0 0,7-3 498 0 0,-1-1-1 0 0,0 0 1 0 0,24-15 0 0 0,-12 4-294 0 0,-1 0 0 0 0,0-2 0 0 0,-2-1 1 0 0,0 0-1 0 0,-1-2 0 0 0,23-30 0 0 0,-38 42-398 0 0,0-1 1 0 0,0-1-1 0 0,-2 1 0 0 0,1-1 0 0 0,-2 0 0 0 0,1-1 0 0 0,-2 0 0 0 0,0 1 0 0 0,0-1 0 0 0,-1-1 0 0 0,-1 1 0 0 0,0 0 0 0 0,-1-1 0 0 0,0 1 0 0 0,-1-1 0 0 0,-1 1 0 0 0,0-1 0 0 0,0 1 0 0 0,-2 0 0 0 0,0 0 0 0 0,-7-22 0 0 0,1 15-22 0 0,0 1 1 0 0,-2-1-1 0 0,0 2 0 0 0,-1 0 0 0 0,-1 0 0 0 0,0 1 0 0 0,-2 0 0 0 0,0 2 0 0 0,0-1 0 0 0,-2 2 0 0 0,0 0 0 0 0,0 1 0 0 0,-1 1 0 0 0,-1 1 0 0 0,0 0 0 0 0,-1 2 0 0 0,1 0 0 0 0,-2 1 1 0 0,1 1-1 0 0,-1 0 0 0 0,0 2 0 0 0,-1 1 0 0 0,1 0 0 0 0,-1 2 0 0 0,0 1 0 0 0,0 0 0 0 0,1 1 0 0 0,-1 2 0 0 0,0 0 0 0 0,1 1 0 0 0,-1 1 0 0 0,-23 9 0 0 0,28-8-48 0 0,1 2-1 0 0,0 0 1 0 0,1 1-1 0 0,-1 1 1 0 0,2 0 0 0 0,-1 1-1 0 0,1 0 1 0 0,1 1-1 0 0,0 1 1 0 0,0 0-1 0 0,1 1 1 0 0,1 0-1 0 0,-12 18 1 0 0,10-11-7 0 0,2 0 1 0 0,1 0 0 0 0,0 1 0 0 0,1 0-1 0 0,2 1 1 0 0,0 0 0 0 0,1 0 0 0 0,1 0-1 0 0,-3 39 1 0 0,6-32-46 0 0,0-1 0 0 0,3 1 0 0 0,0-1 0 0 0,1 1 0 0 0,2-1 0 0 0,10 38 0 0 0,-11-55 39 0 0,0 0 0 0 0,1-1-1 0 0,1 1 1 0 0,-1-1-1 0 0,1 0 1 0 0,1 0-1 0 0,0-1 1 0 0,0 0-1 0 0,1 0 1 0 0,0 0 0 0 0,1-1-1 0 0,0 0 1 0 0,0 0-1 0 0,1-1 1 0 0,-1 0-1 0 0,2-1 1 0 0,-1 0-1 0 0,1 0 1 0 0,11 4 0 0 0,-1-2-15 0 0,0-2 1 0 0,1-1 0 0 0,0 0 0 0 0,0-2 0 0 0,0 0-1 0 0,1-2 1 0 0,-1 0 0 0 0,1-1 0 0 0,-1-1 0 0 0,0-1 0 0 0,24-6-1 0 0,-9 1 32 0 0,-1-3 0 0 0,-1-1 0 0 0,0-1 0 0 0,-1-2 0 0 0,57-31 0 0 0,-71 33 112 0 0,0 0-1 0 0,0-2 1 0 0,-1 0-1 0 0,-1-1 1 0 0,0 0-1 0 0,16-20 1 0 0,-28 28-76 0 0,1 1 0 0 0,-1-1 1 0 0,-1 0-1 0 0,1-1 0 0 0,-1 1 0 0 0,0-1 0 0 0,-1 0 0 0 0,0 0 1 0 0,0 0-1 0 0,-1 0 0 0 0,0 0 0 0 0,0-1 0 0 0,-1 1 0 0 0,0-1 1 0 0,-1 1-1 0 0,1-1 0 0 0,-2 1 0 0 0,1-1 0 0 0,-3-12 0 0 0,3 20-98 0 0,-1 0 0 0 0,1-1 0 0 0,0 1-1 0 0,0 0 1 0 0,-1-1 0 0 0,1 1 0 0 0,-1 0-1 0 0,1 0 1 0 0,-1-1 0 0 0,0 1 0 0 0,1 0-1 0 0,-1 0 1 0 0,0 0 0 0 0,0 0 0 0 0,0 0-1 0 0,0 0 1 0 0,0 0 0 0 0,0 0 0 0 0,0 0-1 0 0,0 0 1 0 0,0 0 0 0 0,0 1 0 0 0,-1-1-1 0 0,1 0 1 0 0,0 1 0 0 0,0-1 0 0 0,-1 1-1 0 0,1 0 1 0 0,0-1 0 0 0,-1 1 0 0 0,1 0-1 0 0,0 0 1 0 0,-1 0 0 0 0,1 0 0 0 0,-1 0-1 0 0,1 0 1 0 0,0 0 0 0 0,-1 0 0 0 0,-2 1-1 0 0,-3 2-508 0 0,-1 0-1 0 0,0 0 0 0 0,1 0 0 0 0,0 1 1 0 0,-10 7-1 0 0,-3 3-1380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4:04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10138 0 0,'0'0'27'0'0,"0"0"-1"0"0,0-1 1 0 0,0 1-1 0 0,0 0 0 0 0,0 0 1 0 0,0 0-1 0 0,0 0 1 0 0,0 0-1 0 0,-1 0 1 0 0,1 0-1 0 0,0 0 1 0 0,0 0-1 0 0,0 0 1 0 0,0 0-1 0 0,0 0 1 0 0,0 0-1 0 0,-1 0 1 0 0,1 0-1 0 0,0 0 0 0 0,0 0 1 0 0,0 0-1 0 0,0 0 1 0 0,0 0-1 0 0,0 0 1 0 0,0 0-1 0 0,0 0 1 0 0,-1 0-1 0 0,1 1 1 0 0,0-1-1 0 0,0 0 1 0 0,0 0-1 0 0,0 0 0 0 0,0 0 1 0 0,0 0-1 0 0,0 0 1 0 0,0 0-1 0 0,0 0 1 0 0,0 0-1 0 0,-1 0 1 0 0,1 1-1 0 0,0-1 1 0 0,0 0-1 0 0,0 0 1 0 0,0 0-1 0 0,0 0 1 0 0,0 0-1 0 0,0 0 0 0 0,0 0 1 0 0,0 1-1 0 0,0-1 1 0 0,0 0-1 0 0,0 0 1 0 0,0 0-1 0 0,0 0 1 0 0,-2 14 394 0 0,0 14-291 0 0,-24 486 3163 0 0,14-403-2458 0 0,-10 96 904 0 0,21-197-1682 0 0,0 0-1 0 0,1 0 1 0 0,1 0 0 0 0,-1 0 0 0 0,2 1-1 0 0,-1-1 1 0 0,1 0 0 0 0,1-1 0 0 0,0 1-1 0 0,7 17 1 0 0,-8-32-38 0 0,-1 0-1 0 0,0-1 1 0 0,0 1 0 0 0,-1 0-1 0 0,1-9 1 0 0,-39-301 102 0 0,1-8-442 0 0,37 323 321 0 0,-1-26-4 0 0,2-30 1 0 0,0 50 11 0 0,-1-1 0 0 0,1 1 0 0 0,1 0 1 0 0,-1 0-1 0 0,1 0 0 0 0,0 0 1 0 0,0 0-1 0 0,1 0 0 0 0,-1 1 1 0 0,7-10-1 0 0,-7 13 8 0 0,0 0-1 0 0,0 1 1 0 0,0-1-1 0 0,0 0 1 0 0,0 1-1 0 0,1 0 1 0 0,-1-1 0 0 0,0 1-1 0 0,1 0 1 0 0,-1 0-1 0 0,0 1 1 0 0,1-1-1 0 0,0 0 1 0 0,-1 1 0 0 0,5-1-1 0 0,44 1 72 0 0,-30 1-99 0 0,225 12 85 0 0,-238-12-23 0 0,0 0-1 0 0,0 1 1 0 0,0 0 0 0 0,0 0-1 0 0,-1 1 1 0 0,1-1-1 0 0,-1 2 1 0 0,1-1-1 0 0,-1 1 1 0 0,9 7-1 0 0,-13-9-31 0 0,-1 0 0 0 0,1 0 0 0 0,-1 1 0 0 0,0-1 0 0 0,0 1-1 0 0,0-1 1 0 0,0 1 0 0 0,-1 0 0 0 0,1 0 0 0 0,-1 0 0 0 0,1 0 0 0 0,-1 0 0 0 0,0 0-1 0 0,0 0 1 0 0,-1 0 0 0 0,1 1 0 0 0,-1-1 0 0 0,1 0 0 0 0,-1 0 0 0 0,0 1-1 0 0,0-1 1 0 0,-1 0 0 0 0,1 1 0 0 0,-1-1 0 0 0,1 0 0 0 0,-1 0 0 0 0,0 0-1 0 0,-2 4 1 0 0,-2 6 9 0 0,-1 0 0 0 0,0-1 0 0 0,-1 0-1 0 0,0 0 1 0 0,-1-1 0 0 0,-17 20 0 0 0,-64 55 63 0 0,81-79-85 0 0,-136 110 56 0 0,120-100-16 0 0,-1-2 0 0 0,0 0 0 0 0,-1-1 0 0 0,-36 12-1 0 0,60-25-40 0 0,1-1-1 0 0,-1 1 1 0 0,0-1-1 0 0,1 0 0 0 0,-1 1 1 0 0,0-1-1 0 0,1 0 0 0 0,-1 0 1 0 0,0 0-1 0 0,1 0 1 0 0,-1 0-1 0 0,-3-1 0 0 0,5 1 0 0 0,0 0 1 0 0,0-1-1 0 0,-1 1 0 0 0,1 0 0 0 0,0 0 0 0 0,0 0 0 0 0,0 0 0 0 0,0 0 0 0 0,0 0 0 0 0,0 0 0 0 0,-1 0 1 0 0,1 0-1 0 0,0-1 0 0 0,0 1 0 0 0,0 0 0 0 0,0 0 0 0 0,0 0 0 0 0,0 0 0 0 0,0 0 0 0 0,0 0 0 0 0,0-1 0 0 0,0 1 1 0 0,0 0-1 0 0,0 0 0 0 0,0 0 0 0 0,-1 0 0 0 0,1-1 0 0 0,0 1 0 0 0,0 0 0 0 0,0 0 0 0 0,0 0 0 0 0,1 0 0 0 0,-1 0 1 0 0,0-1-1 0 0,0 1 0 0 0,0 0 0 0 0,0 0 0 0 0,0 0 0 0 0,0 0 0 0 0,0-1 0 0 0,11-8 236 0 0,2 3-232 0 0,1 0 0 0 0,-1 1 0 0 0,1 0 0 0 0,0 1-1 0 0,1 1 1 0 0,-1 0 0 0 0,1 1 0 0 0,-1 0 0 0 0,1 1 0 0 0,22 2 0 0 0,-9 1-72 0 0,1 1 1 0 0,-1 2-1 0 0,1 0 1 0 0,37 14-1 0 0,-61-18 57 0 0,110 42-395 0 0,-103-37 340 0 0,1 0 0 0 0,-1 1 1 0 0,0 0-1 0 0,0 1 0 0 0,-1 0 0 0 0,16 16 0 0 0,-24-22 59 0 0,-1 1 0 0 0,1-1-1 0 0,-1 1 1 0 0,0 0 0 0 0,1-1-1 0 0,-1 1 1 0 0,-1 1 0 0 0,1-1 0 0 0,0 0-1 0 0,-1 0 1 0 0,0 0 0 0 0,1 1-1 0 0,-1-1 1 0 0,0 1 0 0 0,-1-1 0 0 0,1 1-1 0 0,-1-1 1 0 0,0 1 0 0 0,1 0-1 0 0,-2-1 1 0 0,1 1 0 0 0,0-1-1 0 0,-1 1 1 0 0,1-1 0 0 0,-1 1 0 0 0,0-1-1 0 0,0 1 1 0 0,-1-1 0 0 0,1 0-1 0 0,-1 0 1 0 0,1 1 0 0 0,-1-1-1 0 0,0 0 1 0 0,0 0 0 0 0,-4 3 0 0 0,-11 12 174 0 0,0-2 0 0 0,-1 0 0 0 0,-1-2 0 0 0,0 0 0 0 0,-1 0 0 0 0,0-2 0 0 0,-1-1 0 0 0,-1 0 0 0 0,0-2 0 0 0,0 0 1 0 0,0-2-1 0 0,-47 10 0 0 0,56-15-170 0 0,0-1 1 0 0,-1 0-1 0 0,1-1 1 0 0,0 0 0 0 0,0-1-1 0 0,-1 0 1 0 0,1-1-1 0 0,0-1 1 0 0,0 0 0 0 0,1-1-1 0 0,-1 0 1 0 0,1-1-1 0 0,0 0 1 0 0,0-1 0 0 0,0-1-1 0 0,1 0 1 0 0,-20-15-1 0 0,30 21-52 0 0,-1-1 0 0 0,1 1 0 0 0,-1 0 0 0 0,1-1 0 0 0,0 1 0 0 0,0-1 0 0 0,0 0 0 0 0,-1 1 0 0 0,2-1 0 0 0,-1 0 0 0 0,0 0 0 0 0,0 1-1 0 0,0-1 1 0 0,1 0 0 0 0,-1 0 0 0 0,1-2 0 0 0,0 3-57 0 0,0 0 0 0 0,0 0 1 0 0,1-1-1 0 0,-1 1 0 0 0,1 0 0 0 0,-1 0 0 0 0,1 1 0 0 0,-1-1 0 0 0,1 0 0 0 0,0 0 1 0 0,-1 0-1 0 0,1 0 0 0 0,0 0 0 0 0,0 1 0 0 0,-1-1 0 0 0,1 0 0 0 0,0 1 0 0 0,0-1 1 0 0,0 0-1 0 0,0 1 0 0 0,0-1 0 0 0,0 1 0 0 0,0 0 0 0 0,0-1 0 0 0,0 1 0 0 0,0 0 0 0 0,0-1 1 0 0,0 1-1 0 0,2 0 0 0 0,28-4-3441 0 0,-10 4 1727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4:04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15 11490 0 0,'-1'-1'126'0'0,"1"0"0"0"0,-1 0-1 0 0,0 0 1 0 0,0 0 0 0 0,-1 0-1 0 0,1 0 1 0 0,0 0 0 0 0,0 0-1 0 0,0 0 1 0 0,-1 1 0 0 0,1-1-1 0 0,0 0 1 0 0,-1 1 0 0 0,1-1-1 0 0,0 1 1 0 0,-1-1-1 0 0,1 1 1 0 0,-1 0 0 0 0,1-1-1 0 0,-1 1 1 0 0,1 0 0 0 0,-3 0-1 0 0,1 1 41 0 0,0 0-1 0 0,0-1 1 0 0,0 1-1 0 0,0 0 1 0 0,0 1-1 0 0,0-1 1 0 0,0 0-1 0 0,0 1 0 0 0,0 0 1 0 0,-2 2-1 0 0,-4 3 75 0 0,1 0-1 0 0,-1 1 0 0 0,2 0 0 0 0,-1 0 1 0 0,-6 11-1 0 0,1 1-89 0 0,1-1 1 0 0,1 2-1 0 0,1-1 0 0 0,0 1 1 0 0,2 1-1 0 0,1 0 1 0 0,0 0-1 0 0,2 0 1 0 0,-3 24-1 0 0,7-40-92 0 0,1-1 0 0 0,0 1 0 0 0,1-1-1 0 0,-1 0 1 0 0,1 1 0 0 0,0-1 0 0 0,0 0 0 0 0,1 1 0 0 0,-1-1-1 0 0,1 0 1 0 0,0 0 0 0 0,1 0 0 0 0,-1-1 0 0 0,1 1 0 0 0,0 0-1 0 0,0-1 1 0 0,1 0 0 0 0,-1 0 0 0 0,1 0 0 0 0,0 0 0 0 0,6 5-1 0 0,-6-7-55 0 0,-1 1-1 0 0,1-1 1 0 0,0 0-1 0 0,0 0 1 0 0,0 0-1 0 0,0-1 0 0 0,0 1 1 0 0,1-1-1 0 0,-1 0 1 0 0,0 0-1 0 0,1-1 1 0 0,-1 1-1 0 0,0-1 0 0 0,1 0 1 0 0,-1 0-1 0 0,1 0 1 0 0,-1-1-1 0 0,0 0 1 0 0,1 1-1 0 0,-1-2 0 0 0,0 1 1 0 0,0 0-1 0 0,1-1 1 0 0,-1 0-1 0 0,0 0 1 0 0,5-3-1 0 0,3-4-95 0 0,-1 0-1 0 0,1-1 1 0 0,-2 0-1 0 0,1 0 1 0 0,-2-1-1 0 0,1-1 1 0 0,-1 1 0 0 0,-1-2-1 0 0,0 1 1 0 0,8-20-1 0 0,-4 6 233 0 0,-1-1 1 0 0,-2 0-1 0 0,0-1 0 0 0,6-39 0 0 0,-14 52 296 0 0,-4 19 151 0 0,-6 23-158 0 0,2 6-301 0 0,-1 1-166 0 0,-3 40 0 0 0,10-65 25 0 0,1 1 0 0 0,0-1 0 0 0,0 0 0 0 0,1 0 0 0 0,0 0 0 0 0,1 0 0 0 0,0 0 0 0 0,0 0 0 0 0,6 13 0 0 0,-7-20-37 0 0,-1 0 0 0 0,1 0 0 0 0,0 0 0 0 0,0 0 0 0 0,1 0 0 0 0,-1 0 1 0 0,0-1-1 0 0,0 1 0 0 0,1 0 0 0 0,-1-1 0 0 0,1 1 0 0 0,0-1 0 0 0,-1 0 1 0 0,1 1-1 0 0,3 1 0 0 0,-3-3-69 0 0,-1 0 0 0 0,1 0 0 0 0,-1 0 0 0 0,1 0-1 0 0,-1 0 1 0 0,0 0 0 0 0,1 0 0 0 0,-1 0 0 0 0,1-1 0 0 0,-1 1 0 0 0,1 0 0 0 0,-1-1 0 0 0,0 1 0 0 0,1-1 0 0 0,-1 0 0 0 0,0 1 0 0 0,1-1 0 0 0,-1 0-1 0 0,0 0 1 0 0,0 0 0 0 0,0 0 0 0 0,0 0 0 0 0,2-1 0 0 0,15-18-3256 0 0,-7 7 1464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4:04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3225 0 0,'2'-1'90'0'0,"-1"-1"1"0"0,1 1 0 0 0,0 0 0 0 0,-1-1 0 0 0,1 1-1 0 0,0 0 1 0 0,0 0 0 0 0,0 1 0 0 0,3-2 0 0 0,-4 2 89 0 0,0 0 0 0 0,0 0 0 0 0,0 0 0 0 0,-1 1 0 0 0,1-1 1 0 0,0 0-1 0 0,0 1 0 0 0,-1-1 0 0 0,1 1 0 0 0,0-1 0 0 0,0 1 0 0 0,-1-1 1 0 0,1 1-1 0 0,-1-1 0 0 0,1 1 0 0 0,0 0 0 0 0,-1-1 0 0 0,1 1 0 0 0,-1 0 1 0 0,0-1-1 0 0,1 1 0 0 0,-1 0 0 0 0,0 0 0 0 0,1-1 0 0 0,-1 1 0 0 0,1 1 1 0 0,4 11 368 0 0,0 1 1 0 0,-1 0 0 0 0,0-1 0 0 0,-1 1 0 0 0,-1 0 0 0 0,0 1 0 0 0,0 21-1 0 0,-2-15-133 0 0,-1 0 0 0 0,-1 0 0 0 0,-1 0 0 0 0,-9 31 0 0 0,8-44-462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4:04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10 167 10682 0 0,'-10'-154'3521'0'0,"13"141"-3305"0"0,2 20-18 0 0,4 21 4 0 0,3 39-858 0 0,-9-42 16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4:05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7 13883 0 0,'-1'-1'70'0'0,"0"1"1"0"0,1-1-1 0 0,-1 0 1 0 0,0 1-1 0 0,1 0 1 0 0,-1-1-1 0 0,0 1 1 0 0,0-1-1 0 0,0 1 1 0 0,1 0-1 0 0,-1 0 0 0 0,0-1 1 0 0,0 1-1 0 0,0 0 1 0 0,0 0-1 0 0,0 0 1 0 0,0 0-1 0 0,1 0 1 0 0,-1 0-1 0 0,0 0 1 0 0,0 0-1 0 0,0 0 1 0 0,0 1-1 0 0,-1-1 0 0 0,1 1 8 0 0,-1 0 1 0 0,1 0-1 0 0,-1 0 0 0 0,1 0 0 0 0,0 0 0 0 0,-1 1 0 0 0,1-1 0 0 0,0 0 0 0 0,0 1 0 0 0,0-1 0 0 0,-2 3 0 0 0,-2 6 82 0 0,0 0 1 0 0,1 0 0 0 0,-4 14-1 0 0,6-15-53 0 0,-62 216 996 0 0,53-171-787 0 0,2 0-1 0 0,-2 70 1 0 0,10-114-344 0 0,1 1-1 0 0,1-1 1 0 0,-1 0-1 0 0,2 1 1 0 0,-1-1 0 0 0,2 0-1 0 0,3 12 1 0 0,-4-17-975 0 0,0 0 0 0 0,0 0 0 0 0,1-1 1 0 0,0 1-1 0 0,6 6 0 0 0,0-1-4659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4:05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347 825 4145 0 0,'-3'-19'2941'0'0,"-1"0"0"0"0,-1 0 0 0 0,-9-23-1 0 0,11 35-2720 0 0,1 1-1 0 0,-1-1 1 0 0,-1 1-1 0 0,1 0 0 0 0,-1 0 1 0 0,0 0-1 0 0,0 0 0 0 0,-1 1 1 0 0,0-1-1 0 0,0 1 0 0 0,0 0 1 0 0,-6-4-1 0 0,7 7-157 0 0,1 1 0 0 0,-1-1-1 0 0,0 1 1 0 0,0 0 0 0 0,1 0 0 0 0,-1 0-1 0 0,0 0 1 0 0,0 1 0 0 0,0-1 0 0 0,0 1-1 0 0,0 0 1 0 0,0 1 0 0 0,0-1 0 0 0,0 1-1 0 0,0-1 1 0 0,1 1 0 0 0,-1 0 0 0 0,0 0-1 0 0,0 1 1 0 0,1-1 0 0 0,-1 1 0 0 0,1 0-1 0 0,-1 0 1 0 0,1 0 0 0 0,0 0 0 0 0,-4 4-1 0 0,-4 2 7 0 0,1 2 0 0 0,0-1 0 0 0,0 1 0 0 0,0 1 0 0 0,2 0 0 0 0,-10 13 0 0 0,5-2-57 0 0,0 0 0 0 0,1 1-1 0 0,-16 44 1 0 0,25-57-38 0 0,0 0 1 0 0,0 0 0 0 0,1 1-1 0 0,0-1 1 0 0,1 1-1 0 0,0-1 1 0 0,0 1-1 0 0,1 0 1 0 0,1 0-1 0 0,0-1 1 0 0,4 20-1 0 0,-4-26-52 0 0,0-1 0 0 0,1 1-1 0 0,-1-1 1 0 0,1 1 0 0 0,-1-1-1 0 0,1 0 1 0 0,0 0 0 0 0,0 0-1 0 0,1 0 1 0 0,-1 0 0 0 0,1 0-1 0 0,-1-1 1 0 0,1 1-1 0 0,0-1 1 0 0,0 0 0 0 0,0 0-1 0 0,0 0 1 0 0,0 0 0 0 0,0 0-1 0 0,1-1 1 0 0,-1 1 0 0 0,1-1-1 0 0,-1 0 1 0 0,1 0 0 0 0,-1 0-1 0 0,1 0 1 0 0,0-1 0 0 0,-1 0-1 0 0,1 0 1 0 0,0 0 0 0 0,6-1-1 0 0,2 0-226 0 0,-1-1 0 0 0,0 0-1 0 0,0-1 1 0 0,-1-1 0 0 0,1 1-1 0 0,-1-2 1 0 0,1 1 0 0 0,-1-2-1 0 0,12-8 1 0 0,-6 3 87 0 0,-1-1 0 0 0,0 0 1 0 0,-1-2-1 0 0,0 1 0 0 0,-1-2 0 0 0,-1 0 0 0 0,12-18 1 0 0,-9 9 75 0 0,-2-1 1 0 0,0-1-1 0 0,-1 0 1 0 0,10-34-1 0 0,-7 2 417 0 0,-2 1 0 0 0,-3-2 0 0 0,-2 1 0 0 0,0-63-1 0 0,-8-153 2473 0 0,-1 225-1896 0 0,0 37-607 0 0,2 5-32 0 0,-1 0 0 0 0,0 1 0 0 0,-1-1 0 0 0,0 0 0 0 0,0 0 0 0 0,0 0 0 0 0,-4-8 0 0 0,5 15-207 0 0,0 0 0 0 0,0 0 0 0 0,0 0 0 0 0,0 0 0 0 0,0 0 0 0 0,0-1 0 0 0,0 1 0 0 0,0 0 0 0 0,0 0 0 0 0,0 0 0 0 0,0 0 0 0 0,-1 0 0 0 0,1 0 1 0 0,0-1-1 0 0,0 1 0 0 0,0 0 0 0 0,0 0 0 0 0,0 0 0 0 0,0 0 0 0 0,0 0 0 0 0,0 0 0 0 0,-1 0 0 0 0,1 0 0 0 0,0 0 0 0 0,0 0 0 0 0,0 0 0 0 0,0 0 0 0 0,0-1 0 0 0,-1 1 0 0 0,1 0 0 0 0,0 0 0 0 0,0 0 0 0 0,0 0 0 0 0,0 0 1 0 0,0 0-1 0 0,-1 0 0 0 0,1 0 0 0 0,0 0 0 0 0,0 1 0 0 0,0-1 0 0 0,0 0 0 0 0,0 0 0 0 0,0 0 0 0 0,-1 0 0 0 0,1 0 0 0 0,0 0 0 0 0,0 0 0 0 0,0 0 0 0 0,0 0 0 0 0,0 0 0 0 0,-6 10 236 0 0,-2 15 65 0 0,8-25-303 0 0,-17 72-82 0 0,-11 114 0 0 0,9 76-80 0 0,16-220 162 0 0,-4 307 134 0 0,24-217 374 0 0,-14-125-719 0 0,0-13-327 0 0,3-11-976 0 0,-5 5-103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4:06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 5529 0 0,'0'0'53'0'0,"0"0"-1"0"0,-1-1 1 0 0,1 1 0 0 0,0 0-1 0 0,0 0 1 0 0,0 0 0 0 0,0 0-1 0 0,0 0 1 0 0,0 0 0 0 0,0 0-1 0 0,0 0 1 0 0,-1-1 0 0 0,1 1-1 0 0,0 0 1 0 0,0 0 0 0 0,0 0-1 0 0,0 0 1 0 0,0 0 0 0 0,0 0-1 0 0,-1 0 1 0 0,1 0 0 0 0,0 0-1 0 0,0 0 1 0 0,0 0-1 0 0,0 0 1 0 0,-1 0 0 0 0,1 0-1 0 0,0 0 1 0 0,0 0 0 0 0,0 0-1 0 0,0 0 1 0 0,0 0 0 0 0,-1 0-1 0 0,1 0 1 0 0,0 0 0 0 0,0 0-1 0 0,0 0 1 0 0,0 0 0 0 0,0 0-1 0 0,0 1 1 0 0,-1-1 0 0 0,1 0-1 0 0,-2 9 2149 0 0,1 17 853 0 0,2-22-2791 0 0,0 92 883 0 0,11 149 672 0 0,-11-238-1694 0 0,1 0 0 0 0,-1 0 0 0 0,1 0 0 0 0,0-1 0 0 0,1 1 0 0 0,-1-1 0 0 0,2 1 0 0 0,-1-1 0 0 0,0 0 0 0 0,1 0 0 0 0,7 8-1 0 0,-9-12-64 0 0,0 0-1 0 0,-1-1 0 0 0,1 1 0 0 0,0 0 0 0 0,0-1 0 0 0,1 0 0 0 0,-1 1 1 0 0,0-1-1 0 0,0 0 0 0 0,1 0 0 0 0,-1 0 0 0 0,0 0 0 0 0,1-1 1 0 0,-1 1-1 0 0,1-1 0 0 0,-1 1 0 0 0,1-1 0 0 0,-1 0 0 0 0,1 0 0 0 0,-1 0 1 0 0,1 0-1 0 0,-1 0 0 0 0,1-1 0 0 0,-1 1 0 0 0,1-1 0 0 0,-1 0 0 0 0,1 1 1 0 0,-1-1-1 0 0,0 0 0 0 0,1-1 0 0 0,-1 1 0 0 0,0 0 0 0 0,0-1 0 0 0,3-2 1 0 0,2-1 135 0 0,0-2 1 0 0,-1 1 0 0 0,0-1 0 0 0,0 0 0 0 0,0 0 0 0 0,-1-1 0 0 0,0 1 0 0 0,-1-1 0 0 0,1 0 0 0 0,-1-1 0 0 0,-1 1 0 0 0,5-16 0 0 0,-3 3 98 0 0,0 0 0 0 0,-1-1 0 0 0,-1 1 0 0 0,0-28 0 0 0,-3 42-221 0 0,2-19 139 0 0,-2-1 1 0 0,-1 1-1 0 0,-2 0 1 0 0,-6-32 0 0 0,9 58-235 0 0,0-1 0 0 0,0 0 0 0 0,0 0 0 0 0,0 1 0 0 0,0-1 0 0 0,0 0 0 0 0,0 0 0 0 0,-1 1 0 0 0,1-1-1 0 0,0 0 1 0 0,-1 1 0 0 0,1-1 0 0 0,0 0 0 0 0,-1 1 0 0 0,1-1 0 0 0,-1 1 0 0 0,1-1 0 0 0,-1 0 0 0 0,1 1 0 0 0,-1-1 0 0 0,1 1 0 0 0,-1 0 0 0 0,1-1 0 0 0,-1 1 0 0 0,0-1 0 0 0,1 1 0 0 0,-2-1 0 0 0,1 2-43 0 0,0 0 1 0 0,1 0-1 0 0,-1-1 0 0 0,1 1 1 0 0,-1 0-1 0 0,1 0 0 0 0,-1 0 0 0 0,1 0 1 0 0,-1 0-1 0 0,1 0 0 0 0,0 0 1 0 0,0 0-1 0 0,-1 0 0 0 0,1 0 0 0 0,0 0 1 0 0,0 0-1 0 0,0 0 0 0 0,0 0 1 0 0,0 0-1 0 0,1 2 0 0 0,-2 5-935 0 0,2 0 1 0 0,-1 1-1 0 0,2-1 0 0 0,2 12 0 0 0,2 0-854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4:06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100 107 10594 0 0,'-5'9'627'0'0,"-1"1"0"0"0,1-1 1 0 0,1 1-1 0 0,-6 17 0 0 0,-2 5-102 0 0,8-23-331 0 0,-17 43 491 0 0,20-49-521 0 0,-1 0-1 0 0,2 1 1 0 0,-1-1-1 0 0,0 1 1 0 0,1-1-1 0 0,-1 0 1 0 0,1 1-1 0 0,0-1 1 0 0,1 1-1 0 0,-1-1 1 0 0,0 1-1 0 0,3 6 1 0 0,-3-9-105 0 0,0-1 0 0 0,0 1 0 0 0,1 0 0 0 0,-1 0 0 0 0,0-1 0 0 0,1 1 0 0 0,-1 0 0 0 0,1-1 0 0 0,-1 1 0 0 0,1-1 0 0 0,0 1 0 0 0,-1 0 0 0 0,1-1 0 0 0,-1 1 0 0 0,1-1 0 0 0,0 0 0 0 0,-1 1 0 0 0,1-1 0 0 0,0 1 0 0 0,0-1 0 0 0,-1 0 0 0 0,1 0 0 0 0,0 1 0 0 0,0-1 0 0 0,0 0 0 0 0,0 0 0 0 0,1 0 25 0 0,0 0-1 0 0,0-1 1 0 0,0 1-1 0 0,0 0 1 0 0,-1-1-1 0 0,1 0 1 0 0,0 1-1 0 0,0-1 1 0 0,-1 0-1 0 0,1 0 1 0 0,1-1-1 0 0,3-2 147 0 0,0-1 1 0 0,0 1-1 0 0,-1-1 0 0 0,10-11 0 0 0,-6 3 125 0 0,0 1 0 0 0,0-1-1 0 0,-1-1 1 0 0,-1 0 0 0 0,0 0 0 0 0,8-27 0 0 0,-13 34-221 0 0,0 0 0 0 0,0 0 0 0 0,-1 0 0 0 0,0 0 0 0 0,-1 0 0 0 0,0 0 0 0 0,0 0 0 0 0,0-1 0 0 0,-1 1 0 0 0,0 0 0 0 0,-1 0 0 0 0,1 0 0 0 0,-1 0 0 0 0,-1 0 0 0 0,1 1 0 0 0,-1-1 0 0 0,-4-7 0 0 0,6 12-126 0 0,-1 0 0 0 0,1 0 1 0 0,0 0-1 0 0,-1 0 0 0 0,0 0 1 0 0,1 0-1 0 0,-1 0 1 0 0,0 0-1 0 0,0 0 0 0 0,0 1 1 0 0,0-1-1 0 0,0 1 1 0 0,0 0-1 0 0,0 0 0 0 0,-1-1 1 0 0,1 1-1 0 0,0 1 1 0 0,-1-1-1 0 0,1 0 0 0 0,-1 0 1 0 0,1 1-1 0 0,-1 0 0 0 0,1-1 1 0 0,-1 1-1 0 0,1 0 1 0 0,-1 0-1 0 0,0 1 0 0 0,1-1 1 0 0,-1 0-1 0 0,1 1 1 0 0,-1-1-1 0 0,1 1 0 0 0,0 0 1 0 0,-1 0-1 0 0,-2 1 1 0 0,-1 1-366 0 0,1 1 1 0 0,-1-1 0 0 0,1 1 0 0 0,0 0 0 0 0,0 0 0 0 0,0 1 0 0 0,0-1 0 0 0,1 1-1 0 0,0 0 1 0 0,0 0 0 0 0,0 1 0 0 0,-5 10 0 0 0,-1 5-1398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4:07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49 6913 0 0,'0'-3'66'0'0,"0"0"388"0"0,0-1 0 0 0,0 1 1 0 0,0-1-1 0 0,0 1 0 0 0,0 0 1 0 0,1-1-1 0 0,0 1 0 0 0,0 0 1 0 0,0-1-1 0 0,0 1 0 0 0,2-5 1 0 0,-3 8-451 0 0,1 0 1 0 0,-1 0-1 0 0,0 0 0 0 0,0 0 1 0 0,0 0-1 0 0,0 0 1 0 0,0 0-1 0 0,0 0 1 0 0,0 0-1 0 0,1 0 1 0 0,-1 0-1 0 0,0 0 0 0 0,0 0 1 0 0,0 0-1 0 0,0 0 1 0 0,0 0-1 0 0,0 0 1 0 0,1 0-1 0 0,-1 0 0 0 0,0 0 1 0 0,0 0-1 0 0,0 0 1 0 0,0 0-1 0 0,0 0 1 0 0,0 0-1 0 0,1 0 1 0 0,-1 0-1 0 0,0 0 0 0 0,0 0 1 0 0,0 0-1 0 0,0 0 1 0 0,0 1-1 0 0,0-1 1 0 0,0 0-1 0 0,0 0 1 0 0,0 0-1 0 0,1 0 0 0 0,-1 0 1 0 0,0 0-1 0 0,0 0 1 0 0,0 0-1 0 0,0 1 1 0 0,0-1-1 0 0,0 0 1 0 0,0 0-1 0 0,0 0 0 0 0,0 0 1 0 0,0 0-1 0 0,0 1 1 0 0,5 11 304 0 0,1 11 84 0 0,0 3-822 0 0,1 9-125 0 0,-20-29 5133 0 0,-10 4-3550 0 0,12-9-268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4:07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54 14947 0 0,'-3'-4'124'0'0,"0"0"0"0"0,-1 0 0 0 0,1 0 0 0 0,-1 0 0 0 0,0 1 0 0 0,0-1 0 0 0,0 1 0 0 0,0 0 0 0 0,-1 0 0 0 0,1 1 0 0 0,-1-1 0 0 0,0 1 0 0 0,1 0 0 0 0,-1 0 0 0 0,0 1 0 0 0,0-1 0 0 0,0 1 0 0 0,-1 0 0 0 0,1 1 0 0 0,0-1 0 0 0,0 1-1 0 0,-1 0 1 0 0,1 0 0 0 0,0 0 0 0 0,0 1 0 0 0,-10 2 0 0 0,3 1 40 0 0,0 0 0 0 0,0 1 0 0 0,0 0 0 0 0,1 0 0 0 0,0 1 0 0 0,0 1 0 0 0,0 0 0 0 0,1 1 0 0 0,0 0 0 0 0,-9 10 0 0 0,-4 4 115 0 0,1 2 0 0 0,2 1 0 0 0,-25 37 1 0 0,38-51-245 0 0,0 0 1 0 0,1 0 0 0 0,0 1-1 0 0,1-1 1 0 0,1 1-1 0 0,0 1 1 0 0,0-1 0 0 0,1 1-1 0 0,1-1 1 0 0,0 1-1 0 0,0 17 1 0 0,2-26-85 0 0,0 0 1 0 0,0 0-1 0 0,0-1 0 0 0,1 1 0 0 0,0 0 1 0 0,0 0-1 0 0,0-1 0 0 0,0 1 1 0 0,1 0-1 0 0,0-1 0 0 0,-1 1 1 0 0,1-1-1 0 0,0 0 0 0 0,0 0 1 0 0,1 1-1 0 0,-1-2 0 0 0,1 1 0 0 0,0 0 1 0 0,0 0-1 0 0,5 3 0 0 0,-3-3-101 0 0,0-1 0 0 0,-1 1 0 0 0,1-1-1 0 0,1-1 1 0 0,-1 1 0 0 0,0-1-1 0 0,0 1 1 0 0,1-2 0 0 0,-1 1 0 0 0,0-1-1 0 0,1 1 1 0 0,-1-1 0 0 0,1-1 0 0 0,6 0-1 0 0,5-3-409 0 0,1 0-1 0 0,-1-1 1 0 0,31-13-1 0 0,-27 9-1736 0 0,33-8 0 0 0,-39 14 1010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4:07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361 112 11490 0 0,'1'-3'170'0'0,"0"-1"-1"0"0,-1 0 0 0 0,1 0 0 0 0,-1 0 1 0 0,0 0-1 0 0,0 0 0 0 0,0 0 0 0 0,-1 1 1 0 0,1-1-1 0 0,-1 0 0 0 0,0 0 0 0 0,0 0 0 0 0,-1 1 1 0 0,1-1-1 0 0,-1 1 0 0 0,1-1 0 0 0,-1 1 1 0 0,0-1-1 0 0,-1 1 0 0 0,1 0 0 0 0,0 0 0 0 0,-1 0 1 0 0,0 0-1 0 0,0 1 0 0 0,1-1 0 0 0,-2 1 1 0 0,1-1-1 0 0,0 1 0 0 0,0 0 0 0 0,-1 0 1 0 0,1 1-1 0 0,-1-1 0 0 0,0 1 0 0 0,1 0 0 0 0,-1-1 1 0 0,0 2-1 0 0,0-1 0 0 0,1 0 0 0 0,-1 1 1 0 0,0 0-1 0 0,0 0 0 0 0,0 0 0 0 0,0 0 0 0 0,0 0 1 0 0,0 1-1 0 0,-4 1 0 0 0,-4 3 30 0 0,1 0 1 0 0,-1 0-1 0 0,1 1 1 0 0,1 1-1 0 0,-1 0 0 0 0,1 0 1 0 0,0 1-1 0 0,1 0 0 0 0,0 1 1 0 0,0 0-1 0 0,-14 18 0 0 0,8-5-73 0 0,0 0 0 0 0,1 1-1 0 0,1 1 1 0 0,-14 37 0 0 0,20-44-120 0 0,2 0 0 0 0,0 0-1 0 0,-4 30 1 0 0,8-42-14 0 0,0 1 0 0 0,1-1 0 0 0,-1 1 0 0 0,2 0 0 0 0,-1-1-1 0 0,0 1 1 0 0,1-1 0 0 0,0 1 0 0 0,0-1 0 0 0,1 0 0 0 0,-1 1 0 0 0,1-1 0 0 0,1 0-1 0 0,-1 0 1 0 0,6 9 0 0 0,-6-13-18 0 0,0 1-1 0 0,0 0 1 0 0,0-1-1 0 0,0 1 1 0 0,0-1-1 0 0,0 0 1 0 0,1 1-1 0 0,-1-1 1 0 0,1 0-1 0 0,-1 0 1 0 0,0-1-1 0 0,1 1 1 0 0,0 0-1 0 0,-1-1 1 0 0,1 0-1 0 0,-1 0 1 0 0,1 1-1 0 0,0-1 1 0 0,-1-1-1 0 0,1 1 1 0 0,-1 0-1 0 0,1-1 1 0 0,-1 1-1 0 0,1-1 0 0 0,4-1 1 0 0,3-2-35 0 0,0 0 1 0 0,0 0-1 0 0,0-1 1 0 0,16-11-1 0 0,2-3 18 0 0,-1-3 0 0 0,-2 0 0 0 0,0-1 1 0 0,-1-2-1 0 0,-1 0 0 0 0,-2-1 0 0 0,0-2 0 0 0,28-50 0 0 0,-44 68 41 0 0,-2 6 33 0 0,0 0-1 0 0,-1-1 1 0 0,0 1-1 0 0,0 0 1 0 0,0-1-1 0 0,0 0 1 0 0,-1 1-1 0 0,1-1 1 0 0,-2 0 0 0 0,1 0-1 0 0,0-7 1 0 0,-1 12-20 0 0,0 0 0 0 0,0 0 0 0 0,0 0 0 0 0,0 0 0 0 0,0 0 0 0 0,0 0 0 0 0,0 0 0 0 0,0 0 0 0 0,0-1 0 0 0,0 1 0 0 0,0 0 0 0 0,0 0 0 0 0,0 0 0 0 0,0 0 0 0 0,0 0 0 0 0,0 0 0 0 0,0 0 0 0 0,0 0 0 0 0,0 0 0 0 0,0 0 0 0 0,0 0 0 0 0,-1-1 0 0 0,1 1 0 0 0,0 0 0 0 0,0 0 0 0 0,0 0 0 0 0,0 0 0 0 0,0 0 0 0 0,0 0 0 0 0,0 0 0 0 0,0 0 0 0 0,0 0 0 0 0,-1 0 0 0 0,1 0 0 0 0,0 0 0 0 0,0 0 0 0 0,0 0 0 0 0,0 0 0 0 0,0 0 0 0 0,0 0 1 0 0,0 0-1 0 0,0 0 0 0 0,-1 0 0 0 0,1 0 0 0 0,0 0 0 0 0,0 0 0 0 0,0 0 0 0 0,0 0 0 0 0,0 0 0 0 0,0 0 0 0 0,0 0 0 0 0,0 0 0 0 0,0 0 0 0 0,0 1 0 0 0,-1-1 0 0 0,1 0 0 0 0,-7 7 362 0 0,-5 9-13 0 0,-75 136-19 0 0,76-128-885 0 0,0 0 0 0 0,2 1-1 0 0,1 0 1 0 0,-9 42 0 0 0,16-60-12 0 0,1-1 1 0 0,-1 1-1 0 0,1 0 1 0 0,0-1-1 0 0,1 9 1 0 0,4 5-1163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4:0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20 12411 0 0,'-2'-7'503'0'0,"-5"-6"1100"0"0,7 13-1546 0 0,-1 1 0 0 0,1-1 0 0 0,-1 0 0 0 0,1 0 0 0 0,-1 0 0 0 0,1 0 0 0 0,-1 1 0 0 0,1-1 1 0 0,-1 0-1 0 0,1 1 0 0 0,-1-1 0 0 0,1 0 0 0 0,-1 1 0 0 0,1-1 0 0 0,0 1 0 0 0,-1-1 0 0 0,1 0 1 0 0,0 1-1 0 0,-1-1 0 0 0,1 1 0 0 0,0-1 0 0 0,0 1 0 0 0,-1-1 0 0 0,1 1 0 0 0,0-1 0 0 0,0 1 1 0 0,0-1-1 0 0,0 2 0 0 0,-13 28 503 0 0,2 2 1 0 0,-14 59 0 0 0,16-57-332 0 0,-103 515 1659 0 0,90-307-1725 0 0,21-238-160 0 0,-3 18 77 0 0,1-24 122 0 0,0-12 22 0 0,-4-39-238 0 0,0-59-1 0 0,7 95 34 0 0,1 0 0 0 0,0 1 0 0 0,1-1 0 0 0,1 1 0 0 0,0-1 0 0 0,2 1 0 0 0,10-29 0 0 0,-13 41-11 0 0,0 0-1 0 0,1-1 1 0 0,-1 1-1 0 0,1 0 1 0 0,0 0 0 0 0,0 0-1 0 0,0 1 1 0 0,1-1-1 0 0,-1 1 1 0 0,1-1 0 0 0,0 1-1 0 0,-1 0 1 0 0,2 1-1 0 0,-1-1 1 0 0,0 1 0 0 0,0 0-1 0 0,1 0 1 0 0,-1 0-1 0 0,1 0 1 0 0,0 1-1 0 0,5-1 1 0 0,-3 1-9 0 0,-1 1 0 0 0,1 0 0 0 0,0 0 0 0 0,0 0 1 0 0,0 1-1 0 0,0 0 0 0 0,-1 1 0 0 0,1-1 0 0 0,0 1 0 0 0,-1 1 0 0 0,1-1 0 0 0,-1 1 0 0 0,0 0 0 0 0,9 6 0 0 0,9 7-180 0 0,40 34 0 0 0,-55-43 164 0 0,-2 1 0 0 0,1-1 0 0 0,-1 2 0 0 0,0-1 0 0 0,-1 1 0 0 0,1 0 0 0 0,-2 0-1 0 0,6 11 1 0 0,-10-17 15 0 0,0 0-1 0 0,-1-1 1 0 0,1 1 0 0 0,0 0-1 0 0,-1 0 1 0 0,0 0-1 0 0,1-1 1 0 0,-1 1-1 0 0,0 0 1 0 0,-1 0-1 0 0,1 0 1 0 0,0-1-1 0 0,-1 1 1 0 0,0 0-1 0 0,1 0 1 0 0,-3 3 0 0 0,1-1 41 0 0,0-1 1 0 0,-1 1-1 0 0,0 0 1 0 0,0-1-1 0 0,-1 0 1 0 0,1 0-1 0 0,-1 0 1 0 0,-4 4-1 0 0,-8 5 277 0 0,-1-1 0 0 0,0-1 0 0 0,-28 14 0 0 0,38-22-197 0 0,-49 24-23 0 0,-101 32 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4:09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7834 0 0,'-3'13'5739'0'0,"-8"12"-3627"0"0,2-7-1551 0 0,-19 47 629 0 0,-10 24-425 0 0,34-77-712 0 0,0 1 0 0 0,0-1-1 0 0,1 1 1 0 0,-1 26 0 0 0,3-37-48 0 0,1 0-1 0 0,0 1 1 0 0,0-1 0 0 0,0 0-1 0 0,0 0 1 0 0,1 0 0 0 0,-1 0-1 0 0,0 0 1 0 0,1 0-1 0 0,-1 0 1 0 0,1 0 0 0 0,0-1-1 0 0,0 1 1 0 0,0 0-1 0 0,0 0 1 0 0,0 0 0 0 0,0-1-1 0 0,0 1 1 0 0,0-1-1 0 0,1 1 1 0 0,-1-1 0 0 0,3 3-1 0 0,-2-4-2 0 0,0 1-1 0 0,0 0 1 0 0,0 0-1 0 0,0-1 1 0 0,0 1-1 0 0,0-1 1 0 0,0 0-1 0 0,0 0 1 0 0,0 1-1 0 0,0-2 1 0 0,0 1-1 0 0,0 0 1 0 0,1 0-1 0 0,-1 0 1 0 0,0-1-1 0 0,0 1 1 0 0,0-1-1 0 0,0 0 0 0 0,0 0 1 0 0,-1 1-1 0 0,3-3 1 0 0,4-1-8 0 0,0-1 1 0 0,-1 0 0 0 0,1 0-1 0 0,-1-1 1 0 0,-1 0-1 0 0,11-10 1 0 0,33-47-174 0 0,-34 41 59 0 0,2-3-94 0 0,20-40 1 0 0,-22 37 940 0 0,21-29-1 0 0,-40 101 919 0 0,-5-10-1649 0 0,3-16-498 0 0,1-1 0 0 0,0 1-1 0 0,2 0 1 0 0,0 0-1 0 0,1 35 1 0 0,1-53 415 0 0,0 1-60 0 0,0 1 1 0 0,0-1 0 0 0,0 0-1 0 0,0 0 1 0 0,1 0 0 0 0,-1 0 0 0 0,0 0-1 0 0,0 0 1 0 0,1 0 0 0 0,-1 0-1 0 0,1 0 1 0 0,-1 0 0 0 0,1 0 0 0 0,-1-1-1 0 0,1 1 1 0 0,0 0 0 0 0,-1 0-1 0 0,1 0 1 0 0,0-1 0 0 0,1 2-1 0 0,4 0-1378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4:09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15667 0 0,'-2'0'105'0'0,"-1"1"0"0"0,1 0 0 0 0,0 0 0 0 0,0 0 0 0 0,0 1 0 0 0,0-1 0 0 0,0 0 0 0 0,0 1 0 0 0,0-1 0 0 0,0 1 0 0 0,1 0 0 0 0,-1 0 0 0 0,1 0 0 0 0,-1 0 0 0 0,1 0 1 0 0,-2 3-1 0 0,-16 41-693 0 0,13-29 647 0 0,-27 78-91 0 0,4 1 0 0 0,-28 172 1 0 0,54-246 262 0 0,1-1 1 0 0,1 42 0 0 0,1-54-407 0 0,1 1 0 0 0,1-1 0 0 0,0 1 0 0 0,0-1 0 0 0,1 1 1 0 0,0-1-1 0 0,0 0 0 0 0,9 15 0 0 0,-6-13-556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4:09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63 14283 0 0,'-1'-3'227'0'0,"1"0"1"0"0,-1 0-1 0 0,0 0 0 0 0,0 0 1 0 0,0 0-1 0 0,-1 0 1 0 0,1 0-1 0 0,-1 0 0 0 0,1 1 1 0 0,-1-1-1 0 0,0 1 0 0 0,0-1 1 0 0,0 1-1 0 0,0 0 0 0 0,-1 0 1 0 0,1 0-1 0 0,0 0 0 0 0,-1 0 1 0 0,0 0-1 0 0,1 1 0 0 0,-1-1 1 0 0,0 1-1 0 0,0 0 0 0 0,-4-2 1 0 0,4 2-192 0 0,-1 0 1 0 0,1 1 0 0 0,-1-1-1 0 0,1 1 1 0 0,-1-1-1 0 0,0 1 1 0 0,1 0-1 0 0,-1 0 1 0 0,1 1 0 0 0,-1-1-1 0 0,0 1 1 0 0,1 0-1 0 0,-1 0 1 0 0,1 0 0 0 0,0 0-1 0 0,-1 1 1 0 0,1-1-1 0 0,0 1 1 0 0,0 0 0 0 0,-6 4-1 0 0,-5 7-19 0 0,0 1 0 0 0,1 1 0 0 0,0 0 1 0 0,1 1-1 0 0,-14 24 0 0 0,-41 90 45 0 0,66-127-61 0 0,-15 30 26 0 0,2 1 0 0 0,-11 39 0 0 0,23-64-22 0 0,0 0 1 0 0,0-1-1 0 0,0 1 0 0 0,1 0 0 0 0,1 0 0 0 0,-1 0 1 0 0,2 0-1 0 0,-1 0 0 0 0,1 0 0 0 0,0 0 1 0 0,1 0-1 0 0,0 0 0 0 0,0-1 0 0 0,6 12 1 0 0,-8-18-9 0 0,1-1 1 0 0,0 1 0 0 0,0 0 0 0 0,0-1 0 0 0,0 1 0 0 0,0-1 0 0 0,0 1 0 0 0,1-1 0 0 0,-1 0 0 0 0,0 1 0 0 0,1-1 0 0 0,-1 0 0 0 0,1 0 0 0 0,-1 0 0 0 0,1 0 0 0 0,0 0 0 0 0,-1 0 0 0 0,1 0 0 0 0,0-1 0 0 0,0 1 0 0 0,2 0 0 0 0,-2-1-6 0 0,1 0 0 0 0,0 0 1 0 0,0 0-1 0 0,-1-1 0 0 0,1 1 0 0 0,0-1 1 0 0,0 1-1 0 0,-1-1 0 0 0,1 0 1 0 0,-1 0-1 0 0,1 0 0 0 0,4-3 0 0 0,4-4-24 0 0,0 0-1 0 0,0-1 1 0 0,-1 0-1 0 0,14-17 0 0 0,-9 10 17 0 0,-2-2-1 0 0,0 0 1 0 0,-1 0-1 0 0,10-22 0 0 0,31-82 938 0 0,-65 200 273 0 0,10-67-1282 0 0,-12 74-2157 0 0,9-28-2165 0 0,5-38 2404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4:10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1 279 10226 0 0,'40'-161'1896'0'0,"-24"91"206"0"0,-14 102-812 0 0,-2 46 0 0 0,-10 11-1353 0 0,5-52 140 0 0,1-1 0 0 0,1 1 1 0 0,2 0-1 0 0,7 58 1 0 0,2-75 5275 0 0,-8-33-4762 0 0,-5-48 581 0 0,-3-59-448 0 0,9 106-694 0 0,-1-1 0 0 0,2 1 0 0 0,0-1 1 0 0,0 1-1 0 0,2 0 0 0 0,4-14 0 0 0,-6 23-100 0 0,-1 0 0 0 0,1 1 0 0 0,1-1 0 0 0,-1 1 0 0 0,0 0 1 0 0,1 0-1 0 0,0-1 0 0 0,0 2 0 0 0,0-1 0 0 0,1 0 0 0 0,-1 1 1 0 0,1-1-1 0 0,0 1 0 0 0,0 0 0 0 0,0 1 0 0 0,0-1 0 0 0,1 1 1 0 0,-1-1-1 0 0,1 1 0 0 0,8-2 0 0 0,2 1-880 0 0,0 1-1 0 0,0 0 1 0 0,0 1-1 0 0,0 1 1 0 0,21 1 0 0 0,38 0-3485 0 0,-67-2 3921 0 0,0 0 1 0 0,0 0-1 0 0,0 0 1 0 0,0-1 0 0 0,0 0-1 0 0,0 0 1 0 0,10-6-1 0 0,-7 0 959 0 0,-10 7-372 0 0,0 1-1 0 0,0 0 1 0 0,0 0-1 0 0,0 0 1 0 0,0 0-1 0 0,0-1 1 0 0,0 1-1 0 0,0 0 0 0 0,0 0 1 0 0,0 0-1 0 0,0 0 1 0 0,0-1-1 0 0,0 1 1 0 0,0 0-1 0 0,-1 0 1 0 0,1 0-1 0 0,0 0 1 0 0,0-1-1 0 0,0 1 1 0 0,0 0-1 0 0,0 0 1 0 0,0 0-1 0 0,0 0 1 0 0,0 0-1 0 0,-1 0 1 0 0,1-1-1 0 0,0 1 1 0 0,0 0-1 0 0,0 0 1 0 0,0 0-1 0 0,-1 0 1 0 0,1 0-1 0 0,0 0 1 0 0,0 0-1 0 0,0 0 1 0 0,-1 0-1 0 0,0-1 181 0 0,0 1 1 0 0,0 0-1 0 0,-1 0 0 0 0,1 0 0 0 0,0 0 1 0 0,-1 0-1 0 0,1 0 0 0 0,0 0 1 0 0,0 0-1 0 0,-1 1 0 0 0,1-1 0 0 0,0 0 1 0 0,0 1-1 0 0,0-1 0 0 0,-1 1 0 0 0,1 0 1 0 0,-1 0-1 0 0,-5 4 127 0 0,1 1 0 0 0,0-1 0 0 0,1 1 0 0 0,-1 0 0 0 0,1 1 1 0 0,1-1-1 0 0,-8 13 0 0 0,0 3-55 0 0,-10 29 0 0 0,11-24-245 0 0,2 0 0 0 0,-9 38 1 0 0,16-56-69 0 0,1 0 0 0 0,-1 0 0 0 0,2 0 0 0 0,-1 0 0 0 0,1 0 0 0 0,1 0 0 0 0,0 0 0 0 0,0 0 0 0 0,1 0 0 0 0,0 0 0 0 0,5 13 0 0 0,-6-20-28 0 0,0 1 1 0 0,0-1 0 0 0,0 0 0 0 0,0 0 0 0 0,1 0 0 0 0,-1 0 0 0 0,1 0 0 0 0,0-1 0 0 0,-1 1 0 0 0,1 0 0 0 0,0-1-1 0 0,0 1 1 0 0,0-1 0 0 0,0 0 0 0 0,0 0 0 0 0,1 1 0 0 0,-1-2 0 0 0,0 1 0 0 0,0 0 0 0 0,1 0 0 0 0,-1-1 0 0 0,1 1-1 0 0,-1-1 1 0 0,0 1 0 0 0,1-1 0 0 0,-1 0 0 0 0,1 0 0 0 0,-1 0 0 0 0,1-1 0 0 0,-1 1 0 0 0,0-1 0 0 0,1 1 0 0 0,-1-1 0 0 0,5-1-1 0 0,1-1-42 0 0,0 0-1 0 0,0-1 0 0 0,0 0 1 0 0,0 0-1 0 0,0-1 0 0 0,-1 0 1 0 0,0 0-1 0 0,9-10 0 0 0,1-2 166 0 0,-1-1-1 0 0,0 0 1 0 0,-2-2 0 0 0,0 1-1 0 0,-2-2 1 0 0,0 0-1 0 0,-1 0 1 0 0,-1-1-1 0 0,13-42 1 0 0,-15 35 120 0 0,-1 8 64 0 0,-1 0-1 0 0,-1 0 1 0 0,0 0 0 0 0,-2-1-1 0 0,-1 0 1 0 0,0-25 0 0 0,-3 45-108 0 0,0 5-50 0 0,-2 12 11 0 0,-3 19-110 0 0,-4 79-251 0 0,-14 194-896 0 0,22-266 1112 0 0,-2-1 1 0 0,-17 68 0 0 0,14-82 196 0 0,-1-1 0 0 0,-1-1-1 0 0,-1 0 1 0 0,-1 0-1 0 0,-19 28 1 0 0,17-32-32 0 0,-1-1 0 0 0,0 0 1 0 0,-2-1-1 0 0,0 0 0 0 0,0-2 0 0 0,-38 29 0 0 0,45-39-120 0 0,1-1 0 0 0,-1 0 0 0 0,0-1-1 0 0,0 0 1 0 0,0 0 0 0 0,0-1 0 0 0,-1 0 0 0 0,-13 2-1 0 0,15-4-22 0 0,1-1-1 0 0,0 1 1 0 0,-1-2-1 0 0,1 1 0 0 0,-1-1 1 0 0,1 0-1 0 0,0 0 1 0 0,0-1-1 0 0,-1 0 0 0 0,1 0 1 0 0,1-1-1 0 0,-11-5 0 0 0,10 4 7 0 0,1 0 0 0 0,0 0 0 0 0,0 0 0 0 0,0-1 0 0 0,1 1 0 0 0,-1-2 0 0 0,1 1 0 0 0,0 0 0 0 0,1-1 0 0 0,-1 0 0 0 0,1 0 0 0 0,1-1 0 0 0,-1 1 0 0 0,1-1 0 0 0,0 1 0 0 0,-4-14 0 0 0,6 14 5 0 0,-1 0 1 0 0,1 0 0 0 0,1 0 0 0 0,-1-1-1 0 0,1 1 1 0 0,0 0 0 0 0,0 0-1 0 0,1 0 1 0 0,0-1 0 0 0,0 1 0 0 0,1 0-1 0 0,-1 0 1 0 0,1 0 0 0 0,0 1 0 0 0,1-1-1 0 0,0 0 1 0 0,-1 1 0 0 0,2-1 0 0 0,-1 1-1 0 0,6-6 1 0 0,5-4-45 0 0,0 1 0 0 0,1 1 0 0 0,1 0 0 0 0,0 1 0 0 0,0 0 0 0 0,1 2 0 0 0,1 0 0 0 0,0 1 0 0 0,0 1 0 0 0,0 0 0 0 0,30-7 0 0 0,21-1-174 0 0,133-16 0 0 0,-160 27 109 0 0,60-5-337 0 0,-7 1-4682 0 0,-84 7-2461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4:12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177 140 6449 0 0,'15'-7'1315'0'0,"-10"5"-840"0"0,0 0-1 0 0,-1 0 1 0 0,1-1-1 0 0,-1 0 0 0 0,1 0 1 0 0,6-6-1 0 0,-10 8-321 0 0,0-1 0 0 0,1 1 0 0 0,-1-1 0 0 0,0 0 0 0 0,-1 1 0 0 0,1-1 0 0 0,0 0 0 0 0,0 0 0 0 0,-1 0 0 0 0,1 0 0 0 0,-1 0 0 0 0,0 1 0 0 0,1-1 0 0 0,-1 0 0 0 0,0 0-1 0 0,0 0 1 0 0,0 0 0 0 0,-1 0 0 0 0,1 0 0 0 0,0 0 0 0 0,-1 0 0 0 0,0-3 0 0 0,0 1 79 0 0,-1-1 0 0 0,1 1 0 0 0,-1-1 0 0 0,0 1-1 0 0,0 0 1 0 0,0 0 0 0 0,-1 0 0 0 0,0 0 0 0 0,1 0 0 0 0,-6-5 0 0 0,6 8-179 0 0,1 0 0 0 0,-1-1 0 0 0,1 1 0 0 0,-1 0 0 0 0,1 0 0 0 0,-1 0 0 0 0,0 1 0 0 0,0-1 0 0 0,1 0 0 0 0,-1 1 0 0 0,0-1 0 0 0,0 1 0 0 0,0-1 0 0 0,0 1 0 0 0,0 0 0 0 0,1 0 0 0 0,-1 0 0 0 0,0 0 1 0 0,0 0-1 0 0,0 0 0 0 0,0 1 0 0 0,0-1 0 0 0,0 1 0 0 0,1-1 0 0 0,-1 1 0 0 0,0 0 0 0 0,0 0 0 0 0,-2 1 0 0 0,-5 4 29 0 0,1-1-1 0 0,0 2 1 0 0,1-1-1 0 0,-1 1 1 0 0,1 0-1 0 0,0 1 1 0 0,1-1-1 0 0,0 2 1 0 0,0-1-1 0 0,1 0 1 0 0,0 1-1 0 0,-6 13 1 0 0,-3 11-65 0 0,2 1 1 0 0,-10 38-1 0 0,18-56-12 0 0,0 1 0 0 0,1-1-1 0 0,1 1 1 0 0,0 0 0 0 0,2 33-1 0 0,1-42 9 0 0,-1 0 0 0 0,2 0-1 0 0,-1 0 1 0 0,1 0 0 0 0,1 0 0 0 0,-1 0-1 0 0,1-1 1 0 0,1 1 0 0 0,-1-1-1 0 0,1 0 1 0 0,1 0 0 0 0,-1 0 0 0 0,1 0-1 0 0,8 8 1 0 0,-11-14-7 0 0,0 1 0 0 0,0 0 0 0 0,0 0 0 0 0,1-1 0 0 0,-1 1 0 0 0,0-1 0 0 0,1 0 0 0 0,-1 0 0 0 0,1 0 0 0 0,-1 0-1 0 0,1 0 1 0 0,-1 0 0 0 0,1-1 0 0 0,0 1 0 0 0,-1-1 0 0 0,1 1 0 0 0,0-1 0 0 0,-1 0 0 0 0,1 0 0 0 0,0-1 0 0 0,0 1 0 0 0,-1-1 0 0 0,1 1 0 0 0,-1-1 0 0 0,1 0 0 0 0,0 0 0 0 0,-1 0 0 0 0,1 0 0 0 0,-1 0 0 0 0,0 0 0 0 0,1-1 0 0 0,2-2-1 0 0,4-3 13 0 0,0 0 0 0 0,-1 0-1 0 0,0-1 1 0 0,-1 0 0 0 0,0 0-1 0 0,10-16 1 0 0,-3 3-53 0 0,-2-1 0 0 0,0 0 0 0 0,-2 0 0 0 0,11-33 0 0 0,-16 41 43 0 0,-2 0-1 0 0,1-1 1 0 0,-2 0 0 0 0,0 0-1 0 0,0 0 1 0 0,-1 0-1 0 0,-1 0 1 0 0,-3-22-1 0 0,3 36 8 0 0,0 0-1 0 0,0 0 1 0 0,0 0-1 0 0,-1 0 0 0 0,1 0 1 0 0,0 0-1 0 0,-1 0 1 0 0,1 0-1 0 0,0 0 0 0 0,-1 0 1 0 0,1 1-1 0 0,-1-1 1 0 0,1 0-1 0 0,-1 0 0 0 0,0 0 1 0 0,1 1-1 0 0,-2-2 1 0 0,2 2 5 0 0,-1 0 1 0 0,1-1-1 0 0,-1 1 1 0 0,1 0-1 0 0,-1 0 1 0 0,1 0-1 0 0,-1 0 1 0 0,1 0-1 0 0,-1 0 1 0 0,1 0-1 0 0,0 0 1 0 0,-1 0-1 0 0,1 0 1 0 0,-1 0-1 0 0,1 0 1 0 0,-1 1-1 0 0,1-1 1 0 0,-1 0-1 0 0,1 0 1 0 0,-1 0-1 0 0,1 1 0 0 0,0-1 1 0 0,-1 0-1 0 0,0 1 1 0 0,-1 1 45 0 0,0 0 1 0 0,0 0-1 0 0,0 1 1 0 0,0-1-1 0 0,0 1 1 0 0,0-1-1 0 0,0 1 1 0 0,1 0-1 0 0,-2 3 1 0 0,-2 7-50 0 0,1 1 0 0 0,1 0 0 0 0,0 1 0 0 0,0-1 1 0 0,2 0-1 0 0,-1 1 0 0 0,2-1 0 0 0,0 1 0 0 0,1-1 0 0 0,0 1 1 0 0,2-1-1 0 0,-1 0 0 0 0,2 0 0 0 0,-1 0 0 0 0,2 0 1 0 0,11 24-1 0 0,-9-28 192 0 0,-4-15-756 0 0,1-4-988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09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6 737 5529 0 0,'0'1'23'0'0,"0"-1"0"0"0,-1 0 0 0 0,1 0-1 0 0,0 0 1 0 0,-1 0 0 0 0,1 1 0 0 0,0-1 0 0 0,0 0-1 0 0,-1 0 1 0 0,1 0 0 0 0,0 1 0 0 0,0-1-1 0 0,-1 0 1 0 0,1 0 0 0 0,0 1 0 0 0,0-1 0 0 0,0 0-1 0 0,0 1 1 0 0,0-1 0 0 0,-1 0 0 0 0,1 0 0 0 0,0 1-1 0 0,0-1 1 0 0,0 0 0 0 0,0 1 0 0 0,0-1 0 0 0,0 0-1 0 0,0 1 1 0 0,0-1 0 0 0,0 0 0 0 0,0 1 0 0 0,0-1-1 0 0,0 0 1 0 0,0 1 0 0 0,0-1 0 0 0,1 0-1 0 0,-1 1 1 0 0,0-1 0 0 0,0 0 0 0 0,0 1 0 0 0,7 19 372 0 0,-5-15-319 0 0,7 20 93 0 0,1-1 1 0 0,2 0 0 0 0,0-1-1 0 0,2 0 1 0 0,0-1-1 0 0,1 0 1 0 0,2-1 0 0 0,0-1-1 0 0,1-1 1 0 0,40 33 0 0 0,-56-50-128 0 0,1 0 1 0 0,-1 0 0 0 0,1 0 0 0 0,0-1-1 0 0,0 1 1 0 0,-1-1 0 0 0,1 0 0 0 0,0 0-1 0 0,0 0 1 0 0,0 0 0 0 0,0 0 0 0 0,1-1-1 0 0,-1 1 1 0 0,0-1 0 0 0,0 0 0 0 0,0 0-1 0 0,0 0 1 0 0,0 0 0 0 0,1-1 0 0 0,-1 1-1 0 0,0-1 1 0 0,0 0 0 0 0,0 0 0 0 0,0 0-1 0 0,0 0 1 0 0,0 0 0 0 0,-1-1 0 0 0,1 1-1 0 0,0-1 1 0 0,-1 0 0 0 0,4-3 0 0 0,6-5 231 0 0,0-2 1 0 0,-1 1 0 0 0,-1-2 0 0 0,18-24 0 0 0,-24 31-99 0 0,36-56 1225 0 0,51-102 0 0 0,16-74-692 0 0,-74 160-636 0 0,100-191-941 0 0,-91 186-2850 0 0,-7 18-894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0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1153 10306 0 0,'-1'-5'116'0'0,"0"1"-1"0"0,1-1 0 0 0,0 1 0 0 0,0-1 1 0 0,0 1-1 0 0,1-1 0 0 0,-1 1 1 0 0,1 0-1 0 0,0-1 0 0 0,1 1 1 0 0,-1 0-1 0 0,1-1 0 0 0,-1 1 1 0 0,1 0-1 0 0,0 0 0 0 0,4-5 1 0 0,27-37 678 0 0,-21 29-884 0 0,1 0 1 0 0,-2-1 0 0 0,16-34-1 0 0,-25 47 151 0 0,0 0 0 0 0,0 0 0 0 0,-1 0 0 0 0,0-1 0 0 0,0 1 0 0 0,0 0 0 0 0,0-1 0 0 0,-1 1 0 0 0,0-1 0 0 0,0 1 0 0 0,0 0 0 0 0,-1-1 0 0 0,0 1 0 0 0,0-1 0 0 0,0 1 0 0 0,-1 0 0 0 0,0 0 0 0 0,0 0 0 0 0,-4-7 0 0 0,6 11-32 0 0,0 1 1 0 0,0 0-1 0 0,0 0 1 0 0,0-1-1 0 0,0 1 0 0 0,0 0 1 0 0,0 0-1 0 0,0 0 0 0 0,0-1 1 0 0,0 1-1 0 0,0 0 1 0 0,0 0-1 0 0,0-1 0 0 0,-1 1 1 0 0,1 0-1 0 0,0 0 1 0 0,0 0-1 0 0,0 0 0 0 0,0-1 1 0 0,0 1-1 0 0,-1 0 1 0 0,1 0-1 0 0,0 0 0 0 0,0 0 1 0 0,0-1-1 0 0,-1 1 0 0 0,1 0 1 0 0,0 0-1 0 0,0 0 1 0 0,0 0-1 0 0,-1 0 0 0 0,1 0 1 0 0,0 0-1 0 0,0 0 1 0 0,-1 0-1 0 0,1 0 0 0 0,0 0 1 0 0,0 0-1 0 0,0 0 1 0 0,-1 0-1 0 0,0 11 441 0 0,6 17-274 0 0,18 54-281 0 0,3-1 0 0 0,52 110 0 0 0,-70-174 108 0 0,0 0-1 0 0,1-1 0 0 0,1 0 0 0 0,0 0 0 0 0,2-1 1 0 0,-1 0-1 0 0,21 19 0 0 0,-28-30-13 0 0,1 0 0 0 0,-1-1 1 0 0,1 1-1 0 0,0-1 0 0 0,1 0 0 0 0,-1 0 0 0 0,0 0 0 0 0,1-1 1 0 0,-1 1-1 0 0,1-1 0 0 0,0-1 0 0 0,0 1 0 0 0,0-1 0 0 0,0 0 1 0 0,0-1-1 0 0,0 1 0 0 0,0-1 0 0 0,0 0 0 0 0,0-1 1 0 0,0 1-1 0 0,0-1 0 0 0,0 0 0 0 0,0-1 0 0 0,-1 0 0 0 0,1 1 1 0 0,11-7-1 0 0,1-2 71 0 0,-1-1-1 0 0,0 0 1 0 0,0-1 0 0 0,-1-1 0 0 0,-1-1 0 0 0,20-22 0 0 0,75-101 215 0 0,-96 117-254 0 0,42-54 107 0 0,78-109 41 0 0,-103 135-250 0 0,49-100 1 0 0,-21 14-290 0 0,89-188-2488 0 0,-80 186-33 0 0,-36 77 1400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0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18 236 14339 0 0,'0'0'6'0'0,"-15"-19"1338"0"0,15 19-1338 0 0,0 0 0 0 0,0 0 0 0 0,0 0-1 0 0,0 0 1 0 0,0 0 0 0 0,0 0-1 0 0,0 0 1 0 0,0 0 0 0 0,0 0-1 0 0,0 0 1 0 0,0 0 0 0 0,0 1-1 0 0,0-1 1 0 0,0 0 0 0 0,0 0 0 0 0,0 0-1 0 0,0 0 1 0 0,-1 0 0 0 0,1 0-1 0 0,0 0 1 0 0,0 0 0 0 0,0 0-1 0 0,0 0 1 0 0,0 0 0 0 0,0 0-1 0 0,0 0 1 0 0,0 0 0 0 0,0 0-1 0 0,0 0 1 0 0,0 0 0 0 0,0 0 0 0 0,0 0-1 0 0,0 0 1 0 0,0 0 0 0 0,0 0-1 0 0,0 0 1 0 0,0 0 0 0 0,-1 0-1 0 0,1 0 1 0 0,0 0 0 0 0,0 0-1 0 0,0 0 1 0 0,0 0 0 0 0,0 0 0 0 0,0 0-1 0 0,0 0 1 0 0,0 0 0 0 0,0 0-1 0 0,0 0 1 0 0,0 0 0 0 0,0-1-1 0 0,0 1 1 0 0,0 0 0 0 0,0 0-1 0 0,5 14-136 0 0,126 221-547 0 0,-56-106 215 0 0,-71-123 456 0 0,-1 1-1 0 0,1-1 1 0 0,1 0 0 0 0,-1 0-1 0 0,1 0 1 0 0,0-1 0 0 0,0 0 0 0 0,0 0-1 0 0,10 7 1 0 0,-12-10 77 0 0,1-1 0 0 0,0 1 0 0 0,-1 0 1 0 0,1-1-1 0 0,0 0 0 0 0,0 0 0 0 0,0 0 0 0 0,0 0 0 0 0,0-1 0 0 0,0 0 0 0 0,0 1 0 0 0,0-2 1 0 0,0 1-1 0 0,0 0 0 0 0,0-1 0 0 0,0 1 0 0 0,0-1 0 0 0,0 0 0 0 0,4-3 0 0 0,5-1 183 0 0,0 0 0 0 0,-1-2 0 0 0,0 1-1 0 0,0-2 1 0 0,-1 0 0 0 0,0 0-1 0 0,13-12 1 0 0,66-77 1068 0 0,-54 57-919 0 0,10-11-214 0 0,232-275-1744 0 0,-219 244-5085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1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89 21661 0 0,'-14'-37'2371'0'0,"13"31"-3179"0"0,0 1 0 0 0,0-1 0 0 0,1 0 0 0 0,-1-9 0 0 0,1 15 818 0 0,0-1 0 0 0,0 0 0 0 0,0 1 1 0 0,0-1-1 0 0,1 0 0 0 0,-1 0 0 0 0,0 1 0 0 0,0-1 1 0 0,0 0-1 0 0,1 1 0 0 0,-1-1 0 0 0,0 0 0 0 0,1 1 0 0 0,-1-1 1 0 0,1 1-1 0 0,-1-1 0 0 0,0 1 0 0 0,1-1 0 0 0,0 0 1 0 0,0 1-16 0 0,0 0 1 0 0,-1-1 0 0 0,1 1 0 0 0,0 0 0 0 0,-1 0-1 0 0,1 0 1 0 0,0 0 0 0 0,0 0 0 0 0,-1 0 0 0 0,1 1-1 0 0,0-1 1 0 0,0 0 0 0 0,-1 0 0 0 0,1 0 0 0 0,0 1-1 0 0,-1-1 1 0 0,1 0 0 0 0,0 1 0 0 0,-1-1 0 0 0,1 0 0 0 0,0 1-1 0 0,-1-1 1 0 0,1 1 0 0 0,8 6-61 0 0,-1 0 0 0 0,0 1 1 0 0,0-1-1 0 0,-1 2 0 0 0,0-1 1 0 0,7 12-1 0 0,34 59-266 0 0,-41-66 275 0 0,33 71-279 0 0,-31-62 211 0 0,1 0-1 0 0,0-1 0 0 0,2 0 0 0 0,1 0 1 0 0,23 29-1 0 0,-34-48 160 0 0,1 0 1 0 0,-1 0-1 0 0,0 1 1 0 0,1-1-1 0 0,-1-1 1 0 0,1 1-1 0 0,-1 0 0 0 0,1-1 1 0 0,0 1-1 0 0,0-1 1 0 0,0 0-1 0 0,0 0 1 0 0,0 0-1 0 0,0 0 0 0 0,0 0 1 0 0,0-1-1 0 0,0 0 1 0 0,0 1-1 0 0,0-1 1 0 0,6-1-1 0 0,-3 0 40 0 0,0 0 0 0 0,-1-1 0 0 0,1 0 0 0 0,0 0 0 0 0,-1-1 0 0 0,0 1 0 0 0,1-1-1 0 0,-1 0 1 0 0,0-1 0 0 0,6-4 0 0 0,24-24-172 0 0,-1-1 1 0 0,-2-1-1 0 0,-1-2 0 0 0,40-60 0 0 0,-18 19-283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03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6 9674 0 0,'0'0'71'0'0,"0"0"0"0"0,0 0 0 0 0,0-1 0 0 0,0 1 1 0 0,0 0-1 0 0,0 0 0 0 0,0-1 0 0 0,0 1 0 0 0,0 0 0 0 0,-1 0 0 0 0,1 0 0 0 0,0-1 0 0 0,0 1 0 0 0,0 0 1 0 0,0 0-1 0 0,-1 0 0 0 0,1-1 0 0 0,0 1 0 0 0,0 0 0 0 0,0 0 0 0 0,-1 0 0 0 0,1 0 0 0 0,0 0 0 0 0,0-1 1 0 0,0 1-1 0 0,-1 0 0 0 0,1 0 0 0 0,0 0 0 0 0,0 0 0 0 0,-1 0 0 0 0,1 0 0 0 0,0 0 0 0 0,0 0 0 0 0,-1 0 1 0 0,1 0-1 0 0,0 0 0 0 0,0 0 0 0 0,-1 0 0 0 0,1 0 0 0 0,0 0 0 0 0,0 0 0 0 0,-1 0 0 0 0,1 1 0 0 0,-6 12 1922 0 0,5-10-2274 0 0,-5 21 804 0 0,1 0 0 0 0,-3 46 0 0 0,2-9 107 0 0,-8 30 75 0 0,-15 129 479 0 0,25-166-1472 0 0,2-1 0 0 0,5 62 0 0 0,1-81-4098 0 0,-4-31 2741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03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14283 0 0,'14'29'523'0'0,"-6"-14"-523"0"0,116 294 2194 0 0,-24 10 115 0 0,-81-255-2022 0 0,-15-49-109 0 0,0 1 0 0 0,4 28 0 0 0,-10-5-1235 0 0,2-35 427 0 0,-1 0 0 0 0,0-1 0 0 0,0 1 0 0 0,-1-1-1 0 0,1 0 1 0 0,-1 1 0 0 0,1-1 0 0 0,-3 3 0 0 0,-4 3-5138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03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13363 0 0,'3'-1'349'0'0,"0"0"0"0"0,0 0 0 0 0,0 0 1 0 0,0 1-1 0 0,0-1 0 0 0,1 1 0 0 0,-1 0 0 0 0,5 0 0 0 0,7-2-108 0 0,25-7 456 0 0,-24 5-302 0 0,0 1-1 0 0,22-3 1 0 0,-2 3-2673 0 0,-29 4-3653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04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14747 0 0,'0'-1'166'0'0,"0"0"-1"0"0,1 0 1 0 0,-1 0 0 0 0,1 0 0 0 0,-1 0-1 0 0,1 0 1 0 0,-1 1 0 0 0,1-1-1 0 0,0 0 1 0 0,0 0 0 0 0,-1 0-1 0 0,1 1 1 0 0,0-1 0 0 0,0 0-1 0 0,0 1 1 0 0,0-1 0 0 0,0 1-1 0 0,-1-1 1 0 0,1 1 0 0 0,0-1-1 0 0,0 1 1 0 0,0 0 0 0 0,1-1-1 0 0,0 1 1 0 0,32-12 270 0 0,-32 11-453 0 0,18-5 185 0 0,0 1-1 0 0,27-3 0 0 0,-39 7-468 0 0,1 0 0 0 0,-1 1 0 0 0,0 1 0 0 0,14 1 0 0 0,-18-1-386 0 0,0 0 1 0 0,0 0 0 0 0,0 0 0 0 0,-1 1 0 0 0,1-1 0 0 0,4 4 0 0 0,1 1-5118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04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19556 0 0,'0'0'91'0'0,"0"-1"1"0"0,0 1-1 0 0,0-1 0 0 0,1 1 0 0 0,-1-1 0 0 0,0 1 1 0 0,0-1-1 0 0,0 1 0 0 0,1-1 0 0 0,-1 1 1 0 0,0 0-1 0 0,1-1 0 0 0,-1 1 0 0 0,0-1 0 0 0,1 1 1 0 0,-1 0-1 0 0,0-1 0 0 0,1 1 0 0 0,-1 0 1 0 0,1 0-1 0 0,-1-1 0 0 0,1 1 0 0 0,-1 0 0 0 0,1 0 1 0 0,-1 0-1 0 0,1-1 0 0 0,-1 1 0 0 0,1 0 0 0 0,-1 0 1 0 0,1 0-1 0 0,0 0 0 0 0,29-10 338 0 0,-21 7-188 0 0,23-10-106 0 0,31-9 403 0 0,-21 13-4508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01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4 108 8754 0 0,'-1'-1'104'0'0,"1"0"0"0"0,0 1 0 0 0,-1-1 0 0 0,1 1 0 0 0,0-1-1 0 0,-1 0 1 0 0,1 1 0 0 0,0-1 0 0 0,0 1 0 0 0,0-1 0 0 0,0 0 0 0 0,0 1 0 0 0,0-1 0 0 0,0 0 0 0 0,0 1 0 0 0,0-1 0 0 0,0 0 0 0 0,0 1 0 0 0,0-1 0 0 0,0 0-1 0 0,1 1 1 0 0,-1-1 0 0 0,0 1 0 0 0,0-1 0 0 0,1 0 0 0 0,-1 1 0 0 0,1-1 0 0 0,17-5 2650 0 0,-7 3-3253 0 0,100-29 1231 0 0,-70 18-598 0 0,1 2-1 0 0,52-8 0 0 0,-91 20-165 0 0,1-1-44 0 0,1 0 1 0 0,0 1 0 0 0,0-1 0 0 0,0 1 0 0 0,0 0 0 0 0,0 1 0 0 0,0-1 0 0 0,0 1 0 0 0,0 0-1 0 0,5 2 1 0 0,-6-1-410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02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7370 0 0,'-5'113'2908'0'0,"1"-62"-1941"0"0,-7 57 1532 0 0,5-61-1102 0 0,0 71-1 0 0,22 116-448 0 0,-3-59-709 0 0,-7 377 342 0 0,-9-476-467 0 0,0 131 226 0 0,5-96-34 0 0,5 79-148 0 0,2-113-137 0 0,10 103 11 0 0,-11-82 17 0 0,4 157 158 0 0,-15-179-183 0 0,-1 160 134 0 0,4-19-18 0 0,0 3-14 0 0,3-170-111 0 0,1 68 89 0 0,-5-99-83 0 0,0 1 0 0 0,-1 0 0 0 0,-9 36 0 0 0,5-31-3 0 0,2 1 0 0 0,1 1 0 0 0,1-1 0 0 0,1 1 0 0 0,1-1-1 0 0,7 49 1 0 0,2-25 29 0 0,-5-34-18 0 0,-1 0 0 0 0,-1 0 0 0 0,-1 0 0 0 0,0 25 0 0 0,-2-24-34 0 0,1-12 21 0 0,0-1 0 0 0,0 0 0 0 0,0 1 0 0 0,-1-1 0 0 0,0 0 0 0 0,0 1 0 0 0,0-1 0 0 0,-2 5 0 0 0,3-9 3 0 0,-1 0 0 0 0,1 0 0 0 0,0 1 0 0 0,0-1-1 0 0,0 0 1 0 0,0 0 0 0 0,0 0 0 0 0,0 1 0 0 0,0-1 0 0 0,0 0 0 0 0,0 0 0 0 0,0 0-1 0 0,-1 0 1 0 0,1 1 0 0 0,0-1 0 0 0,0 0 0 0 0,0 0 0 0 0,0 0 0 0 0,0 1 0 0 0,0-1-1 0 0,1 0 1 0 0,-1 0 0 0 0,0 0 0 0 0,0 1 0 0 0,0-1 0 0 0,0 0 0 0 0,0 0 0 0 0,0 0-1 0 0,0 1 1 0 0,0-1 0 0 0,0 0 0 0 0,0 0 0 0 0,1 0 0 0 0,-1 0 0 0 0,0 0 0 0 0,0 1-1 0 0,0-1 1 0 0,0 0 0 0 0,0 0 0 0 0,1 0 0 0 0,-1 0 0 0 0,0 0 0 0 0,0 0 0 0 0,0 0 0 0 0,1 1-1 0 0,13-2 113 0 0,16-7-139 0 0,130-63-97 0 0,-65 29-1935 0 0,-70 31-2778 0 0,-6 3-1503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05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49 14027 0 0,'-3'-3'177'0'0,"-8"-9"1672"0"0,11 12-1815 0 0,0 0 0 0 0,0-1 1 0 0,0 1-1 0 0,0-1 0 0 0,0 1 1 0 0,0-1-1 0 0,1 1 1 0 0,-1-1-1 0 0,0 1 0 0 0,0 0 1 0 0,1-1-1 0 0,-1 1 1 0 0,0 0-1 0 0,0-1 0 0 0,1 1 1 0 0,-1 0-1 0 0,1-1 0 0 0,-1 1 1 0 0,0 0-1 0 0,1-1 1 0 0,-1 1-1 0 0,1 0 0 0 0,-1 0 1 0 0,0 0-1 0 0,1 0 1 0 0,-1-1-1 0 0,1 1 0 0 0,-1 0 1 0 0,1 0-1 0 0,-1 0 0 0 0,1 0 1 0 0,-1 0-1 0 0,0 0 1 0 0,1 0-1 0 0,0 0 0 0 0,17-3 97 0 0,0 1-1 0 0,0 0 1 0 0,26 2-1 0 0,6-1-106 0 0,13-7 135 0 0,-45 5 14 0 0,-1 0 1 0 0,0 2 0 0 0,32 0-1 0 0,-49 1-131 0 0,1 0 0 0 0,0 0-1 0 0,0-1 1 0 0,0 1 0 0 0,0 1 0 0 0,0-1-1 0 0,0 0 1 0 0,0 0 0 0 0,0 0-1 0 0,-1 0 1 0 0,1 1 0 0 0,0-1 0 0 0,0 0-1 0 0,0 1 1 0 0,0-1 0 0 0,-1 1-1 0 0,1-1 1 0 0,0 1 0 0 0,0-1 0 0 0,-1 1-1 0 0,1-1 1 0 0,0 1 0 0 0,-1 0-1 0 0,1 0 1 0 0,-1-1 0 0 0,1 1 0 0 0,-1 0-1 0 0,1 0 1 0 0,-1-1 0 0 0,1 1-1 0 0,-1 0 1 0 0,0 0 0 0 0,0 0 0 0 0,1 1-1 0 0,-2 1 147 0 0,1 1-1 0 0,-1-1 0 0 0,0 0 1 0 0,0 0-1 0 0,0 1 1 0 0,0-1-1 0 0,-3 5 0 0 0,-6 17 210 0 0,-8 61 48 0 0,3 1 0 0 0,-4 137 0 0 0,-14 584-356 0 0,38-254 367 0 0,5-188-534 0 0,-2-38 185 0 0,-5 26-86 0 0,2 32-111 0 0,-4-369 101 0 0,11 265 93 0 0,-9-204-46 0 0,-1-45-17 0 0,-2-1 0 0 0,-6 62 0 0 0,6-93-29 0 0,0 0 0 0 0,0 1 0 0 0,0-1 0 0 0,-1 0-1 0 0,1 0 1 0 0,0 0 0 0 0,-1 1 0 0 0,1-1 0 0 0,-1 0 0 0 0,1 0-1 0 0,-1 0 1 0 0,0 0 0 0 0,1 0 0 0 0,-1 0 0 0 0,0 0 0 0 0,0 0-1 0 0,0 0 1 0 0,0 0 0 0 0,0-1 0 0 0,0 1 0 0 0,0 0 0 0 0,0-1-1 0 0,0 1 1 0 0,0 0 0 0 0,0-1 0 0 0,0 1 0 0 0,-1-1 0 0 0,1 0-1 0 0,0 1 1 0 0,0-1 0 0 0,0 0 0 0 0,-1 0 0 0 0,1 0 0 0 0,0 0-1 0 0,0 0 1 0 0,-1 0 0 0 0,1 0 0 0 0,0 0 0 0 0,0 0 0 0 0,-2-1 0 0 0,-6-1 137 0 0,0-1 1 0 0,0 0 0 0 0,0-1-1 0 0,-13-7 1 0 0,4 3-16 0 0,-57-19 311 0 0,46 17-834 0 0,-50-23 1 0 0,72 29-420 0 0,1-1-36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5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58 166 14027 0 0,'-1'0'92'0'0,"-1"0"0"0"0,1 0 0 0 0,0-1 1 0 0,0 1-1 0 0,-1 0 0 0 0,1 0 0 0 0,0 0 0 0 0,0 1 0 0 0,-1-1 1 0 0,1 0-1 0 0,0 0 0 0 0,0 1 0 0 0,-1-1 0 0 0,1 0 0 0 0,0 1 1 0 0,0-1-1 0 0,0 1 0 0 0,0 0 0 0 0,-2 1 0 0 0,1 0-50 0 0,1 0 0 0 0,-1 0 0 0 0,1 0 0 0 0,-1 0-1 0 0,1 0 1 0 0,0 1 0 0 0,0-1 0 0 0,0 1 0 0 0,-1 3 0 0 0,-3 10 34 0 0,1 0 0 0 0,1 1-1 0 0,0 0 1 0 0,2 0 0 0 0,-1 0 0 0 0,3 26 0 0 0,-1-32-9 0 0,2 0 0 0 0,-1 0-1 0 0,1 0 1 0 0,1 0 0 0 0,0 0 0 0 0,0-1 0 0 0,1 1 0 0 0,0-1 0 0 0,1 0 0 0 0,12 19 0 0 0,-15-26-28 0 0,1 1 1 0 0,0-1 0 0 0,0 1 0 0 0,0-1-1 0 0,0 0 1 0 0,1-1 0 0 0,-1 1 0 0 0,1 0-1 0 0,0-1 1 0 0,0 0 0 0 0,-1 0-1 0 0,1 0 1 0 0,1 0 0 0 0,-1-1 0 0 0,0 0-1 0 0,7 2 1 0 0,-5-3 20 0 0,0 0-1 0 0,0 0 1 0 0,0 0-1 0 0,-1 0 1 0 0,1-1 0 0 0,0 0-1 0 0,-1-1 1 0 0,1 1 0 0 0,0-1-1 0 0,-1 0 1 0 0,8-4-1 0 0,-2 0 62 0 0,-1 0-1 0 0,1-1 0 0 0,-1 0 0 0 0,0-1 0 0 0,-1 0 0 0 0,0-1 1 0 0,0 0-1 0 0,-1 0 0 0 0,0-1 0 0 0,0 0 0 0 0,6-12 0 0 0,-8 12-43 0 0,-1 0 1 0 0,0 0-1 0 0,-1-1 0 0 0,0 0 0 0 0,-1 1 0 0 0,0-2 0 0 0,-1 1 0 0 0,0 0 0 0 0,0 0 0 0 0,-1-1 1 0 0,-1 1-1 0 0,0-1 0 0 0,-1 1 0 0 0,0 0 0 0 0,0-1 0 0 0,-1 1 0 0 0,-1 0 0 0 0,0 0 0 0 0,0 0 0 0 0,-1 0 1 0 0,-1 1-1 0 0,0-1 0 0 0,0 1 0 0 0,-1 0 0 0 0,0 1 0 0 0,-1-1 0 0 0,0 1 0 0 0,0 1 0 0 0,-1-1 1 0 0,0 1-1 0 0,0 1 0 0 0,-12-9 0 0 0,11 9-37 0 0,0 1 0 0 0,0 0 0 0 0,-1 1 1 0 0,0 0-1 0 0,1 1 0 0 0,-16-5 0 0 0,22 8-60 0 0,0 0 1 0 0,0 1-1 0 0,0-1 0 0 0,0 1 0 0 0,0 0 0 0 0,0 0 1 0 0,0 0-1 0 0,0 0 0 0 0,0 0 0 0 0,0 1 0 0 0,0-1 1 0 0,0 1-1 0 0,0 0 0 0 0,0 0 0 0 0,0 0 0 0 0,0 0 0 0 0,0 1 1 0 0,1-1-1 0 0,-1 1 0 0 0,1 0 0 0 0,-1-1 0 0 0,1 1 1 0 0,-1 0-1 0 0,1 0 0 0 0,0 1 0 0 0,0-1 0 0 0,-2 3 1 0 0,-8 15-1474 0 0,4 3-3508 0 0,2 6-1955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6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59 10594 0 0,'-2'0'141'0'0,"0"-1"0"0"0,-1 1 0 0 0,1 0 1 0 0,0 0-1 0 0,0 0 0 0 0,-1 0 0 0 0,1 0 0 0 0,0 0 0 0 0,0 1 0 0 0,-1-1 0 0 0,1 1 0 0 0,0-1 0 0 0,0 1 0 0 0,-2 1 0 0 0,0 1 154 0 0,0 0 0 0 0,1 0 0 0 0,0 0-1 0 0,0 0 1 0 0,0 1 0 0 0,-3 3 0 0 0,4-4-253 0 0,-14 19 362 0 0,0 1 0 0 0,2 1-1 0 0,0 0 1 0 0,2 1-1 0 0,1 0 1 0 0,1 1-1 0 0,1 0 1 0 0,1 1-1 0 0,-8 52 1 0 0,15-76-294 0 0,1 0 0 0 0,-1 0 0 0 0,1 0 0 0 0,0 0 0 0 0,0 0 0 0 0,1 0 0 0 0,-1 0 0 0 0,0 0 0 0 0,1 0 1 0 0,0 0-1 0 0,0 0 0 0 0,0 0 0 0 0,0 0 0 0 0,0 0 0 0 0,1 0 0 0 0,-1-1 0 0 0,1 1 0 0 0,0-1 0 0 0,0 1 0 0 0,0-1 0 0 0,3 4 0 0 0,-2-4-40 0 0,0 0 0 0 0,0 0 0 0 0,0-1 0 0 0,1 1 0 0 0,-1-1 0 0 0,0 0 0 0 0,0 0-1 0 0,1 0 1 0 0,-1 0 0 0 0,1-1 0 0 0,-1 0 0 0 0,1 1 0 0 0,-1-1 0 0 0,1 0 0 0 0,-1 0 0 0 0,1-1 0 0 0,-1 1 0 0 0,0-1 0 0 0,4-1 0 0 0,6-2-20 0 0,-1 0 0 0 0,0-1 1 0 0,0 0-1 0 0,0-1 1 0 0,-1-1-1 0 0,0 0 1 0 0,0 0-1 0 0,-1-1 1 0 0,0-1-1 0 0,0 1 0 0 0,-1-1 1 0 0,13-16-1 0 0,-12 12 23 0 0,0-1-1 0 0,0 0 0 0 0,-2 0 0 0 0,0-1 0 0 0,0 0 0 0 0,-1 0 1 0 0,-1-1-1 0 0,-1 0 0 0 0,5-21 0 0 0,-8 26 24 0 0,-1 1-1 0 0,-1-1 0 0 0,1 1 1 0 0,-2-1-1 0 0,1 1 1 0 0,-2-1-1 0 0,1 1 0 0 0,-6-16 1 0 0,6 20-47 0 0,0 1 1 0 0,-1 0 0 0 0,0 0 0 0 0,-1 0-1 0 0,1 0 1 0 0,-1 1 0 0 0,0-1-1 0 0,0 1 1 0 0,0-1 0 0 0,0 1-1 0 0,-1 0 1 0 0,0 0 0 0 0,0 1 0 0 0,0-1-1 0 0,0 1 1 0 0,0 0 0 0 0,-1 0-1 0 0,-6-3 1 0 0,8 5-68 0 0,0 0 1 0 0,0 1-1 0 0,0-1 0 0 0,0 1 0 0 0,0 0 1 0 0,0 0-1 0 0,0 0 0 0 0,0 0 0 0 0,0 1 1 0 0,0-1-1 0 0,0 1 0 0 0,0 0 0 0 0,0 0 1 0 0,0 0-1 0 0,0 0 0 0 0,0 0 1 0 0,0 0-1 0 0,1 1 0 0 0,-1 0 0 0 0,1-1 1 0 0,-1 1-1 0 0,1 0 0 0 0,-4 4 0 0 0,-3 2-541 0 0,1 1 0 0 0,0 0 0 0 0,0 1 0 0 0,-11 17 1 0 0,-1 10-1662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6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16620 0 0,'2'19'1824'0'0,"18"136"1463"0"0,-16-105-2480 0 0,15 81 340 0 0,-18-128-2971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6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24421 0 0,'-10'27'2158'0'0,"3"20"-6156"0"0,3-16 3191 0 0,-11 48 729 0 0,4-26 697 0 0,3 0 0 0 0,-4 106 0 0 0,12-155-613 0 0,3 33 250 0 0,-3-35-282 0 0,0 0 0 0 0,0 0-1 0 0,1 0 1 0 0,-1 0 0 0 0,1-1 0 0 0,-1 1 0 0 0,1 0 0 0 0,0 0 0 0 0,0 0 0 0 0,-1-1 0 0 0,1 1-1 0 0,0-1 1 0 0,1 1 0 0 0,-1-1 0 0 0,2 3 0 0 0,-2-4-117 0 0,-1 1 1 0 0,1-1-1 0 0,0 0 0 0 0,-1 0 1 0 0,1 0-1 0 0,-1 0 0 0 0,1 0 0 0 0,-1 0 1 0 0,1 0-1 0 0,0 0 0 0 0,-1 0 1 0 0,1-1-1 0 0,-1 1 0 0 0,1 0 1 0 0,-1 0-1 0 0,1 0 0 0 0,-1-1 0 0 0,1 1 1 0 0,-1 0-1 0 0,1 0 0 0 0,-1-1 1 0 0,1 1-1 0 0,-1-1 0 0 0,0 1 1 0 0,1 0-1 0 0,-1-1 0 0 0,1 1 0 0 0,-1-1 1 0 0,0 1-1 0 0,0-1 0 0 0,1 1 1 0 0,-1-1-1 0 0,0 1 0 0 0,0-1 1 0 0,1 1-1 0 0,-1-2 0 0 0,5-9-6612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7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16187 0 0,'-2'1'120'0'0,"0"0"-1"0"0,0 1 0 0 0,0 0 1 0 0,1-1-1 0 0,-1 1 1 0 0,0 0-1 0 0,1 0 0 0 0,-1 0 1 0 0,1 0-1 0 0,-1 0 0 0 0,1 0 1 0 0,0 1-1 0 0,0-1 0 0 0,0 0 1 0 0,-1 4-1 0 0,-6 39-321 0 0,6-26 378 0 0,-17 99 472 0 0,-3 170 0 0 0,23-270-585 0 0,5 32 1 0 0,-3-33-635 0 0,1 32 0 0 0,-6-61-1900 0 0,2 3 1769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7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15 14403 0 0,'0'0'44'0'0,"-1"0"0"0"0,1-1 0 0 0,0 1-1 0 0,-1 0 1 0 0,1 0 0 0 0,0 0 0 0 0,-1 0 0 0 0,1-1 0 0 0,0 1-1 0 0,0 0 1 0 0,-1 0 0 0 0,1-1 0 0 0,0 1 0 0 0,0 0-1 0 0,-1 0 1 0 0,1-1 0 0 0,0 1 0 0 0,0 0 0 0 0,0-1 0 0 0,0 1-1 0 0,0 0 1 0 0,-1-1 0 0 0,1 1 0 0 0,0 0 0 0 0,0-1 0 0 0,0 1-1 0 0,0 0 1 0 0,0-1 0 0 0,0 1 0 0 0,0 0 0 0 0,0-1 0 0 0,0 1-1 0 0,0 0 1 0 0,0-1 0 0 0,0 1 0 0 0,1 0 0 0 0,-1-1-1 0 0,0 1 1 0 0,0 0 0 0 0,0-1 0 0 0,1 1 0 0 0,16-3 448 0 0,17 5-42 0 0,-1 2 1 0 0,1 2 0 0 0,44 12 0 0 0,-6-1 382 0 0,-59-15-679 0 0,9 2 248 0 0,0 2 0 0 0,29 10 0 0 0,-46-14-318 0 0,0 0 0 0 0,0 0 0 0 0,-1 0 0 0 0,1 1 1 0 0,0 0-1 0 0,-1 0 0 0 0,1 0 0 0 0,-1 1 0 0 0,0 0 0 0 0,0-1 0 0 0,-1 1 1 0 0,1 1-1 0 0,-1-1 0 0 0,0 0 0 0 0,4 8 0 0 0,-6-8-41 0 0,1-1 0 0 0,-1 1 0 0 0,-1 0 0 0 0,1 0 0 0 0,-1 0 0 0 0,1 0 0 0 0,-1-1 0 0 0,0 1 0 0 0,0 0 0 0 0,-1 0 0 0 0,1 0 0 0 0,-1 0 0 0 0,0-1 0 0 0,0 1 0 0 0,0 0 0 0 0,-1 0 0 0 0,1-1 0 0 0,-1 1 0 0 0,0-1 0 0 0,-2 4 0 0 0,-6 8 69 0 0,0-1-1 0 0,-1-1 1 0 0,-13 14-1 0 0,22-24-92 0 0,-60 59 301 0 0,-127 95-1 0 0,181-151-310 0 0,-30 22 82 0 0,36-27-86 0 0,0 0 1 0 0,0 1-1 0 0,0-1 0 0 0,-1 0 0 0 0,1 0 1 0 0,0-1-1 0 0,-1 1 0 0 0,1 0 0 0 0,0-1 1 0 0,-1 0-1 0 0,1 1 0 0 0,-1-1 0 0 0,1 0 1 0 0,0 0-1 0 0,-4-1 0 0 0,5 1-5 0 0,1 0 0 0 0,0 0 0 0 0,0 0 0 0 0,0 0 0 0 0,-1 0 0 0 0,1 0 0 0 0,0 0 0 0 0,0 0 0 0 0,-1 0 0 0 0,1 0 0 0 0,0 0 0 0 0,0 0 0 0 0,0 0 0 0 0,-1 0 0 0 0,1-1 0 0 0,0 1 0 0 0,0 0 0 0 0,0 0 0 0 0,-1 0 0 0 0,1 0 0 0 0,0 0 0 0 0,0-1 0 0 0,0 1 0 0 0,0 0 0 0 0,0 0 0 0 0,-1 0 0 0 0,1-1 0 0 0,0 1 0 0 0,0 0 0 0 0,0 0 0 0 0,0 0 0 0 0,0-1-1 0 0,0 1 1 0 0,0 0 0 0 0,0 0 0 0 0,0-1 0 0 0,0 1 0 0 0,0 0 0 0 0,0 0 0 0 0,0-1 0 0 0,8-7 2 0 0,13-2-17 0 0,-13 7-4 0 0,1 1 0 0 0,0 0 0 0 0,0 1 0 0 0,0 0 0 0 0,0 0 0 0 0,0 1 0 0 0,0 0 0 0 0,0 1 0 0 0,0 0 0 0 0,-1 0 0 0 0,10 3 0 0 0,16 6-12 0 0,47 18-1 0 0,-69-23 4 0 0,17 6 23 0 0,80 33-3 0 0,-90-36 12 0 0,-1 2 0 0 0,0 0 1 0 0,25 20-1 0 0,-40-28 19 0 0,-1 0 0 0 0,0 0 1 0 0,1 0-1 0 0,-1 1 0 0 0,0-1 0 0 0,-1 0 0 0 0,1 1 1 0 0,0-1-1 0 0,-1 1 0 0 0,1-1 0 0 0,-1 1 1 0 0,0 0-1 0 0,0 0 0 0 0,0 0 0 0 0,0-1 1 0 0,0 1-1 0 0,-1 0 0 0 0,1 5 0 0 0,-1-3 40 0 0,-1-1-1 0 0,1 1 0 0 0,-1-1 0 0 0,0 0 0 0 0,0 1 1 0 0,0-1-1 0 0,-1 0 0 0 0,0 0 0 0 0,0 1 0 0 0,0-1 1 0 0,-3 4-1 0 0,-3 4 123 0 0,-1-1-1 0 0,-1 0 1 0 0,1-1 0 0 0,-1 0 0 0 0,-1 0 0 0 0,-22 14 0 0 0,3-4-3 0 0,0-3 0 0 0,-46 21 0 0 0,58-31-111 0 0,0 0 1 0 0,-1-1 0 0 0,0-1 0 0 0,0-1-1 0 0,-37 3 1 0 0,50-7-269 0 0,0 0 0 0 0,0 0 0 0 0,0-1 0 0 0,0 0 0 0 0,0 0 0 0 0,1-1 0 0 0,-1 1 0 0 0,0-1 0 0 0,1-1 0 0 0,-1 1 0 0 0,1-1 0 0 0,-1 0 0 0 0,1 0 0 0 0,0 0 0 0 0,-5-5 0 0 0,6 5-124 0 0,1-1 0 0 0,0 1 0 0 0,-1 0 0 0 0,1-1 0 0 0,1 0 0 0 0,-1 0 0 0 0,1 1 0 0 0,-1-2 0 0 0,1 1 0 0 0,0 0 0 0 0,1 0 0 0 0,-1-1 0 0 0,1 1 0 0 0,0-1 0 0 0,0 1 0 0 0,0-1 0 0 0,0 1 0 0 0,1-1 0 0 0,0 0 0 0 0,0-5 0 0 0,6-20-7230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8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44 17308 0 0,'-13'-1'139'0'0,"-13"2"4110"0"0,40 1-3307 0 0,2 0-757 0 0,-1-2 1 0 0,0 1-1 0 0,0-2 0 0 0,0 0 1 0 0,16-4-1 0 0,71-21-719 0 0,-52 12-808 0 0,-50 14 1216 0 0,1-1-1 0 0,-1 1 1 0 0,0 0 0 0 0,1 0-1 0 0,-1 0 1 0 0,0 0 0 0 0,1-1 0 0 0,-1 1-1 0 0,1 0 1 0 0,-1 0 0 0 0,0 0-1 0 0,1 0 1 0 0,-1 0 0 0 0,1 0-1 0 0,-1 0 1 0 0,0 0 0 0 0,1 0-1 0 0,-1 0 1 0 0,1 0 0 0 0,-1 1-1 0 0,0-1 1 0 0,1 0 0 0 0,-1 0 0 0 0,0 0-1 0 0,1 0 1 0 0,-1 1 0 0 0,0-1-1 0 0,1 0 1 0 0,-1 0 0 0 0,0 0-1 0 0,1 1 1 0 0,-1-1 0 0 0,0 0-1 0 0,0 1 1 0 0,1-1 0 0 0,-1 0-1 0 0,0 1 1 0 0,0-1 0 0 0,1 0 0 0 0,-1 1-1 0 0,0 0 1 0 0,-2 5-1840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8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59 20220 0 0,'-15'1'2121'0'0,"19"1"-586"0"0,26 0-310 0 0,-2-5-1094 0 0,-1-2 0 0 0,52-15 0 0 0,-22 1-2366 0 0,-17 6-1756 0 0,-25 9-3186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8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6 137 10594 0 0,'0'0'160'0'0,"-1"-1"0"0"0,1 1 0 0 0,0 0 0 0 0,-1-1 0 0 0,1 1-1 0 0,0 0 1 0 0,-1-1 0 0 0,1 1 0 0 0,0-1 0 0 0,-1 1 0 0 0,1-1 0 0 0,0 1-1 0 0,0-1 1 0 0,0 1 0 0 0,-1-1 0 0 0,1 1 0 0 0,0-1 0 0 0,0 1 0 0 0,0-1-1 0 0,0 1 1 0 0,0-1 0 0 0,0 1 0 0 0,0-1 0 0 0,0 1 0 0 0,0-1 0 0 0,0 1 0 0 0,0-1-1 0 0,0 1 1 0 0,1-1 0 0 0,-1 1 0 0 0,0-2 0 0 0,9-6 4170 0 0,0 3-4211 0 0,8-1 42 0 0,1 0 0 0 0,1 1 0 0 0,-1 1 0 0 0,1 0 0 0 0,0 1 0 0 0,35 0 0 0 0,8-2 135 0 0,86-20 406 0 0,-4 1-141 0 0,-93 17-548 0 0,5 0-1120 0 0,59-1 0 0 0,-106 9-2672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9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0 14283 0 0,'-2'4'118'0'0,"0"-1"-1"0"0,0 0 1 0 0,1 1-1 0 0,-1-1 1 0 0,1 1-1 0 0,-1-1 1 0 0,1 1-1 0 0,0 0 1 0 0,0 0-1 0 0,1-1 1 0 0,-1 1-1 0 0,1 0 1 0 0,0 5-1 0 0,-2 9 22 0 0,1-11-103 0 0,-83 699 3988 0 0,66-283-1989 0 0,-4 59-1323 0 0,-13-118-247 0 0,5-84-575 0 0,26-232 232 0 0,-21 400 532 0 0,23 83-438 0 0,-32 131 342 0 0,32-639-556 0 0,-1 8-119 0 0,1-12-39 0 0,0 1 0 0 0,2-1 0 0 0,0 0 0 0 0,3 27 0 0 0,-2-42 437 0 0,-1-4-265 0 0,0 0 0 0 0,0 0-1 0 0,0 0 1 0 0,0 1 0 0 0,0-1-1 0 0,0 0 1 0 0,0 0 0 0 0,0 0-1 0 0,0 0 1 0 0,0 0 0 0 0,0 1-1 0 0,0-1 1 0 0,0 0 0 0 0,0 0-1 0 0,0 0 1 0 0,0 0 0 0 0,0 0-1 0 0,1 1 1 0 0,-1-1 0 0 0,0 0-1 0 0,0 0 1 0 0,0 0 0 0 0,0 0-1 0 0,0 0 1 0 0,0 0 0 0 0,1 0-1 0 0,-1 0 1 0 0,0 1 0 0 0,0-1-1 0 0,0 0 1 0 0,0 0 0 0 0,0 0-1 0 0,1 0 1 0 0,-1 0 0 0 0,0 0-1 0 0,0 0 1 0 0,0 0-1 0 0,0 0 1 0 0,1 0 0 0 0,-1 0-1 0 0,0 0 1 0 0,0 0 0 0 0,0 0-1 0 0,0 0 1 0 0,1 0 0 0 0,-1 0-1 0 0,0 0 1 0 0,0-1 0 0 0,0 1-1 0 0,0 0 1 0 0,0 0 0 0 0,1 0-1 0 0,-1 0 1 0 0,0 0 0 0 0,118-15-30 0 0,-20 2-118 0 0,-92 13-185 0 0,1-1-1 0 0,-1 1 0 0 0,1 0 0 0 0,-1 0 0 0 0,0 1 1 0 0,1 0-1 0 0,-1 0 0 0 0,0 0 0 0 0,9 3 0 0 0,-9-1-829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23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146 220 12843 0 0,'0'0'59'0'0,"0"-1"1"0"0,0 0-1 0 0,0 1 0 0 0,0-1 1 0 0,0 0-1 0 0,0 0 1 0 0,-1 1-1 0 0,1-1 0 0 0,0 0 1 0 0,-1 1-1 0 0,1-1 1 0 0,0 0-1 0 0,-1 1 0 0 0,1-1 1 0 0,-1 1-1 0 0,1-1 1 0 0,0 1-1 0 0,-1-1 0 0 0,0 1 1 0 0,1-1-1 0 0,-1 1 1 0 0,1-1-1 0 0,-1 1 0 0 0,0 0 1 0 0,1-1-1 0 0,-1 1 1 0 0,1 0-1 0 0,-1-1 0 0 0,-1 1 1 0 0,1 0 15 0 0,0 0 0 0 0,-1 0 1 0 0,1 1-1 0 0,-1-1 0 0 0,1 0 1 0 0,0 1-1 0 0,-1-1 0 0 0,1 1 1 0 0,0 0-1 0 0,0-1 0 0 0,-1 1 0 0 0,1 0 1 0 0,-2 1-1 0 0,-3 3 89 0 0,0 1 0 0 0,0 0 0 0 0,1-1 0 0 0,-7 11 1 0 0,1 1 42 0 0,0 1 1 0 0,2 0-1 0 0,0 0 1 0 0,1 1-1 0 0,1 0 1 0 0,-8 36-1 0 0,13-44-118 0 0,0 0 0 0 0,0 0-1 0 0,1 0 1 0 0,1 0 0 0 0,0-1 0 0 0,0 1-1 0 0,1 0 1 0 0,0 0 0 0 0,1 0-1 0 0,0 0 1 0 0,1-1 0 0 0,0 1-1 0 0,1-1 1 0 0,6 12 0 0 0,-7-17-61 0 0,0 0 1 0 0,0 0-1 0 0,1 0 1 0 0,0 0-1 0 0,0-1 1 0 0,0 0-1 0 0,1 0 1 0 0,-1 0-1 0 0,1 0 1 0 0,0 0-1 0 0,0-1 1 0 0,0 0-1 0 0,0 0 1 0 0,7 2-1 0 0,-4-2-17 0 0,0-1-1 0 0,0 0 0 0 0,0-1 0 0 0,0 1 1 0 0,1-1-1 0 0,-1-1 0 0 0,0 0 1 0 0,0 0-1 0 0,14-2 0 0 0,-10 0 35 0 0,0-1 0 0 0,0 0 1 0 0,0 0-1 0 0,-1-1 0 0 0,1-1 0 0 0,-1 0 0 0 0,0 0 0 0 0,-1-1 0 0 0,1-1 0 0 0,-1 0 0 0 0,0 0 0 0 0,-1-1 0 0 0,17-17 0 0 0,-12 9 167 0 0,-1-2-1 0 0,-1 0 1 0 0,0 0-1 0 0,-1-1 0 0 0,-1 0 1 0 0,13-38-1 0 0,-19 45-87 0 0,0-1 0 0 0,-2 1 0 0 0,0-1 0 0 0,0 0-1 0 0,-1 0 1 0 0,0 0 0 0 0,-1 1 0 0 0,-1-1 0 0 0,0 0 0 0 0,-1 0 0 0 0,0 0-1 0 0,-8-22 1 0 0,3 13 80 0 0,-1 1-1 0 0,-1 0 0 0 0,-1 0 1 0 0,-1 1-1 0 0,-22-31 0 0 0,29 45-173 0 0,-1 1-1 0 0,0 0 0 0 0,0-1 1 0 0,-1 2-1 0 0,1-1 0 0 0,-1 1 1 0 0,0 0-1 0 0,-1 0 0 0 0,-9-5 0 0 0,11 7-51 0 0,0 1 0 0 0,0 0 1 0 0,0-1-1 0 0,0 2 0 0 0,0-1 0 0 0,0 0 0 0 0,0 1 0 0 0,0 0 0 0 0,0 0 0 0 0,0 1 0 0 0,0-1 0 0 0,0 1 0 0 0,0 0 0 0 0,0 0 0 0 0,-5 3 0 0 0,2-1-414 0 0,0 0 1 0 0,1 0-1 0 0,-1 1 0 0 0,-12 9 0 0 0,-9 14-5288 0 0,3 5-1515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24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13 127 13451 0 0,'-3'7'249'0'0,"1"2"0"0"0,-1-1 0 0 0,2 0 0 0 0,-1 0-1 0 0,1 1 1 0 0,1-1 0 0 0,0 13 0 0 0,7 62 369 0 0,-3-57-393 0 0,-3-10-69 0 0,2 1 1 0 0,0 0 0 0 0,1-1-1 0 0,0 1 1 0 0,2-1 0 0 0,6 15-1 0 0,-9-26-93 0 0,-1 0 0 0 0,1-1 0 0 0,0 1 0 0 0,0-1 0 0 0,0 0 0 0 0,0 0 0 0 0,1 0 0 0 0,0 0 0 0 0,0-1 0 0 0,0 1 0 0 0,0-1 0 0 0,0 0 0 0 0,1 0 0 0 0,0-1 0 0 0,-1 1-1 0 0,1-1 1 0 0,0 0 0 0 0,0-1 0 0 0,0 1 0 0 0,0-1 0 0 0,0 0 0 0 0,0 0 0 0 0,8 0 0 0 0,0-1 140 0 0,1 0 0 0 0,0-2 0 0 0,-1 0 0 0 0,1 0-1 0 0,-1-1 1 0 0,0-1 0 0 0,0 0 0 0 0,0-1 0 0 0,0 0 0 0 0,20-12 0 0 0,-20 9-34 0 0,1-1-1 0 0,-2 0 1 0 0,1 0 0 0 0,-1-1 0 0 0,0-1 0 0 0,-1 0 0 0 0,-1-1 0 0 0,0 0 0 0 0,10-15 0 0 0,-14 17-26 0 0,-1 0 1 0 0,0 0-1 0 0,-1 0 0 0 0,-1-1 1 0 0,1 1-1 0 0,-1-1 0 0 0,-1 0 1 0 0,0 0-1 0 0,-1 0 0 0 0,0-1 1 0 0,-1 1-1 0 0,0 0 0 0 0,0 0 1 0 0,-1 0-1 0 0,-1 0 0 0 0,0 0 1 0 0,-6-18-1 0 0,6 21-48 0 0,-1 0 0 0 0,-1 0-1 0 0,1 0 1 0 0,-1 1 0 0 0,0-1 0 0 0,-1 1-1 0 0,0 0 1 0 0,0 1 0 0 0,-1-1 0 0 0,1 1-1 0 0,-1 0 1 0 0,-1 0 0 0 0,1 0 0 0 0,-1 1-1 0 0,0 0 1 0 0,0 1 0 0 0,-1 0 0 0 0,1 0-1 0 0,-1 0 1 0 0,0 1 0 0 0,0 0 0 0 0,0 0-1 0 0,-13-2 1 0 0,11 4-110 0 0,-1 0 0 0 0,1 1 0 0 0,0 0 0 0 0,0 0 0 0 0,0 1 0 0 0,0 0 0 0 0,0 1 0 0 0,0 0 0 0 0,0 0 0 0 0,0 1 0 0 0,0 1 0 0 0,1 0 0 0 0,0 0-1 0 0,-13 8 1 0 0,11-5-340 0 0,0 1 0 0 0,0 0 0 0 0,1 1 0 0 0,0 0 0 0 0,0 1 0 0 0,1 0 0 0 0,1 1 0 0 0,0-1 0 0 0,0 2 0 0 0,-8 15 0 0 0,-7 21-1864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24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0 18868 0 0,'-1'1'67'0'0,"0"-1"0"0"0,0 0-1 0 0,0 0 1 0 0,0 1 0 0 0,0-1 0 0 0,0 0 0 0 0,0 1 0 0 0,0-1-1 0 0,1 1 1 0 0,-1 0 0 0 0,0-1 0 0 0,0 1 0 0 0,0 0-1 0 0,0-1 1 0 0,1 1 0 0 0,-1 0 0 0 0,0 0 0 0 0,1 0 0 0 0,-1-1-1 0 0,1 1 1 0 0,-1 0 0 0 0,1 0 0 0 0,-1 0 0 0 0,1 0-1 0 0,0 0 1 0 0,-1 0 0 0 0,1 0 0 0 0,0 0 0 0 0,0 0-1 0 0,0 0 1 0 0,0 0 0 0 0,0 0 0 0 0,0 0 0 0 0,0 2 0 0 0,-2 9 235 0 0,-33 264 2394 0 0,21-152-1480 0 0,13-120-1143 0 0,-1 29 275 0 0,2-32-339 0 0,0 1 1 0 0,0-1 0 0 0,0 1-1 0 0,0-1 1 0 0,1 1-1 0 0,-1-1 1 0 0,0 1-1 0 0,1-1 1 0 0,-1 1-1 0 0,1-1 1 0 0,-1 0-1 0 0,1 1 1 0 0,0-1-1 0 0,0 1 1 0 0,-1-1-1 0 0,1 0 1 0 0,2 2 0 0 0,7-3-735 0 0,-4 0-1909 0 0,-7 16-7170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25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72 17972 0 0,'-3'3'237'0'0,"-1"-1"0"0"0,1 1 0 0 0,-1 0 1 0 0,1 0-1 0 0,0 0 0 0 0,0 1 0 0 0,0-1 1 0 0,0 1-1 0 0,1 0 0 0 0,-1 0 0 0 0,1-1 0 0 0,-3 8 1 0 0,1 1 81 0 0,1 0 1 0 0,1 0-1 0 0,-3 17 1 0 0,5-27-313 0 0,-2 17 10 0 0,0-1 1 0 0,1 0-1 0 0,1 0 0 0 0,0 1 1 0 0,2-1-1 0 0,3 19 0 0 0,-4-32-8 0 0,1 0-1 0 0,-1-1 1 0 0,1 1-1 0 0,0 0 1 0 0,0 0-1 0 0,1-1 1 0 0,-1 1-1 0 0,1-1 1 0 0,0 0-1 0 0,0 0 1 0 0,6 6-1 0 0,-6-8 11 0 0,0 1-1 0 0,0-1 0 0 0,1 0 1 0 0,-1 0-1 0 0,1 0 1 0 0,0-1-1 0 0,-1 1 0 0 0,1-1 1 0 0,0 0-1 0 0,0 0 1 0 0,-1 0-1 0 0,1 0 0 0 0,0-1 1 0 0,0 0-1 0 0,0 0 0 0 0,8 0 1 0 0,-3-2 24 0 0,-1 1 0 0 0,0-1 1 0 0,1-1-1 0 0,-1 0 0 0 0,0 0 0 0 0,0 0 0 0 0,-1-1 1 0 0,1 0-1 0 0,-1-1 0 0 0,0 0 0 0 0,0 0 1 0 0,0 0-1 0 0,0-1 0 0 0,-1 0 0 0 0,9-11 0 0 0,-6 6 126 0 0,0-1 0 0 0,-1 1 0 0 0,0-1-1 0 0,-1-1 1 0 0,0 1 0 0 0,-1-1-1 0 0,0 0 1 0 0,6-24 0 0 0,-11 31-82 0 0,0 0 0 0 0,0 0 0 0 0,0 1 0 0 0,-1-1 0 0 0,0 0 1 0 0,0 0-1 0 0,0 0 0 0 0,-1 0 0 0 0,0 1 0 0 0,0-1 0 0 0,0 0 1 0 0,-1 0-1 0 0,0 1 0 0 0,0-1 0 0 0,0 1 0 0 0,-1 0 0 0 0,1 0 1 0 0,-1 0-1 0 0,-1 0 0 0 0,1 0 0 0 0,-1 1 0 0 0,0-1 0 0 0,0 1 0 0 0,0 0 1 0 0,-9-7-1 0 0,3 4-15 0 0,0 1-1 0 0,-1 0 1 0 0,1 1 0 0 0,-1 0 0 0 0,-1 1-1 0 0,1 0 1 0 0,0 0 0 0 0,-1 1 0 0 0,0 1-1 0 0,1 0 1 0 0,-24-1 0 0 0,-126 1-3253 0 0,159 2 2781 0 0,0 0-1 0 0,0 0 0 0 0,1 0 0 0 0,-1-1 1 0 0,0 1-1 0 0,0 0 0 0 0,0-1 0 0 0,1 0 1 0 0,-1 1-1 0 0,0-1 0 0 0,-1-1 0 0 0,0-2-2083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26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24 16676 0 0,'-7'-17'1608'0'0,"7"16"-1586"0"0,0 1 0 0 0,0 0 0 0 0,0 0 0 0 0,1-1 0 0 0,-1 1 0 0 0,0 0 0 0 0,0-1 0 0 0,0 1 0 0 0,0 0 0 0 0,0 0 0 0 0,1-1 0 0 0,-1 1 0 0 0,0 0 0 0 0,0 0 0 0 0,0-1 0 0 0,1 1 0 0 0,-1 0 0 0 0,0 0 0 0 0,0-1 0 0 0,1 1 0 0 0,-1 0 0 0 0,0 0 0 0 0,1 0 0 0 0,-1 0 0 0 0,0 0 0 0 0,0 0 1 0 0,1-1-1 0 0,-1 1 0 0 0,0 0 0 0 0,1 0 0 0 0,4 0 38 0 0,-1 0 1 0 0,1 0 0 0 0,-1 1-1 0 0,0-1 1 0 0,8 3 0 0 0,-9-2-15 0 0,24 3 10 0 0,0-1 0 0 0,30 0 0 0 0,37 3 337 0 0,-91-5-337 0 0,1 0 1 0 0,-1-1 0 0 0,0 1-1 0 0,0 0 1 0 0,1 1 0 0 0,-1-1-1 0 0,0 1 1 0 0,0-1 0 0 0,0 1-1 0 0,-1 0 1 0 0,1 0 0 0 0,0 0-1 0 0,-1 0 1 0 0,1 1 0 0 0,-1-1-1 0 0,0 1 1 0 0,0-1 0 0 0,0 1-1 0 0,0 0 1 0 0,0 0 0 0 0,0 0-1 0 0,-1 0 1 0 0,0 0 0 0 0,1 0-1 0 0,-1 0 1 0 0,0 0 0 0 0,-1 1-1 0 0,1-1 1 0 0,0 0 0 0 0,-1 6-1 0 0,1 9 104 0 0,-1 1-1 0 0,0-1 1 0 0,-2 1 0 0 0,-5 26-1 0 0,3-20 90 0 0,-68 807 2671 0 0,65-547-2718 0 0,-3 53-49 0 0,-1-23 321 0 0,6-101-398 0 0,-35 414 433 0 0,37-594-504 0 0,-33 334 229 0 0,12 22 435 0 0,15-163-674 0 0,-1-68 83 0 0,-15 221 88 0 0,19-332-75 0 0,-12 47 0 0 0,-2 8 98 0 0,19-96-178 0 0,-6 25 121 0 0,7-31-130 0 0,-1-1 1 0 0,1 1 0 0 0,0 0 0 0 0,-1 0-1 0 0,1-1 1 0 0,-1 1 0 0 0,1 0 0 0 0,-1-1 0 0 0,0 1-1 0 0,1-1 1 0 0,-1 1 0 0 0,0 0 0 0 0,1-1-1 0 0,-1 0 1 0 0,0 1 0 0 0,1-1 0 0 0,-1 1 0 0 0,0-1-1 0 0,0 0 1 0 0,0 1 0 0 0,1-1 0 0 0,-1 0 0 0 0,0 0-1 0 0,0 0 1 0 0,0 0 0 0 0,0 0 0 0 0,1 0-1 0 0,-1 0 1 0 0,0 0 0 0 0,0 0 0 0 0,0 0 0 0 0,0 0-1 0 0,0-1 1 0 0,-17-3 13 0 0,4 0 47 0 0,-1 0 0 0 0,0 1 0 0 0,1 1 1 0 0,-1 0-1 0 0,-26 1 0 0 0,-70 15 49 0 0,64-5-4960 0 0,30-6 983 0 0,-14 2-5004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0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9 6449 0 0,'0'-1'103'0'0,"-1"1"0"0"0,1-1 0 0 0,-1 1-1 0 0,1-1 1 0 0,-1 0 0 0 0,1 1-1 0 0,-1-1 1 0 0,0 1 0 0 0,1-1 0 0 0,-1 1-1 0 0,0 0 1 0 0,1-1 0 0 0,-1 1-1 0 0,0 0 1 0 0,0-1 0 0 0,0 1 0 0 0,1 0-1 0 0,-1 0 1 0 0,0 0 0 0 0,0 0-1 0 0,0 0 1 0 0,1 0 0 0 0,-1 0 0 0 0,0 0-1 0 0,0 0 1 0 0,0 0 0 0 0,1 0-1 0 0,-1 0 1 0 0,0 1 0 0 0,0-1 0 0 0,0 0-1 0 0,1 0 1 0 0,-1 1 0 0 0,-1 0-1 0 0,0 2 197 0 0,1-1-1 0 0,-1 1 1 0 0,1 0-1 0 0,-1 0 1 0 0,1 0-1 0 0,0 1 0 0 0,-2 5 1 0 0,3-7-475 0 0,-12 46 726 0 0,2 0 1 0 0,-4 61-1 0 0,1-9-39 0 0,0-25-354 0 0,5-37-56 0 0,2 1 0 0 0,1 0 0 0 0,1 46 0 0 0,0 33-750 0 0,4-118 607 0 0,0 0 1 0 0,0 0 0 0 0,0 0-1 0 0,0 0 1 0 0,0 0-1 0 0,0 0 1 0 0,0 0 0 0 0,0 0-1 0 0,-1 0 1 0 0,1 0 0 0 0,0 0-1 0 0,0 0 1 0 0,0 0-1 0 0,0 0 1 0 0,0 0 0 0 0,0 0-1 0 0,0 0 1 0 0,0 0-1 0 0,0 0 1 0 0,0 0 0 0 0,0 0-1 0 0,0 0 1 0 0,0 0 0 0 0,-1 0-1 0 0,1 0 1 0 0,0 0-1 0 0,0 0 1 0 0,0 0 0 0 0,0 0-1 0 0,0 0 1 0 0,0 0-1 0 0,0 0 1 0 0,0-6-792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0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6913 0 0,'5'120'6394'0'0,"5"-26"-4714"0"0,27 117 1 0 0,-31-187-1384 0 0,1 0 1 0 0,1 0 0 0 0,1-1-1 0 0,13 26 1 0 0,-19-44-311 0 0,1 3-152 0 0,0 0 1 0 0,0 0-1 0 0,-1 0 0 0 0,4 13 1 0 0,-8-15-1114 0 0,-2-4 567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1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14283 0 0,'0'0'18'0'0,"0"0"0"0"0,0 0 0 0 0,0 0 0 0 0,0-1 0 0 0,0 1 0 0 0,0 0 0 0 0,0 0 0 0 0,1 0 0 0 0,-1 0 0 0 0,0 0 0 0 0,0 0 0 0 0,0 0 0 0 0,0 0 0 0 0,0 0 0 0 0,0-1 0 0 0,0 1 0 0 0,0 0 0 0 0,0 0 0 0 0,0 0 0 0 0,0 0 0 0 0,0 0 0 0 0,0 0 0 0 0,0 0 0 0 0,0 0 0 0 0,0 0 0 0 0,0 0 0 0 0,1 0 0 0 0,-1 0 0 0 0,0 0 0 0 0,0 0 0 0 0,0 0 0 0 0,0-1 0 0 0,0 1 0 0 0,0 0 0 0 0,0 0 0 0 0,0 0 0 0 0,0 0 0 0 0,1 0 0 0 0,-1 0 0 0 0,0 0 0 0 0,0 0 0 0 0,0 0 0 0 0,0 0 0 0 0,0 0 0 0 0,0 0 0 0 0,0 1 0 0 0,0-1 0 0 0,0 0 0 0 0,1 0 0 0 0,-1 0 0 0 0,0 0 0 0 0,0 0 0 0 0,0 0-1 0 0,0 0 1 0 0,0 0 0 0 0,0 0 0 0 0,0 0 0 0 0,13 4 309 0 0,20 12-491 0 0,-21-9 348 0 0,-5-4-295 0 0,1 0 0 0 0,-1-1 0 0 0,0 1-1 0 0,1-2 1 0 0,0 1 0 0 0,-1-1 0 0 0,1 0 0 0 0,0 0 0 0 0,0-1 0 0 0,-1 0 0 0 0,1-1 0 0 0,0 1 0 0 0,0-2 0 0 0,13-3 0 0 0,-14 3-1293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1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 13043 0 0,'-3'-3'576'0'0,"2"2"128"0"0,0-1-568 0 0,-1 1 24 0 0,4 2 0 0 0,-1 1 0 0 0,2-1 0 0 0,2 3-248 0 0,13 18-8850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1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2 11979 0 0,'0'0'50'0'0,"-1"-1"1"0"0,1 1 0 0 0,-1 0 0 0 0,1 0 0 0 0,-1 0 0 0 0,1 0 0 0 0,-1 0-1 0 0,1 0 1 0 0,-1 0 0 0 0,1 0 0 0 0,-1 0 0 0 0,1 0 0 0 0,-1 0 0 0 0,1 0-1 0 0,-1 0 1 0 0,1 0 0 0 0,-1 0 0 0 0,1 0 0 0 0,-1 1 0 0 0,1-1 0 0 0,-1 0 0 0 0,1 0-1 0 0,-1 0 1 0 0,1 1 0 0 0,-1-1 0 0 0,1 0 0 0 0,0 1 0 0 0,-1-1 0 0 0,1 1-1 0 0,0-1 1 0 0,-1 0 0 0 0,1 1 0 0 0,0-1 0 0 0,-1 1 0 0 0,1-1 0 0 0,0 1-1 0 0,0-1 1 0 0,-1 1 0 0 0,1-1 0 0 0,0 1 0 0 0,0-1 0 0 0,0 1 0 0 0,-6 30 816 0 0,4-20-841 0 0,-3 10 39 0 0,-43 257 1376 0 0,47-247-1268 0 0,1-1 1 0 0,1 0-1 0 0,1 1 1 0 0,2-1 0 0 0,2 0-1 0 0,0-1 1 0 0,14 40-1 0 0,-17-61-554 0 0,0 0 0 0 0,0 0 0 0 0,1 0 0 0 0,8 13-1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2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38 6913 0 0,'-4'-12'267'0'0,"-1"-2"371"0"0,7 3 5934 0 0,11 22-4743 0 0,6 5-1642 0 0,0-2 0 0 0,0 0 0 0 0,1-1-1 0 0,1-1 1 0 0,32 14 0 0 0,-40-20-14 0 0,8 4 228 0 0,26 15 0 0 0,-43-22-351 0 0,1 0 1 0 0,0 0 0 0 0,-1 1 0 0 0,1 0 0 0 0,-1 0-1 0 0,0 0 1 0 0,0 0 0 0 0,-1 0 0 0 0,1 1 0 0 0,4 8-1 0 0,-7-10-45 0 0,-1-1-1 0 0,1 1 0 0 0,-1-1 1 0 0,0 0-1 0 0,1 1 0 0 0,-1-1 1 0 0,0 1-1 0 0,-1-1 0 0 0,1 1 1 0 0,0-1-1 0 0,-1 1 0 0 0,1-1 1 0 0,-1 0-1 0 0,0 1 0 0 0,0-1 0 0 0,0 0 1 0 0,0 0-1 0 0,0 1 0 0 0,0-1 1 0 0,-1 0-1 0 0,1 0 0 0 0,-1 0 1 0 0,1 0-1 0 0,-1-1 0 0 0,0 1 1 0 0,-2 2-1 0 0,-7 6-42 0 0,-1 0 0 0 0,-24 16 1 0 0,31-23 11 0 0,-27 19-18 0 0,-2-2 0 0 0,0 0 1 0 0,-55 21-1 0 0,30-25-20 0 0,64-15 64 0 0,1 1 0 0 0,-1-1 0 0 0,0 1 0 0 0,9 4 0 0 0,-9-4 0 0 0,36 15 5 0 0,111 51 66 0 0,-135-60-64 0 0,-1 2 1 0 0,-1 0-1 0 0,0 1 1 0 0,0 0-1 0 0,-1 1 1 0 0,22 24-1 0 0,-31-30 15 0 0,0 0-1 0 0,-1 0 1 0 0,0 0 0 0 0,0 0 0 0 0,0 1-1 0 0,-1 0 1 0 0,0-1 0 0 0,0 1-1 0 0,2 9 1 0 0,-4-13 26 0 0,-1 0-1 0 0,0 0 1 0 0,0 0 0 0 0,0 0-1 0 0,0 0 1 0 0,0 0 0 0 0,-1 0-1 0 0,1 0 1 0 0,-1 0 0 0 0,1 0-1 0 0,-1-1 1 0 0,0 1 0 0 0,-1 0-1 0 0,1 0 1 0 0,0-1 0 0 0,-1 1-1 0 0,1-1 1 0 0,-1 1 0 0 0,0-1-1 0 0,0 1 1 0 0,0-1 0 0 0,0 0-1 0 0,0 0 1 0 0,0 0 0 0 0,-5 2-1 0 0,-18 12 388 0 0,0-2-1 0 0,-1 0 0 0 0,-1-2 1 0 0,-53 17-1 0 0,21-8-41 0 0,56-20-397 0 0,-45 15 231 0 0,45-16-257 0 0,1 1-1 0 0,-1 0 1 0 0,1-1 0 0 0,0 0 0 0 0,-1 1-1 0 0,1-1 1 0 0,-1 0 0 0 0,1 0-1 0 0,-1-1 1 0 0,1 1 0 0 0,0 0-1 0 0,-1-1 1 0 0,1 0 0 0 0,0 1-1 0 0,-1-1 1 0 0,-3-2 0 0 0,5 3-33 0 0,1 0-1 0 0,0-1 1 0 0,0 1 0 0 0,0 0-1 0 0,0 0 1 0 0,-1 0 0 0 0,1 0 0 0 0,0-1-1 0 0,0 1 1 0 0,0 0 0 0 0,0 0 0 0 0,0 0-1 0 0,0-1 1 0 0,-1 1 0 0 0,1 0 0 0 0,0 0-1 0 0,0 0 1 0 0,0-1 0 0 0,0 1-1 0 0,0 0 1 0 0,0 0 0 0 0,0-1 0 0 0,0 1-1 0 0,0 0 1 0 0,0 0 0 0 0,0-1 0 0 0,0 1-1 0 0,0 0 1 0 0,0 0 0 0 0,1 0-1 0 0,-1-1 1 0 0,0 1 0 0 0,0 0 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2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13107 0 0,'4'-2'329'0'0,"1"0"0"0"0,0 0 0 0 0,0 0 0 0 0,-1 1 0 0 0,1 0 0 0 0,0 0 0 0 0,0 0 0 0 0,1 1 0 0 0,-1 0 0 0 0,8 0 1 0 0,7-1 73 0 0,157-22 655 0 0,-122 12-1696 0 0,-2-3-3382 0 0,-38 10 2357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2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66 6913 0 0,'-18'-4'10583'0'0,"28"9"-6100"0"0,4-1-4409 0 0,0 0 0 0 0,0-1 0 0 0,0 0 0 0 0,1-1-1 0 0,-1-1 1 0 0,1 0 0 0 0,-1-1 0 0 0,1 0 0 0 0,-1-1-1 0 0,1-1 1 0 0,26-7 0 0 0,-29 6-455 0 0,1-1-1 0 0,-1 0 0 0 0,0-1 1 0 0,-1-1-1 0 0,1 0 1 0 0,-1 0-1 0 0,0-1 0 0 0,13-11 1 0 0,-10 4-1550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2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102 201 11979 0 0,'-1'-1'106'0'0,"0"0"1"0"0,-1 0 0 0 0,0 1 0 0 0,1-1-1 0 0,-1 0 1 0 0,0 1 0 0 0,1-1 0 0 0,-1 1 0 0 0,0 0-1 0 0,1 0 1 0 0,-1-1 0 0 0,0 1 0 0 0,0 0 0 0 0,1 0-1 0 0,-1 1 1 0 0,0-1 0 0 0,-2 1 0 0 0,2 0 162 0 0,-1 1 1 0 0,1 0 0 0 0,0 0-1 0 0,0 0 1 0 0,0 0-1 0 0,0 1 1 0 0,0-1-1 0 0,1 0 1 0 0,-1 1 0 0 0,-1 2-1 0 0,-4 7-224 0 0,1 1 1 0 0,0-1-1 0 0,0 1 0 0 0,1 0 0 0 0,-5 26 0 0 0,8-31-20 0 0,0 0-1 0 0,1 0 1 0 0,0 0-1 0 0,1 0 0 0 0,0 0 1 0 0,0-1-1 0 0,1 1 1 0 0,0 0-1 0 0,0 0 1 0 0,1 0-1 0 0,4 14 0 0 0,-4-19 15 0 0,-1 1 0 0 0,1-1 1 0 0,0 1-1 0 0,0-1 0 0 0,1 0 0 0 0,-1 0 0 0 0,1 0 0 0 0,-1 0 0 0 0,1 0 0 0 0,0-1 0 0 0,0 1 0 0 0,0-1 0 0 0,1 0 0 0 0,-1 0 0 0 0,0 0 0 0 0,6 2 0 0 0,-4-2 42 0 0,1-1-1 0 0,-1 1 1 0 0,1-1-1 0 0,-1 0 1 0 0,1-1-1 0 0,0 1 1 0 0,-1-1 0 0 0,1-1-1 0 0,0 1 1 0 0,7-2-1 0 0,-1-1 53 0 0,1 0 1 0 0,-1-1-1 0 0,1 0 0 0 0,-1-1 0 0 0,-1 0 0 0 0,1-1 1 0 0,-1-1-1 0 0,0 1 0 0 0,11-10 0 0 0,-7 4-16 0 0,0-1 0 0 0,-2 0-1 0 0,1-1 1 0 0,-2 0-1 0 0,0-1 1 0 0,15-26-1 0 0,-22 33-53 0 0,0-1 0 0 0,-1-1-1 0 0,-1 1 1 0 0,1-1 0 0 0,-2 1 0 0 0,1-1-1 0 0,-1 0 1 0 0,-1 0 0 0 0,0 0-1 0 0,0 0 1 0 0,-1 0 0 0 0,0 0-1 0 0,-1 0 1 0 0,-2-11 0 0 0,0 2 57 0 0,-1 1 0 0 0,-12-32 0 0 0,15 46-145 0 0,0 0 0 0 0,-1 0 0 0 0,1 1 0 0 0,-1-1 0 0 0,0 0 0 0 0,0 1 0 0 0,-1 0 0 0 0,1-1 0 0 0,-1 1 0 0 0,0 0 1 0 0,1 0-1 0 0,-1 0 0 0 0,-1 1 0 0 0,1-1 0 0 0,0 1 0 0 0,0 0 0 0 0,-1 0 0 0 0,0 0 0 0 0,-5-2 0 0 0,8 3-55 0 0,0 1-1 0 0,0 0 1 0 0,0 0-1 0 0,0 0 1 0 0,0 0-1 0 0,0 0 1 0 0,0 0-1 0 0,0 0 1 0 0,0 0-1 0 0,0 1 1 0 0,0-1-1 0 0,0 0 1 0 0,1 1 0 0 0,-1-1-1 0 0,0 0 1 0 0,0 1-1 0 0,0-1 1 0 0,0 1-1 0 0,1-1 1 0 0,-1 1-1 0 0,0 0 1 0 0,0-1-1 0 0,1 1 1 0 0,-1 0 0 0 0,1-1-1 0 0,-2 2 1 0 0,-4 9-1610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3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5 14283 0 0,'0'0'67'0'0,"-1"-1"0"0"0,1 1 0 0 0,-1-1 0 0 0,1 1 0 0 0,-1 0 1 0 0,0-1-1 0 0,1 1 0 0 0,-1 0 0 0 0,1 0 0 0 0,-1-1 0 0 0,0 1 0 0 0,1 0 0 0 0,-1 0 0 0 0,0 0 0 0 0,1 0 0 0 0,-1 0 0 0 0,1 0 0 0 0,-1 0 1 0 0,0 0-1 0 0,1 0 0 0 0,-1 0 0 0 0,0 0 0 0 0,1 0 0 0 0,-1 0 0 0 0,0 0 0 0 0,1 1 0 0 0,-1-1 0 0 0,1 0 0 0 0,-1 0 0 0 0,0 1 1 0 0,1-1-1 0 0,-1 0 0 0 0,1 1 0 0 0,-1-1 0 0 0,1 1 0 0 0,-1-1 0 0 0,1 1 0 0 0,-1-1 0 0 0,1 1 0 0 0,0-1 0 0 0,-1 1 0 0 0,1-1 0 0 0,0 1 1 0 0,-1-1-1 0 0,1 1 0 0 0,0 0 0 0 0,0-1 0 0 0,0 1 0 0 0,-1 0 0 0 0,1-1 0 0 0,0 1 0 0 0,0-1 0 0 0,0 1 0 0 0,0 0 0 0 0,0-1 1 0 0,0 1-1 0 0,1 1 0 0 0,-2-1-47 0 0,1 1 0 0 0,0 0 0 0 0,0-1 1 0 0,0 1-1 0 0,1-1 0 0 0,-1 1 1 0 0,0-1-1 0 0,1 1 0 0 0,-1-1 0 0 0,1 1 1 0 0,-1-1-1 0 0,1 1 0 0 0,-1-1 0 0 0,1 0 1 0 0,0 1-1 0 0,0-1 0 0 0,0 0 0 0 0,0 1 1 0 0,0-1-1 0 0,0 0 0 0 0,0 0 0 0 0,0 0 1 0 0,2 1-1 0 0,-2-2 42 0 0,0 0-1 0 0,0-1 1 0 0,-1 1-1 0 0,1 0 1 0 0,0-1-1 0 0,0 1 1 0 0,-1-1-1 0 0,1 1 1 0 0,0-1-1 0 0,-1 1 1 0 0,1-1-1 0 0,0 1 1 0 0,-1-1-1 0 0,1 0 1 0 0,-1 1-1 0 0,1-1 1 0 0,-1 0-1 0 0,1 1 1 0 0,-1-1-1 0 0,1 0 1 0 0,-1 0-1 0 0,0 1 1 0 0,1-1-1 0 0,-1 0 1 0 0,0 0-1 0 0,0 0 1 0 0,0 0-1 0 0,0 1 1 0 0,0-3 0 0 0,0-11 218 0 0,0 13-276 0 0,0 1 0 0 0,0 0 0 0 0,0-1 0 0 0,0 1-1 0 0,-1 0 1 0 0,1 0 0 0 0,0-1 0 0 0,0 1 0 0 0,0 0 0 0 0,-1 0 0 0 0,1-1 0 0 0,0 1-1 0 0,0 0 1 0 0,-1 0 0 0 0,1 0 0 0 0,0-1 0 0 0,0 1 0 0 0,-1 0 0 0 0,1 0 0 0 0,0 0-1 0 0,-1 0 1 0 0,1 0 0 0 0,0 0 0 0 0,-1-1 0 0 0,1 1 0 0 0,0 0 0 0 0,-1 0 0 0 0,1 0 0 0 0,0 0-1 0 0,-1 0 1 0 0,1 0 0 0 0,0 0 0 0 0,-1 0 0 0 0,1 1 0 0 0,-2-1 0 0 0,1 0 1 0 0,-1 0-1 0 0,1 1 0 0 0,-1-1 1 0 0,1 1-1 0 0,0-1 1 0 0,-1 1-1 0 0,1 0 1 0 0,0-1-1 0 0,0 1 0 0 0,-1 0 1 0 0,1 0-1 0 0,-2 1 1 0 0,-2 13-3709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3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9 158 15635 0 0,'0'1'71'0'0,"-1"-1"-1"0"0,0 1 1 0 0,0 0-1 0 0,1 0 1 0 0,-1 0-1 0 0,0 0 1 0 0,1-1 0 0 0,-1 1-1 0 0,1 0 1 0 0,-1 0-1 0 0,1 0 1 0 0,-1 0-1 0 0,1 0 1 0 0,0 0-1 0 0,0 0 1 0 0,-1 0-1 0 0,1 0 1 0 0,0 0-1 0 0,0 1 1 0 0,0-1-1 0 0,0 0 1 0 0,0 0-1 0 0,1 2 1 0 0,0 0-18 0 0,0 0 1 0 0,0 1 0 0 0,0-1-1 0 0,0 0 1 0 0,1 0 0 0 0,0 0-1 0 0,3 5 1 0 0,0-1-50 0 0,0 0-1 0 0,1-1 1 0 0,0 0 0 0 0,0 0-1 0 0,0-1 1 0 0,8 6-1 0 0,-9-9 87 0 0,0 1 0 0 0,0-1 0 0 0,0 0 0 0 0,0-1 0 0 0,0 1 0 0 0,0-1 0 0 0,0 0 0 0 0,1 0 0 0 0,-1 0 0 0 0,0-1 0 0 0,1 0 0 0 0,-1 0 0 0 0,0 0 0 0 0,1-1 0 0 0,-1 0 0 0 0,0 0 0 0 0,0 0 0 0 0,0-1 0 0 0,1 1 0 0 0,-1-1 0 0 0,-1-1 0 0 0,1 1 0 0 0,0 0 0 0 0,-1-1 0 0 0,1 0 0 0 0,-1 0 0 0 0,0-1 0 0 0,0 1 0 0 0,5-6 0 0 0,-4 4 32 0 0,-1 1 1 0 0,0-1-1 0 0,0 1 1 0 0,-1-1-1 0 0,1 0 1 0 0,-1-1-1 0 0,0 1 1 0 0,0 0-1 0 0,-1-1 1 0 0,0 0-1 0 0,0 1 0 0 0,0-1 1 0 0,0 0-1 0 0,-1 0 1 0 0,0 0-1 0 0,-1 0 1 0 0,1-1-1 0 0,-1 1 1 0 0,0 0-1 0 0,0 0 1 0 0,-1 0-1 0 0,0 0 1 0 0,0 0-1 0 0,-1 0 1 0 0,-2-9-1 0 0,0 8-99 0 0,0 1-1 0 0,0-1 0 0 0,-1 0 0 0 0,1 1 1 0 0,-11-11-1 0 0,12 14-118 0 0,-1 0 0 0 0,1 0 1 0 0,-1 0-1 0 0,1 0 0 0 0,-1 1 1 0 0,0-1-1 0 0,0 1 0 0 0,0 0 1 0 0,0 0-1 0 0,0 0 0 0 0,-7-1 1 0 0,11 3-28 0 0,0 0 1 0 0,0 0-1 0 0,-1 0 1 0 0,1 0 0 0 0,0 0-1 0 0,0 0 1 0 0,-1 1 0 0 0,1-1-1 0 0,0 0 1 0 0,0 0 0 0 0,0 0-1 0 0,-1 0 1 0 0,1 0 0 0 0,0 1-1 0 0,0-1 1 0 0,0 0 0 0 0,-1 0-1 0 0,1 0 1 0 0,0 0 0 0 0,0 1-1 0 0,0-1 1 0 0,0 0 0 0 0,0 0-1 0 0,0 1 1 0 0,-1-1 0 0 0,1 0-1 0 0,0 0 1 0 0,0 1-1 0 0,0-1 1 0 0,0 0 0 0 0,0 0-1 0 0,0 0 1 0 0,0 1 0 0 0,0-1-1 0 0,0 0 1 0 0,0 0 0 0 0,0 1-1 0 0,0-1 1 0 0,0 0 0 0 0,0 0-1 0 0,0 1 1 0 0,1-1 0 0 0,-1 0-1 0 0,0 0 1 0 0,0 1 0 0 0,0-1-1 0 0,0 0 1 0 0,0 0 0 0 0,0 0-1 0 0,1 1 1 0 0,-1 0-41 0 0,3 8-2011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4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78 16564 0 0,'0'0'86'0'0,"-1"0"0"0"0,1-1 0 0 0,0 1 0 0 0,-1-1 0 0 0,1 1 1 0 0,0-1-1 0 0,0 1 0 0 0,0-1 0 0 0,0 1 0 0 0,-1-1 1 0 0,1 1-1 0 0,0-1 0 0 0,0 1 0 0 0,0-1 0 0 0,0 0 0 0 0,0 1 1 0 0,0-1-1 0 0,0 1 0 0 0,0-1 0 0 0,0 1 0 0 0,1-1 1 0 0,-1 1-1 0 0,0-1 0 0 0,0 1 0 0 0,0-1 0 0 0,1 1 1 0 0,-1-1-1 0 0,0 1 0 0 0,1 0 0 0 0,0-2 0 0 0,17-9 1306 0 0,-10 8-1094 0 0,0 1 0 0 0,0 0 0 0 0,14-2 0 0 0,58 3-242 0 0,-62 2-280 0 0,1-1 0 0 0,0 0-1 0 0,-1-2 1 0 0,1 0 0 0 0,-1-1 0 0 0,21-7 0 0 0,-36 9-430 0 0,0 0 1 0 0,-1 0-1 0 0,1-1 1 0 0,-1 1-1 0 0,1-1 1 0 0,-1 1-1 0 0,0-1 1 0 0,5-4-1 0 0,-2 0-1543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4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6913 0 0,'-2'2'467'0'0,"0"0"0"0"0,0 1 0 0 0,0-1 0 0 0,1 1 0 0 0,-1 0 0 0 0,1-1 0 0 0,0 1 0 0 0,-1 0 0 0 0,1 0 0 0 0,0 0 0 0 0,1 0 0 0 0,-1 0 0 0 0,1 0 0 0 0,-1 5 0 0 0,-3 9 738 0 0,-6 23-613 0 0,2 0 1 0 0,-5 71-1 0 0,11-70-1444 0 0,2-1 1 0 0,9 75 0 0 0,-6-102 292 0 0,1 0-1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4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23 112 10594 0 0,'-1'0'170'0'0,"0"1"1"0"0,1-1-1 0 0,-1 0 0 0 0,0 1 0 0 0,1 0 0 0 0,-1-1 0 0 0,0 1 1 0 0,1-1-1 0 0,-1 1 0 0 0,1 0 0 0 0,-1-1 0 0 0,1 1 0 0 0,-1 0 1 0 0,1-1-1 0 0,0 1 0 0 0,-1 0 0 0 0,1 0 0 0 0,0 0 0 0 0,0-1 1 0 0,-1 1-1 0 0,1 0 0 0 0,0 1 0 0 0,-6 25 2038 0 0,5-21-2280 0 0,-1 4 74 0 0,1 0 0 0 0,0 0 0 0 0,1 0 1 0 0,0 0-1 0 0,1 0 0 0 0,-1 0 0 0 0,2 0 1 0 0,2 11-1 0 0,-4-19 40 0 0,1 0 0 0 0,-1 1 0 0 0,1-1 1 0 0,0 0-1 0 0,0 0 0 0 0,0 0 0 0 0,0 0 0 0 0,0 0 0 0 0,0 0 1 0 0,0 0-1 0 0,0-1 0 0 0,1 1 0 0 0,-1 0 0 0 0,1-1 0 0 0,-1 1 1 0 0,1-1-1 0 0,0 1 0 0 0,0-1 0 0 0,-1 0 0 0 0,1 0 1 0 0,0 1-1 0 0,0-1 0 0 0,0-1 0 0 0,0 1 0 0 0,1 0 0 0 0,-1 0 1 0 0,0-1-1 0 0,0 0 0 0 0,0 1 0 0 0,1-1 0 0 0,-1 0 0 0 0,0 0 1 0 0,0 0-1 0 0,0 0 0 0 0,1 0 0 0 0,-1-1 0 0 0,0 1 0 0 0,0-1 1 0 0,0 1-1 0 0,0-1 0 0 0,1 0 0 0 0,1-1 0 0 0,2-1 100 0 0,0 0 0 0 0,-1 0-1 0 0,0 0 1 0 0,1-1 0 0 0,-1 1 0 0 0,-1-2-1 0 0,1 1 1 0 0,0 0 0 0 0,-1-1 0 0 0,0 0-1 0 0,0 0 1 0 0,-1 0 0 0 0,1 0 0 0 0,-1-1-1 0 0,0 1 1 0 0,0-1 0 0 0,-1 0-1 0 0,0 0 1 0 0,0 0 0 0 0,0 0 0 0 0,1-11-1 0 0,-1 7-22 0 0,-1-1 0 0 0,0 1 0 0 0,-1 0 0 0 0,0-1-1 0 0,-1 1 1 0 0,0-1 0 0 0,0 1 0 0 0,-1 0-1 0 0,0 0 1 0 0,-1 0 0 0 0,0 0 0 0 0,-8-16 0 0 0,10 24-100 0 0,0 0 1 0 0,0-1-1 0 0,-1 1 1 0 0,1 0-1 0 0,0 0 1 0 0,-1 0-1 0 0,0 0 1 0 0,1 0-1 0 0,-1 0 1 0 0,0 1-1 0 0,0-1 1 0 0,0 0-1 0 0,0 1 1 0 0,0 0-1 0 0,-1-1 1 0 0,1 1-1 0 0,0 0 1 0 0,0 0-1 0 0,-1 0 1 0 0,-2 0-1 0 0,4 1-209 0 0,0 1-1 0 0,1 0 1 0 0,-1 0-1 0 0,0-1 1 0 0,0 1 0 0 0,1 0-1 0 0,-1 0 1 0 0,0 0-1 0 0,1 0 1 0 0,-1 0 0 0 0,1 0-1 0 0,-1 0 1 0 0,1 0-1 0 0,-1 0 1 0 0,1 0 0 0 0,0 0-1 0 0,0 0 1 0 0,0 0-1 0 0,-1 1 1 0 0,1-1 0 0 0,0 2-1 0 0,0 8-6934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4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 14283 0 0,'-3'-3'1272'0'0,"2"2"-1016"0"0,2 1-256 0 0,0 0 0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5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85 11979 0 0,'0'-1'92'0'0,"-1"1"1"0"0,1 0-1 0 0,0 0 1 0 0,0 0-1 0 0,0-1 1 0 0,0 1 0 0 0,0 0-1 0 0,0 0 1 0 0,0 0-1 0 0,0 0 1 0 0,-1 0-1 0 0,1-1 1 0 0,0 1-1 0 0,0 0 1 0 0,0 0 0 0 0,0 0-1 0 0,0 0 1 0 0,-1 0-1 0 0,1 0 1 0 0,0 0-1 0 0,0-1 1 0 0,0 1 0 0 0,0 0-1 0 0,-1 0 1 0 0,1 0-1 0 0,0 0 1 0 0,0 0-1 0 0,0 0 1 0 0,-1 0-1 0 0,1 0 1 0 0,0 0 0 0 0,0 0-1 0 0,0 0 1 0 0,-1 0-1 0 0,1 0 1 0 0,0 0-1 0 0,0 0 1 0 0,0 0 0 0 0,-1 0-1 0 0,1 1 1 0 0,0-1-1 0 0,0 0 1 0 0,0 0-1 0 0,0 0 1 0 0,0 0 0 0 0,-1 0-1 0 0,1 0 1 0 0,0 0-1 0 0,0 1 1 0 0,0-1-1 0 0,-1 0 1 0 0,-8 15 937 0 0,-5 20-1198 0 0,9-20 260 0 0,1 0-1 0 0,0 0 0 0 0,1 1 0 0 0,1-1 0 0 0,0 1 0 0 0,1 0 1 0 0,1-1-1 0 0,0 1 0 0 0,3 17 0 0 0,-2-27-22 0 0,0-1 1 0 0,0 1-1 0 0,1-1 1 0 0,-1 0-1 0 0,1 1 1 0 0,0-1-1 0 0,0 0 1 0 0,1 0-1 0 0,0 0 1 0 0,-1-1-1 0 0,2 1 1 0 0,-1 0-1 0 0,0-1 0 0 0,1 0 1 0 0,0 0-1 0 0,0 0 1 0 0,0-1-1 0 0,1 1 1 0 0,-1-1-1 0 0,1 0 1 0 0,0 0-1 0 0,0 0 1 0 0,0-1-1 0 0,0 0 1 0 0,0 0-1 0 0,0 0 0 0 0,0-1 1 0 0,10 2-1 0 0,-6-2 42 0 0,0 0 0 0 0,-1-1 0 0 0,1 0 0 0 0,0-1 0 0 0,-1 0 0 0 0,1-1 0 0 0,0 1-1 0 0,-1-2 1 0 0,0 1 0 0 0,1-1 0 0 0,-1 0 0 0 0,0-1 0 0 0,0 0 0 0 0,-1 0 0 0 0,1-1 0 0 0,-1 0-1 0 0,0 0 1 0 0,0 0 0 0 0,-1-1 0 0 0,0 0 0 0 0,0-1 0 0 0,0 1 0 0 0,-1-1 0 0 0,0 0 0 0 0,0 0-1 0 0,0-1 1 0 0,-1 0 0 0 0,0 0 0 0 0,-1 0 0 0 0,0 0 0 0 0,0 0 0 0 0,-1 0 0 0 0,3-14 0 0 0,-5 9 43 0 0,1-1 1 0 0,-2 1 0 0 0,0-1 0 0 0,0 1 0 0 0,-1-1 0 0 0,-1 1-1 0 0,0 0 1 0 0,-1 0 0 0 0,0 0 0 0 0,-1 1 0 0 0,-8-15 0 0 0,10 21-142 0 0,-1 0 0 0 0,0 0 0 0 0,0 0 0 0 0,0 1 0 0 0,-1 0 0 0 0,1 0 0 0 0,-1 0 0 0 0,0 1 0 0 0,-1 0 0 0 0,-9-6 0 0 0,11 7-91 0 0,-1 1 1 0 0,1 0-1 0 0,-1 1 0 0 0,0-1 0 0 0,1 1 0 0 0,-1 0 0 0 0,0 0 0 0 0,0 0 0 0 0,0 1 0 0 0,0 0 0 0 0,0 0 0 0 0,0 0 0 0 0,0 1 0 0 0,0-1 0 0 0,-9 3 0 0 0,-5 5-2231 0 0,-3 3-5996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6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12899 0 0,'0'-1'94'0'0,"0"1"1"0"0,0-1 0 0 0,1 1-1 0 0,-1-1 1 0 0,0 1 0 0 0,1 0-1 0 0,-1-1 1 0 0,1 1-1 0 0,-1-1 1 0 0,0 1 0 0 0,1 0-1 0 0,-1-1 1 0 0,1 1 0 0 0,-1 0-1 0 0,1 0 1 0 0,-1-1-1 0 0,1 1 1 0 0,-1 0 0 0 0,1 0-1 0 0,-1 0 1 0 0,1 0 0 0 0,0 0-1 0 0,-1 0 1 0 0,1 0-1 0 0,-1 0 1 0 0,1 0 0 0 0,-1 0-1 0 0,1 0 1 0 0,0 0 0 0 0,27-3 543 0 0,-23 3-428 0 0,116-6 1374 0 0,141-17-979 0 0,-253 22-783 0 0,43-10-2 0 0,-22-3-3450 0 0,-26 10 1942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6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5529 0 0,'-2'0'118'0'0,"1"0"1"0"0,-1 1-1 0 0,1-1 0 0 0,-1 1 0 0 0,1-1 1 0 0,-1 1-1 0 0,1-1 0 0 0,0 1 0 0 0,-1 0 0 0 0,1 0 1 0 0,0-1-1 0 0,0 1 0 0 0,-1 0 0 0 0,1 0 0 0 0,0 0 1 0 0,0 0-1 0 0,0 1 0 0 0,0-1 0 0 0,0 0 1 0 0,1 0-1 0 0,-1 1 0 0 0,0-1 0 0 0,0 0 0 0 0,1 1 1 0 0,-1-1-1 0 0,1 1 0 0 0,-1-1 0 0 0,1 1 1 0 0,0-1-1 0 0,0 1 0 0 0,-1-1 0 0 0,1 1 0 0 0,0 1 1 0 0,0 1 514 0 0,-26 176 5817 0 0,16 94-5566 0 0,11-251-1688 0 0,1-13 303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7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13363 0 0,'-1'8'384'0'0,"-1"0"-1"0"0,1 0 1 0 0,0 0-1 0 0,1 0 1 0 0,0 0 0 0 0,2 11-1 0 0,-1 8 269 0 0,3 396 3688 0 0,-7-405-4103 0 0,3-16-255 0 0,-1 1-1 0 0,1-1 1 0 0,-1 1 0 0 0,1-1-1 0 0,0 1 1 0 0,0 0 0 0 0,0-1-1 0 0,0 1 1 0 0,1-1 0 0 0,0 4-1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7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 15411 0 0,'-4'-3'680'0'0,"1"3"145"0"0,0 0-665 0 0,2 0-160 0 0,1 1-160 0 0,0 1-64 0 0,1 2-8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7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17484 0 0,'0'0'41'0'0,"0"0"1"0"0,-1 0-1 0 0,1-1 0 0 0,-1 1 1 0 0,1 0-1 0 0,0 0 1 0 0,-1 0-1 0 0,1 0 0 0 0,-1 0 1 0 0,1 0-1 0 0,0 0 1 0 0,-1 1-1 0 0,1-1 1 0 0,0 0-1 0 0,-1 0 0 0 0,1 0 1 0 0,0 0-1 0 0,-1 0 1 0 0,1 0-1 0 0,-1 1 0 0 0,1-1 1 0 0,0 0-1 0 0,0 0 1 0 0,-1 1-1 0 0,1-1 0 0 0,0 0 1 0 0,-1 0-1 0 0,1 1 1 0 0,0-1-1 0 0,0 0 1 0 0,0 1-1 0 0,-1-1 0 0 0,1 0 1 0 0,0 1-1 0 0,0-1 1 0 0,0 0-1 0 0,0 1 0 0 0,0-1 1 0 0,-1 1-1 0 0,1-1 1 0 0,0 0-1 0 0,0 1 0 0 0,0-1 1 0 0,0 1-1 0 0,0-1 1 0 0,0 0-1 0 0,0 1 1 0 0,1-1-1 0 0,-1 0 0 0 0,0 1 1 0 0,0-1-1 0 0,0 1 1 0 0,0-1-1 0 0,0 0 0 0 0,1 1 1 0 0,0 8 215 0 0,-1-2-129 0 0,7 273 3448 0 0,-8-257-3287 0 0,-2 114 903 0 0,4-110-1207 0 0,1 0 0 0 0,1 0 0 0 0,7 26 0 0 0,-7-43-612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7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19788 0 0,'0'0'51'0'0,"0"0"0"0"0,0-1 0 0 0,0 1-1 0 0,0 0 1 0 0,0 0 0 0 0,0-1 0 0 0,0 1 0 0 0,0 0 0 0 0,0 0-1 0 0,0-1 1 0 0,0 1 0 0 0,0 0 0 0 0,0 0 0 0 0,0 0-1 0 0,0-1 1 0 0,1 1 0 0 0,-1 0 0 0 0,0 0 0 0 0,0-1 0 0 0,0 1-1 0 0,0 0 1 0 0,0 0 0 0 0,0 0 0 0 0,1 0 0 0 0,-1-1-1 0 0,0 1 1 0 0,0 0 0 0 0,0 0 0 0 0,0 0 0 0 0,1 0-1 0 0,-1 0 1 0 0,0-1 0 0 0,0 1 0 0 0,0 0 0 0 0,1 0 0 0 0,-1 0-1 0 0,15-2 539 0 0,23 4-782 0 0,-30-2 380 0 0,241 30-22 0 0,-240-28-171 0 0,-1-1-353 0 0,1 0-1 0 0,0 0 1 0 0,0 0-1 0 0,0-1 1 0 0,0-1-1 0 0,10-1 1 0 0,-13 1-867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8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11522 0 0,'-1'1'116'0'0,"-1"0"-1"0"0,1 1 0 0 0,-1-1 0 0 0,1 0 1 0 0,-1 1-1 0 0,1 0 0 0 0,0-1 0 0 0,0 1 1 0 0,0 0-1 0 0,0-1 0 0 0,0 1 0 0 0,0 0 0 0 0,0 0 1 0 0,1 0-1 0 0,-1 0 0 0 0,0 2 0 0 0,-1 36 2495 0 0,1-17-1297 0 0,-25 277 3446 0 0,23-268-4370 0 0,-2 15-218 0 0,1-1 1 0 0,4 60-1 0 0,2-97-1737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8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9 13363 0 0,'-5'-3'579'0'0,"-6"-2"21"0"0,11 5-491 0 0,0 0-1 0 0,0 0 1 0 0,-1 0-1 0 0,1 1 1 0 0,0-1-1 0 0,0 0 1 0 0,-1 0-1 0 0,1 0 1 0 0,0 1 0 0 0,0-1-1 0 0,0 0 1 0 0,0 1-1 0 0,0-1 1 0 0,-1 0-1 0 0,1 0 1 0 0,0 1-1 0 0,0-1 1 0 0,0 0 0 0 0,0 1-1 0 0,0-1 1 0 0,0 0-1 0 0,0 1 1 0 0,0-1-1 0 0,0 0 1 0 0,0 0 0 0 0,0 1-1 0 0,0-1 1 0 0,0 0-1 0 0,0 1 1 0 0,0-1-1 0 0,0 0 1 0 0,0 1-1 0 0,1-1 1 0 0,-1 0 0 0 0,0 0-1 0 0,0 1 1 0 0,5 28 1130 0 0,-2 1 0 0 0,-1-1 1 0 0,-3 33-1 0 0,-13 88-1862 0 0,9-101 1140 0 0,1-9-336 0 0,3 1-1 0 0,3 47 1 0 0,0-75-280 0 0,-2-12-45 0 0,0-1 1 0 0,0 0-1 0 0,0 1 0 0 0,0-1 1 0 0,0 1-1 0 0,1-1 0 0 0,-1 0 1 0 0,0 1-1 0 0,0-1 0 0 0,0 0 0 0 0,0 1 1 0 0,1-1-1 0 0,-1 0 0 0 0,0 0 1 0 0,0 1-1 0 0,1-1 0 0 0,-1 0 1 0 0,0 0-1 0 0,0 1 0 0 0,1-1 1 0 0,-1 0-1 0 0,0 0 0 0 0,1 0 1 0 0,-1 1-1 0 0,0-1 0 0 0,1 0 1 0 0,-1 0-1 0 0,0 0 0 0 0,1 0 0 0 0,-1 0 1 0 0,0 0-1 0 0,1 0 0 0 0,-1 0 1 0 0,1 0-1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8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 4609 0 0,'-6'-2'200'0'0,"2"2"48"0"0,-4 7 6722 0 0,8-1-3066 0 0,-2 2 17 0 0,4 2-3921 0 0,-1-1-672 0 0,2 2-192 0 0,-1 0-6554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8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47 114 14283 0 0,'-1'3'323'0'0,"0"1"1"0"0,0-1-1 0 0,0 0 0 0 0,0 1 1 0 0,0-1-1 0 0,1 1 0 0 0,0-1 1 0 0,0 1-1 0 0,0-1 0 0 0,0 1 0 0 0,0-1 1 0 0,1 4-1 0 0,0 10 198 0 0,-1-4-309 0 0,-2 23 309 0 0,6 48 0 0 0,-3-74-512 0 0,0 1-1 0 0,1-1 1 0 0,1 0 0 0 0,0 0 0 0 0,0 0-1 0 0,1 0 1 0 0,0-1 0 0 0,0 1 0 0 0,9 12-1 0 0,-11-19 51 0 0,0 0 0 0 0,0 0-1 0 0,0-1 1 0 0,1 1-1 0 0,-1-1 1 0 0,1 0-1 0 0,-1 1 1 0 0,1-1 0 0 0,0 0-1 0 0,-1-1 1 0 0,1 1-1 0 0,0 0 1 0 0,0-1 0 0 0,1 0-1 0 0,-1 0 1 0 0,0 0-1 0 0,0 0 1 0 0,1 0-1 0 0,-1 0 1 0 0,0-1 0 0 0,1 0-1 0 0,-1 0 1 0 0,0 0-1 0 0,1 0 1 0 0,-1 0-1 0 0,1-1 1 0 0,-1 1 0 0 0,0-1-1 0 0,0 0 1 0 0,1 0-1 0 0,-1 0 1 0 0,0 0 0 0 0,0-1-1 0 0,0 1 1 0 0,0-1-1 0 0,4-3 1 0 0,-2 2 93 0 0,1-1 1 0 0,-1-1-1 0 0,0 1 1 0 0,-1 0-1 0 0,1-1 1 0 0,-1 0-1 0 0,0 0 1 0 0,0-1-1 0 0,0 1 1 0 0,0-1-1 0 0,-1 0 1 0 0,0 0-1 0 0,-1 0 1 0 0,1 0-1 0 0,-1 0 1 0 0,0-1-1 0 0,-1 1 1 0 0,2-7-1 0 0,-3-7 4 0 0,-1 1 0 0 0,0 0 1 0 0,-1-1-1 0 0,-1 1 0 0 0,-1 0 0 0 0,-1 0 0 0 0,0 0 0 0 0,-2 1 0 0 0,0 0 0 0 0,-1 0 0 0 0,0 1 0 0 0,-14-20 0 0 0,16 28-179 0 0,-1 0-1 0 0,0 1 1 0 0,0-1 0 0 0,-1 2 0 0 0,-14-12-1 0 0,21 17-77 0 0,-1 1-1 0 0,0-1 1 0 0,0 1-1 0 0,0 0 1 0 0,0 0-1 0 0,0 0 1 0 0,0 0-1 0 0,0 0 1 0 0,-1 0 0 0 0,1 1-1 0 0,0-1 1 0 0,0 1-1 0 0,-1 0 1 0 0,1-1-1 0 0,0 1 1 0 0,0 0-1 0 0,-1 0 1 0 0,1 0-1 0 0,0 1 1 0 0,-1-1-1 0 0,1 0 1 0 0,0 1-1 0 0,0 0 1 0 0,0-1-1 0 0,-1 1 1 0 0,1 0-1 0 0,0 0 1 0 0,0 0-1 0 0,0 0 1 0 0,0 1-1 0 0,1-1 1 0 0,-4 4-1 0 0,-5 5-1300 0 0,2 0 0 0 0,-12 17-1 0 0,18-23 1163 0 0,-22 31-2054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9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17 13827 0 0,'-5'-4'-150'0'0,"-5"-5"3926"0"0,11 6-1421 0 0,7 2-853 0 0,142 9-1351 0 0,-125-4-383 0 0,1 0 0 0 0,-1 2 0 0 0,45 15-1 0 0,-61-15-1883 0 0,-7-4 63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5985 0 0,'-11'3'-277'0'0,"1"5"7170"0"0,10 5 779 0 0,5 0-6563 0 0,-1-7-1058 0 0,0 1 0 0 0,1 0 1 0 0,-1-1-1 0 0,2 0 0 0 0,-1 0 0 0 0,0-1 1 0 0,1 1-1 0 0,0-1 0 0 0,0 0 1 0 0,1-1-1 0 0,-1 0 0 0 0,1 0 0 0 0,0 0 1 0 0,0-1-1 0 0,0 0 0 0 0,1 0 0 0 0,-1-1 1 0 0,1 1-1 0 0,-1-2 0 0 0,15 2 0 0 0,-7-1-294 0 0,0-1-1 0 0,-1-1 1 0 0,1 0-1 0 0,0-2 0 0 0,-1 1 1 0 0,1-2-1 0 0,-1 0 1 0 0,0 0-1 0 0,1-1 0 0 0,17-9 1 0 0,3-5-6893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30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24 3681 0 0,'0'-1'-1236'0'0,"-9"-19"15765"0"0,15 18-12968 0 0,-5 2-1251 0 0,0 1 1 0 0,-1 0 0 0 0,1 0-1 0 0,0 0 1 0 0,0 0 0 0 0,0 0 0 0 0,-1 0-1 0 0,1 0 1 0 0,0 0 0 0 0,-1 0 0 0 0,1 0-1 0 0,-1 0 1 0 0,1 0 0 0 0,-1 0-1 0 0,1 1 1 0 0,-1-1 0 0 0,0 1 0 0 0,1 0-667 0 0,1 7 564 0 0,0 0 1 0 0,0-1-1 0 0,-1 1 1 0 0,0 0 0 0 0,-1 0-1 0 0,0 11 1 0 0,0 6 124 0 0,-10 526 676 0 0,8-512-958 0 0,1-8 118 0 0,-8 48 0 0 0,9-80-161 0 0,0 0-1 0 0,0 0 1 0 0,0 1-1 0 0,0-1 1 0 0,0 0 0 0 0,0 0-1 0 0,0 1 1 0 0,-1-1-1 0 0,1 0 1 0 0,0 1 0 0 0,0-1-1 0 0,0 0 1 0 0,1 1-1 0 0,-1-1 1 0 0,0 0 0 0 0,0 0-1 0 0,0 1 1 0 0,0-1-1 0 0,0 0 1 0 0,0 1 0 0 0,0-1-1 0 0,0 0 1 0 0,1 0-1 0 0,-1 1 1 0 0,0-1 0 0 0,0 0-1 0 0,0 0 1 0 0,1 0-1 0 0,-1 1 1 0 0,0-1 0 0 0,0 0-1 0 0,0 0 1 0 0,1 0-1 0 0,-1 1 1 0 0,0-1 0 0 0,1 0-1 0 0,-1 0 1 0 0,0 0-1 0 0,0 0 1 0 0,1 0 0 0 0,-1 0-1 0 0,0 0 1 0 0,1 0-1 0 0,-1 0 1 0 0,1 0 0 0 0,-1 0-133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36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72 1840 0 0,'2'-8'-72'0'0,"1"-5"3702"0"0,0 0 1 0 0,3-24-1 0 0,-11 130 2170 0 0,0-46-5336 0 0,-3-1 1 0 0,-22 79-1 0 0,23-105-361 0 0,2 1-1 0 0,0 0 1 0 0,1 0-1 0 0,-2 37 0 0 0,4-45-182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37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6913 0 0,'0'0'145'0'0,"0"0"0"0"0,0 0 0 0 0,0-1-1 0 0,0 1 1 0 0,0 0 0 0 0,0-1-1 0 0,0 1 1 0 0,0 0 0 0 0,0-1-1 0 0,0 1 1 0 0,0 0 0 0 0,0-1-1 0 0,0 1 1 0 0,0 0 0 0 0,1 0 0 0 0,-1-1-1 0 0,0 1 1 0 0,0 0 0 0 0,0-1-1 0 0,0 1 1 0 0,0 0 0 0 0,1 0-1 0 0,-1-1 1 0 0,0 1 0 0 0,0 0 0 0 0,0 0-1 0 0,1 0 1 0 0,-1-1 0 0 0,0 1-1 0 0,0 0 1 0 0,1 0 0 0 0,-1 0-1 0 0,0 0 1 0 0,1-1 0 0 0,-1 1-1 0 0,18-3 1996 0 0,31 4-1809 0 0,-33-1 455 0 0,197-8 2343 0 0,-132 10-2955 0 0,-55 0-56 0 0,1-1 0 0 0,35-4 0 0 0,-21-1 86 0 0,-1 3 0 0 0,54 5 0 0 0,2-1-74 0 0,419 16 1068 0 0,-257-13-843 0 0,94 9 649 0 0,-307-10-937 0 0,340 34 538 0 0,2-21-188 0 0,286-7 420 0 0,-278-3-449 0 0,-331-6-424 0 0,36 4 148 0 0,-64-2-49 0 0,1-1-1 0 0,0-3 1 0 0,0-1-1 0 0,48-7 0 0 0,-84 8-93 0 0,26-7 133 0 0,-28 7-110 0 0,1 0 1 0 0,0 0-1 0 0,-1 0 0 0 0,1-1 1 0 0,0 1-1 0 0,0 0 0 0 0,-1 0 1 0 0,1 0-1 0 0,0 0 0 0 0,0 0 1 0 0,-1-1-1 0 0,1 1 0 0 0,0 0 1 0 0,0 0-1 0 0,0 0 0 0 0,-1-1 1 0 0,1 1-1 0 0,0 0 1 0 0,0 0-1 0 0,0-1 0 0 0,0 1 1 0 0,-1 0-1 0 0,1 0 0 0 0,0-1 1 0 0,0 1-1 0 0,0 0 0 0 0,0 0 1 0 0,0-1-1 0 0,0 1 0 0 0,0 0 1 0 0,0-1-1 0 0,0 1 1 0 0,0 0-1 0 0,0 0 0 0 0,0-1 1 0 0,0 1-1 0 0,0 0 0 0 0,0-1 1 0 0,0 1-1 0 0,0 0 0 0 0,0 0 1 0 0,0-1-1 0 0,1 1 0 0 0,-1 0 1 0 0,0 0-1 0 0,0-1 1 0 0,0 1-1 0 0,0 0 0 0 0,1 0 1 0 0,-1-1-1 0 0,0 1 0 0 0,0 0 1 0 0,0 0-1 0 0,1 0 0 0 0,-1-1 1 0 0,0 1-1 0 0,0 0 0 0 0,1 0 1 0 0,-1 0-1 0 0,0 0 0 0 0,1 0 1 0 0,-1 0-1 0 0,0 0 1 0 0,0 0-1 0 0,1 0 0 0 0,-1-1 1 0 0,1 1-1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03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6 9674 0 0,'0'0'71'0'0,"0"0"0"0"0,0 0 0 0 0,0-1 0 0 0,0 1 1 0 0,0 0-1 0 0,0 0 0 0 0,0-1 0 0 0,0 1 0 0 0,0 0 0 0 0,-1 0 0 0 0,1 0 0 0 0,0-1 0 0 0,0 1 0 0 0,0 0 1 0 0,0 0-1 0 0,-1 0 0 0 0,1-1 0 0 0,0 1 0 0 0,0 0 0 0 0,0 0 0 0 0,-1 0 0 0 0,1 0 0 0 0,0 0 0 0 0,0-1 1 0 0,0 1-1 0 0,-1 0 0 0 0,1 0 0 0 0,0 0 0 0 0,0 0 0 0 0,-1 0 0 0 0,1 0 0 0 0,0 0 0 0 0,0 0 0 0 0,-1 0 1 0 0,1 0-1 0 0,0 0 0 0 0,0 0 0 0 0,-1 0 0 0 0,1 0 0 0 0,0 0 0 0 0,0 0 0 0 0,-1 0 0 0 0,1 1 0 0 0,-6 12 1922 0 0,5-10-2274 0 0,-5 21 804 0 0,1 0 0 0 0,-3 46 0 0 0,2-9 107 0 0,-8 30 75 0 0,-15 129 479 0 0,25-166-1472 0 0,2-1 0 0 0,5 62 0 0 0,1-81-4098 0 0,-4-31 2741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03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14283 0 0,'14'29'523'0'0,"-6"-14"-523"0"0,116 294 2194 0 0,-24 10 115 0 0,-81-255-2022 0 0,-15-49-109 0 0,0 1 0 0 0,4 28 0 0 0,-10-5-1235 0 0,2-35 427 0 0,-1 0 0 0 0,0-1 0 0 0,0 1 0 0 0,-1-1-1 0 0,1 0 1 0 0,-1 1 0 0 0,1-1 0 0 0,-3 3 0 0 0,-4 3-5138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03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13363 0 0,'3'-1'349'0'0,"0"0"0"0"0,0 0 0 0 0,0 0 1 0 0,0 1-1 0 0,0-1 0 0 0,1 1 0 0 0,-1 0 0 0 0,5 0 0 0 0,7-2-108 0 0,25-7 456 0 0,-24 5-302 0 0,0 1-1 0 0,22-3 1 0 0,-2 3-2673 0 0,-29 4-3653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04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14747 0 0,'0'-1'166'0'0,"0"0"-1"0"0,1 0 1 0 0,-1 0 0 0 0,1 0 0 0 0,-1 0-1 0 0,1 0 1 0 0,-1 1 0 0 0,1-1-1 0 0,0 0 1 0 0,0 0 0 0 0,-1 0-1 0 0,1 1 1 0 0,0-1 0 0 0,0 0-1 0 0,0 1 1 0 0,0-1 0 0 0,0 1-1 0 0,-1-1 1 0 0,1 1 0 0 0,0-1-1 0 0,0 1 1 0 0,0 0 0 0 0,1-1-1 0 0,0 1 1 0 0,32-12 270 0 0,-32 11-453 0 0,18-5 185 0 0,0 1-1 0 0,27-3 0 0 0,-39 7-468 0 0,1 0 0 0 0,-1 1 0 0 0,0 1 0 0 0,14 1 0 0 0,-18-1-386 0 0,0 0 1 0 0,0 0 0 0 0,0 0 0 0 0,-1 1 0 0 0,1-1 0 0 0,4 4 0 0 0,1 1-5118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04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19556 0 0,'0'0'91'0'0,"0"-1"1"0"0,0 1-1 0 0,0-1 0 0 0,1 1 0 0 0,-1-1 0 0 0,0 1 1 0 0,0-1-1 0 0,0 1 0 0 0,1-1 0 0 0,-1 1 1 0 0,0 0-1 0 0,1-1 0 0 0,-1 1 0 0 0,0-1 0 0 0,1 1 1 0 0,-1 0-1 0 0,0-1 0 0 0,1 1 0 0 0,-1 0 1 0 0,1 0-1 0 0,-1-1 0 0 0,1 1 0 0 0,-1 0 0 0 0,1 0 1 0 0,-1 0-1 0 0,1-1 0 0 0,-1 1 0 0 0,1 0 0 0 0,-1 0 1 0 0,1 0-1 0 0,0 0 0 0 0,29-10 338 0 0,-21 7-188 0 0,23-10-106 0 0,31-9 403 0 0,-21 13-4508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01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4 108 8754 0 0,'-1'-1'104'0'0,"1"0"0"0"0,0 1 0 0 0,-1-1 0 0 0,1 1 0 0 0,0-1-1 0 0,-1 0 1 0 0,1 1 0 0 0,0-1 0 0 0,0 1 0 0 0,0-1 0 0 0,0 0 0 0 0,0 1 0 0 0,0-1 0 0 0,0 0 0 0 0,0 1 0 0 0,0-1 0 0 0,0 0 0 0 0,0 1 0 0 0,0-1 0 0 0,0 0-1 0 0,1 1 1 0 0,-1-1 0 0 0,0 1 0 0 0,0-1 0 0 0,1 0 0 0 0,-1 1 0 0 0,1-1 0 0 0,17-5 2650 0 0,-7 3-3253 0 0,100-29 1231 0 0,-70 18-598 0 0,1 2-1 0 0,52-8 0 0 0,-91 20-165 0 0,1-1-44 0 0,1 0 1 0 0,0 1 0 0 0,0-1 0 0 0,0 1 0 0 0,0 0 0 0 0,0 1 0 0 0,0-1 0 0 0,0 1 0 0 0,0 0-1 0 0,5 2 1 0 0,-6-1-410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02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7370 0 0,'-5'113'2908'0'0,"1"-62"-1941"0"0,-7 57 1532 0 0,5-61-1102 0 0,0 71-1 0 0,22 116-448 0 0,-3-59-709 0 0,-7 377 342 0 0,-9-476-467 0 0,0 131 226 0 0,5-96-34 0 0,5 79-148 0 0,2-113-137 0 0,10 103 11 0 0,-11-82 17 0 0,4 157 158 0 0,-15-179-183 0 0,-1 160 134 0 0,4-19-18 0 0,0 3-14 0 0,3-170-111 0 0,1 68 89 0 0,-5-99-83 0 0,0 1 0 0 0,-1 0 0 0 0,-9 36 0 0 0,5-31-3 0 0,2 1 0 0 0,1 1 0 0 0,1-1 0 0 0,1 1 0 0 0,1-1-1 0 0,7 49 1 0 0,2-25 29 0 0,-5-34-18 0 0,-1 0 0 0 0,-1 0 0 0 0,-1 0 0 0 0,0 25 0 0 0,-2-24-34 0 0,1-12 21 0 0,0-1 0 0 0,0 0 0 0 0,0 1 0 0 0,-1-1 0 0 0,0 0 0 0 0,0 1 0 0 0,0-1 0 0 0,-2 5 0 0 0,3-9 3 0 0,-1 0 0 0 0,1 0 0 0 0,0 1 0 0 0,0-1-1 0 0,0 0 1 0 0,0 0 0 0 0,0 0 0 0 0,0 1 0 0 0,0-1 0 0 0,0 0 0 0 0,0 0 0 0 0,0 0-1 0 0,-1 0 1 0 0,1 1 0 0 0,0-1 0 0 0,0 0 0 0 0,0 0 0 0 0,0 0 0 0 0,0 1 0 0 0,0-1-1 0 0,1 0 1 0 0,-1 0 0 0 0,0 0 0 0 0,0 1 0 0 0,0-1 0 0 0,0 0 0 0 0,0 0 0 0 0,0 0-1 0 0,0 1 1 0 0,0-1 0 0 0,0 0 0 0 0,0 0 0 0 0,1 0 0 0 0,-1 0 0 0 0,0 0 0 0 0,0 1-1 0 0,0-1 1 0 0,0 0 0 0 0,0 0 0 0 0,1 0 0 0 0,-1 0 0 0 0,0 0 0 0 0,0 0 0 0 0,0 0 0 0 0,1 1-1 0 0,13-2 113 0 0,16-7-139 0 0,130-63-97 0 0,-65 29-1935 0 0,-70 31-2778 0 0,-6 3-1503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05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49 14027 0 0,'-3'-3'177'0'0,"-8"-9"1672"0"0,11 12-1815 0 0,0 0 0 0 0,0-1 1 0 0,0 1-1 0 0,0-1 0 0 0,0 1 1 0 0,0-1-1 0 0,1 1 1 0 0,-1-1-1 0 0,0 1 0 0 0,0 0 1 0 0,1-1-1 0 0,-1 1 1 0 0,0 0-1 0 0,0-1 0 0 0,1 1 1 0 0,-1 0-1 0 0,1-1 0 0 0,-1 1 1 0 0,0 0-1 0 0,1-1 1 0 0,-1 1-1 0 0,1 0 0 0 0,-1 0 1 0 0,0 0-1 0 0,1 0 1 0 0,-1-1-1 0 0,1 1 0 0 0,-1 0 1 0 0,1 0-1 0 0,-1 0 0 0 0,1 0 1 0 0,-1 0-1 0 0,0 0 1 0 0,1 0-1 0 0,0 0 0 0 0,17-3 97 0 0,0 1-1 0 0,0 0 1 0 0,26 2-1 0 0,6-1-106 0 0,13-7 135 0 0,-45 5 14 0 0,-1 0 1 0 0,0 2 0 0 0,32 0-1 0 0,-49 1-131 0 0,1 0 0 0 0,0 0-1 0 0,0-1 1 0 0,0 1 0 0 0,0 1 0 0 0,0-1-1 0 0,0 0 1 0 0,0 0 0 0 0,0 0-1 0 0,-1 0 1 0 0,1 1 0 0 0,0-1 0 0 0,0 0-1 0 0,0 1 1 0 0,0-1 0 0 0,-1 1-1 0 0,1-1 1 0 0,0 1 0 0 0,0-1 0 0 0,-1 1-1 0 0,1-1 1 0 0,0 1 0 0 0,-1 0-1 0 0,1 0 1 0 0,-1-1 0 0 0,1 1 0 0 0,-1 0-1 0 0,1 0 1 0 0,-1-1 0 0 0,1 1-1 0 0,-1 0 1 0 0,0 0 0 0 0,0 0 0 0 0,1 1-1 0 0,-2 1 147 0 0,1 1-1 0 0,-1-1 0 0 0,0 0 1 0 0,0 0-1 0 0,0 1 1 0 0,0-1-1 0 0,-3 5 0 0 0,-6 17 210 0 0,-8 61 48 0 0,3 1 0 0 0,-4 137 0 0 0,-14 584-356 0 0,38-254 367 0 0,5-188-534 0 0,-2-38 185 0 0,-5 26-86 0 0,2 32-111 0 0,-4-369 101 0 0,11 265 93 0 0,-9-204-46 0 0,-1-45-17 0 0,-2-1 0 0 0,-6 62 0 0 0,6-93-29 0 0,0 0 0 0 0,0 1 0 0 0,0-1 0 0 0,-1 0-1 0 0,1 0 1 0 0,0 0 0 0 0,-1 1 0 0 0,1-1 0 0 0,-1 0 0 0 0,1 0-1 0 0,-1 0 1 0 0,0 0 0 0 0,1 0 0 0 0,-1 0 0 0 0,0 0 0 0 0,0 0-1 0 0,0 0 1 0 0,0 0 0 0 0,0-1 0 0 0,0 1 0 0 0,0 0 0 0 0,0-1-1 0 0,0 1 1 0 0,0 0 0 0 0,0-1 0 0 0,0 1 0 0 0,-1-1 0 0 0,1 0-1 0 0,0 1 1 0 0,0-1 0 0 0,0 0 0 0 0,-1 0 0 0 0,1 0 0 0 0,0 0-1 0 0,0 0 1 0 0,-1 0 0 0 0,1 0 0 0 0,0 0 0 0 0,0 0 0 0 0,-2-1 0 0 0,-6-1 137 0 0,0-1 1 0 0,0 0 0 0 0,0-1-1 0 0,-13-7 1 0 0,4 3-16 0 0,-57-19 311 0 0,46 17-834 0 0,-50-23 1 0 0,72 29-420 0 0,1-1-36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5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58 166 14027 0 0,'-1'0'92'0'0,"-1"0"0"0"0,1 0 0 0 0,0-1 1 0 0,0 1-1 0 0,-1 0 0 0 0,1 0 0 0 0,0 0 0 0 0,0 1 0 0 0,-1-1 1 0 0,1 0-1 0 0,0 0 0 0 0,0 1 0 0 0,-1-1 0 0 0,1 0 0 0 0,0 1 1 0 0,0-1-1 0 0,0 1 0 0 0,0 0 0 0 0,-2 1 0 0 0,1 0-50 0 0,1 0 0 0 0,-1 0 0 0 0,1 0 0 0 0,-1 0-1 0 0,1 0 1 0 0,0 1 0 0 0,0-1 0 0 0,0 1 0 0 0,-1 3 0 0 0,-3 10 34 0 0,1 0 0 0 0,1 1-1 0 0,0 0 1 0 0,2 0 0 0 0,-1 0 0 0 0,3 26 0 0 0,-1-32-9 0 0,2 0 0 0 0,-1 0-1 0 0,1 0 1 0 0,1 0 0 0 0,0 0 0 0 0,0-1 0 0 0,1 1 0 0 0,0-1 0 0 0,1 0 0 0 0,12 19 0 0 0,-15-26-28 0 0,1 1 1 0 0,0-1 0 0 0,0 1 0 0 0,0-1-1 0 0,0 0 1 0 0,1-1 0 0 0,-1 1 0 0 0,1 0-1 0 0,0-1 1 0 0,0 0 0 0 0,-1 0-1 0 0,1 0 1 0 0,1 0 0 0 0,-1-1 0 0 0,0 0-1 0 0,7 2 1 0 0,-5-3 20 0 0,0 0-1 0 0,0 0 1 0 0,0 0-1 0 0,-1 0 1 0 0,1-1 0 0 0,0 0-1 0 0,-1-1 1 0 0,1 1 0 0 0,0-1-1 0 0,-1 0 1 0 0,8-4-1 0 0,-2 0 62 0 0,-1 0-1 0 0,1-1 0 0 0,-1 0 0 0 0,0-1 0 0 0,-1 0 0 0 0,0-1 1 0 0,0 0-1 0 0,-1 0 0 0 0,0-1 0 0 0,0 0 0 0 0,6-12 0 0 0,-8 12-43 0 0,-1 0 1 0 0,0 0-1 0 0,-1-1 0 0 0,0 0 0 0 0,-1 1 0 0 0,0-2 0 0 0,-1 1 0 0 0,0 0 0 0 0,0 0 0 0 0,-1-1 1 0 0,-1 1-1 0 0,0-1 0 0 0,-1 1 0 0 0,0 0 0 0 0,0-1 0 0 0,-1 1 0 0 0,-1 0 0 0 0,0 0 0 0 0,0 0 0 0 0,-1 0 1 0 0,-1 1-1 0 0,0-1 0 0 0,0 1 0 0 0,-1 0 0 0 0,0 1 0 0 0,-1-1 0 0 0,0 1 0 0 0,0 1 0 0 0,-1-1 1 0 0,0 1-1 0 0,0 1 0 0 0,-12-9 0 0 0,11 9-37 0 0,0 1 0 0 0,0 0 0 0 0,-1 1 1 0 0,0 0-1 0 0,1 1 0 0 0,-16-5 0 0 0,22 8-60 0 0,0 0 1 0 0,0 1-1 0 0,0-1 0 0 0,0 1 0 0 0,0 0 0 0 0,0 0 1 0 0,0 0-1 0 0,0 0 0 0 0,0 0 0 0 0,0 1 0 0 0,0-1 1 0 0,0 1-1 0 0,0 0 0 0 0,0 0 0 0 0,0 0 0 0 0,0 0 0 0 0,0 1 1 0 0,1-1-1 0 0,-1 1 0 0 0,1 0 0 0 0,-1-1 0 0 0,1 1 1 0 0,-1 0-1 0 0,1 0 0 0 0,0 1 0 0 0,0-1 0 0 0,-2 3 1 0 0,-8 15-1474 0 0,4 3-3508 0 0,2 6-1955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6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59 10594 0 0,'-2'0'141'0'0,"0"-1"0"0"0,-1 1 0 0 0,1 0 1 0 0,0 0-1 0 0,0 0 0 0 0,-1 0 0 0 0,1 0 0 0 0,0 0 0 0 0,0 1 0 0 0,-1-1 0 0 0,1 1 0 0 0,0-1 0 0 0,0 1 0 0 0,-2 1 0 0 0,0 1 154 0 0,0 0 0 0 0,1 0 0 0 0,0 0-1 0 0,0 0 1 0 0,0 1 0 0 0,-3 3 0 0 0,4-4-253 0 0,-14 19 362 0 0,0 1 0 0 0,2 1-1 0 0,0 0 1 0 0,2 1-1 0 0,1 0 1 0 0,1 1-1 0 0,1 0 1 0 0,1 1-1 0 0,-8 52 1 0 0,15-76-294 0 0,1 0 0 0 0,-1 0 0 0 0,1 0 0 0 0,0 0 0 0 0,0 0 0 0 0,1 0 0 0 0,-1 0 0 0 0,0 0 0 0 0,1 0 1 0 0,0 0-1 0 0,0 0 0 0 0,0 0 0 0 0,0 0 0 0 0,0 0 0 0 0,1 0 0 0 0,-1-1 0 0 0,1 1 0 0 0,0-1 0 0 0,0 1 0 0 0,0-1 0 0 0,3 4 0 0 0,-2-4-40 0 0,0 0 0 0 0,0 0 0 0 0,0-1 0 0 0,1 1 0 0 0,-1-1 0 0 0,0 0 0 0 0,0 0-1 0 0,1 0 1 0 0,-1 0 0 0 0,1-1 0 0 0,-1 0 0 0 0,1 1 0 0 0,-1-1 0 0 0,1 0 0 0 0,-1 0 0 0 0,1-1 0 0 0,-1 1 0 0 0,0-1 0 0 0,4-1 0 0 0,6-2-20 0 0,-1 0 0 0 0,0-1 1 0 0,0 0-1 0 0,0-1 1 0 0,-1-1-1 0 0,0 0 1 0 0,0 0-1 0 0,-1-1 1 0 0,0-1-1 0 0,0 1 0 0 0,-1-1 1 0 0,13-16-1 0 0,-12 12 23 0 0,0-1-1 0 0,0 0 0 0 0,-2 0 0 0 0,0-1 0 0 0,0 0 0 0 0,-1 0 1 0 0,-1-1-1 0 0,-1 0 0 0 0,5-21 0 0 0,-8 26 24 0 0,-1 1-1 0 0,-1-1 0 0 0,1 1 1 0 0,-2-1-1 0 0,1 1 1 0 0,-2-1-1 0 0,1 1 0 0 0,-6-16 1 0 0,6 20-47 0 0,0 1 1 0 0,-1 0 0 0 0,0 0 0 0 0,-1 0-1 0 0,1 0 1 0 0,-1 1 0 0 0,0-1-1 0 0,0 1 1 0 0,0-1 0 0 0,0 1-1 0 0,-1 0 1 0 0,0 0 0 0 0,0 1 0 0 0,0-1-1 0 0,0 1 1 0 0,0 0 0 0 0,-1 0-1 0 0,-6-3 1 0 0,8 5-68 0 0,0 0 1 0 0,0 1-1 0 0,0-1 0 0 0,0 1 0 0 0,0 0 1 0 0,0 0-1 0 0,0 0 0 0 0,0 0 0 0 0,0 1 1 0 0,0-1-1 0 0,0 1 0 0 0,0 0 0 0 0,0 0 1 0 0,0 0-1 0 0,0 0 0 0 0,0 0 1 0 0,0 0-1 0 0,1 1 0 0 0,-1 0 0 0 0,1-1 1 0 0,-1 1-1 0 0,1 0 0 0 0,-4 4 0 0 0,-3 2-541 0 0,1 1 0 0 0,0 0 0 0 0,0 1 0 0 0,-11 17 1 0 0,-1 10-1662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6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16620 0 0,'2'19'1824'0'0,"18"136"1463"0"0,-16-105-2480 0 0,15 81 340 0 0,-18-128-2971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6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24421 0 0,'-10'27'2158'0'0,"3"20"-6156"0"0,3-16 3191 0 0,-11 48 729 0 0,4-26 697 0 0,3 0 0 0 0,-4 106 0 0 0,12-155-613 0 0,3 33 250 0 0,-3-35-282 0 0,0 0 0 0 0,0 0-1 0 0,1 0 1 0 0,-1 0 0 0 0,1-1 0 0 0,-1 1 0 0 0,1 0 0 0 0,0 0 0 0 0,0 0 0 0 0,-1-1 0 0 0,1 1-1 0 0,0-1 1 0 0,1 1 0 0 0,-1-1 0 0 0,2 3 0 0 0,-2-4-117 0 0,-1 1 1 0 0,1-1-1 0 0,0 0 0 0 0,-1 0 1 0 0,1 0-1 0 0,-1 0 0 0 0,1 0 0 0 0,-1 0 1 0 0,1 0-1 0 0,0 0 0 0 0,-1 0 1 0 0,1-1-1 0 0,-1 1 0 0 0,1 0 1 0 0,-1 0-1 0 0,1 0 0 0 0,-1-1 0 0 0,1 1 1 0 0,-1 0-1 0 0,1 0 0 0 0,-1-1 1 0 0,1 1-1 0 0,-1-1 0 0 0,0 1 1 0 0,1 0-1 0 0,-1-1 0 0 0,1 1 0 0 0,-1-1 1 0 0,0 1-1 0 0,0-1 0 0 0,1 1 1 0 0,-1-1-1 0 0,0 1 0 0 0,0-1 1 0 0,1 1-1 0 0,-1-2 0 0 0,5-9-6612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7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16187 0 0,'-2'1'120'0'0,"0"0"-1"0"0,0 1 0 0 0,0 0 1 0 0,1-1-1 0 0,-1 1 1 0 0,0 0-1 0 0,1 0 0 0 0,-1 0 1 0 0,1 0-1 0 0,-1 0 0 0 0,1 0 1 0 0,0 1-1 0 0,0-1 0 0 0,0 0 1 0 0,-1 4-1 0 0,-6 39-321 0 0,6-26 378 0 0,-17 99 472 0 0,-3 170 0 0 0,23-270-585 0 0,5 32 1 0 0,-3-33-635 0 0,1 32 0 0 0,-6-61-1900 0 0,2 3 1769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7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15 14403 0 0,'0'0'44'0'0,"-1"0"0"0"0,1-1 0 0 0,0 1-1 0 0,-1 0 1 0 0,1 0 0 0 0,0 0 0 0 0,-1 0 0 0 0,1-1 0 0 0,0 1-1 0 0,0 0 1 0 0,-1 0 0 0 0,1-1 0 0 0,0 1 0 0 0,0 0-1 0 0,-1 0 1 0 0,1-1 0 0 0,0 1 0 0 0,0 0 0 0 0,0-1 0 0 0,0 1-1 0 0,0 0 1 0 0,-1-1 0 0 0,1 1 0 0 0,0 0 0 0 0,0-1 0 0 0,0 1-1 0 0,0 0 1 0 0,0-1 0 0 0,0 1 0 0 0,0 0 0 0 0,0-1 0 0 0,0 1-1 0 0,0 0 1 0 0,0-1 0 0 0,0 1 0 0 0,1 0 0 0 0,-1-1-1 0 0,0 1 1 0 0,0 0 0 0 0,0-1 0 0 0,1 1 0 0 0,16-3 448 0 0,17 5-42 0 0,-1 2 1 0 0,1 2 0 0 0,44 12 0 0 0,-6-1 382 0 0,-59-15-679 0 0,9 2 248 0 0,0 2 0 0 0,29 10 0 0 0,-46-14-318 0 0,0 0 0 0 0,0 0 0 0 0,-1 0 0 0 0,1 1 1 0 0,0 0-1 0 0,-1 0 0 0 0,1 0 0 0 0,-1 1 0 0 0,0 0 0 0 0,0-1 0 0 0,-1 1 1 0 0,1 1-1 0 0,-1-1 0 0 0,0 0 0 0 0,4 8 0 0 0,-6-8-41 0 0,1-1 0 0 0,-1 1 0 0 0,-1 0 0 0 0,1 0 0 0 0,-1 0 0 0 0,1 0 0 0 0,-1-1 0 0 0,0 1 0 0 0,0 0 0 0 0,-1 0 0 0 0,1 0 0 0 0,-1 0 0 0 0,0-1 0 0 0,0 1 0 0 0,0 0 0 0 0,-1 0 0 0 0,1-1 0 0 0,-1 1 0 0 0,0-1 0 0 0,-2 4 0 0 0,-6 8 69 0 0,0-1-1 0 0,-1-1 1 0 0,-13 14-1 0 0,22-24-92 0 0,-60 59 301 0 0,-127 95-1 0 0,181-151-310 0 0,-30 22 82 0 0,36-27-86 0 0,0 0 1 0 0,0 1-1 0 0,0-1 0 0 0,-1 0 0 0 0,1 0 1 0 0,0-1-1 0 0,-1 1 0 0 0,1 0 0 0 0,0-1 1 0 0,-1 0-1 0 0,1 1 0 0 0,-1-1 0 0 0,1 0 1 0 0,0 0-1 0 0,-4-1 0 0 0,5 1-5 0 0,1 0 0 0 0,0 0 0 0 0,0 0 0 0 0,0 0 0 0 0,-1 0 0 0 0,1 0 0 0 0,0 0 0 0 0,0 0 0 0 0,-1 0 0 0 0,1 0 0 0 0,0 0 0 0 0,0 0 0 0 0,0 0 0 0 0,-1 0 0 0 0,1-1 0 0 0,0 1 0 0 0,0 0 0 0 0,0 0 0 0 0,-1 0 0 0 0,1 0 0 0 0,0 0 0 0 0,0-1 0 0 0,0 1 0 0 0,0 0 0 0 0,0 0 0 0 0,-1 0 0 0 0,1-1 0 0 0,0 1 0 0 0,0 0 0 0 0,0 0 0 0 0,0 0 0 0 0,0-1-1 0 0,0 1 1 0 0,0 0 0 0 0,0 0 0 0 0,0-1 0 0 0,0 1 0 0 0,0 0 0 0 0,0 0 0 0 0,0-1 0 0 0,8-7 2 0 0,13-2-17 0 0,-13 7-4 0 0,1 1 0 0 0,0 0 0 0 0,0 1 0 0 0,0 0 0 0 0,0 0 0 0 0,0 1 0 0 0,0 0 0 0 0,0 1 0 0 0,0 0 0 0 0,-1 0 0 0 0,10 3 0 0 0,16 6-12 0 0,47 18-1 0 0,-69-23 4 0 0,17 6 23 0 0,80 33-3 0 0,-90-36 12 0 0,-1 2 0 0 0,0 0 1 0 0,25 20-1 0 0,-40-28 19 0 0,-1 0 0 0 0,0 0 1 0 0,1 0-1 0 0,-1 1 0 0 0,0-1 0 0 0,-1 0 0 0 0,1 1 1 0 0,0-1-1 0 0,-1 1 0 0 0,1-1 0 0 0,-1 1 1 0 0,0 0-1 0 0,0 0 0 0 0,0 0 0 0 0,0-1 1 0 0,0 1-1 0 0,-1 0 0 0 0,1 5 0 0 0,-1-3 40 0 0,-1-1-1 0 0,1 1 0 0 0,-1-1 0 0 0,0 0 0 0 0,0 1 1 0 0,0-1-1 0 0,-1 0 0 0 0,0 0 0 0 0,0 1 0 0 0,0-1 1 0 0,-3 4-1 0 0,-3 4 123 0 0,-1-1-1 0 0,-1 0 1 0 0,1-1 0 0 0,-1 0 0 0 0,-1 0 0 0 0,-22 14 0 0 0,3-4-3 0 0,0-3 0 0 0,-46 21 0 0 0,58-31-111 0 0,0 0 1 0 0,-1-1 0 0 0,0-1 0 0 0,0-1-1 0 0,-37 3 1 0 0,50-7-269 0 0,0 0 0 0 0,0 0 0 0 0,0-1 0 0 0,0 0 0 0 0,0 0 0 0 0,1-1 0 0 0,-1 1 0 0 0,0-1 0 0 0,1-1 0 0 0,-1 1 0 0 0,1-1 0 0 0,-1 0 0 0 0,1 0 0 0 0,0 0 0 0 0,-5-5 0 0 0,6 5-124 0 0,1-1 0 0 0,0 1 0 0 0,-1 0 0 0 0,1-1 0 0 0,1 0 0 0 0,-1 0 0 0 0,1 1 0 0 0,-1-2 0 0 0,1 1 0 0 0,0 0 0 0 0,1 0 0 0 0,-1-1 0 0 0,1 1 0 0 0,0-1 0 0 0,0 1 0 0 0,0-1 0 0 0,0 1 0 0 0,1-1 0 0 0,0 0 0 0 0,0-5 0 0 0,6-20-7230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8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44 17308 0 0,'-13'-1'139'0'0,"-13"2"4110"0"0,40 1-3307 0 0,2 0-757 0 0,-1-2 1 0 0,0 1-1 0 0,0-2 0 0 0,0 0 1 0 0,16-4-1 0 0,71-21-719 0 0,-52 12-808 0 0,-50 14 1216 0 0,1-1-1 0 0,-1 1 1 0 0,0 0 0 0 0,1 0-1 0 0,-1 0 1 0 0,0 0 0 0 0,1-1 0 0 0,-1 1-1 0 0,1 0 1 0 0,-1 0 0 0 0,0 0-1 0 0,1 0 1 0 0,-1 0 0 0 0,1 0-1 0 0,-1 0 1 0 0,0 0 0 0 0,1 0-1 0 0,-1 0 1 0 0,1 0 0 0 0,-1 1-1 0 0,0-1 1 0 0,1 0 0 0 0,-1 0 0 0 0,0 0-1 0 0,1 0 1 0 0,-1 1 0 0 0,0-1-1 0 0,1 0 1 0 0,-1 0 0 0 0,0 0-1 0 0,1 1 1 0 0,-1-1 0 0 0,0 0-1 0 0,0 1 1 0 0,1-1 0 0 0,-1 0-1 0 0,0 1 1 0 0,0-1 0 0 0,1 0 0 0 0,-1 1-1 0 0,0 0 1 0 0,-2 5-1840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8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59 20220 0 0,'-15'1'2121'0'0,"19"1"-586"0"0,26 0-310 0 0,-2-5-1094 0 0,-1-2 0 0 0,52-15 0 0 0,-22 1-2366 0 0,-17 6-1756 0 0,-25 9-3186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8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6 137 10594 0 0,'0'0'160'0'0,"-1"-1"0"0"0,1 1 0 0 0,0 0 0 0 0,-1-1 0 0 0,1 1-1 0 0,0 0 1 0 0,-1-1 0 0 0,1 1 0 0 0,0-1 0 0 0,-1 1 0 0 0,1-1 0 0 0,0 1-1 0 0,0-1 1 0 0,0 1 0 0 0,-1-1 0 0 0,1 1 0 0 0,0-1 0 0 0,0 1 0 0 0,0-1-1 0 0,0 1 1 0 0,0-1 0 0 0,0 1 0 0 0,0-1 0 0 0,0 1 0 0 0,0-1 0 0 0,0 1 0 0 0,0-1-1 0 0,0 1 1 0 0,1-1 0 0 0,-1 1 0 0 0,0-2 0 0 0,9-6 4170 0 0,0 3-4211 0 0,8-1 42 0 0,1 0 0 0 0,1 1 0 0 0,-1 1 0 0 0,1 0 0 0 0,0 1 0 0 0,35 0 0 0 0,8-2 135 0 0,86-20 406 0 0,-4 1-141 0 0,-93 17-548 0 0,5 0-1120 0 0,59-1 0 0 0,-106 9-2672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19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0 14283 0 0,'-2'4'118'0'0,"0"-1"-1"0"0,0 0 1 0 0,1 1-1 0 0,-1-1 1 0 0,1 1-1 0 0,-1-1 1 0 0,1 1-1 0 0,0 0 1 0 0,0 0-1 0 0,1-1 1 0 0,-1 1-1 0 0,1 0 1 0 0,0 5-1 0 0,-2 9 22 0 0,1-11-103 0 0,-83 699 3988 0 0,66-283-1989 0 0,-4 59-1323 0 0,-13-118-247 0 0,5-84-575 0 0,26-232 232 0 0,-21 400 532 0 0,23 83-438 0 0,-32 131 342 0 0,32-639-556 0 0,-1 8-119 0 0,1-12-39 0 0,0 1 0 0 0,2-1 0 0 0,0 0 0 0 0,3 27 0 0 0,-2-42 437 0 0,-1-4-265 0 0,0 0 0 0 0,0 0-1 0 0,0 0 1 0 0,0 1 0 0 0,0-1-1 0 0,0 0 1 0 0,0 0 0 0 0,0 0-1 0 0,0 0 1 0 0,0 0 0 0 0,0 1-1 0 0,0-1 1 0 0,0 0 0 0 0,0 0-1 0 0,0 0 1 0 0,0 0 0 0 0,0 0-1 0 0,1 1 1 0 0,-1-1 0 0 0,0 0-1 0 0,0 0 1 0 0,0 0 0 0 0,0 0-1 0 0,0 0 1 0 0,0 0 0 0 0,1 0-1 0 0,-1 0 1 0 0,0 1 0 0 0,0-1-1 0 0,0 0 1 0 0,0 0 0 0 0,0 0-1 0 0,1 0 1 0 0,-1 0 0 0 0,0 0-1 0 0,0 0 1 0 0,0 0-1 0 0,0 0 1 0 0,1 0 0 0 0,-1 0-1 0 0,0 0 1 0 0,0 0 0 0 0,0 0-1 0 0,0 0 1 0 0,1 0 0 0 0,-1 0-1 0 0,0 0 1 0 0,0-1 0 0 0,0 1-1 0 0,0 0 1 0 0,0 0 0 0 0,1 0-1 0 0,-1 0 1 0 0,0 0 0 0 0,118-15-30 0 0,-20 2-118 0 0,-92 13-185 0 0,1-1-1 0 0,-1 1 0 0 0,1 0 0 0 0,-1 0 0 0 0,0 1 1 0 0,1 0-1 0 0,-1 0 0 0 0,0 0 0 0 0,9 3 0 0 0,-9-1-829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23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146 220 12843 0 0,'0'0'59'0'0,"0"-1"1"0"0,0 0-1 0 0,0 1 0 0 0,0-1 1 0 0,0 0-1 0 0,0 0 1 0 0,-1 1-1 0 0,1-1 0 0 0,0 0 1 0 0,-1 1-1 0 0,1-1 1 0 0,0 0-1 0 0,-1 1 0 0 0,1-1 1 0 0,-1 1-1 0 0,1-1 1 0 0,0 1-1 0 0,-1-1 0 0 0,0 1 1 0 0,1-1-1 0 0,-1 1 1 0 0,1-1-1 0 0,-1 1 0 0 0,0 0 1 0 0,1-1-1 0 0,-1 1 1 0 0,1 0-1 0 0,-1-1 0 0 0,-1 1 1 0 0,1 0 15 0 0,0 0 0 0 0,-1 0 1 0 0,1 1-1 0 0,-1-1 0 0 0,1 0 1 0 0,0 1-1 0 0,-1-1 0 0 0,1 1 1 0 0,0 0-1 0 0,0-1 0 0 0,-1 1 0 0 0,1 0 1 0 0,-2 1-1 0 0,-3 3 89 0 0,0 1 0 0 0,0 0 0 0 0,1-1 0 0 0,-7 11 1 0 0,1 1 42 0 0,0 1 1 0 0,2 0-1 0 0,0 0 1 0 0,1 1-1 0 0,1 0 1 0 0,-8 36-1 0 0,13-44-118 0 0,0 0 0 0 0,0 0-1 0 0,1 0 1 0 0,1 0 0 0 0,0-1 0 0 0,0 1-1 0 0,1 0 1 0 0,0 0 0 0 0,1 0-1 0 0,0 0 1 0 0,1-1 0 0 0,0 1-1 0 0,1-1 1 0 0,6 12 0 0 0,-7-17-61 0 0,0 0 1 0 0,0 0-1 0 0,1 0 1 0 0,0 0-1 0 0,0-1 1 0 0,0 0-1 0 0,1 0 1 0 0,-1 0-1 0 0,1 0 1 0 0,0 0-1 0 0,0-1 1 0 0,0 0-1 0 0,0 0 1 0 0,7 2-1 0 0,-4-2-17 0 0,0-1-1 0 0,0 0 0 0 0,0-1 0 0 0,0 1 1 0 0,1-1-1 0 0,-1-1 0 0 0,0 0 1 0 0,0 0-1 0 0,14-2 0 0 0,-10 0 35 0 0,0-1 0 0 0,0 0 1 0 0,0 0-1 0 0,-1-1 0 0 0,1-1 0 0 0,-1 0 0 0 0,0 0 0 0 0,-1-1 0 0 0,1-1 0 0 0,-1 0 0 0 0,0 0 0 0 0,-1-1 0 0 0,17-17 0 0 0,-12 9 167 0 0,-1-2-1 0 0,-1 0 1 0 0,0 0-1 0 0,-1-1 0 0 0,-1 0 1 0 0,13-38-1 0 0,-19 45-87 0 0,0-1 0 0 0,-2 1 0 0 0,0-1 0 0 0,0 0-1 0 0,-1 0 1 0 0,0 0 0 0 0,-1 1 0 0 0,-1-1 0 0 0,0 0 0 0 0,-1 0 0 0 0,0 0-1 0 0,-8-22 1 0 0,3 13 80 0 0,-1 1-1 0 0,-1 0 0 0 0,-1 0 1 0 0,-1 1-1 0 0,-22-31 0 0 0,29 45-173 0 0,-1 1-1 0 0,0 0 0 0 0,0-1 1 0 0,-1 2-1 0 0,1-1 0 0 0,-1 1 1 0 0,0 0-1 0 0,-1 0 0 0 0,-9-5 0 0 0,11 7-51 0 0,0 1 0 0 0,0 0 1 0 0,0-1-1 0 0,0 2 0 0 0,0-1 0 0 0,0 0 0 0 0,0 1 0 0 0,0 0 0 0 0,0 0 0 0 0,0 1 0 0 0,0-1 0 0 0,0 1 0 0 0,0 0 0 0 0,0 0 0 0 0,-5 3 0 0 0,2-1-414 0 0,0 0 1 0 0,1 0-1 0 0,-1 1 0 0 0,-12 9 0 0 0,-9 14-5288 0 0,3 5-1515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24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13 127 13451 0 0,'-3'7'249'0'0,"1"2"0"0"0,-1-1 0 0 0,2 0 0 0 0,-1 0-1 0 0,1 1 1 0 0,1-1 0 0 0,0 13 0 0 0,7 62 369 0 0,-3-57-393 0 0,-3-10-69 0 0,2 1 1 0 0,0 0 0 0 0,1-1-1 0 0,0 1 1 0 0,2-1 0 0 0,6 15-1 0 0,-9-26-93 0 0,-1 0 0 0 0,1-1 0 0 0,0 1 0 0 0,0-1 0 0 0,0 0 0 0 0,0 0 0 0 0,1 0 0 0 0,0 0 0 0 0,0-1 0 0 0,0 1 0 0 0,0-1 0 0 0,0 0 0 0 0,1 0 0 0 0,0-1 0 0 0,-1 1-1 0 0,1-1 1 0 0,0 0 0 0 0,0-1 0 0 0,0 1 0 0 0,0-1 0 0 0,0 0 0 0 0,0 0 0 0 0,8 0 0 0 0,0-1 140 0 0,1 0 0 0 0,0-2 0 0 0,-1 0 0 0 0,1 0-1 0 0,-1-1 1 0 0,0-1 0 0 0,0 0 0 0 0,0-1 0 0 0,0 0 0 0 0,20-12 0 0 0,-20 9-34 0 0,1-1-1 0 0,-2 0 1 0 0,1 0 0 0 0,-1-1 0 0 0,0-1 0 0 0,-1 0 0 0 0,-1-1 0 0 0,0 0 0 0 0,10-15 0 0 0,-14 17-26 0 0,-1 0 1 0 0,0 0-1 0 0,-1 0 0 0 0,-1-1 1 0 0,1 1-1 0 0,-1-1 0 0 0,-1 0 1 0 0,0 0-1 0 0,-1 0 0 0 0,0-1 1 0 0,-1 1-1 0 0,0 0 0 0 0,0 0 1 0 0,-1 0-1 0 0,-1 0 0 0 0,0 0 1 0 0,-6-18-1 0 0,6 21-48 0 0,-1 0 0 0 0,-1 0-1 0 0,1 0 1 0 0,-1 1 0 0 0,0-1 0 0 0,-1 1-1 0 0,0 0 1 0 0,0 1 0 0 0,-1-1 0 0 0,1 1-1 0 0,-1 0 1 0 0,-1 0 0 0 0,1 0 0 0 0,-1 1-1 0 0,0 0 1 0 0,0 1 0 0 0,-1 0 0 0 0,1 0-1 0 0,-1 0 1 0 0,0 1 0 0 0,0 0 0 0 0,0 0-1 0 0,-13-2 1 0 0,11 4-110 0 0,-1 0 0 0 0,1 1 0 0 0,0 0 0 0 0,0 0 0 0 0,0 1 0 0 0,0 0 0 0 0,0 1 0 0 0,0 0 0 0 0,0 0 0 0 0,0 1 0 0 0,0 1 0 0 0,1 0 0 0 0,0 0-1 0 0,-13 8 1 0 0,11-5-340 0 0,0 1 0 0 0,0 0 0 0 0,1 1 0 0 0,0 0 0 0 0,0 1 0 0 0,1 0 0 0 0,1 1 0 0 0,0-1 0 0 0,0 2 0 0 0,-8 15 0 0 0,-7 21-1864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24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0 18868 0 0,'-1'1'67'0'0,"0"-1"0"0"0,0 0-1 0 0,0 0 1 0 0,0 1 0 0 0,0-1 0 0 0,0 0 0 0 0,0 1 0 0 0,0-1-1 0 0,1 1 1 0 0,-1 0 0 0 0,0-1 0 0 0,0 1 0 0 0,0 0-1 0 0,0-1 1 0 0,1 1 0 0 0,-1 0 0 0 0,0 0 0 0 0,1 0 0 0 0,-1-1-1 0 0,1 1 1 0 0,-1 0 0 0 0,1 0 0 0 0,-1 0 0 0 0,1 0-1 0 0,0 0 1 0 0,-1 0 0 0 0,1 0 0 0 0,0 0 0 0 0,0 0-1 0 0,0 0 1 0 0,0 0 0 0 0,0 0 0 0 0,0 0 0 0 0,0 2 0 0 0,-2 9 235 0 0,-33 264 2394 0 0,21-152-1480 0 0,13-120-1143 0 0,-1 29 275 0 0,2-32-339 0 0,0 1 1 0 0,0-1 0 0 0,0 1-1 0 0,0-1 1 0 0,1 1-1 0 0,-1-1 1 0 0,0 1-1 0 0,1-1 1 0 0,-1 1-1 0 0,1-1 1 0 0,-1 0-1 0 0,1 1 1 0 0,0-1-1 0 0,0 1 1 0 0,-1-1-1 0 0,1 0 1 0 0,2 2 0 0 0,7-3-735 0 0,-4 0-1909 0 0,-7 16-7170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25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72 17972 0 0,'-3'3'237'0'0,"-1"-1"0"0"0,1 1 0 0 0,-1 0 1 0 0,1 0-1 0 0,0 0 0 0 0,0 1 0 0 0,0-1 1 0 0,0 1-1 0 0,1 0 0 0 0,-1 0 0 0 0,1-1 0 0 0,-3 8 1 0 0,1 1 81 0 0,1 0 1 0 0,1 0-1 0 0,-3 17 1 0 0,5-27-313 0 0,-2 17 10 0 0,0-1 1 0 0,1 0-1 0 0,1 0 0 0 0,0 1 1 0 0,2-1-1 0 0,3 19 0 0 0,-4-32-8 0 0,1 0-1 0 0,-1-1 1 0 0,1 1-1 0 0,0 0 1 0 0,0 0-1 0 0,1-1 1 0 0,-1 1-1 0 0,1-1 1 0 0,0 0-1 0 0,0 0 1 0 0,6 6-1 0 0,-6-8 11 0 0,0 1-1 0 0,0-1 0 0 0,1 0 1 0 0,-1 0-1 0 0,1 0 1 0 0,0-1-1 0 0,-1 1 0 0 0,1-1 1 0 0,0 0-1 0 0,0 0 1 0 0,-1 0-1 0 0,1 0 0 0 0,0-1 1 0 0,0 0-1 0 0,0 0 0 0 0,8 0 1 0 0,-3-2 24 0 0,-1 1 0 0 0,0-1 1 0 0,1-1-1 0 0,-1 0 0 0 0,0 0 0 0 0,0 0 0 0 0,-1-1 1 0 0,1 0-1 0 0,-1-1 0 0 0,0 0 0 0 0,0 0 1 0 0,0 0-1 0 0,0-1 0 0 0,-1 0 0 0 0,9-11 0 0 0,-6 6 126 0 0,0-1 0 0 0,-1 1 0 0 0,0-1-1 0 0,-1-1 1 0 0,0 1 0 0 0,-1-1-1 0 0,0 0 1 0 0,6-24 0 0 0,-11 31-82 0 0,0 0 0 0 0,0 0 0 0 0,0 1 0 0 0,-1-1 0 0 0,0 0 1 0 0,0 0-1 0 0,0 0 0 0 0,-1 0 0 0 0,0 1 0 0 0,0-1 0 0 0,0 0 1 0 0,-1 0-1 0 0,0 1 0 0 0,0-1 0 0 0,0 1 0 0 0,-1 0 0 0 0,1 0 1 0 0,-1 0-1 0 0,-1 0 0 0 0,1 0 0 0 0,-1 1 0 0 0,0-1 0 0 0,0 1 0 0 0,0 0 1 0 0,-9-7-1 0 0,3 4-15 0 0,0 1-1 0 0,-1 0 1 0 0,1 1 0 0 0,-1 0 0 0 0,-1 1-1 0 0,1 0 1 0 0,0 0 0 0 0,-1 1 0 0 0,0 1-1 0 0,1 0 1 0 0,-24-1 0 0 0,-126 1-3253 0 0,159 2 2781 0 0,0 0-1 0 0,0 0 0 0 0,1 0 0 0 0,-1-1 1 0 0,0 1-1 0 0,0 0 0 0 0,0-1 0 0 0,1 0 1 0 0,-1 1-1 0 0,0-1 0 0 0,-1-1 0 0 0,0-2-2083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5:26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24 16676 0 0,'-7'-17'1608'0'0,"7"16"-1586"0"0,0 1 0 0 0,0 0 0 0 0,0 0 0 0 0,1-1 0 0 0,-1 1 0 0 0,0 0 0 0 0,0-1 0 0 0,0 1 0 0 0,0 0 0 0 0,0 0 0 0 0,1-1 0 0 0,-1 1 0 0 0,0 0 0 0 0,0 0 0 0 0,0-1 0 0 0,1 1 0 0 0,-1 0 0 0 0,0 0 0 0 0,0-1 0 0 0,1 1 0 0 0,-1 0 0 0 0,0 0 0 0 0,1 0 0 0 0,-1 0 0 0 0,0 0 0 0 0,0 0 1 0 0,1-1-1 0 0,-1 1 0 0 0,0 0 0 0 0,1 0 0 0 0,4 0 38 0 0,-1 0 1 0 0,1 0 0 0 0,-1 1-1 0 0,0-1 1 0 0,8 3 0 0 0,-9-2-15 0 0,24 3 10 0 0,0-1 0 0 0,30 0 0 0 0,37 3 337 0 0,-91-5-337 0 0,1 0 1 0 0,-1-1 0 0 0,0 1-1 0 0,0 0 1 0 0,1 1 0 0 0,-1-1-1 0 0,0 1 1 0 0,0-1 0 0 0,0 1-1 0 0,-1 0 1 0 0,1 0 0 0 0,0 0-1 0 0,-1 0 1 0 0,1 1 0 0 0,-1-1-1 0 0,0 1 1 0 0,0-1 0 0 0,0 1-1 0 0,0 0 1 0 0,0 0 0 0 0,0 0-1 0 0,-1 0 1 0 0,0 0 0 0 0,1 0-1 0 0,-1 0 1 0 0,0 0 0 0 0,-1 1-1 0 0,1-1 1 0 0,0 0 0 0 0,-1 6-1 0 0,1 9 104 0 0,-1 1-1 0 0,0-1 1 0 0,-2 1 0 0 0,-5 26-1 0 0,3-20 90 0 0,-68 807 2671 0 0,65-547-2718 0 0,-3 53-49 0 0,-1-23 321 0 0,6-101-398 0 0,-35 414 433 0 0,37-594-504 0 0,-33 334 229 0 0,12 22 435 0 0,15-163-674 0 0,-1-68 83 0 0,-15 221 88 0 0,19-332-75 0 0,-12 47 0 0 0,-2 8 98 0 0,19-96-178 0 0,-6 25 121 0 0,7-31-130 0 0,-1-1 1 0 0,1 1 0 0 0,0 0 0 0 0,-1 0-1 0 0,1-1 1 0 0,-1 1 0 0 0,1 0 0 0 0,-1-1 0 0 0,0 1-1 0 0,1-1 1 0 0,-1 1 0 0 0,0 0 0 0 0,1-1-1 0 0,-1 0 1 0 0,0 1 0 0 0,1-1 0 0 0,-1 1 0 0 0,0-1-1 0 0,0 0 1 0 0,0 1 0 0 0,1-1 0 0 0,-1 0 0 0 0,0 0-1 0 0,0 0 1 0 0,0 0 0 0 0,0 0 0 0 0,1 0-1 0 0,-1 0 1 0 0,0 0 0 0 0,0 0 0 0 0,0 0 0 0 0,0 0-1 0 0,0-1 1 0 0,-17-3 13 0 0,4 0 47 0 0,-1 0 0 0 0,0 1 0 0 0,1 1 1 0 0,-1 0-1 0 0,-26 1 0 0 0,-70 15 49 0 0,64-5-4960 0 0,30-6 983 0 0,-14 2-5004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0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9 6449 0 0,'0'-1'103'0'0,"-1"1"0"0"0,1-1 0 0 0,-1 1-1 0 0,1-1 1 0 0,-1 0 0 0 0,1 1-1 0 0,-1-1 1 0 0,0 1 0 0 0,1-1 0 0 0,-1 1-1 0 0,0 0 1 0 0,1-1 0 0 0,-1 1-1 0 0,0 0 1 0 0,0-1 0 0 0,0 1 0 0 0,1 0-1 0 0,-1 0 1 0 0,0 0 0 0 0,0 0-1 0 0,0 0 1 0 0,1 0 0 0 0,-1 0 0 0 0,0 0-1 0 0,0 0 1 0 0,0 0 0 0 0,1 0-1 0 0,-1 0 1 0 0,0 1 0 0 0,0-1 0 0 0,0 0-1 0 0,1 0 1 0 0,-1 1 0 0 0,-1 0-1 0 0,0 2 197 0 0,1-1-1 0 0,-1 1 1 0 0,1 0-1 0 0,-1 0 1 0 0,1 0-1 0 0,0 1 0 0 0,-2 5 1 0 0,3-7-475 0 0,-12 46 726 0 0,2 0 1 0 0,-4 61-1 0 0,1-9-39 0 0,0-25-354 0 0,5-37-56 0 0,2 1 0 0 0,1 0 0 0 0,1 46 0 0 0,0 33-750 0 0,4-118 607 0 0,0 0 1 0 0,0 0 0 0 0,0 0-1 0 0,0 0 1 0 0,0 0-1 0 0,0 0 1 0 0,0 0 0 0 0,0 0-1 0 0,-1 0 1 0 0,1 0 0 0 0,0 0-1 0 0,0 0 1 0 0,0 0-1 0 0,0 0 1 0 0,0 0 0 0 0,0 0-1 0 0,0 0 1 0 0,0 0-1 0 0,0 0 1 0 0,0 0 0 0 0,0 0-1 0 0,0 0 1 0 0,0 0 0 0 0,-1 0-1 0 0,1 0 1 0 0,0 0-1 0 0,0 0 1 0 0,0 0 0 0 0,0 0-1 0 0,0 0 1 0 0,0 0-1 0 0,0 0 1 0 0,0-6-792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0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6913 0 0,'5'120'6394'0'0,"5"-26"-4714"0"0,27 117 1 0 0,-31-187-1384 0 0,1 0 1 0 0,1 0 0 0 0,1-1-1 0 0,13 26 1 0 0,-19-44-311 0 0,1 3-152 0 0,0 0 1 0 0,0 0-1 0 0,-1 0 0 0 0,4 13 1 0 0,-8-15-1114 0 0,-2-4 567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1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14283 0 0,'0'0'18'0'0,"0"0"0"0"0,0 0 0 0 0,0 0 0 0 0,0-1 0 0 0,0 1 0 0 0,0 0 0 0 0,0 0 0 0 0,1 0 0 0 0,-1 0 0 0 0,0 0 0 0 0,0 0 0 0 0,0 0 0 0 0,0 0 0 0 0,0 0 0 0 0,0-1 0 0 0,0 1 0 0 0,0 0 0 0 0,0 0 0 0 0,0 0 0 0 0,0 0 0 0 0,0 0 0 0 0,0 0 0 0 0,0 0 0 0 0,0 0 0 0 0,0 0 0 0 0,0 0 0 0 0,1 0 0 0 0,-1 0 0 0 0,0 0 0 0 0,0 0 0 0 0,0 0 0 0 0,0-1 0 0 0,0 1 0 0 0,0 0 0 0 0,0 0 0 0 0,0 0 0 0 0,0 0 0 0 0,1 0 0 0 0,-1 0 0 0 0,0 0 0 0 0,0 0 0 0 0,0 0 0 0 0,0 0 0 0 0,0 0 0 0 0,0 0 0 0 0,0 1 0 0 0,0-1 0 0 0,0 0 0 0 0,1 0 0 0 0,-1 0 0 0 0,0 0 0 0 0,0 0 0 0 0,0 0-1 0 0,0 0 1 0 0,0 0 0 0 0,0 0 0 0 0,0 0 0 0 0,13 4 309 0 0,20 12-491 0 0,-21-9 348 0 0,-5-4-295 0 0,1 0 0 0 0,-1-1 0 0 0,0 1-1 0 0,1-2 1 0 0,0 1 0 0 0,-1-1 0 0 0,1 0 0 0 0,0 0 0 0 0,0-1 0 0 0,-1 0 0 0 0,1-1 0 0 0,0 1 0 0 0,0-2 0 0 0,13-3 0 0 0,-14 3-1293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1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 13043 0 0,'-3'-3'576'0'0,"2"2"128"0"0,0-1-568 0 0,-1 1 24 0 0,4 2 0 0 0,-1 1 0 0 0,2-1 0 0 0,2 3-248 0 0,13 18-8850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1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2 11979 0 0,'0'0'50'0'0,"-1"-1"1"0"0,1 1 0 0 0,-1 0 0 0 0,1 0 0 0 0,-1 0 0 0 0,1 0 0 0 0,-1 0-1 0 0,1 0 1 0 0,-1 0 0 0 0,1 0 0 0 0,-1 0 0 0 0,1 0 0 0 0,-1 0 0 0 0,1 0-1 0 0,-1 0 1 0 0,1 0 0 0 0,-1 0 0 0 0,1 0 0 0 0,-1 1 0 0 0,1-1 0 0 0,-1 0 0 0 0,1 0-1 0 0,-1 0 1 0 0,1 1 0 0 0,-1-1 0 0 0,1 0 0 0 0,0 1 0 0 0,-1-1 0 0 0,1 1-1 0 0,0-1 1 0 0,-1 0 0 0 0,1 1 0 0 0,0-1 0 0 0,-1 1 0 0 0,1-1 0 0 0,0 1-1 0 0,0-1 1 0 0,-1 1 0 0 0,1-1 0 0 0,0 1 0 0 0,0-1 0 0 0,0 1 0 0 0,-6 30 816 0 0,4-20-841 0 0,-3 10 39 0 0,-43 257 1376 0 0,47-247-1268 0 0,1-1 1 0 0,1 0-1 0 0,1 1 1 0 0,2-1 0 0 0,2 0-1 0 0,0-1 1 0 0,14 40-1 0 0,-17-61-554 0 0,0 0 0 0 0,0 0 0 0 0,1 0 0 0 0,8 13-1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2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38 6913 0 0,'-4'-12'267'0'0,"-1"-2"371"0"0,7 3 5934 0 0,11 22-4743 0 0,6 5-1642 0 0,0-2 0 0 0,0 0 0 0 0,1-1-1 0 0,1-1 1 0 0,32 14 0 0 0,-40-20-14 0 0,8 4 228 0 0,26 15 0 0 0,-43-22-351 0 0,1 0 1 0 0,0 0 0 0 0,-1 1 0 0 0,1 0 0 0 0,-1 0-1 0 0,0 0 1 0 0,0 0 0 0 0,-1 0 0 0 0,1 1 0 0 0,4 8-1 0 0,-7-10-45 0 0,-1-1-1 0 0,1 1 0 0 0,-1-1 1 0 0,0 0-1 0 0,1 1 0 0 0,-1-1 1 0 0,0 1-1 0 0,-1-1 0 0 0,1 1 1 0 0,0-1-1 0 0,-1 1 0 0 0,1-1 1 0 0,-1 0-1 0 0,0 1 0 0 0,0-1 0 0 0,0 0 1 0 0,0 0-1 0 0,0 1 0 0 0,0-1 1 0 0,-1 0-1 0 0,1 0 0 0 0,-1 0 1 0 0,1 0-1 0 0,-1-1 0 0 0,0 1 1 0 0,-2 2-1 0 0,-7 6-42 0 0,-1 0 0 0 0,-24 16 1 0 0,31-23 11 0 0,-27 19-18 0 0,-2-2 0 0 0,0 0 1 0 0,-55 21-1 0 0,30-25-20 0 0,64-15 64 0 0,1 1 0 0 0,-1-1 0 0 0,0 1 0 0 0,9 4 0 0 0,-9-4 0 0 0,36 15 5 0 0,111 51 66 0 0,-135-60-64 0 0,-1 2 1 0 0,-1 0-1 0 0,0 1 1 0 0,0 0-1 0 0,-1 1 1 0 0,22 24-1 0 0,-31-30 15 0 0,0 0-1 0 0,-1 0 1 0 0,0 0 0 0 0,0 0 0 0 0,0 1-1 0 0,-1 0 1 0 0,0-1 0 0 0,0 1-1 0 0,2 9 1 0 0,-4-13 26 0 0,-1 0-1 0 0,0 0 1 0 0,0 0 0 0 0,0 0-1 0 0,0 0 1 0 0,0 0 0 0 0,-1 0-1 0 0,1 0 1 0 0,-1 0 0 0 0,1 0-1 0 0,-1-1 1 0 0,0 1 0 0 0,-1 0-1 0 0,1 0 1 0 0,0-1 0 0 0,-1 1-1 0 0,1-1 1 0 0,-1 1 0 0 0,0-1-1 0 0,0 1 1 0 0,0-1 0 0 0,0 0-1 0 0,0 0 1 0 0,0 0 0 0 0,-5 2-1 0 0,-18 12 388 0 0,0-2-1 0 0,-1 0 0 0 0,-1-2 1 0 0,-53 17-1 0 0,21-8-41 0 0,56-20-397 0 0,-45 15 231 0 0,45-16-257 0 0,1 1-1 0 0,-1 0 1 0 0,1-1 0 0 0,0 0 0 0 0,-1 1-1 0 0,1-1 1 0 0,-1 0 0 0 0,1 0-1 0 0,-1-1 1 0 0,1 1 0 0 0,0 0-1 0 0,-1-1 1 0 0,1 0 0 0 0,0 1-1 0 0,-1-1 1 0 0,-3-2 0 0 0,5 3-33 0 0,1 0-1 0 0,0-1 1 0 0,0 1 0 0 0,0 0-1 0 0,0 0 1 0 0,-1 0 0 0 0,1 0 0 0 0,0-1-1 0 0,0 1 1 0 0,0 0 0 0 0,0 0 0 0 0,0 0-1 0 0,0-1 1 0 0,-1 1 0 0 0,1 0 0 0 0,0 0-1 0 0,0 0 1 0 0,0-1 0 0 0,0 1-1 0 0,0 0 1 0 0,0 0 0 0 0,0-1 0 0 0,0 1-1 0 0,0 0 1 0 0,0 0 0 0 0,0-1 0 0 0,0 1-1 0 0,0 0 1 0 0,0 0 0 0 0,1 0-1 0 0,-1-1 1 0 0,0 1 0 0 0,0 0 0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2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13107 0 0,'4'-2'329'0'0,"1"0"0"0"0,0 0 0 0 0,0 0 0 0 0,-1 1 0 0 0,1 0 0 0 0,0 0 0 0 0,0 0 0 0 0,1 1 0 0 0,-1 0 0 0 0,8 0 1 0 0,7-1 73 0 0,157-22 655 0 0,-122 12-1696 0 0,-2-3-3382 0 0,-38 10 2357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2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66 6913 0 0,'-18'-4'10583'0'0,"28"9"-6100"0"0,4-1-4409 0 0,0 0 0 0 0,0-1 0 0 0,0 0 0 0 0,1-1-1 0 0,-1-1 1 0 0,1 0 0 0 0,-1-1 0 0 0,1 0 0 0 0,-1-1-1 0 0,1-1 1 0 0,26-7 0 0 0,-29 6-455 0 0,1-1-1 0 0,-1 0 0 0 0,0-1 1 0 0,-1-1-1 0 0,1 0 1 0 0,-1 0-1 0 0,0-1 0 0 0,13-11 1 0 0,-10 4-1550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2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102 201 11979 0 0,'-1'-1'106'0'0,"0"0"1"0"0,-1 0 0 0 0,0 1 0 0 0,1-1-1 0 0,-1 0 1 0 0,0 1 0 0 0,1-1 0 0 0,-1 1 0 0 0,0 0-1 0 0,1 0 1 0 0,-1-1 0 0 0,0 1 0 0 0,0 0 0 0 0,1 0-1 0 0,-1 1 1 0 0,0-1 0 0 0,-2 1 0 0 0,2 0 162 0 0,-1 1 1 0 0,1 0 0 0 0,0 0-1 0 0,0 0 1 0 0,0 0-1 0 0,0 1 1 0 0,0-1-1 0 0,1 0 1 0 0,-1 1 0 0 0,-1 2-1 0 0,-4 7-224 0 0,1 1 1 0 0,0-1-1 0 0,0 1 0 0 0,1 0 0 0 0,-5 26 0 0 0,8-31-20 0 0,0 0-1 0 0,1 0 1 0 0,0 0-1 0 0,1 0 0 0 0,0 0 1 0 0,0-1-1 0 0,1 1 1 0 0,0 0-1 0 0,0 0 1 0 0,1 0-1 0 0,4 14 0 0 0,-4-19 15 0 0,-1 1 0 0 0,1-1 1 0 0,0 1-1 0 0,0-1 0 0 0,1 0 0 0 0,-1 0 0 0 0,1 0 0 0 0,-1 0 0 0 0,1 0 0 0 0,0-1 0 0 0,0 1 0 0 0,0-1 0 0 0,1 0 0 0 0,-1 0 0 0 0,0 0 0 0 0,6 2 0 0 0,-4-2 42 0 0,1-1-1 0 0,-1 1 1 0 0,1-1-1 0 0,-1 0 1 0 0,1-1-1 0 0,0 1 1 0 0,-1-1 0 0 0,1-1-1 0 0,0 1 1 0 0,7-2-1 0 0,-1-1 53 0 0,1 0 1 0 0,-1-1-1 0 0,1 0 0 0 0,-1-1 0 0 0,-1 0 0 0 0,1-1 1 0 0,-1-1-1 0 0,0 1 0 0 0,11-10 0 0 0,-7 4-16 0 0,0-1 0 0 0,-2 0-1 0 0,1-1 1 0 0,-2 0-1 0 0,0-1 1 0 0,15-26-1 0 0,-22 33-53 0 0,0-1 0 0 0,-1-1-1 0 0,-1 1 1 0 0,1-1 0 0 0,-2 1 0 0 0,1-1-1 0 0,-1 0 1 0 0,-1 0 0 0 0,0 0-1 0 0,0 0 1 0 0,-1 0 0 0 0,0 0-1 0 0,-1 0 1 0 0,-2-11 0 0 0,0 2 57 0 0,-1 1 0 0 0,-12-32 0 0 0,15 46-145 0 0,0 0 0 0 0,-1 0 0 0 0,1 1 0 0 0,-1-1 0 0 0,0 0 0 0 0,0 1 0 0 0,-1 0 0 0 0,1-1 0 0 0,-1 1 0 0 0,0 0 1 0 0,1 0-1 0 0,-1 0 0 0 0,-1 1 0 0 0,1-1 0 0 0,0 1 0 0 0,0 0 0 0 0,-1 0 0 0 0,0 0 0 0 0,-5-2 0 0 0,8 3-55 0 0,0 1-1 0 0,0 0 1 0 0,0 0-1 0 0,0 0 1 0 0,0 0-1 0 0,0 0 1 0 0,0 0-1 0 0,0 0 1 0 0,0 0-1 0 0,0 1 1 0 0,0-1-1 0 0,0 0 1 0 0,1 1 0 0 0,-1-1-1 0 0,0 0 1 0 0,0 1-1 0 0,0-1 1 0 0,0 1-1 0 0,1-1 1 0 0,-1 1-1 0 0,0 0 1 0 0,0-1-1 0 0,1 1 1 0 0,-1 0 0 0 0,1-1-1 0 0,-2 2 1 0 0,-4 9-1610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3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5 14283 0 0,'0'0'67'0'0,"-1"-1"0"0"0,1 1 0 0 0,-1-1 0 0 0,1 1 0 0 0,-1 0 1 0 0,0-1-1 0 0,1 1 0 0 0,-1 0 0 0 0,1 0 0 0 0,-1-1 0 0 0,0 1 0 0 0,1 0 0 0 0,-1 0 0 0 0,0 0 0 0 0,1 0 0 0 0,-1 0 0 0 0,1 0 0 0 0,-1 0 1 0 0,0 0-1 0 0,1 0 0 0 0,-1 0 0 0 0,0 0 0 0 0,1 0 0 0 0,-1 0 0 0 0,0 0 0 0 0,1 1 0 0 0,-1-1 0 0 0,1 0 0 0 0,-1 0 0 0 0,0 1 1 0 0,1-1-1 0 0,-1 0 0 0 0,1 1 0 0 0,-1-1 0 0 0,1 1 0 0 0,-1-1 0 0 0,1 1 0 0 0,-1-1 0 0 0,1 1 0 0 0,0-1 0 0 0,-1 1 0 0 0,1-1 0 0 0,0 1 1 0 0,-1-1-1 0 0,1 1 0 0 0,0 0 0 0 0,0-1 0 0 0,0 1 0 0 0,-1 0 0 0 0,1-1 0 0 0,0 1 0 0 0,0-1 0 0 0,0 1 0 0 0,0 0 0 0 0,0-1 1 0 0,0 1-1 0 0,1 1 0 0 0,-2-1-47 0 0,1 1 0 0 0,0 0 0 0 0,0-1 1 0 0,0 1-1 0 0,1-1 0 0 0,-1 1 1 0 0,0-1-1 0 0,1 1 0 0 0,-1-1 0 0 0,1 1 1 0 0,-1-1-1 0 0,1 1 0 0 0,-1-1 0 0 0,1 0 1 0 0,0 1-1 0 0,0-1 0 0 0,0 0 0 0 0,0 1 1 0 0,0-1-1 0 0,0 0 0 0 0,0 0 0 0 0,0 0 1 0 0,2 1-1 0 0,-2-2 42 0 0,0 0-1 0 0,0-1 1 0 0,-1 1-1 0 0,1 0 1 0 0,0-1-1 0 0,0 1 1 0 0,-1-1-1 0 0,1 1 1 0 0,0-1-1 0 0,-1 1 1 0 0,1-1-1 0 0,0 1 1 0 0,-1-1-1 0 0,1 0 1 0 0,-1 1-1 0 0,1-1 1 0 0,-1 0-1 0 0,1 1 1 0 0,-1-1-1 0 0,1 0 1 0 0,-1 0-1 0 0,0 1 1 0 0,1-1-1 0 0,-1 0 1 0 0,0 0-1 0 0,0 0 1 0 0,0 0-1 0 0,0 1 1 0 0,0-3 0 0 0,0-11 218 0 0,0 13-276 0 0,0 1 0 0 0,0 0 0 0 0,0-1 0 0 0,0 1-1 0 0,-1 0 1 0 0,1 0 0 0 0,0-1 0 0 0,0 1 0 0 0,0 0 0 0 0,-1 0 0 0 0,1-1 0 0 0,0 1-1 0 0,0 0 1 0 0,-1 0 0 0 0,1 0 0 0 0,0-1 0 0 0,0 1 0 0 0,-1 0 0 0 0,1 0 0 0 0,0 0-1 0 0,-1 0 1 0 0,1 0 0 0 0,0 0 0 0 0,-1-1 0 0 0,1 1 0 0 0,0 0 0 0 0,-1 0 0 0 0,1 0 0 0 0,0 0-1 0 0,-1 0 1 0 0,1 0 0 0 0,0 0 0 0 0,-1 0 0 0 0,1 1 0 0 0,-2-1 0 0 0,1 0 1 0 0,-1 0-1 0 0,1 1 0 0 0,-1-1 1 0 0,1 1-1 0 0,0-1 1 0 0,-1 1-1 0 0,1 0 1 0 0,0-1-1 0 0,0 1 0 0 0,-1 0 1 0 0,1 0-1 0 0,-2 1 1 0 0,-2 13-3709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3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9 158 15635 0 0,'0'1'71'0'0,"-1"-1"-1"0"0,0 1 1 0 0,0 0-1 0 0,1 0 1 0 0,-1 0-1 0 0,0 0 1 0 0,1-1 0 0 0,-1 1-1 0 0,1 0 1 0 0,-1 0-1 0 0,1 0 1 0 0,-1 0-1 0 0,1 0 1 0 0,0 0-1 0 0,0 0 1 0 0,-1 0-1 0 0,1 0 1 0 0,0 0-1 0 0,0 1 1 0 0,0-1-1 0 0,0 0 1 0 0,0 0-1 0 0,1 2 1 0 0,0 0-18 0 0,0 0 1 0 0,0 1 0 0 0,0-1-1 0 0,0 0 1 0 0,1 0 0 0 0,0 0-1 0 0,3 5 1 0 0,0-1-50 0 0,0 0-1 0 0,1-1 1 0 0,0 0 0 0 0,0 0-1 0 0,0-1 1 0 0,8 6-1 0 0,-9-9 87 0 0,0 1 0 0 0,0-1 0 0 0,0 0 0 0 0,0-1 0 0 0,0 1 0 0 0,0-1 0 0 0,0 0 0 0 0,1 0 0 0 0,-1 0 0 0 0,0-1 0 0 0,1 0 0 0 0,-1 0 0 0 0,0 0 0 0 0,1-1 0 0 0,-1 0 0 0 0,0 0 0 0 0,0 0 0 0 0,0-1 0 0 0,1 1 0 0 0,-1-1 0 0 0,-1-1 0 0 0,1 1 0 0 0,0 0 0 0 0,-1-1 0 0 0,1 0 0 0 0,-1 0 0 0 0,0-1 0 0 0,0 1 0 0 0,5-6 0 0 0,-4 4 32 0 0,-1 1 1 0 0,0-1-1 0 0,0 1 1 0 0,-1-1-1 0 0,1 0 1 0 0,-1-1-1 0 0,0 1 1 0 0,0 0-1 0 0,-1-1 1 0 0,0 0-1 0 0,0 1 0 0 0,0-1 1 0 0,0 0-1 0 0,-1 0 1 0 0,0 0-1 0 0,-1 0 1 0 0,1-1-1 0 0,-1 1 1 0 0,0 0-1 0 0,0 0 1 0 0,-1 0-1 0 0,0 0 1 0 0,0 0-1 0 0,-1 0 1 0 0,-2-9-1 0 0,0 8-99 0 0,0 1-1 0 0,0-1 0 0 0,-1 0 0 0 0,1 1 1 0 0,-11-11-1 0 0,12 14-118 0 0,-1 0 0 0 0,1 0 1 0 0,-1 0-1 0 0,1 0 0 0 0,-1 1 1 0 0,0-1-1 0 0,0 1 0 0 0,0 0 1 0 0,0 0-1 0 0,0 0 0 0 0,-7-1 1 0 0,11 3-28 0 0,0 0 1 0 0,0 0-1 0 0,-1 0 1 0 0,1 0 0 0 0,0 0-1 0 0,0 0 1 0 0,-1 1 0 0 0,1-1-1 0 0,0 0 1 0 0,0 0 0 0 0,0 0-1 0 0,-1 0 1 0 0,1 0 0 0 0,0 1-1 0 0,0-1 1 0 0,0 0 0 0 0,-1 0-1 0 0,1 0 1 0 0,0 0 0 0 0,0 1-1 0 0,0-1 1 0 0,0 0 0 0 0,0 0-1 0 0,0 1 1 0 0,-1-1 0 0 0,1 0-1 0 0,0 0 1 0 0,0 1-1 0 0,0-1 1 0 0,0 0 0 0 0,0 0-1 0 0,0 0 1 0 0,0 1 0 0 0,0-1-1 0 0,0 0 1 0 0,0 0 0 0 0,0 1-1 0 0,0-1 1 0 0,0 0 0 0 0,0 0-1 0 0,0 1 1 0 0,1-1 0 0 0,-1 0-1 0 0,0 0 1 0 0,0 1 0 0 0,0-1-1 0 0,0 0 1 0 0,0 0 0 0 0,0 0-1 0 0,1 1 1 0 0,-1 0-41 0 0,3 8-2011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4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78 16564 0 0,'0'0'86'0'0,"-1"0"0"0"0,1-1 0 0 0,0 1 0 0 0,-1-1 0 0 0,1 1 1 0 0,0-1-1 0 0,0 1 0 0 0,0-1 0 0 0,0 1 0 0 0,-1-1 1 0 0,1 1-1 0 0,0-1 0 0 0,0 1 0 0 0,0-1 0 0 0,0 0 0 0 0,0 1 1 0 0,0-1-1 0 0,0 1 0 0 0,0-1 0 0 0,0 1 0 0 0,1-1 1 0 0,-1 1-1 0 0,0-1 0 0 0,0 1 0 0 0,0-1 0 0 0,1 1 1 0 0,-1-1-1 0 0,0 1 0 0 0,1 0 0 0 0,0-2 0 0 0,17-9 1306 0 0,-10 8-1094 0 0,0 1 0 0 0,0 0 0 0 0,14-2 0 0 0,58 3-242 0 0,-62 2-280 0 0,1-1 0 0 0,0 0-1 0 0,-1-2 1 0 0,1 0 0 0 0,-1-1 0 0 0,21-7 0 0 0,-36 9-430 0 0,0 0 1 0 0,-1 0-1 0 0,1-1 1 0 0,-1 1-1 0 0,1-1 1 0 0,-1 1-1 0 0,0-1 1 0 0,5-4-1 0 0,-2 0-1543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4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6913 0 0,'-2'2'467'0'0,"0"0"0"0"0,0 1 0 0 0,0-1 0 0 0,1 1 0 0 0,-1 0 0 0 0,1-1 0 0 0,0 1 0 0 0,-1 0 0 0 0,1 0 0 0 0,0 0 0 0 0,1 0 0 0 0,-1 0 0 0 0,1 0 0 0 0,-1 5 0 0 0,-3 9 738 0 0,-6 23-613 0 0,2 0 1 0 0,-5 71-1 0 0,11-70-1444 0 0,2-1 1 0 0,9 75 0 0 0,-6-102 292 0 0,1 0-1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4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23 112 10594 0 0,'-1'0'170'0'0,"0"1"1"0"0,1-1-1 0 0,-1 0 0 0 0,0 1 0 0 0,1 0 0 0 0,-1-1 0 0 0,0 1 1 0 0,1-1-1 0 0,-1 1 0 0 0,1 0 0 0 0,-1-1 0 0 0,1 1 0 0 0,-1 0 1 0 0,1-1-1 0 0,0 1 0 0 0,-1 0 0 0 0,1 0 0 0 0,0 0 0 0 0,0-1 1 0 0,-1 1-1 0 0,1 0 0 0 0,0 1 0 0 0,-6 25 2038 0 0,5-21-2280 0 0,-1 4 74 0 0,1 0 0 0 0,0 0 0 0 0,1 0 1 0 0,0 0-1 0 0,1 0 0 0 0,-1 0 0 0 0,2 0 1 0 0,2 11-1 0 0,-4-19 40 0 0,1 0 0 0 0,-1 1 0 0 0,1-1 1 0 0,0 0-1 0 0,0 0 0 0 0,0 0 0 0 0,0 0 0 0 0,0 0 0 0 0,0 0 1 0 0,0 0-1 0 0,0-1 0 0 0,1 1 0 0 0,-1 0 0 0 0,1-1 0 0 0,-1 1 1 0 0,1-1-1 0 0,0 1 0 0 0,0-1 0 0 0,-1 0 0 0 0,1 0 1 0 0,0 1-1 0 0,0-1 0 0 0,0-1 0 0 0,0 1 0 0 0,1 0 0 0 0,-1 0 1 0 0,0-1-1 0 0,0 0 0 0 0,0 1 0 0 0,1-1 0 0 0,-1 0 0 0 0,0 0 1 0 0,0 0-1 0 0,0 0 0 0 0,1 0 0 0 0,-1-1 0 0 0,0 1 0 0 0,0-1 1 0 0,0 1-1 0 0,0-1 0 0 0,1 0 0 0 0,1-1 0 0 0,2-1 100 0 0,0 0 0 0 0,-1 0-1 0 0,0 0 1 0 0,1-1 0 0 0,-1 1 0 0 0,-1-2-1 0 0,1 1 1 0 0,0 0 0 0 0,-1-1 0 0 0,0 0-1 0 0,0 0 1 0 0,-1 0 0 0 0,1 0 0 0 0,-1-1-1 0 0,0 1 1 0 0,0-1 0 0 0,-1 0-1 0 0,0 0 1 0 0,0 0 0 0 0,0 0 0 0 0,1-11-1 0 0,-1 7-22 0 0,-1-1 0 0 0,0 1 0 0 0,-1 0 0 0 0,0-1-1 0 0,-1 1 1 0 0,0-1 0 0 0,0 1 0 0 0,-1 0-1 0 0,0 0 1 0 0,-1 0 0 0 0,0 0 0 0 0,-8-16 0 0 0,10 24-100 0 0,0 0 1 0 0,0-1-1 0 0,-1 1 1 0 0,1 0-1 0 0,0 0 1 0 0,-1 0-1 0 0,0 0 1 0 0,1 0-1 0 0,-1 0 1 0 0,0 1-1 0 0,0-1 1 0 0,0 0-1 0 0,0 1 1 0 0,0 0-1 0 0,-1-1 1 0 0,1 1-1 0 0,0 0 1 0 0,0 0-1 0 0,-1 0 1 0 0,-2 0-1 0 0,4 1-209 0 0,0 1-1 0 0,1 0 1 0 0,-1 0-1 0 0,0-1 1 0 0,0 1 0 0 0,1 0-1 0 0,-1 0 1 0 0,0 0-1 0 0,1 0 1 0 0,-1 0 0 0 0,1 0-1 0 0,-1 0 1 0 0,1 0-1 0 0,-1 0 1 0 0,1 0 0 0 0,0 0-1 0 0,0 0 1 0 0,0 0-1 0 0,-1 1 1 0 0,1-1 0 0 0,0 2-1 0 0,0 8-6934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4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 14283 0 0,'-3'-3'1272'0'0,"2"2"-1016"0"0,2 1-256 0 0,0 0 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5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85 11979 0 0,'0'-1'92'0'0,"-1"1"1"0"0,1 0-1 0 0,0 0 1 0 0,0 0-1 0 0,0-1 1 0 0,0 1 0 0 0,0 0-1 0 0,0 0 1 0 0,0 0-1 0 0,0 0 1 0 0,-1 0-1 0 0,1-1 1 0 0,0 1-1 0 0,0 0 1 0 0,0 0 0 0 0,0 0-1 0 0,0 0 1 0 0,-1 0-1 0 0,1 0 1 0 0,0 0-1 0 0,0-1 1 0 0,0 1 0 0 0,0 0-1 0 0,-1 0 1 0 0,1 0-1 0 0,0 0 1 0 0,0 0-1 0 0,0 0 1 0 0,-1 0-1 0 0,1 0 1 0 0,0 0 0 0 0,0 0-1 0 0,0 0 1 0 0,-1 0-1 0 0,1 0 1 0 0,0 0-1 0 0,0 0 1 0 0,0 0 0 0 0,-1 0-1 0 0,1 1 1 0 0,0-1-1 0 0,0 0 1 0 0,0 0-1 0 0,0 0 1 0 0,0 0 0 0 0,-1 0-1 0 0,1 0 1 0 0,0 0-1 0 0,0 1 1 0 0,0-1-1 0 0,-1 0 1 0 0,-8 15 937 0 0,-5 20-1198 0 0,9-20 260 0 0,1 0-1 0 0,0 0 0 0 0,1 1 0 0 0,1-1 0 0 0,0 1 0 0 0,1 0 1 0 0,1-1-1 0 0,0 1 0 0 0,3 17 0 0 0,-2-27-22 0 0,0-1 1 0 0,0 1-1 0 0,1-1 1 0 0,-1 0-1 0 0,1 1 1 0 0,0-1-1 0 0,0 0 1 0 0,1 0-1 0 0,0 0 1 0 0,-1-1-1 0 0,2 1 1 0 0,-1 0-1 0 0,0-1 0 0 0,1 0 1 0 0,0 0-1 0 0,0 0 1 0 0,0-1-1 0 0,1 1 1 0 0,-1-1-1 0 0,1 0 1 0 0,0 0-1 0 0,0 0 1 0 0,0-1-1 0 0,0 0 1 0 0,0 0-1 0 0,0 0 0 0 0,0-1 1 0 0,10 2-1 0 0,-6-2 42 0 0,0 0 0 0 0,-1-1 0 0 0,1 0 0 0 0,0-1 0 0 0,-1 0 0 0 0,1-1 0 0 0,0 1-1 0 0,-1-2 1 0 0,0 1 0 0 0,1-1 0 0 0,-1 0 0 0 0,0-1 0 0 0,0 0 0 0 0,-1 0 0 0 0,1-1 0 0 0,-1 0-1 0 0,0 0 1 0 0,0 0 0 0 0,-1-1 0 0 0,0 0 0 0 0,0-1 0 0 0,0 1 0 0 0,-1-1 0 0 0,0 0 0 0 0,0 0-1 0 0,0-1 1 0 0,-1 0 0 0 0,0 0 0 0 0,-1 0 0 0 0,0 0 0 0 0,0 0 0 0 0,-1 0 0 0 0,3-14 0 0 0,-5 9 43 0 0,1-1 1 0 0,-2 1 0 0 0,0-1 0 0 0,0 1 0 0 0,-1-1 0 0 0,-1 1-1 0 0,0 0 1 0 0,-1 0 0 0 0,0 0 0 0 0,-1 1 0 0 0,-8-15 0 0 0,10 21-142 0 0,-1 0 0 0 0,0 0 0 0 0,0 0 0 0 0,0 1 0 0 0,-1 0 0 0 0,1 0 0 0 0,-1 0 0 0 0,0 1 0 0 0,-1 0 0 0 0,-9-6 0 0 0,11 7-91 0 0,-1 1 1 0 0,1 0-1 0 0,-1 1 0 0 0,0-1 0 0 0,1 1 0 0 0,-1 0 0 0 0,0 0 0 0 0,0 0 0 0 0,0 1 0 0 0,0 0 0 0 0,0 0 0 0 0,0 0 0 0 0,0 1 0 0 0,0-1 0 0 0,-9 3 0 0 0,-5 5-2231 0 0,-3 3-5996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6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12899 0 0,'0'-1'94'0'0,"0"1"1"0"0,0-1 0 0 0,1 1-1 0 0,-1-1 1 0 0,0 1 0 0 0,1 0-1 0 0,-1-1 1 0 0,1 1-1 0 0,-1-1 1 0 0,0 1 0 0 0,1 0-1 0 0,-1-1 1 0 0,1 1 0 0 0,-1 0-1 0 0,1 0 1 0 0,-1-1-1 0 0,1 1 1 0 0,-1 0 0 0 0,1 0-1 0 0,-1 0 1 0 0,1 0 0 0 0,0 0-1 0 0,-1 0 1 0 0,1 0-1 0 0,-1 0 1 0 0,1 0 0 0 0,-1 0-1 0 0,1 0 1 0 0,0 0 0 0 0,27-3 543 0 0,-23 3-428 0 0,116-6 1374 0 0,141-17-979 0 0,-253 22-783 0 0,43-10-2 0 0,-22-3-3450 0 0,-26 10 1942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6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5529 0 0,'-2'0'118'0'0,"1"0"1"0"0,-1 1-1 0 0,1-1 0 0 0,-1 1 0 0 0,1-1 1 0 0,-1 1-1 0 0,1-1 0 0 0,0 1 0 0 0,-1 0 0 0 0,1 0 1 0 0,0-1-1 0 0,0 1 0 0 0,-1 0 0 0 0,1 0 0 0 0,0 0 1 0 0,0 0-1 0 0,0 1 0 0 0,0-1 0 0 0,0 0 1 0 0,1 0-1 0 0,-1 1 0 0 0,0-1 0 0 0,0 0 0 0 0,1 1 1 0 0,-1-1-1 0 0,1 1 0 0 0,-1-1 0 0 0,1 1 1 0 0,0-1-1 0 0,0 1 0 0 0,-1-1 0 0 0,1 1 0 0 0,0 1 1 0 0,0 1 514 0 0,-26 176 5817 0 0,16 94-5566 0 0,11-251-1688 0 0,1-13 303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7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13363 0 0,'-1'8'384'0'0,"-1"0"-1"0"0,1 0 1 0 0,0 0-1 0 0,1 0 1 0 0,0 0 0 0 0,2 11-1 0 0,-1 8 269 0 0,3 396 3688 0 0,-7-405-4103 0 0,3-16-255 0 0,-1 1-1 0 0,1-1 1 0 0,-1 1 0 0 0,1-1-1 0 0,0 1 1 0 0,0 0 0 0 0,0-1-1 0 0,0 1 1 0 0,1-1 0 0 0,0 4-1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7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 15411 0 0,'-4'-3'680'0'0,"1"3"145"0"0,0 0-665 0 0,2 0-160 0 0,1 1-160 0 0,0 1-64 0 0,1 2-8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7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17484 0 0,'0'0'41'0'0,"0"0"1"0"0,-1 0-1 0 0,1-1 0 0 0,-1 1 1 0 0,1 0-1 0 0,0 0 1 0 0,-1 0-1 0 0,1 0 0 0 0,-1 0 1 0 0,1 0-1 0 0,0 0 1 0 0,-1 1-1 0 0,1-1 1 0 0,0 0-1 0 0,-1 0 0 0 0,1 0 1 0 0,0 0-1 0 0,-1 0 1 0 0,1 0-1 0 0,-1 1 0 0 0,1-1 1 0 0,0 0-1 0 0,0 0 1 0 0,-1 1-1 0 0,1-1 0 0 0,0 0 1 0 0,-1 0-1 0 0,1 1 1 0 0,0-1-1 0 0,0 0 1 0 0,0 1-1 0 0,-1-1 0 0 0,1 0 1 0 0,0 1-1 0 0,0-1 1 0 0,0 0-1 0 0,0 1 0 0 0,0-1 1 0 0,-1 1-1 0 0,1-1 1 0 0,0 0-1 0 0,0 1 0 0 0,0-1 1 0 0,0 1-1 0 0,0-1 1 0 0,0 0-1 0 0,0 1 1 0 0,1-1-1 0 0,-1 0 0 0 0,0 1 1 0 0,0-1-1 0 0,0 1 1 0 0,0-1-1 0 0,0 0 0 0 0,1 1 1 0 0,0 8 215 0 0,-1-2-129 0 0,7 273 3448 0 0,-8-257-3287 0 0,-2 114 903 0 0,4-110-1207 0 0,1 0 0 0 0,1 0 0 0 0,7 26 0 0 0,-7-43-612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7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19788 0 0,'0'0'51'0'0,"0"0"0"0"0,0-1 0 0 0,0 1-1 0 0,0 0 1 0 0,0 0 0 0 0,0-1 0 0 0,0 1 0 0 0,0 0 0 0 0,0 0-1 0 0,0-1 1 0 0,0 1 0 0 0,0 0 0 0 0,0 0 0 0 0,0 0-1 0 0,0-1 1 0 0,1 1 0 0 0,-1 0 0 0 0,0 0 0 0 0,0-1 0 0 0,0 1-1 0 0,0 0 1 0 0,0 0 0 0 0,0 0 0 0 0,1 0 0 0 0,-1-1-1 0 0,0 1 1 0 0,0 0 0 0 0,0 0 0 0 0,0 0 0 0 0,1 0-1 0 0,-1 0 1 0 0,0-1 0 0 0,0 1 0 0 0,0 0 0 0 0,1 0 0 0 0,-1 0-1 0 0,15-2 539 0 0,23 4-782 0 0,-30-2 380 0 0,241 30-22 0 0,-240-28-171 0 0,-1-1-353 0 0,1 0-1 0 0,0 0 1 0 0,0 0-1 0 0,0-1 1 0 0,0-1-1 0 0,10-1 1 0 0,-13 1-867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8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11522 0 0,'-1'1'116'0'0,"-1"0"-1"0"0,1 1 0 0 0,-1-1 0 0 0,1 0 1 0 0,-1 1-1 0 0,1 0 0 0 0,0-1 0 0 0,0 1 1 0 0,0 0-1 0 0,0-1 0 0 0,0 1 0 0 0,0 0 0 0 0,0 0 1 0 0,1 0-1 0 0,-1 0 0 0 0,0 2 0 0 0,-1 36 2495 0 0,1-17-1297 0 0,-25 277 3446 0 0,23-268-4370 0 0,-2 15-218 0 0,1-1 1 0 0,4 60-1 0 0,2-97-1737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8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9 13363 0 0,'-5'-3'579'0'0,"-6"-2"21"0"0,11 5-491 0 0,0 0-1 0 0,0 0 1 0 0,-1 0-1 0 0,1 1 1 0 0,0-1-1 0 0,0 0 1 0 0,-1 0-1 0 0,1 0 1 0 0,0 1 0 0 0,0-1-1 0 0,0 0 1 0 0,0 1-1 0 0,0-1 1 0 0,-1 0-1 0 0,1 0 1 0 0,0 1-1 0 0,0-1 1 0 0,0 0 0 0 0,0 1-1 0 0,0-1 1 0 0,0 0-1 0 0,0 1 1 0 0,0-1-1 0 0,0 0 1 0 0,0 0 0 0 0,0 1-1 0 0,0-1 1 0 0,0 0-1 0 0,0 1 1 0 0,0-1-1 0 0,0 0 1 0 0,0 1-1 0 0,1-1 1 0 0,-1 0 0 0 0,0 0-1 0 0,0 1 1 0 0,5 28 1130 0 0,-2 1 0 0 0,-1-1 1 0 0,-3 33-1 0 0,-13 88-1862 0 0,9-101 1140 0 0,1-9-336 0 0,3 1-1 0 0,3 47 1 0 0,0-75-280 0 0,-2-12-45 0 0,0-1 1 0 0,0 0-1 0 0,0 1 0 0 0,0-1 1 0 0,0 1-1 0 0,1-1 0 0 0,-1 0 1 0 0,0 1-1 0 0,0-1 0 0 0,0 0 0 0 0,0 1 1 0 0,1-1-1 0 0,-1 0 0 0 0,0 0 1 0 0,0 1-1 0 0,1-1 0 0 0,-1 0 1 0 0,0 0-1 0 0,0 1 0 0 0,1-1 1 0 0,-1 0-1 0 0,0 0 0 0 0,1 0 1 0 0,-1 1-1 0 0,0-1 0 0 0,1 0 1 0 0,-1 0-1 0 0,0 0 0 0 0,1 0 0 0 0,-1 0 1 0 0,0 0-1 0 0,1 0 0 0 0,-1 0 1 0 0,1 0-1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8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 4609 0 0,'-6'-2'200'0'0,"2"2"48"0"0,-4 7 6722 0 0,8-1-3066 0 0,-2 2 17 0 0,4 2-3921 0 0,-1-1-672 0 0,2 2-192 0 0,-1 0-6554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8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47 114 14283 0 0,'-1'3'323'0'0,"0"1"1"0"0,0-1-1 0 0,0 0 0 0 0,0 1 1 0 0,0-1-1 0 0,1 1 0 0 0,0-1 1 0 0,0 1-1 0 0,0-1 0 0 0,0 1 0 0 0,0-1 1 0 0,1 4-1 0 0,0 10 198 0 0,-1-4-309 0 0,-2 23 309 0 0,6 48 0 0 0,-3-74-512 0 0,0 1-1 0 0,1-1 1 0 0,1 0 0 0 0,0 0 0 0 0,0 0-1 0 0,1 0 1 0 0,0-1 0 0 0,0 1 0 0 0,9 12-1 0 0,-11-19 51 0 0,0 0 0 0 0,0 0-1 0 0,0-1 1 0 0,1 1-1 0 0,-1-1 1 0 0,1 0-1 0 0,-1 1 1 0 0,1-1 0 0 0,0 0-1 0 0,-1-1 1 0 0,1 1-1 0 0,0 0 1 0 0,0-1 0 0 0,1 0-1 0 0,-1 0 1 0 0,0 0-1 0 0,0 0 1 0 0,1 0-1 0 0,-1 0 1 0 0,0-1 0 0 0,1 0-1 0 0,-1 0 1 0 0,0 0-1 0 0,1 0 1 0 0,-1 0-1 0 0,1-1 1 0 0,-1 1 0 0 0,0-1-1 0 0,0 0 1 0 0,1 0-1 0 0,-1 0 1 0 0,0 0 0 0 0,0-1-1 0 0,0 1 1 0 0,0-1-1 0 0,4-3 1 0 0,-2 2 93 0 0,1-1 1 0 0,-1-1-1 0 0,0 1 1 0 0,-1 0-1 0 0,1-1 1 0 0,-1 0-1 0 0,0 0 1 0 0,0-1-1 0 0,0 1 1 0 0,0-1-1 0 0,-1 0 1 0 0,0 0-1 0 0,-1 0 1 0 0,1 0-1 0 0,-1 0 1 0 0,0-1-1 0 0,-1 1 1 0 0,2-7-1 0 0,-3-7 4 0 0,-1 1 0 0 0,0 0 1 0 0,-1-1-1 0 0,-1 1 0 0 0,-1 0 0 0 0,-1 0 0 0 0,0 0 0 0 0,-2 1 0 0 0,0 0 0 0 0,-1 0 0 0 0,0 1 0 0 0,-14-20 0 0 0,16 28-179 0 0,-1 0-1 0 0,0 1 1 0 0,0-1 0 0 0,-1 2 0 0 0,-14-12-1 0 0,21 17-77 0 0,-1 1-1 0 0,0-1 1 0 0,0 1-1 0 0,0 0 1 0 0,0 0-1 0 0,0 0 1 0 0,0 0-1 0 0,0 0 1 0 0,-1 0 0 0 0,1 1-1 0 0,0-1 1 0 0,0 1-1 0 0,-1 0 1 0 0,1-1-1 0 0,0 1 1 0 0,0 0-1 0 0,-1 0 1 0 0,1 0-1 0 0,0 1 1 0 0,-1-1-1 0 0,1 0 1 0 0,0 1-1 0 0,0 0 1 0 0,0-1-1 0 0,-1 1 1 0 0,1 0-1 0 0,0 0 1 0 0,0 0-1 0 0,0 0 1 0 0,0 1-1 0 0,1-1 1 0 0,-4 4-1 0 0,-5 5-1300 0 0,2 0 0 0 0,-12 17-1 0 0,18-23 1163 0 0,-22 31-2054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9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17 13827 0 0,'-5'-4'-150'0'0,"-5"-5"3926"0"0,11 6-1421 0 0,7 2-853 0 0,142 9-1351 0 0,-125-4-383 0 0,1 0 0 0 0,-1 2 0 0 0,45 15-1 0 0,-61-15-1883 0 0,-7-4 63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2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5985 0 0,'-11'3'-277'0'0,"1"5"7170"0"0,10 5 779 0 0,5 0-6563 0 0,-1-7-1058 0 0,0 1 0 0 0,1 0 1 0 0,-1-1-1 0 0,2 0 0 0 0,-1 0 0 0 0,0-1 1 0 0,1 1-1 0 0,0-1 0 0 0,0 0 1 0 0,1-1-1 0 0,-1 0 0 0 0,1 0 0 0 0,0 0 1 0 0,0-1-1 0 0,0 0 0 0 0,1 0 0 0 0,-1-1 1 0 0,1 1-1 0 0,-1-2 0 0 0,15 2 0 0 0,-7-1-294 0 0,0-1-1 0 0,-1-1 1 0 0,1 0-1 0 0,0-2 0 0 0,-1 1 1 0 0,1-2-1 0 0,-1 0 1 0 0,0 0-1 0 0,1-1 0 0 0,17-9 1 0 0,3-5-6893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6:30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24 3681 0 0,'0'-1'-1236'0'0,"-9"-19"15765"0"0,15 18-12968 0 0,-5 2-1251 0 0,0 1 1 0 0,-1 0 0 0 0,1 0-1 0 0,0 0 1 0 0,0 0 0 0 0,0 0 0 0 0,-1 0-1 0 0,1 0 1 0 0,0 0 0 0 0,-1 0 0 0 0,1 0-1 0 0,-1 0 1 0 0,1 0 0 0 0,-1 0-1 0 0,1 1 1 0 0,-1-1 0 0 0,0 1 0 0 0,1 0-667 0 0,1 7 564 0 0,0 0 1 0 0,0-1-1 0 0,-1 1 1 0 0,0 0 0 0 0,-1 0-1 0 0,0 11 1 0 0,0 6 124 0 0,-10 526 676 0 0,8-512-958 0 0,1-8 118 0 0,-8 48 0 0 0,9-80-161 0 0,0 0-1 0 0,0 0 1 0 0,0 1-1 0 0,0-1 1 0 0,0 0 0 0 0,0 0-1 0 0,0 1 1 0 0,-1-1-1 0 0,1 0 1 0 0,0 1 0 0 0,0-1-1 0 0,0 0 1 0 0,1 1-1 0 0,-1-1 1 0 0,0 0 0 0 0,0 0-1 0 0,0 1 1 0 0,0-1-1 0 0,0 0 1 0 0,0 1 0 0 0,0-1-1 0 0,0 0 1 0 0,1 0-1 0 0,-1 1 1 0 0,0-1 0 0 0,0 0-1 0 0,0 0 1 0 0,1 0-1 0 0,-1 1 1 0 0,0-1 0 0 0,0 0-1 0 0,0 0 1 0 0,1 0-1 0 0,-1 1 1 0 0,0-1 0 0 0,1 0-1 0 0,-1 0 1 0 0,0 0-1 0 0,0 0 1 0 0,1 0 0 0 0,-1 0-1 0 0,0 0 1 0 0,1 0-1 0 0,-1 0 1 0 0,1 0 0 0 0,-1 0-133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0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12 3225 0 0,'-5'-2'-1212'0'0,"-10"-4"972"0"0,-5 3 5464 0 0,19 3-4909 0 0,0 0 1 0 0,0 0-1 0 0,0 0 1 0 0,0 0-1 0 0,0 1 1 0 0,0-1 0 0 0,0 0-1 0 0,0 1 1 0 0,1-1-1 0 0,-1 1 1 0 0,0-1-1 0 0,0 1 1 0 0,0-1 0 0 0,1 1-1 0 0,-1-1 1 0 0,0 1-1 0 0,1 0 1 0 0,-2 1 0 0 0,-5 14 818 0 0,6-5-1111 0 0,1 0 0 0 0,0 0 0 0 0,0 1 0 0 0,1-1 0 0 0,0 0 0 0 0,1 0 0 0 0,1 0 0 0 0,-1-1 0 0 0,6 12 0 0 0,2 14 150 0 0,12 65 460 0 0,13 127-1 0 0,-32-197-425 0 0,16 121 913 0 0,-15-128-959 0 0,-3-17-145 0 0,-1 0 1 0 0,2 0-1 0 0,-1-1 1 0 0,1 1-1 0 0,0 0 1 0 0,3 6-1 0 0,-4-12-90 0 0,0 0 0 0 0,0-1 0 0 0,-1 1 1 0 0,1 0-1 0 0,0-1 0 0 0,0 1 0 0 0,0-1 0 0 0,0 1 0 0 0,0-1 0 0 0,0 0 0 0 0,0 1 0 0 0,0-1 0 0 0,0 0 0 0 0,0 0 0 0 0,0 0 0 0 0,0 0 0 0 0,0 1 0 0 0,0-1 0 0 0,0-1 0 0 0,0 1 0 0 0,0 0 0 0 0,0 0 0 0 0,0 0 0 0 0,0 0 0 0 0,0-1 0 0 0,0 1 0 0 0,0 0 0 0 0,0-1 0 0 0,1 0 0 0 0,5-5-526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0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2304 0 0,'-14'5'-378'0'0,"12"-4"1044"0"0,1 0 0 0 0,0 0 0 0 0,-1 0 0 0 0,1 0 0 0 0,0 0 0 0 0,0 0 0 0 0,0 1 0 0 0,0-1 0 0 0,0 0 0 0 0,0 1 0 0 0,0-1 0 0 0,1 1 0 0 0,-1-1 0 0 0,0 1 0 0 0,1-1 0 0 0,-1 1 0 0 0,0 2 0 0 0,-9 29 46 0 0,1-1 1 0 0,1 2-1 0 0,2-1 1 0 0,-3 57 0 0 0,10 140 767 0 0,2-66-1073 0 0,-7-69-185 0 0,1-48-27 0 0,2 1 1 0 0,9 88-1 0 0,-8-135-242 0 0,0 0 0 0 0,0 1 0 0 0,1-1 0 0 0,-1 0 1 0 0,0 1-1 0 0,1-1 0 0 0,-1 0 0 0 0,1 0 0 0 0,-1 1 0 0 0,1-1 0 0 0,0 0 0 0 0,0 0 0 0 0,-1 0 0 0 0,1 0 0 0 0,0 0 0 0 0,0 0 0 0 0,2 2 0 0 0,-2-3-24 0 0,-1 0-1 0 0,1 0 1 0 0,0 0-1 0 0,0 0 1 0 0,-1 0-1 0 0,1 0 1 0 0,0 0-1 0 0,0 0 1 0 0,-1 0-1 0 0,1 0 1 0 0,0-1-1 0 0,-1 1 1 0 0,1 0-1 0 0,0 0 1 0 0,0-1-1 0 0,-1 1 1 0 0,1-1-1 0 0,-1 1 1 0 0,1 0-1 0 0,0-1 1 0 0,-1 1-1 0 0,1-1 1 0 0,-1 1-1 0 0,1-1 1 0 0,-1 0-1 0 0,1 1 1 0 0,-1-1-1 0 0,1 1 1 0 0,-1-1-1 0 0,0 0 1 0 0,1 1-1 0 0,-1-2 1 0 0,10-15-951 0 0,0-7-9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1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 10594 0 0,'1'1'88'0'0,"-1"0"0"0"0,1 0 0 0 0,0 0 0 0 0,-1 1 0 0 0,1-1 0 0 0,0 0 0 0 0,-1 1 0 0 0,0-1 0 0 0,1 0 0 0 0,-1 1 0 0 0,0-1 0 0 0,1 0 0 0 0,-1 1 0 0 0,0-1 0 0 0,0 1 0 0 0,0-1 0 0 0,-1 2 0 0 0,1-1 335 0 0,2 77 2088 0 0,-11 105-1 0 0,-24 77-901 0 0,22-183-1029 0 0,2-18-243 0 0,-10 82 377 0 0,18-118-615 0 0,0 1 1 0 0,1-1 0 0 0,7 42 0 0 0,-7-64-159 0 0,0 0 0 0 0,0-1 0 0 0,1 1 0 0 0,-1-1 1 0 0,0 1-1 0 0,1-1 0 0 0,-1 1 0 0 0,1-1 0 0 0,0 1 1 0 0,0-1-1 0 0,-1 0 0 0 0,1 1 0 0 0,0-1 1 0 0,0 0-1 0 0,2 2 0 0 0,-3-3 13 0 0,1 0 1 0 0,-1 0-1 0 0,0 0 0 0 0,0 0 1 0 0,0 1-1 0 0,1-1 1 0 0,-1 0-1 0 0,0 0 0 0 0,0 0 1 0 0,1 0-1 0 0,-1 0 1 0 0,0-1-1 0 0,0 1 0 0 0,1 0 1 0 0,-1 0-1 0 0,0 0 0 0 0,0 0 1 0 0,0 0-1 0 0,1 0 1 0 0,-1 0-1 0 0,0 0 0 0 0,0 0 1 0 0,0-1-1 0 0,1 1 0 0 0,-1 0 1 0 0,0 0-1 0 0,0 0 1 0 0,0 0-1 0 0,0-1 0 0 0,1 1 1 0 0,-1 0-1 0 0,0 0 1 0 0,0-1-1 0 0,6-16-1527 0 0,-1-29-804 0 0,-2 8 1169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1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3225 0 0,'1'4'601'0'0,"-1"-1"0"0"0,1 0 1 0 0,0 0-1 0 0,0 0 0 0 0,0 0 1 0 0,1 0-1 0 0,1 3 1 0 0,4 9 1880 0 0,92 216 4086 0 0,-35-88-4881 0 0,-60-133-1801 0 0,0 1 0 0 0,-1-1 0 0 0,-1 0 0 0 0,0 1 0 0 0,0-1 0 0 0,-1 1-1 0 0,0 0 1 0 0,-1 0 0 0 0,0-1 0 0 0,-1 1 0 0 0,0 0 0 0 0,-1-1 0 0 0,0 1 0 0 0,0-1-1 0 0,-1 1 1 0 0,-1-1 0 0 0,0 0 0 0 0,-8 16 0 0 0,4-11-1552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1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43 11026 0 0,'-2'-4'-70'0'0,"1"2"255"0"0,-1-1 1 0 0,1 1-1 0 0,0-1 1 0 0,0 1-1 0 0,0-1 1 0 0,1 1-1 0 0,-1-1 1 0 0,0-3-1 0 0,1 5-123 0 0,0 1 0 0 0,0 0-1 0 0,0-1 1 0 0,0 1 0 0 0,0-1 0 0 0,0 1-1 0 0,1-1 1 0 0,-1 1 0 0 0,0 0 0 0 0,0-1-1 0 0,0 1 1 0 0,1-1 0 0 0,-1 1-1 0 0,0 0 1 0 0,0-1 0 0 0,1 1 0 0 0,-1 0-1 0 0,0-1 1 0 0,1 1 0 0 0,-1 0 0 0 0,1-1-1 0 0,16-2 994 0 0,-4 4-761 0 0,-1 0 1 0 0,0 1 0 0 0,1 1-1 0 0,-1 0 1 0 0,22 9-1 0 0,-24-8-308 0 0,0 0 1 0 0,-1-1-1 0 0,1 0 0 0 0,0 0 0 0 0,0-1 1 0 0,1-1-1 0 0,-1 0 0 0 0,0 0 0 0 0,20-2 1 0 0,21-10-1190 0 0,-34 6 573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1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6449 0 0,'-2'1'218'0'0,"1"0"0"0"0,0-1 0 0 0,0 1 0 0 0,-1 0-1 0 0,1 0 1 0 0,0 0 0 0 0,0 0 0 0 0,0 0 0 0 0,0 0-1 0 0,0 0 1 0 0,0 0 0 0 0,1 0 0 0 0,-1 1 0 0 0,0-1-1 0 0,0 0 1 0 0,1 1 0 0 0,-1-1 0 0 0,1 0-1 0 0,-1 1 1 0 0,1-1 0 0 0,0 1 0 0 0,0-1 0 0 0,-1 3-1 0 0,1 42 5052 0 0,1-27-5907 0 0,-3 147 2649 0 0,-8 182-61 0 0,7-313-1900 0 0,1-1-1 0 0,2 1 0 0 0,4 43 1 0 0,-4-77-85 0 0,0 0 0 0 0,1-1 1 0 0,-1 1-1 0 0,0 0 0 0 0,0 0 0 0 0,0 0 1 0 0,0-1-1 0 0,1 1 0 0 0,-1 0 1 0 0,0 0-1 0 0,1-1 0 0 0,-1 1 1 0 0,1 0-1 0 0,-1-1 0 0 0,1 1 0 0 0,-1-1 1 0 0,1 1-1 0 0,-1 0 0 0 0,2 0 1 0 0,-2-1-60 0 0,1 0 1 0 0,-1 0-1 0 0,1 0 0 0 0,-1 0 1 0 0,1 0-1 0 0,-1 0 1 0 0,1 0-1 0 0,-1 0 1 0 0,1 0-1 0 0,-1 0 1 0 0,1 0-1 0 0,-1 0 1 0 0,1 0-1 0 0,-1 0 0 0 0,1 0 1 0 0,-1-1-1 0 0,1 1 1 0 0,-1 0-1 0 0,1 0 1 0 0,-1-1-1 0 0,1 1 1 0 0,2-3-514 0 0,0 1 0 0 0,0 0 0 0 0,-1-1 0 0 0,0 0 0 0 0,1 1 0 0 0,-1-1 1 0 0,2-5-1 0 0,7-13-1538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1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10594 0 0,'1'0'175'0'0,"0"1"1"0"0,0-1-1 0 0,0 1 0 0 0,0-1 0 0 0,0 0 0 0 0,0 1 0 0 0,0 0 1 0 0,0-1-1 0 0,0 1 0 0 0,0 0 0 0 0,-1-1 0 0 0,1 1 0 0 0,0 0 1 0 0,0 0-1 0 0,-1 0 0 0 0,1-1 0 0 0,0 1 0 0 0,-1 0 0 0 0,1 0 0 0 0,-1 0 1 0 0,1 0-1 0 0,-1 0 0 0 0,0 0 0 0 0,1 0 0 0 0,-1 2 0 0 0,12 32 670 0 0,-1 22 183 0 0,-2 0-1 0 0,2 85 1 0 0,-15 118 1164 0 0,1-42-340 0 0,3-208-1802 0 0,1 135 924 0 0,26 185-1 0 0,-22-298-1148 0 0,0 51 0 0 0,-2-122-6916 0 0,-2 19 481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2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9218 0 0,'-10'37'3913'0'0,"0"41"-2097"0"0,4 1 0 0 0,3 91 0 0 0,2-50-736 0 0,18 366 639 0 0,-15-454-1772 0 0,-2-32 51 0 0,1 10-306 0 0,-1 0 0 0 0,1 0-1 0 0,1-1 1 0 0,0 1 0 0 0,6 17 0 0 0,-8-26 249 0 0,0-1 1 0 0,0 0 0 0 0,0 0 0 0 0,0 0-1 0 0,0 1 1 0 0,0-1 0 0 0,0 0 0 0 0,0 0 0 0 0,1 0-1 0 0,-1 1 1 0 0,0-1 0 0 0,0 0 0 0 0,0 0 0 0 0,0 0-1 0 0,0 0 1 0 0,0 1 0 0 0,1-1 0 0 0,-1 0-1 0 0,0 0 1 0 0,0 0 0 0 0,0 0 0 0 0,0 0 0 0 0,0 0-1 0 0,1 0 1 0 0,-1 1 0 0 0,0-1 0 0 0,0 0 0 0 0,0 0-1 0 0,1 0 1 0 0,-1 0 0 0 0,0 0 0 0 0,0 0-1 0 0,0 0 1 0 0,1 0 0 0 0,-1 0 0 0 0,0 0 0 0 0,0 0-1 0 0,0 0 1 0 0,1 0 0 0 0,-1 0 0 0 0,0 0 0 0 0,0 0-1 0 0,0 0 1 0 0,1 0 0 0 0,-1 0 0 0 0,0-1-1 0 0,0 1 1 0 0,0 0 0 0 0,1 0 0 0 0,-1 0 0 0 0,0 0-1 0 0,0 0 1 0 0,0 0 0 0 0,0-1 0 0 0,0 1 0 0 0,1 0-1 0 0,-1 0 1 0 0,0 0 0 0 0,0-1 0 0 0,6-7-5825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2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5529 0 0,'1'63'8497'0'0,"5"30"-6007"0"0,0 29-1876 0 0,-14 192 2395 0 0,0-21-1259 0 0,8-226-1642 0 0,1 1-428 0 0,9 81 0 0 0,-5-137-636 0 0,-1-19-889 0 0,3-21-1436 0 0,-5 4 1376 0 0,2-7-15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3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5985 0 0,'12'5'7650'0'0,"16"12"-5908"0"0,-8-5-1214 0 0,-1 0 1 0 0,2-2-1 0 0,-1 0 0 0 0,1-1 1 0 0,1-1-1 0 0,-1-1 1 0 0,29 5-1 0 0,-45-11-426 0 0,-1 0 1 0 0,1 1-1 0 0,-1-1 0 0 0,0 1 0 0 0,0-1 0 0 0,1 2 0 0 0,-1-1 0 0 0,0 0 1 0 0,-1 1-1 0 0,1-1 0 0 0,6 7 0 0 0,-9-8-89 0 0,1 1-1 0 0,-1-1 0 0 0,0 1 1 0 0,0-1-1 0 0,0 1 1 0 0,0-1-1 0 0,0 1 0 0 0,-1-1 1 0 0,1 1-1 0 0,0 0 0 0 0,-1 0 1 0 0,1-1-1 0 0,-1 1 1 0 0,0 0-1 0 0,1 0 0 0 0,-1-1 1 0 0,0 1-1 0 0,0 0 1 0 0,0 0-1 0 0,0 0 0 0 0,-1-1 1 0 0,1 1-1 0 0,0 0 1 0 0,-1 0-1 0 0,1-1 0 0 0,-1 1 1 0 0,0 0-1 0 0,0-1 1 0 0,1 1-1 0 0,-1 0 0 0 0,0-1 1 0 0,-2 3-1 0 0,-26 31 40 0 0,-2 0-1 0 0,-55 48 0 0 0,32-33-23 0 0,37-36-7 0 0,10-8 7 0 0,-1 1 1 0 0,1-1 0 0 0,1 1-1 0 0,-1 0 1 0 0,-6 10 0 0 0,12-15-26 0 0,1-1 0 0 0,-1 0 1 0 0,0 1-1 0 0,0 0 0 0 0,1-1 0 0 0,-1 1 1 0 0,1-1-1 0 0,-1 1 0 0 0,1 0 1 0 0,0-1-1 0 0,-1 1 0 0 0,1 0 1 0 0,0-1-1 0 0,0 1 0 0 0,0 0 1 0 0,0-1-1 0 0,1 1 0 0 0,-1 0 0 0 0,0 0 1 0 0,1-1-1 0 0,-1 1 0 0 0,1-1 1 0 0,0 1-1 0 0,-1-1 0 0 0,1 1 1 0 0,0-1-1 0 0,0 1 0 0 0,0-1 1 0 0,0 1-1 0 0,0-1 0 0 0,0 0 0 0 0,1 0 1 0 0,-1 0-1 0 0,0 0 0 0 0,3 2 1 0 0,18 12-6 0 0,1 0 1 0 0,1-1-1 0 0,0-2 1 0 0,27 10-1 0 0,41 21-24 0 0,-66-28-75 0 0,1-1 30 0 0,27 19 1 0 0,-48-29 75 0 0,0 1 1 0 0,0 0 0 0 0,-1 0 0 0 0,1 0-1 0 0,-1 1 1 0 0,0-1 0 0 0,-1 1-1 0 0,1 0 1 0 0,6 13 0 0 0,-9-15 36 0 0,-1 1 0 0 0,1-1-1 0 0,-1 0 1 0 0,0 1 0 0 0,0 0 0 0 0,-1-1 0 0 0,1 1-1 0 0,-1-1 1 0 0,0 1 0 0 0,0 0 0 0 0,0-1 0 0 0,-2 9 0 0 0,0-5 66 0 0,-1-1 1 0 0,1 1 0 0 0,-1-1 0 0 0,-1 0 0 0 0,1 0 0 0 0,-10 13-1 0 0,1-3 157 0 0,-2-1-1 0 0,0-1 0 0 0,-1 0 1 0 0,-29 22-1 0 0,26-23-134 0 0,-1-1 0 0 0,0 0 0 0 0,-1-1-1 0 0,0-1 1 0 0,-1-1 0 0 0,0-1 0 0 0,0-1 0 0 0,-27 6-1 0 0,42-13-104 0 0,0 0 0 0 0,1-1 0 0 0,-1 0 0 0 0,0 0 0 0 0,0-1 0 0 0,0 1 0 0 0,0-1-1 0 0,0-1 1 0 0,-10-2 0 0 0,15 3-98 0 0,-1 1 0 0 0,1-1 0 0 0,-1 1 0 0 0,1-1 1 0 0,0 1-1 0 0,-1-1 0 0 0,1 0 0 0 0,0 0 0 0 0,-1 0 0 0 0,1 0 0 0 0,0 0 0 0 0,0 0 0 0 0,0 0 0 0 0,0 0 0 0 0,0 0 0 0 0,0 0 0 0 0,0 0 1 0 0,0-1-1 0 0,0 1 0 0 0,0-1 0 0 0,1 1 0 0 0,-1 0 0 0 0,1-1 0 0 0,-1 1 0 0 0,1-1 0 0 0,-1 1 0 0 0,1-1 0 0 0,0 1 0 0 0,0-1 0 0 0,0 1 1 0 0,0-1-1 0 0,0 0 0 0 0,0 1 0 0 0,0-1 0 0 0,0 1 0 0 0,1-1 0 0 0,-1 1 0 0 0,1-1 0 0 0,-1 1 0 0 0,1-1 0 0 0,0-1 0 0 0,17-28-3317 0 0,-5 12 1649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3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10594 0 0,'-1'1'76'0'0,"1"-1"-1"0"0,-1 0 1 0 0,1 0 0 0 0,-1 1-1 0 0,1-1 1 0 0,-1 0-1 0 0,1 1 1 0 0,-1-1-1 0 0,1 1 1 0 0,-1-1 0 0 0,1 0-1 0 0,0 1 1 0 0,-1-1-1 0 0,1 1 1 0 0,0-1-1 0 0,0 1 1 0 0,-1-1 0 0 0,1 1-1 0 0,0-1 1 0 0,0 1-1 0 0,0 0 1 0 0,-1-1-1 0 0,1 1 1 0 0,0-1 0 0 0,0 2-1 0 0,-3 20 730 0 0,2-16-581 0 0,-1 30 892 0 0,0 0 0 0 0,7 61-1 0 0,-1-33-553 0 0,0 28 124 0 0,3 141 346 0 0,-8-168-297 0 0,-15 103-1 0 0,12-148-371 0 0,-11 29 0 0 0,-3 19 640 0 0,18-63-1032 0 0,2-6-409 0 0,4-8-1432 0 0,-2-1 214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4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10338 0 0,'0'0'48'0'0,"-1"0"0"0"0,1 0-1 0 0,0 0 1 0 0,0 0 0 0 0,0 0 0 0 0,-1 0-1 0 0,1 0 1 0 0,0 0 0 0 0,0 0 0 0 0,0 0-1 0 0,0 0 1 0 0,-1 0 0 0 0,1 1 0 0 0,0-1-1 0 0,0 0 1 0 0,0 0 0 0 0,0 0 0 0 0,0 0-1 0 0,-1 0 1 0 0,1 0 0 0 0,0 0 0 0 0,0 0-1 0 0,0 1 1 0 0,0-1 0 0 0,0 0 0 0 0,0 0 0 0 0,-1 0-1 0 0,1 0 1 0 0,0 0 0 0 0,0 1 0 0 0,0-1-1 0 0,0 0 1 0 0,0 0 0 0 0,0 0 0 0 0,0 0-1 0 0,0 1 1 0 0,0-1 0 0 0,0 0 0 0 0,0 0-1 0 0,0 0 1 0 0,0 1 0 0 0,0-1 0 0 0,0 0-1 0 0,0 0 1 0 0,0 0 0 0 0,0 1 0 0 0,0 16 1272 0 0,5 20-126 0 0,-5-36-1188 0 0,24 187 2444 0 0,0 285 0 0 0,-24-443-2341 0 0,5 269 550 0 0,-4-287-752 0 0,-2-8-3 0 0,1 0 1 0 0,0 1-1 0 0,1-1 0 0 0,-1 0 0 0 0,1 0 1 0 0,-1 1-1 0 0,1-1 0 0 0,3 7 0 0 0,-3-11 33 0 0,-1 0 0 0 0,0 0 0 0 0,0 0 0 0 0,1 0 0 0 0,-1 0 0 0 0,0 0 0 0 0,1 0 0 0 0,-1 0 0 0 0,0 0 0 0 0,0 0 0 0 0,1 0 0 0 0,-1 0 0 0 0,0 0 0 0 0,0 0 0 0 0,1-1 0 0 0,-1 1 0 0 0,0 0 0 0 0,0 0 0 0 0,0 0 0 0 0,1-1 0 0 0,-1 1 0 0 0,0 0 0 0 0,0 0 0 0 0,0 0 0 0 0,1-1 0 0 0,-1 1 0 0 0,0 0 0 0 0,0 0 0 0 0,0-1 0 0 0,0 1 0 0 0,0 0 0 0 0,0-1 0 0 0,0 1 0 0 0,0 0 0 0 0,0 0 0 0 0,0-1 0 0 0,0 0 0 0 0,6-13-4354 0 0,-1-4-1186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4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13043 0 0,'7'18'302'0'0,"-1"0"-1"0"0,0 1 1 0 0,-2 0 0 0 0,0 0 0 0 0,-1 0 0 0 0,1 25 0 0 0,-1-11 196 0 0,17 450 3431 0 0,-45 2-666 0 0,25-351-2347 0 0,1-94-643 0 0,0-1 0 0 0,-8 52 0 0 0,2-76-363 0 0,1-25-993 0 0,0-26-1083 0 0,4 14 383 0 0,0-6-376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4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0 2761 0 0,'-14'4'-1207'0'0,"-29"8"6652"0"0,40-11-4774 0 0,0 0 0 0 0,1 0 0 0 0,-1 0 0 0 0,1 1 0 0 0,-1-1 0 0 0,1 1 0 0 0,0 0 0 0 0,-1 0 0 0 0,1 0 0 0 0,0 0 0 0 0,0 0 0 0 0,-2 3 0 0 0,4-4-601 0 0,-1-1 0 0 0,1 0-1 0 0,0 1 1 0 0,0-1 0 0 0,0 0 0 0 0,0 1 0 0 0,0-1-1 0 0,0 0 1 0 0,-1 1 0 0 0,1-1 0 0 0,0 0-1 0 0,0 1 1 0 0,0-1 0 0 0,0 1 0 0 0,0-1 0 0 0,0 0-1 0 0,0 1 1 0 0,1-1 0 0 0,-1 0 0 0 0,0 1 0 0 0,0-1-1 0 0,0 1 1 0 0,0-1 0 0 0,0 0 0 0 0,1 1-1 0 0,-1-1 1 0 0,0 0 0 0 0,0 0 0 0 0,0 1 0 0 0,1 0-1 0 0,13 7 868 0 0,16 1-51 0 0,9-4-550 0 0,-1-2 0 0 0,0-2 0 0 0,76-7 0 0 0,-48 2-825 0 0,-33 3-1614 0 0,-26 2 599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5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7834 0 0,'0'0'283'0'0,"-1"0"-1"0"0,1 0 1 0 0,-1 1 0 0 0,1-1 0 0 0,-1 0 0 0 0,1 1 0 0 0,0-1 0 0 0,-1 0 0 0 0,1 0 0 0 0,-1 1 0 0 0,1-1 0 0 0,0 1-1 0 0,0-1 1 0 0,-1 0 0 0 0,1 1 0 0 0,0-1 0 0 0,0 1 0 0 0,-1-1 0 0 0,1 1 0 0 0,0-1 0 0 0,0 1 0 0 0,0-1-1 0 0,0 1 1 0 0,0-1 0 0 0,-1 1 0 0 0,1-1 0 0 0,0 1 0 0 0,0-1 0 0 0,0 1 0 0 0,1-1 0 0 0,-1 1 0 0 0,10 16 2879 0 0,-6-12-2957 0 0,1-1-1 0 0,0 0 1 0 0,0 0-1 0 0,8 5 0 0 0,-1-3-73 0 0,0-1 0 0 0,0-1 0 0 0,0 0 0 0 0,1-1 0 0 0,-1 0 0 0 0,1-1 0 0 0,0 0 0 0 0,0-1 0 0 0,20-1 0 0 0,-8-1 105 0 0,0-2 0 0 0,-1 0 0 0 0,0-1 0 0 0,27-9 0 0 0,-39 9-91 0 0,-7 3-78 0 0,0 0-1 0 0,0 0 1 0 0,1-1 0 0 0,-1 0 0 0 0,0 0-1 0 0,-1-1 1 0 0,1 1 0 0 0,6-5 0 0 0,-30 8-4040 0 0,6 4 2243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5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0 772 14283 0 0,'1'6'633'0'0,"0"0"-1"0"0,0 0 1 0 0,0 0-1 0 0,0 0 1 0 0,6 11-1 0 0,-6-12-387 0 0,14 42 318 0 0,1-1 0 0 0,2-1 0 0 0,48 85 0 0 0,-60-122-436 0 0,-1 0 0 0 0,1-1 0 0 0,1 1 0 0 0,8 8 0 0 0,-13-15-123 0 0,-1 0 1 0 0,1 1-1 0 0,-1-1 0 0 0,1 0 0 0 0,-1 0 0 0 0,1 1 0 0 0,0-1 1 0 0,-1 0-1 0 0,1-1 0 0 0,0 1 0 0 0,0 0 0 0 0,0 0 0 0 0,0-1 1 0 0,0 1-1 0 0,0-1 0 0 0,0 0 0 0 0,-1 0 0 0 0,1 1 1 0 0,0-1-1 0 0,0-1 0 0 0,0 1 0 0 0,0 0 0 0 0,0 0 0 0 0,0-1 1 0 0,0 1-1 0 0,0-1 0 0 0,0 1 0 0 0,2-2 0 0 0,-2 1 82 0 0,-1-1 0 0 0,0 1 1 0 0,1-1-1 0 0,-1 0 0 0 0,0 1 0 0 0,1-1 0 0 0,-1 0 0 0 0,0 0 0 0 0,0 0 1 0 0,-1 1-1 0 0,1-1 0 0 0,0 0 0 0 0,-1 0 0 0 0,1 0 0 0 0,0-4 0 0 0,3-37 402 0 0,-3 30-340 0 0,1-44-87 0 0,-1 0 0 0 0,-4-1 0 0 0,-11-71 0 0 0,-46-167-496 0 0,-7-58 157 0 0,65 339 299 0 0,-3-36 140 0 0,4 48-115 0 0,1 1 0 0 0,0 0 1 0 0,1-1-1 0 0,-1 1 0 0 0,0-1 1 0 0,0 1-1 0 0,1 0 0 0 0,0 0 1 0 0,-1-1-1 0 0,1 1 0 0 0,0 0 1 0 0,0 0-1 0 0,0 0 0 0 0,0 0 1 0 0,1 0-1 0 0,-1 0 0 0 0,2-2 1 0 0,-2 4-31 0 0,0-1 1 0 0,0 1 0 0 0,0-1-1 0 0,0 1 1 0 0,0 0 0 0 0,0 0 0 0 0,0 0-1 0 0,0-1 1 0 0,0 1 0 0 0,0 0-1 0 0,0 0 1 0 0,0 0 0 0 0,0 1-1 0 0,0-1 1 0 0,0 0 0 0 0,0 0-1 0 0,0 0 1 0 0,0 1 0 0 0,0-1-1 0 0,0 1 1 0 0,1 0 0 0 0,25 13-26 0 0,-16-8 20 0 0,23 8 29 0 0,0-2 0 0 0,1-1 0 0 0,0-1 0 0 0,0-3 0 0 0,1 0 0 0 0,0-3 0 0 0,0-1 0 0 0,1-1 0 0 0,-1-2 0 0 0,56-7 0 0 0,2-14 477 0 0,-31 6-1116 0 0,-59 17-1322 0 0,-6 5-245 0 0,-8 6-1250 0 0,10-12 3229 0 0,-9 12-2067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6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17972 0 0,'119'4'3711'0'0,"-96"-1"-3540"0"0,1 0-1 0 0,-1 1 0 0 0,32 11 1 0 0,-52-14-158 0 0,0-1 0 0 0,0 2 1 0 0,0-1-1 0 0,0 0 0 0 0,-1 1 1 0 0,1-1-1 0 0,-1 1 0 0 0,1 0 1 0 0,-1 0-1 0 0,1 0 0 0 0,-1 0 1 0 0,0 0-1 0 0,0 0 0 0 0,0 1 1 0 0,0-1-1 0 0,-1 1 0 0 0,1-1 1 0 0,-1 1-1 0 0,1 0 0 0 0,-1-1 1 0 0,0 1-1 0 0,0 0 0 0 0,1 6 1 0 0,-1-4 24 0 0,-1 0 1 0 0,0 1 0 0 0,0-1 0 0 0,-1 0 0 0 0,1 1-1 0 0,-1-1 1 0 0,0 0 0 0 0,-1 0 0 0 0,1 1 0 0 0,-1-1-1 0 0,0 0 1 0 0,-5 8 0 0 0,-123 198 1089 0 0,129-209-1069 0 0,-1 0 0 0 0,0 0 0 0 0,1 1 0 0 0,0-1-1 0 0,0 1 1 0 0,-1-1 0 0 0,1 1 0 0 0,1 0 0 0 0,-1-1 0 0 0,0 1 0 0 0,1 0-1 0 0,-1 0 1 0 0,1-1 0 0 0,0 1 0 0 0,0 0 0 0 0,0 0 0 0 0,0-1-1 0 0,1 1 1 0 0,0 5 0 0 0,0-6-33 0 0,0-1 1 0 0,0 1-1 0 0,0 0 0 0 0,0-1 0 0 0,1 1 0 0 0,-1-1 0 0 0,0 1 1 0 0,1-1-1 0 0,-1 1 0 0 0,1-1 0 0 0,0 0 0 0 0,-1 0 1 0 0,1 0-1 0 0,0 0 0 0 0,0 0 0 0 0,-1 0 0 0 0,1-1 1 0 0,0 1-1 0 0,0 0 0 0 0,0-1 0 0 0,0 0 0 0 0,0 1 0 0 0,0-1 1 0 0,0 0-1 0 0,0 0 0 0 0,0 0 0 0 0,0 0 0 0 0,3-1 1 0 0,20-2 61 0 0,1-2 1 0 0,-1-1 0 0 0,0-1 0 0 0,-1-1-1 0 0,26-11 1 0 0,-2 0-33 0 0,-20 10 7 0 0,-8 2 29 0 0,31-14 1 0 0,-63 29-4962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7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5529 0 0,'0'-3'541'0'0,"0"1"0"0"0,0-1 0 0 0,0 0 0 0 0,1 1-1 0 0,-1-1 1 0 0,1 0 0 0 0,-1 1 0 0 0,1-1 0 0 0,0 1 0 0 0,0-1 0 0 0,0 1-1 0 0,1-1 1 0 0,-1 1 0 0 0,1 0 0 0 0,2-4 0 0 0,-1 3-225 0 0,-1 1 1 0 0,1 0-1 0 0,-1 0 1 0 0,1 1-1 0 0,0-1 1 0 0,0 0-1 0 0,0 1 1 0 0,0 0-1 0 0,0 0 1 0 0,0 0-1 0 0,5-1 1 0 0,6 0-107 0 0,1 0 0 0 0,0 1 0 0 0,-1 1 0 0 0,27 3 0 0 0,-13-1 426 0 0,11 1-454 0 0,-21-2-243 0 0,-1 1 0 0 0,1-2-1 0 0,-1-1 1 0 0,0 0 0 0 0,33-7-1 0 0,-25 0-2990 0 0,-21 7 1658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8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10594 0 0,'-1'0'58'0'0,"1"0"0"0"0,0 0 0 0 0,0 0 0 0 0,-1 0 1 0 0,1 0-1 0 0,0 0 0 0 0,-1 1 0 0 0,1-1 0 0 0,0 0 0 0 0,0 0 0 0 0,-1 0 0 0 0,1 0 0 0 0,0 0 0 0 0,0 1 0 0 0,-1-1 0 0 0,1 0 0 0 0,0 0 0 0 0,0 1 0 0 0,0-1 0 0 0,-1 0 0 0 0,1 0 0 0 0,0 0 0 0 0,0 1 0 0 0,0-1 1 0 0,0 0-1 0 0,0 1 0 0 0,0-1 0 0 0,-1 0 0 0 0,1 0 0 0 0,0 1 0 0 0,0-1 0 0 0,0 0 0 0 0,0 1 0 0 0,0-1 0 0 0,0 0 0 0 0,0 1 0 0 0,0-1 0 0 0,0 0 0 0 0,0 0 0 0 0,0 1 0 0 0,1-1 0 0 0,-1 1 0 0 0,-1 21 2224 0 0,1-14-2019 0 0,10 184 1478 0 0,-5-135-1184 0 0,5 97 901 0 0,-5-58-624 0 0,3-1 0 0 0,23 99 0 0 0,-30-189-893 0 0,0-1 0 0 0,1 1 0 0 0,0 0 1 0 0,0 0-1 0 0,3 5 0 0 0,-5-9-61 0 0,1 0 1 0 0,-1 0-1 0 0,1-1 0 0 0,-1 1 0 0 0,1 0 0 0 0,-1 0 1 0 0,1-1-1 0 0,0 1 0 0 0,-1-1 0 0 0,1 1 1 0 0,0 0-1 0 0,0-1 0 0 0,-1 1 0 0 0,1-1 0 0 0,0 0 1 0 0,0 1-1 0 0,0-1 0 0 0,0 0 0 0 0,-1 1 0 0 0,1-1 1 0 0,0 0-1 0 0,0 0 0 0 0,0 0 0 0 0,0 1 0 0 0,0-1 1 0 0,0 0-1 0 0,0-1 0 0 0,0 1 0 0 0,0 0 0 0 0,-1 0 1 0 0,1 0-1 0 0,0 0 0 0 0,0-1 0 0 0,0 1 0 0 0,1-1 1 0 0,7-4-1322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38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14659 0 0,'-1'18'458'0'0,"0"0"-1"0"0,1 0 0 0 0,1-1 1 0 0,3 20-1 0 0,0 15-38 0 0,6 288 2309 0 0,3 54-99 0 0,-10-363-2350 0 0,8 35 1 0 0,-6-36-180 0 0,-4-26-121 0 0,-1 0 1 0 0,0 0-1 0 0,0 0 0 0 0,0 0 1 0 0,0 0-1 0 0,-1 4 1 0 0,1-7-142 0 0,0 0 0 0 0,-1 0 0 0 0,1 0 0 0 0,0 0 0 0 0,0 0 0 0 0,-1 0 0 0 0,1 0 0 0 0,0 0 0 0 0,-1 0 0 0 0,1-1 1 0 0,-1 1-1 0 0,1 0 0 0 0,-1 0 0 0 0,1 0 0 0 0,-1-1 0 0 0,0 1 0 0 0,1 0 0 0 0,-1-1 0 0 0,0 1 0 0 0,1 0 0 0 0,-1-1 0 0 0,0 1 1 0 0,0-1-1 0 0,0 0 0 0 0,0 1 0 0 0,0-1 0 0 0,1 1 0 0 0,-1-1 0 0 0,0 0 0 0 0,-2 1 0 0 0,-4-2-1483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41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308 129 6913 0 0,'-4'-4'444'0'0,"1"0"-1"0"0,-1 0 0 0 0,0 1 1 0 0,0-1-1 0 0,-1 1 0 0 0,1 0 0 0 0,0 0 1 0 0,-1 0-1 0 0,0 1 0 0 0,0-1 0 0 0,0 1 1 0 0,-9-3-1 0 0,11 5-368 0 0,0-1-1 0 0,0 0 1 0 0,0 1-1 0 0,0-1 1 0 0,0 1-1 0 0,0 0 1 0 0,0 0-1 0 0,0 0 1 0 0,0 1-1 0 0,0-1 1 0 0,0 1-1 0 0,0 0 1 0 0,0-1-1 0 0,0 1 1 0 0,0 1-1 0 0,1-1 1 0 0,-1 0 0 0 0,0 1-1 0 0,1-1 1 0 0,-1 1-1 0 0,1 0 1 0 0,-1 0-1 0 0,1 0 1 0 0,0 0-1 0 0,-3 2 1 0 0,-7 13 224 0 0,0-1 0 0 0,1 2 1 0 0,1 0-1 0 0,-10 23 0 0 0,-26 80 805 0 0,43-113-1028 0 0,-12 36 394 0 0,-14 74 0 0 0,25-99-395 0 0,2 0-1 0 0,0 0 0 0 0,1 1 1 0 0,1-1-1 0 0,1 0 0 0 0,5 32 1 0 0,-5-46-74 0 0,0 0 1 0 0,1 1-1 0 0,-1-1 0 0 0,1 0 1 0 0,0 0-1 0 0,0 0 1 0 0,1-1-1 0 0,0 1 1 0 0,-1 0-1 0 0,2-1 1 0 0,-1 0-1 0 0,0 0 1 0 0,1 0-1 0 0,0 0 0 0 0,0 0 1 0 0,0-1-1 0 0,7 5 1 0 0,-7-6-18 0 0,-1 0 0 0 0,1-1 1 0 0,0 1-1 0 0,1-1 0 0 0,-1 0 1 0 0,0 0-1 0 0,0-1 0 0 0,0 1 1 0 0,1-1-1 0 0,-1 0 0 0 0,0 0 1 0 0,1 0-1 0 0,-1-1 0 0 0,0 1 0 0 0,0-1 1 0 0,0 0-1 0 0,1 0 0 0 0,-1-1 1 0 0,0 1-1 0 0,0-1 0 0 0,-1 0 1 0 0,6-3-1 0 0,4-3-46 0 0,0-1 1 0 0,-1 0-1 0 0,0-1 1 0 0,-1 0-1 0 0,0-1 1 0 0,-1 0-1 0 0,0-1 1 0 0,14-19-1 0 0,3-14-221 0 0,27-56-1 0 0,-5 8-9 0 0,-23 47 143 0 0,-28 55 313 0 0,1-1 0 0 0,0 0 0 0 0,0 0 0 0 0,1 11 0 0 0,0 7 78 0 0,-1-11-156 0 0,0 0 1 0 0,2 0 0 0 0,0 0-1 0 0,5 29 1 0 0,-5-39-77 0 0,1 0 0 0 0,-1 0 0 0 0,1 0 0 0 0,0 0 0 0 0,0-1 0 0 0,0 1 0 0 0,0-1 0 0 0,1 1 0 0 0,0-1 0 0 0,0 0 0 0 0,0 0 1 0 0,1 0-1 0 0,-1 0 0 0 0,1-1 0 0 0,0 1 0 0 0,0-1 0 0 0,0 0 0 0 0,5 3 0 0 0,-6-5 29 0 0,-1 0 1 0 0,0 0-1 0 0,0 0 1 0 0,1 0-1 0 0,-1-1 0 0 0,1 1 1 0 0,-1-1-1 0 0,0 1 1 0 0,1-1-1 0 0,-1 0 0 0 0,1 0 1 0 0,-1 0-1 0 0,1 0 1 0 0,-1 0-1 0 0,1-1 0 0 0,-1 1 1 0 0,1-1-1 0 0,-1 0 1 0 0,0 1-1 0 0,1-1 1 0 0,-1 0-1 0 0,0-1 0 0 0,0 1 1 0 0,0 0-1 0 0,0 0 1 0 0,0-1-1 0 0,0 0 0 0 0,0 1 1 0 0,0-1-1 0 0,0 0 1 0 0,-1 0-1 0 0,1 0 0 0 0,-1 0 1 0 0,1 0-1 0 0,-1 0 1 0 0,2-4-1 0 0,1-2 28 0 0,-1 1 0 0 0,1-1 0 0 0,-2 0 0 0 0,1 0 0 0 0,-1 0 0 0 0,0 0 0 0 0,-1 0 0 0 0,1 0-1 0 0,-1-16 1 0 0,-2 15-39 0 0,0 0 0 0 0,0-1-1 0 0,-1 1 1 0 0,0 0-1 0 0,-1 0 1 0 0,0 0 0 0 0,0 0-1 0 0,-1 1 1 0 0,0-1-1 0 0,0 1 1 0 0,-8-10 0 0 0,-4-3 224 0 0,-1 0 1 0 0,-32-28 0 0 0,24 25-30 0 0,25 23-223 0 0,-1 1 1 0 0,1-1 0 0 0,-1 0 0 0 0,1 1 0 0 0,-1-1 0 0 0,1 0-1 0 0,-1 1 1 0 0,1-1 0 0 0,-1 0 0 0 0,1 1 0 0 0,0-1-1 0 0,-1 0 1 0 0,1 0 0 0 0,0 0 0 0 0,0 1 0 0 0,0-1-1 0 0,0 0 1 0 0,0 0 0 0 0,0 0 0 0 0,0 1 0 0 0,0-1 0 0 0,0 0-1 0 0,0 0 1 0 0,0-1 0 0 0,1 0-18 0 0,0 0 0 0 0,0 1-1 0 0,0-1 1 0 0,0 0 0 0 0,0 1 0 0 0,0-1-1 0 0,0 1 1 0 0,1 0 0 0 0,-1-1 0 0 0,3-1-1 0 0,5-4-131 0 0,1 1 0 0 0,0 0-1 0 0,10-4 1 0 0,-10 5 19 0 0,164-102-1356 0 0,-33 19 714 0 0,-141 88 775 0 0,0 0 1 0 0,0 0-1 0 0,0 0 1 0 0,0 0 0 0 0,0 0-1 0 0,0 0 1 0 0,0 0-1 0 0,0 0 1 0 0,0 0 0 0 0,0 0-1 0 0,0 0 1 0 0,0 0-1 0 0,0 0 1 0 0,0 0 0 0 0,0 1-1 0 0,0-1 1 0 0,0 0-1 0 0,0 0 1 0 0,0 0 0 0 0,0 0-1 0 0,0 0 1 0 0,0 0-1 0 0,0 0 1 0 0,0 0 0 0 0,0 0-1 0 0,0 0 1 0 0,0 0-1 0 0,0 0 1 0 0,0 0 0 0 0,0 0-1 0 0,0 0 1 0 0,0 1-1 0 0,0-1 1 0 0,0 0 0 0 0,0 0-1 0 0,0 0 1 0 0,0 0-1 0 0,0 0 1 0 0,0 0-1 0 0,1 0 1 0 0,-1 0 0 0 0,0 0-1 0 0,0 0 1 0 0,0 0-1 0 0,0 0 1 0 0,0 0 0 0 0,0 0-1 0 0,0 0 1 0 0,0 0-1 0 0,0 0 1 0 0,0 0 0 0 0,0 0-1 0 0,0 0 1 0 0,-6 11 351 0 0,-10 11 225 0 0,-10 13-69 0 0,1 1-1 0 0,2 1 1 0 0,-21 46-1 0 0,42-79-475 0 0,0 1 0 0 0,1-1 1 0 0,-1 1-1 0 0,1-1 0 0 0,0 1 0 0 0,1 0 1 0 0,-1 0-1 0 0,1 0 0 0 0,0-1 0 0 0,0 1 1 0 0,0 0-1 0 0,1 0 0 0 0,-1 0 0 0 0,1-1 1 0 0,0 1-1 0 0,1 0 0 0 0,-1-1 0 0 0,1 1 1 0 0,0-1-1 0 0,0 0 0 0 0,0 1 0 0 0,1-1 0 0 0,0 0 1 0 0,4 6-1 0 0,7 4 34 0 0,0 0 1 0 0,1-1-1 0 0,0 0 1 0 0,30 18-1 0 0,-3-2-163 0 0,-18-12 133 0 0,-15-11-100 0 0,1 0 0 0 0,-2 1 0 0 0,15 13 1 0 0,-23-19 67 0 0,1 0-1 0 0,-1 0 1 0 0,0 0 0 0 0,1-1 0 0 0,-1 1 0 0 0,1 0 0 0 0,-1 0 0 0 0,0 0 0 0 0,0 0 0 0 0,0 0 0 0 0,0 0 0 0 0,1 0 0 0 0,-1-1 0 0 0,0 1 0 0 0,0 0 0 0 0,-1 0 0 0 0,1 0 0 0 0,0 0 0 0 0,0 0 0 0 0,0 0 0 0 0,-1 0 0 0 0,1-1 0 0 0,0 1 0 0 0,-1 0 0 0 0,1 0 0 0 0,-1 0 0 0 0,1-1 0 0 0,-1 1 0 0 0,1 0 0 0 0,-1 0 0 0 0,1-1 0 0 0,-1 1 0 0 0,0 0 0 0 0,1-1 0 0 0,-1 1 0 0 0,0-1 0 0 0,0 1 0 0 0,1-1 0 0 0,-1 1 0 0 0,-1-1 0 0 0,-39 23 556 0 0,34-20-399 0 0,-20 11 58 0 0,0-1 0 0 0,-1-1-1 0 0,0-2 1 0 0,-43 10-1 0 0,58-21-669 0 0,14-7-433 0 0,22-16-1445 0 0,-13 15 1240 0 0,9-13-1607 0 0,4-3-3838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42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17 12643 0 0,'-9'-15'1547'0'0,"9"15"-1469"0"0,0 0 0 0 0,0 0 0 0 0,-1 0-1 0 0,1-1 1 0 0,0 1 0 0 0,0 0-1 0 0,-1 0 1 0 0,1 0 0 0 0,0 0 0 0 0,0 0-1 0 0,-1 0 1 0 0,1 0 0 0 0,0 0-1 0 0,-1-1 1 0 0,1 1 0 0 0,0 0 0 0 0,0 0-1 0 0,-1 0 1 0 0,1 0 0 0 0,0 1-1 0 0,-1-1 1 0 0,1 0 0 0 0,0 0 0 0 0,0 0-1 0 0,-1 0 1 0 0,1 0 0 0 0,0 0-1 0 0,-1 0 1 0 0,1 1 0 0 0,-2 0 126 0 0,1 1 1 0 0,-1 0-1 0 0,1 0 1 0 0,-1 0 0 0 0,1 0-1 0 0,0 0 1 0 0,0 0-1 0 0,0 0 1 0 0,0 0-1 0 0,-1 3 1 0 0,-12 41 423 0 0,2-1 0 0 0,-8 61-1 0 0,7-32-254 0 0,-5 10 19 0 0,-16 96 565 0 0,31-154-789 0 0,1-1 0 0 0,1 1 0 0 0,1 0 0 0 0,8 50 0 0 0,-6-63-146 0 0,1-1 1 0 0,0 0-1 0 0,1 0 1 0 0,0-1-1 0 0,7 13 1 0 0,-10-21-91 0 0,0 0 1 0 0,1 0-1 0 0,0-1 1 0 0,-1 1-1 0 0,1-1 1 0 0,0 0-1 0 0,0 1 1 0 0,0-1-1 0 0,0 0 1 0 0,1 0-1 0 0,-1 0 1 0 0,1 0-1 0 0,-1-1 1 0 0,1 1-1 0 0,-1-1 1 0 0,1 1-1 0 0,0-1 1 0 0,0 0-1 0 0,0 0 1 0 0,0 0-1 0 0,0 0 1 0 0,0-1-1 0 0,0 1 1 0 0,0-1-1 0 0,6 0 1 0 0,-4 0-290 0 0,0-1 0 0 0,0 0 0 0 0,0 0 1 0 0,0 0-1 0 0,0-1 0 0 0,0 1 0 0 0,0-1 1 0 0,0 0-1 0 0,5-4 0 0 0,10-7-1293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42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12 9218 0 0,'-7'2'313'0'0,"4"-2"-74"0"0,0 1 1 0 0,0 0-1 0 0,1 0 0 0 0,-1 0 1 0 0,0 0-1 0 0,1 0 1 0 0,-5 3-1 0 0,-6 13 3793 0 0,-6 19-3087 0 0,1 1-1 0 0,3 1 1 0 0,0 0-1 0 0,-13 64 1 0 0,24-84-819 0 0,2 0-1 0 0,0 1 1 0 0,1-1-1 0 0,1 1 1 0 0,2 22-1 0 0,0-29-17 0 0,0 1 0 0 0,1-1-1 0 0,0 0 1 0 0,1 0 0 0 0,1 0-1 0 0,0-1 1 0 0,0 1 0 0 0,11 16-1 0 0,-11-21-67 0 0,0-1-1 0 0,1 1 1 0 0,-1-1-1 0 0,2 0 1 0 0,-1 0-1 0 0,0-1 1 0 0,1 0-1 0 0,0 0 1 0 0,0-1-1 0 0,0 0 1 0 0,1 0-1 0 0,0 0 1 0 0,-1-1-1 0 0,1 0 1 0 0,1-1-1 0 0,-1 0 1 0 0,0 0-1 0 0,0-1 1 0 0,1 0-1 0 0,-1 0 1 0 0,0-1-1 0 0,1 0 1 0 0,-1 0-1 0 0,1-1 1 0 0,10-2-1 0 0,-7 0 9 0 0,1 0 0 0 0,-1 0 0 0 0,0-1 0 0 0,0 0 0 0 0,0-1 0 0 0,0-1 0 0 0,-1 0 0 0 0,0 0 0 0 0,0-1 0 0 0,-1 0-1 0 0,0-1 1 0 0,0-1 0 0 0,0 1 0 0 0,-1-1 0 0 0,-1-1 0 0 0,9-11 0 0 0,-14 15 20 0 0,1-1 0 0 0,-2 1 0 0 0,1-1 0 0 0,-1 0 0 0 0,0 0 0 0 0,0 0 0 0 0,-1 0 0 0 0,1 0 1 0 0,-2 0-1 0 0,1-1 0 0 0,-1 1 0 0 0,0 0 0 0 0,-3-14 0 0 0,0 1 170 0 0,-1-1 0 0 0,-1 1 0 0 0,-11-30-1 0 0,5 24-147 0 0,0 1-1 0 0,-2 0 0 0 0,0 1 0 0 0,-18-24 1 0 0,19 33-48 0 0,0 0 1 0 0,-1 0-1 0 0,0 1 1 0 0,-1 1-1 0 0,0 0 1 0 0,-28-18 0 0 0,36 27-515 0 0,0 1 1 0 0,0 0 0 0 0,0 1 0 0 0,0-1-1 0 0,-1 1 1 0 0,1 0 0 0 0,-1 1 0 0 0,-8-2-1 0 0,13 3 298 0 0,1 0 0 0 0,-1 0 0 0 0,1 0 0 0 0,-1 0 0 0 0,0 0 0 0 0,1 0 0 0 0,-1 0 0 0 0,1 0 0 0 0,-1 1-1 0 0,1-1 1 0 0,-1 0 0 0 0,1 1 0 0 0,0-1 0 0 0,-1 1 0 0 0,1 0 0 0 0,0 0 0 0 0,-1-1 0 0 0,1 1 0 0 0,0 0 0 0 0,0 0-1 0 0,-1 0 1 0 0,1 0 0 0 0,0 0 0 0 0,0 1 0 0 0,0-1 0 0 0,1 0 0 0 0,-1 0 0 0 0,0 1 0 0 0,0-1 0 0 0,1 0 0 0 0,-1 1-1 0 0,0-1 1 0 0,1 1 0 0 0,0-1 0 0 0,-1 1 0 0 0,1-1 0 0 0,0 1 0 0 0,0-1 0 0 0,0 1 0 0 0,-1-1 0 0 0,2 3 0 0 0,0 14-6253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42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67 6913 0 0,'-26'10'-855'0'0,"5"4"4529"0"0,19-12-2936 0 0,0 0 0 0 0,0 1 0 0 0,0-1 0 0 0,0 1 0 0 0,0-1 0 0 0,0 1 0 0 0,1 0 0 0 0,-1-1 0 0 0,1 1 0 0 0,0 0 0 0 0,0 0 0 0 0,0 0 0 0 0,0 0 0 0 0,-1 5 0 0 0,2-7-677 0 0,0 1 0 0 0,0-1 0 0 0,0 0 0 0 0,0 0 1 0 0,0 0-1 0 0,0 0 0 0 0,0 0 0 0 0,0 1 0 0 0,0-1 0 0 0,0 0 1 0 0,0 0-1 0 0,1 0 0 0 0,-1 0 0 0 0,1 0 0 0 0,-1 0 0 0 0,1 0 1 0 0,-1 0-1 0 0,1 0 0 0 0,-1 0 0 0 0,1 0 0 0 0,0 0 0 0 0,-1 0 1 0 0,1 0-1 0 0,0-1 0 0 0,1 2 0 0 0,1-1 13 0 0,-1 1-1 0 0,1-1 1 0 0,-1 0 0 0 0,1 0-1 0 0,-1 0 1 0 0,1-1 0 0 0,0 1-1 0 0,-1 0 1 0 0,1-1 0 0 0,4 0-1 0 0,4 0 124 0 0,1 0-1 0 0,0-1 0 0 0,21-5 1 0 0,6-5 102 0 0,-2-1 1 0 0,1-3-1 0 0,62-33 1 0 0,-38 17 38 0 0,-31 11 193 0 0,-18 7-2274 0 0,-13 12 1194 0 0,1 0-1 0 0,-1 0 1 0 0,1 0-1 0 0,-1 0 1 0 0,0 1-1 0 0,1-1 1 0 0,-1 0-1 0 0,0 0 1 0 0,0 0-1 0 0,1 0 1 0 0,-1 0 0 0 0,0 0-1 0 0,0 0 1 0 0,0-1-1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42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17940 0 0,'-1'7'273'0'0,"0"0"0"0"0,1 0 0 0 0,0 0 0 0 0,0 0 1 0 0,1 0-1 0 0,0 0 0 0 0,0 0 0 0 0,1 0 0 0 0,4 12 0 0 0,-1 2 158 0 0,18 61 1159 0 0,47 113-1 0 0,-14-45-697 0 0,-51-137-821 0 0,-2 0-1 0 0,1 0 1 0 0,-2 0-1 0 0,0 0 1 0 0,0 0-1 0 0,-1 20 1 0 0,-1-25-48 0 0,-1-1 1 0 0,0 1 0 0 0,0-1 0 0 0,-1 0-1 0 0,0 0 1 0 0,0 1 0 0 0,-1-1-1 0 0,0 0 1 0 0,0-1 0 0 0,0 1-1 0 0,-1-1 1 0 0,-9 12 0 0 0,6-9-186 0 0,-2 0 0 0 0,1 0-1 0 0,-1-1 1 0 0,-1 0 0 0 0,-13 8 0 0 0,-10 0-7512 0 0,24-13 212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43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10594 0 0,'-26'5'2096'0'0,"26"-5"-2007"0"0,-1 0 0 0 0,1 1 1 0 0,-1-1-1 0 0,1 0 0 0 0,-1 0 1 0 0,1 1-1 0 0,-1-1 0 0 0,1 0 1 0 0,-1 1-1 0 0,1-1 0 0 0,0 0 1 0 0,-1 1-1 0 0,1-1 0 0 0,0 1 1 0 0,-1-1-1 0 0,1 1 0 0 0,0-1 1 0 0,-1 1-1 0 0,1-1 1 0 0,0 1-1 0 0,0-1 0 0 0,0 1 1 0 0,-1-1-1 0 0,1 1 0 0 0,0-1 1 0 0,0 1-1 0 0,0-1 0 0 0,0 1 1 0 0,0 0-1 0 0,0-1 0 0 0,0 1 1 0 0,0-1-1 0 0,0 1 0 0 0,0-1 1 0 0,0 1-1 0 0,1-1 0 0 0,-1 1 1 0 0,0-1-1 0 0,0 1 0 0 0,1-1 1 0 0,-1 1-1 0 0,0-1 1 0 0,0 1-1 0 0,1-1 0 0 0,0 1 1 0 0,0 1 116 0 0,0-1 0 0 0,1 0 0 0 0,-1 1 0 0 0,1-1 0 0 0,-1 0 0 0 0,1 0 0 0 0,0 0 0 0 0,-1 0 0 0 0,1 0 0 0 0,0-1 0 0 0,0 1 0 0 0,-1 0 0 0 0,1-1 1 0 0,0 0-1 0 0,2 1 0 0 0,34 3 1294 0 0,-23-3-848 0 0,28 1-22 0 0,70-4 0 0 0,-24-1-3376 0 0,-87 3 995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43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7 14283 0 0,'-1'0'259'0'0,"0"0"-1"0"0,0 0 1 0 0,1-1-1 0 0,-1 1 1 0 0,0 0-1 0 0,0 0 1 0 0,0 1-1 0 0,0-1 1 0 0,0 0-1 0 0,0 0 1 0 0,0 0 0 0 0,0 1-1 0 0,1-1 1 0 0,-1 0-1 0 0,0 1 1 0 0,0-1-1 0 0,0 0 1 0 0,0 1-1 0 0,1 0 1 0 0,-1-1-1 0 0,0 1 1 0 0,1-1-1 0 0,-2 2 1 0 0,2-1-48 0 0,0-1 0 0 0,0 1 1 0 0,0-1-1 0 0,0 0 0 0 0,0 1 0 0 0,0-1 1 0 0,0 1-1 0 0,1-1 0 0 0,-1 1 0 0 0,0-1 0 0 0,0 1 1 0 0,0-1-1 0 0,1 0 0 0 0,-1 1 0 0 0,0-1 1 0 0,1 0-1 0 0,-1 1 0 0 0,0-1 0 0 0,1 0 1 0 0,-1 1-1 0 0,0-1 0 0 0,1 1 0 0 0,12 7-98 0 0,-4-5 23 0 0,1 1-1 0 0,-1-2 1 0 0,1 1 0 0 0,0-1 0 0 0,-1-1 0 0 0,1 1-1 0 0,0-2 1 0 0,0 1 0 0 0,18-3 0 0 0,-1-1-147 0 0,1-1 1 0 0,33-9 0 0 0,23-8-428 0 0,-48 14-7669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43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29 549 13827 0 0,'-18'-5'1850'0'0,"18"5"-1715"0"0,-1 0-1 0 0,1 0 1 0 0,-1 0-1 0 0,1 0 1 0 0,0 0-1 0 0,-1 0 1 0 0,1 1-1 0 0,-1-1 1 0 0,1 0-1 0 0,0 0 1 0 0,-1 0-1 0 0,1 0 1 0 0,0 1-1 0 0,-1-1 1 0 0,1 0-1 0 0,0 0 1 0 0,-1 1-1 0 0,1-1 1 0 0,0 0-1 0 0,-1 1 1 0 0,1-1-1 0 0,0 0 1 0 0,-1 1-1 0 0,1 2 91 0 0,-1 0-1 0 0,1 0 1 0 0,-1 0-1 0 0,1 0 1 0 0,0 0-1 0 0,0 0 0 0 0,0 0 1 0 0,1 0-1 0 0,0 4 1 0 0,2 6-128 0 0,0 1-1 0 0,1 0 1 0 0,1-1 0 0 0,0 0 0 0 0,1 0 0 0 0,0-1-1 0 0,1 1 1 0 0,0-1 0 0 0,1-1 0 0 0,0 1 0 0 0,1-1-1 0 0,0-1 1 0 0,1 0 0 0 0,0 0 0 0 0,1-1 0 0 0,0 0-1 0 0,0-1 1 0 0,18 10 0 0 0,-26-16-55 0 0,0-1-1 0 0,0 0 1 0 0,0 0-1 0 0,0 0 1 0 0,0 0 0 0 0,0 0-1 0 0,1-1 1 0 0,-1 1 0 0 0,0-1-1 0 0,0 0 1 0 0,1 0 0 0 0,-1 0-1 0 0,0-1 1 0 0,0 1 0 0 0,0-1-1 0 0,1 0 1 0 0,-1 1-1 0 0,0-1 1 0 0,0-1 0 0 0,0 1-1 0 0,0 0 1 0 0,3-3 0 0 0,-4 3-41 0 0,1-1 1 0 0,-1 1-1 0 0,0-1 1 0 0,0 0 0 0 0,0 0-1 0 0,0 0 1 0 0,0 0-1 0 0,-1 0 1 0 0,1 0-1 0 0,-1-1 1 0 0,1 1 0 0 0,-1 0-1 0 0,0-1 1 0 0,0 1-1 0 0,0-1 1 0 0,0 1-1 0 0,0-1 1 0 0,0 0 0 0 0,-1 1-1 0 0,0-1 1 0 0,1 0-1 0 0,-1 1 1 0 0,0-1-1 0 0,0 0 1 0 0,0 0 0 0 0,-1-4-1 0 0,-13-45-415 0 0,-35-85 1 0 0,10 29 336 0 0,26 72 105 0 0,-22-78-87 0 0,30 95 145 0 0,1-2 0 0 0,1 1 0 0 0,-1-35 0 0 0,4 52-66 0 0,0 1 0 0 0,0-1-1 0 0,0 1 1 0 0,1-1 0 0 0,-1 0 0 0 0,1 1-1 0 0,0-1 1 0 0,0 1 0 0 0,0 0-1 0 0,0-1 1 0 0,0 1 0 0 0,1 0 0 0 0,-1-1-1 0 0,1 1 1 0 0,-1 0 0 0 0,1 0-1 0 0,0 0 1 0 0,-1 1 0 0 0,1-1 0 0 0,0 0-1 0 0,1 1 1 0 0,-1-1 0 0 0,0 1-1 0 0,0 0 1 0 0,5-3 0 0 0,5 0 17 0 0,0 0 0 0 0,0 0 0 0 0,1 1 0 0 0,15-1 0 0 0,1-2 56 0 0,105-24 551 0 0,156-31 28 0 0,-288 60-734 0 0,-1 1-1 0 0,1 0 1 0 0,-1-1-1 0 0,1 1 1 0 0,0 0-1 0 0,-1 0 1 0 0,1 0-1 0 0,-1 0 1 0 0,1 0-1 0 0,0 0 1 0 0,-1 1-1 0 0,1-1 1 0 0,-1 1-1 0 0,1-1 1 0 0,-1 1-1 0 0,3 0 1 0 0,-3 0-77 0 0,-1 0 0 0 0,0 0 0 0 0,1 0 0 0 0,-1 0 0 0 0,0 0 1 0 0,1 0-1 0 0,-1 0 0 0 0,0 0 0 0 0,0 0 0 0 0,0 0 0 0 0,0 0 1 0 0,0 0-1 0 0,0 0 0 0 0,0 0 0 0 0,0 0 0 0 0,-1 0 0 0 0,1 0 0 0 0,0 0 1 0 0,-1 0-1 0 0,1 0 0 0 0,0 0 0 0 0,-1 0 0 0 0,1 0 0 0 0,-1 0 0 0 0,0 0 1 0 0,0 0-1 0 0,-8 16-1471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44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6 17972 0 0,'-23'-5'4383'0'0,"37"9"-3829"0"0,46 7-388 0 0,-36-7-106 0 0,35 10-1 0 0,-53-12-56 0 0,0 0-1 0 0,0 1 0 0 0,0-1 1 0 0,0 1-1 0 0,0 1 1 0 0,-1-1-1 0 0,0 1 1 0 0,0 0-1 0 0,0 0 1 0 0,7 7-1 0 0,-10-8 5 0 0,-1-1-1 0 0,0 1 1 0 0,1-1 0 0 0,-1 1-1 0 0,0-1 1 0 0,0 1 0 0 0,-1 0 0 0 0,1-1-1 0 0,-1 1 1 0 0,1 0 0 0 0,-1 0-1 0 0,0-1 1 0 0,0 1 0 0 0,0 0-1 0 0,0 0 1 0 0,0 0 0 0 0,-1-1-1 0 0,1 1 1 0 0,-1 0 0 0 0,0-1 0 0 0,0 1-1 0 0,-1 3 1 0 0,-4 9 42 0 0,-1-1 0 0 0,-14 23 0 0 0,12-22-11 0 0,-3 4 216 0 0,-20 25 0 0 0,-8 11 2120 0 0,40-54-2343 0 0,0-1 0 0 0,-1 1 0 0 0,1-1 1 0 0,0 1-1 0 0,-1-1 0 0 0,1 1 0 0 0,0-1 1 0 0,0 1-1 0 0,0-1 0 0 0,-1 1 0 0 0,1-1 0 0 0,0 1 1 0 0,0 0-1 0 0,0-1 0 0 0,0 1 0 0 0,0-1 1 0 0,0 1-1 0 0,0-1 0 0 0,0 1 0 0 0,0 0 1 0 0,0-1-1 0 0,0 1 0 0 0,1-1 0 0 0,-1 1 0 0 0,0-1 1 0 0,0 1-1 0 0,1-1 0 0 0,-1 1 0 0 0,1 0 1 0 0,-1 0-19 0 0,1 0-1 0 0,1-1 1 0 0,-1 1 0 0 0,0 0 0 0 0,0-1 0 0 0,0 1 0 0 0,0-1 0 0 0,0 1 0 0 0,0-1 0 0 0,1 0-1 0 0,-1 1 1 0 0,2-1 0 0 0,4 1-80 0 0,0-1-1 0 0,0 0 1 0 0,14-2-1 0 0,6-2-599 0 0,1-3-1 0 0,32-10 1 0 0,51-26-4866 0 0,-109 42 5427 0 0,38-14-2133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44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6 128 17972 0 0,'-1'-1'129'0'0,"1"1"1"0"0,-1 0-1 0 0,1-1 0 0 0,0 1 1 0 0,-1 0-1 0 0,1 0 0 0 0,0-1 1 0 0,0 1-1 0 0,-1-1 0 0 0,1 1 1 0 0,0 0-1 0 0,0-1 0 0 0,-1 1 1 0 0,1-1-1 0 0,0 1 0 0 0,0-1 1 0 0,0 1-1 0 0,0 0 1 0 0,0-1-1 0 0,0 1 0 0 0,0-1 1 0 0,0 1-1 0 0,0-1 0 0 0,0 1 1 0 0,0-1-1 0 0,0 1 0 0 0,0-1 1 0 0,13-8 1248 0 0,-1 5-1111 0 0,0 1 1 0 0,0 0 0 0 0,0 1 0 0 0,19-2 0 0 0,18-2 233 0 0,4-4-224 0 0,63-15 553 0 0,-98 20-1291 0 0,-1-1 0 0 0,1 0 0 0 0,-1-1 0 0 0,20-12 0 0 0,-36 18 336 0 0,8-5-2297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44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14483 0 0,'-1'0'78'0'0,"0"1"0"0"0,0-1 0 0 0,0 1 0 0 0,0-1 0 0 0,0 1 0 0 0,0 0 0 0 0,0-1-1 0 0,0 1 1 0 0,0 0 0 0 0,0 0 0 0 0,1 0 0 0 0,-1 0 0 0 0,0 0 0 0 0,1 0 0 0 0,-1-1 0 0 0,0 2 0 0 0,1-1 0 0 0,0 0 0 0 0,-1 0 0 0 0,1 0-1 0 0,-1 0 1 0 0,1 0 0 0 0,0 0 0 0 0,0 0 0 0 0,0 0 0 0 0,-1 1 0 0 0,1-1 0 0 0,0 0 0 0 0,1 0 0 0 0,-1 0 0 0 0,0 0 0 0 0,0 2 0 0 0,0 3 372 0 0,22 464 6696 0 0,-22-460-7103 0 0,11 88 531 0 0,-9-88-668 0 0,0 0 1 0 0,1 1-1 0 0,0-1 0 0 0,1 0 0 0 0,0-1 0 0 0,1 1 0 0 0,6 9 0 0 0,-11-17-40 0 0,1-1 0 0 0,-1 0 0 0 0,1 0 0 0 0,0 0 0 0 0,0 0 0 0 0,-1 0 0 0 0,1-1 0 0 0,0 1 0 0 0,0 0 0 0 0,0 0 0 0 0,0 0 0 0 0,0-1 0 0 0,0 1 0 0 0,0 0 1 0 0,0-1-1 0 0,1 1 0 0 0,-1-1 0 0 0,0 0 0 0 0,0 1 0 0 0,0-1 0 0 0,1 0 0 0 0,-1 0 0 0 0,0 1 0 0 0,0-1 0 0 0,0 0 0 0 0,1 0 0 0 0,-1-1 0 0 0,0 1 0 0 0,0 0 0 0 0,1 0 0 0 0,-1 0 0 0 0,0-1 0 0 0,0 1 0 0 0,0-1 0 0 0,0 1 0 0 0,1-1 0 0 0,-1 1 0 0 0,0-1 0 0 0,0 0 0 0 0,0 1 0 0 0,0-1 0 0 0,1-1 0 0 0,16-11-1658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44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14283 0 0,'-5'14'526'0'0,"0"0"0"0"0,0 1 0 0 0,2 0 0 0 0,0 0 0 0 0,0 0 0 0 0,1 24 0 0 0,-2 1 506 0 0,-21 246 1739 0 0,24-239-2330 0 0,2-1 0 0 0,2 0 0 0 0,2 1 0 0 0,13 56 0 0 0,-15-92-538 0 0,0 0 0 0 0,1 0 1 0 0,0 0-1 0 0,8 13 0 0 0,-12-23-299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45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0 135 6449 0 0,'70'7'13146'0'0,"16"-6"-8298"0"0,108-8-6686 0 0,-66 2 2947 0 0,801-61 180 0 0,-833 56-1230 0 0,-21 4 169 0 0,109-25-1 0 0,-183 31-224 0 0,0 0 0 0 0,0-1 1 0 0,-1 1-1 0 0,1 0 0 0 0,0 0 0 0 0,0-1 0 0 0,-1 1 0 0 0,1-1 0 0 0,0 1 0 0 0,-1-1 0 0 0,1 1 0 0 0,0-1 0 0 0,-1 1 0 0 0,1-1 0 0 0,-1 1 0 0 0,1-1 0 0 0,-1 0 0 0 0,1 0 0 0 0,-2-2-57 0 0,-8 4-238 0 0,7-1 98 0 0,0 1 0 0 0,-1-1 0 0 0,1 0-1 0 0,-1 0 1 0 0,1 0 0 0 0,-1-1 0 0 0,1 1 0 0 0,0-1-1 0 0,-1 1 1 0 0,-3-2 0 0 0,-8-1-5834 0 0,2 2-1315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8:45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40 10594 0 0,'-4'-8'167'0'0,"-12"-22"8452"0"0,16 30-8560 0 0,0 0 1 0 0,0 0-1 0 0,0 1 1 0 0,-1-1 0 0 0,1 0-1 0 0,0 0 1 0 0,0 0-1 0 0,0 0 1 0 0,0 0-1 0 0,0 0 1 0 0,0 0 0 0 0,0 0-1 0 0,0 0 1 0 0,0 0-1 0 0,0 0 1 0 0,-1 0-1 0 0,1 0 1 0 0,-1-1 1072 0 0,1 1-1072 0 0,0 0-1 0 0,0 0 1 0 0,0 0-1 0 0,0-1 1 0 0,0 1-1 0 0,0 0 1 0 0,0 0 0 0 0,0 0-1 0 0,0 0 1 0 0,0 0-1 0 0,0 0 1 0 0,0 0-1 0 0,0 0 1 0 0,0 0 0 0 0,0 0-1 0 0,0 0 1 0 0,0-1-1 0 0,4 20-230 0 0,9 34 1224 0 0,10 93 0 0 0,-8 56 246 0 0,-13-170-1127 0 0,1 33 179 0 0,-2-16 107 0 0,16 89 1 0 0,-16-122-415 0 0,-1-13-40 0 0,0 0 1 0 0,0-1-1 0 0,0 1 1 0 0,1 0-1 0 0,-1-1 1 0 0,1 1-1 0 0,-1-1 0 0 0,1 1 1 0 0,0-1-1 0 0,0 1 1 0 0,1 2-1 0 0,2-5-1319 0 0,-1-1 512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9:00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20 199 5985 0 0,'-19'-8'15831'0'0,"29"2"-16575"0"0,255-126 1679 0 0,-179 86-775 0 0,-85 45-242 0 0,-1 1-1 0 0,1-1 0 0 0,0 0 0 0 0,0 1 0 0 0,0-1 0 0 0,0 1 0 0 0,0-1 1 0 0,0 1-1 0 0,0 0 0 0 0,0-1 0 0 0,0 1 0 0 0,0 0 0 0 0,0 0 0 0 0,0-1 0 0 0,0 1 1 0 0,2 0-1 0 0,-12 13-3420 0 0,0-1 861 0 0,-3 4-3658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9:00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17428 0 0,'2'-3'387'0'0,"0"1"1"0"0,0 0 0 0 0,1 0-1 0 0,-1 0 1 0 0,1 0-1 0 0,-1 0 1 0 0,1 0 0 0 0,0 0-1 0 0,-1 1 1 0 0,1 0 0 0 0,4-2-1 0 0,39-14 590 0 0,-42 15-748 0 0,2 1-190 0 0,9-5 193 0 0,0 1 0 0 0,1 1 0 0 0,30-4 0 0 0,-41 8-317 0 0,0 0 0 0 0,-1 0 0 0 0,1 0 0 0 0,-1 0 0 0 0,1 1 0 0 0,0 0 0 0 0,-1 0 0 0 0,1 0 0 0 0,-1 1 0 0 0,0-1 0 0 0,1 1 0 0 0,-1 0 0 0 0,0 0 0 0 0,0 1 0 0 0,0-1 0 0 0,0 1 0 0 0,-1 0 0 0 0,5 4 0 0 0,12 14-3596 0 0,-11-10-3344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9:00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24 8754 0 0,'-36'-12'5196'0'0,"44"8"535"0"0,12 0-6474 0 0,-17 4 1217 0 0,46-4-70 0 0,90 5 0 0 0,-127-1-388 0 0,-1 1-1 0 0,0 0 1 0 0,1 1-1 0 0,-1 1 1 0 0,0-1-1 0 0,16 8 1 0 0,-23-9-3 0 0,-1 1 1 0 0,0-1-1 0 0,0 1 1 0 0,1 0-1 0 0,-1 0 1 0 0,-1 1-1 0 0,1-1 1 0 0,0 1-1 0 0,0-1 1 0 0,-1 1-1 0 0,0 0 1 0 0,1 0-1 0 0,-1 0 1 0 0,0 0-1 0 0,-1 0 1 0 0,1 0-1 0 0,0 1 1 0 0,-1-1-1 0 0,0 1 0 0 0,0-1 1 0 0,0 1-1 0 0,0-1 1 0 0,0 7-1 0 0,0 8 76 0 0,-1-1 0 0 0,-1 0 0 0 0,-1-1 0 0 0,0 1-1 0 0,-2 0 1 0 0,-9 31 0 0 0,2-16 5 0 0,-2-1 0 0 0,-25 46-1 0 0,12-39 49 0 0,20-30 70 0 0,0 0 0 0 0,1 0 0 0 0,-1 1 0 0 0,2-1 1 0 0,-1 1-1 0 0,1 0 0 0 0,-3 12 0 0 0,7-21-188 0 0,0 1-1 0 0,0-1 0 0 0,-1 0 0 0 0,1 1 1 0 0,0-1-1 0 0,0 0 0 0 0,0 0 0 0 0,0 1 0 0 0,0-1 1 0 0,0 0-1 0 0,0 1 0 0 0,0-1 0 0 0,1 0 1 0 0,-1 0-1 0 0,0 1 0 0 0,0-1 0 0 0,0 0 1 0 0,0 1-1 0 0,0-1 0 0 0,0 0 0 0 0,0 0 1 0 0,1 1-1 0 0,-1-1 0 0 0,0 0 0 0 0,0 0 1 0 0,0 0-1 0 0,1 1 0 0 0,-1-1 0 0 0,0 0 1 0 0,0 0-1 0 0,1 0 0 0 0,-1 0 0 0 0,0 1 0 0 0,0-1 1 0 0,1 0-1 0 0,-1 0 0 0 0,0 0 0 0 0,0 0 1 0 0,1 0-1 0 0,-1 0 0 0 0,18-2 536 0 0,14-10 36 0 0,86-42-915 0 0,-66 35-8289 0 0,-37 13 1455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9:00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17076 0 0,'-2'6'513'0'0,"1"1"0"0"0,0-1 0 0 0,0 0 1 0 0,0 0-1 0 0,1 1 0 0 0,0 8 0 0 0,-1 3-617 0 0,1 31 1450 0 0,5-27-3083 0 0,6-4-3792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9:01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5 4145 0 0,'2'-4'3609'0'0,"-2"4"-3475"0"0,0 0 0 0 0,1 0-1 0 0,-1 0 1 0 0,0 0 0 0 0,0 0-1 0 0,0 0 1 0 0,0 0 0 0 0,1 0-1 0 0,-1 0 1 0 0,0 0 0 0 0,0 0-1 0 0,0 0 1 0 0,0 0 0 0 0,1 0-1 0 0,-1 0 1 0 0,0 0 0 0 0,0 0-1 0 0,0 0 1 0 0,0 0 0 0 0,1 0 0 0 0,-1 0-1 0 0,0 0 1 0 0,1 12 5558 0 0,-3 5-2525 0 0,-1-4-4062 0 0,-7 21 1392 0 0,-2 0-1 0 0,-16 32 1 0 0,-5 12 23 0 0,29-66-482 0 0,-8 19 538 0 0,-11 50 0 0 0,21-72-387 0 0,0 0 0 0 0,1 1-1 0 0,0-1 1 0 0,1 0 0 0 0,0 1 0 0 0,0-1-1 0 0,1 0 1 0 0,0 1 0 0 0,1-1-1 0 0,3 12 1 0 0,-3-17-166 0 0,-1 0 0 0 0,1-1 0 0 0,0 1 0 0 0,0-1 0 0 0,0 1-1 0 0,0-1 1 0 0,1 0 0 0 0,0 0 0 0 0,-1 0 0 0 0,1 0 0 0 0,0 0 0 0 0,0-1 0 0 0,0 1-1 0 0,1-1 1 0 0,-1 0 0 0 0,1 0 0 0 0,-1 0 0 0 0,1 0 0 0 0,0-1 0 0 0,0 1 0 0 0,-1-1-1 0 0,1 0 1 0 0,0 0 0 0 0,0-1 0 0 0,0 1 0 0 0,0-1 0 0 0,0 0 0 0 0,5 0 0 0 0,11-1 6 0 0,0-1 1 0 0,0-1-1 0 0,0-1 0 0 0,26-8 1 0 0,-22 6 95 0 0,119-38 444 0 0,-1 0-177 0 0,-115 39-406 0 0,-27 5-62 0 0,-6 1-665 0 0,-19-8-9727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9:01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15147 0 0,'-2'1'116'0'0,"0"-1"-1"0"0,0 1 1 0 0,1 0-1 0 0,-1 0 1 0 0,0 0-1 0 0,0 0 1 0 0,1 0-1 0 0,-1 1 1 0 0,1-1-1 0 0,-1 0 1 0 0,1 1-1 0 0,-1-1 1 0 0,1 1-1 0 0,0-1 1 0 0,0 1-1 0 0,0 0 1 0 0,0 0 0 0 0,0-1-1 0 0,0 1 1 0 0,0 0-1 0 0,0 0 1 0 0,1 0-1 0 0,-1 0 1 0 0,0 2-1 0 0,-2 9 250 0 0,1 0 0 0 0,-2 21-1 0 0,4-23-225 0 0,-15 238 1723 0 0,15-209-1710 0 0,2-1 0 0 0,1 0 0 0 0,3 0 0 0 0,13 51 0 0 0,-19-89-161 0 0,0 1 0 0 0,1-1 1 0 0,-1 0-1 0 0,0 1 0 0 0,1-1 0 0 0,-1 0 0 0 0,1 0 1 0 0,0 0-1 0 0,-1 1 0 0 0,1-1 0 0 0,0 0 0 0 0,0 0 1 0 0,1 1-1 0 0,-2-2-19 0 0,1 0 0 0 0,-1 0 0 0 0,0 0 0 0 0,1 0 0 0 0,-1 0 0 0 0,0 1 0 0 0,1-1 0 0 0,-1 0 0 0 0,0 0 0 0 0,0-1 0 0 0,1 1 0 0 0,-1 0 0 0 0,0 0 0 0 0,1 0 0 0 0,-1 0 0 0 0,0 0 0 0 0,1 0 0 0 0,-1 0 0 0 0,0 0 0 0 0,0-1 0 0 0,1 1 0 0 0,-1 0 0 0 0,0 0 0 0 0,0 0 0 0 0,1-1 0 0 0,-1 1 0 0 0,0 0 0 0 0,0 0 0 0 0,0 0 0 0 0,1-1 0 0 0,-1 1 0 0 0,0 0 0 0 0,0-1 0 0 0,4-5-741 0 0,-1 0 0 0 0,0 0-1 0 0,3-13 1 0 0,-2 6-459 0 0,9-21-2730 0 0,-5 15 1928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9:02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24 15899 0 0,'-1'-22'1215'0'0,"0"20"-169"0"0,0 15-289 0 0,3 107 1336 0 0,-4 121-331 0 0,-3-161-1243 0 0,-2 64-163 0 0,7-117-119 0 0,2 0-1 0 0,0 0 1 0 0,9 34-1 0 0,-9-42-365 0 0,-3-16-623 0 0,-1-13-485 0 0,0 0-506 0 0,1-4-433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9:03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12 228 13827 0 0,'-1'-1'107'0'0,"0"0"0"0"0,0 0 0 0 0,0 0 0 0 0,0 0 0 0 0,0 0 0 0 0,1 0 1 0 0,-1 0-1 0 0,0 0 0 0 0,1 0 0 0 0,-1 0 0 0 0,1 0 0 0 0,-1-1 0 0 0,1 1 0 0 0,-1 0 0 0 0,1 0 0 0 0,0-1 0 0 0,0 1 0 0 0,0 0 0 0 0,0-1 1 0 0,0 1-1 0 0,0 0 0 0 0,0 0 0 0 0,0-1 0 0 0,0 1 0 0 0,0 0 0 0 0,1 0 0 0 0,-1-1 0 0 0,1-1 0 0 0,2 0 147 0 0,0 0 1 0 0,-1 0-1 0 0,2 0 0 0 0,-1 0 0 0 0,0 0 1 0 0,0 1-1 0 0,1-1 0 0 0,4-2 0 0 0,5-2-73 0 0,0 1 1 0 0,0 0-1 0 0,0 1 1 0 0,0 0-1 0 0,25-4 0 0 0,75-9 416 0 0,-81 14-434 0 0,438-33 1167 0 0,-11 1-576 0 0,-398 28-696 0 0,8-2 116 0 0,2 3 1 0 0,95 2-1 0 0,-148 8-166 0 0,-17-3-4 0 0,-1 0 1 0 0,1 0-1 0 0,-1 0 0 0 0,1 1 0 0 0,0-1 1 0 0,-1 0-1 0 0,1 0 0 0 0,-1 1 0 0 0,1-1 1 0 0,-1 0-1 0 0,1 1 0 0 0,-1-1 0 0 0,1 0 1 0 0,-1 1-1 0 0,1-1 0 0 0,-1 1 0 0 0,0-1 1 0 0,1 0-1 0 0,-1 1 0 0 0,0-1 0 0 0,1 1 1 0 0,-1 0-1 0 0,0-1 0 0 0,1 1 0 0 0,-1-1 1 0 0,0 2-1 0 0,-1-1-32 0 0,-1 0 0 0 0,1 1 0 0 0,-1-1 1 0 0,1 0-1 0 0,-1 0 0 0 0,0 0 0 0 0,0 0 0 0 0,1 0 1 0 0,-1-1-1 0 0,0 1 0 0 0,0 0 0 0 0,0-1 0 0 0,0 1 1 0 0,-4-1-1 0 0,6 0 26 0 0,-16 4-1732 0 0,0-2 1 0 0,-21 2-1 0 0,10-4-5060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9:03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15411 0 0,'16'43'3121'0'0,"-8"4"-2231"0"0,-3-1 1 0 0,-2 1-1 0 0,-4 55 1 0 0,3 39-15 0 0,0-114-621 0 0,1 0 0 0 0,1-1-1 0 0,10 33 1 0 0,-14-58-252 0 0,1-1-1 0 0,-1 1 1 0 0,0-1-1 0 0,0 0 1 0 0,0 1-1 0 0,0-1 0 0 0,1 1 1 0 0,-1-1-1 0 0,0 1 1 0 0,0-1-1 0 0,0 1 1 0 0,0-1-1 0 0,0 1 1 0 0,0-1-1 0 0,0 1 1 0 0,0-1-1 0 0,-1 1 1 0 0,1-1-1 0 0,0 1 1 0 0,0-1-1 0 0,0 0 1 0 0,0 1-1 0 0,-1-1 1 0 0,1 1-1 0 0,-1 0 1 0 0,-9-3-88 0 0,8 1-313 0 0,-1 0 0 0 0,1-1 0 0 0,0 1 0 0 0,0-1 1 0 0,0 1-1 0 0,0-1 0 0 0,0 0 0 0 0,-2-3 0 0 0,1-2-1218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9:04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22 11979 0 0,'-5'-4'698'0'0,"-3"-2"-92"0"0,0 5 3245 0 0,52 2 1657 0 0,0 1-3747 0 0,80 1-2030 0 0,-63-11 405 0 0,-42 5-846 0 0,35-2 0 0 0,-51 5-967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9:04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12443 0 0,'12'-9'8104'0'0,"16"-10"-6222"0"0,-7 7-1462 0 0,-1 0-1 0 0,2 2 1 0 0,31-11 0 0 0,-38 16-467 0 0,0 1 0 0 0,0 0 0 0 0,0 1 0 0 0,1 1 0 0 0,0 0 0 0 0,16 1-1 0 0,-17 2-325 0 0,-4 2-3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9:10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96 116 11634 0 0,'-6'0'1179'0'0,"1"0"0"0"0,0 1 0 0 0,0-1 0 0 0,0 1 0 0 0,-7 2 0 0 0,10-2-1040 0 0,-1 0 0 0 0,1 0 1 0 0,-1 0-1 0 0,1 1 0 0 0,0-1 0 0 0,-1 1 0 0 0,1 0 0 0 0,0-1 0 0 0,0 1 0 0 0,0 0 0 0 0,0 0 0 0 0,0 0 0 0 0,1 0 0 0 0,-1 1 0 0 0,1-1 0 0 0,-1 0 0 0 0,1 1 0 0 0,0-1 0 0 0,-1 4 0 0 0,-3 8-36 0 0,1 1 1 0 0,1-1 0 0 0,1 1 0 0 0,0 0 0 0 0,0 0 0 0 0,2 0 0 0 0,0-1-1 0 0,0 1 1 0 0,4 17 0 0 0,0-3-58 0 0,2-1 0 0 0,1-1 0 0 0,19 51 1 0 0,-22-68-39 0 0,1 1 0 0 0,0-1 0 0 0,1 0 0 0 0,0 0 0 0 0,0-1 0 0 0,1 0 0 0 0,1 0 0 0 0,10 11 0 0 0,-14-17-6 0 0,-1 0 1 0 0,1-1-1 0 0,-1 1 0 0 0,1-1 1 0 0,0 1-1 0 0,0-1 0 0 0,0 0 0 0 0,0-1 1 0 0,1 1-1 0 0,-1-1 0 0 0,0 1 1 0 0,1-2-1 0 0,-1 1 0 0 0,1 0 1 0 0,-1-1-1 0 0,1 0 0 0 0,-1 0 1 0 0,1 0-1 0 0,-1 0 0 0 0,1-1 1 0 0,-1 0-1 0 0,0 1 0 0 0,9-4 1 0 0,-3-1 15 0 0,-1 1 1 0 0,0-1 0 0 0,1-1 0 0 0,-2 0 0 0 0,1 0 0 0 0,-1-1 0 0 0,0 0 0 0 0,0 0 0 0 0,-1-1 0 0 0,0 0 0 0 0,0 0 0 0 0,-1 0-1 0 0,0-1 1 0 0,-1 0 0 0 0,0 0 0 0 0,6-16 0 0 0,-2 4 91 0 0,-2-1 0 0 0,0 0-1 0 0,-1-1 1 0 0,-1 1 0 0 0,-2-1-1 0 0,2-36 1 0 0,-4 42 50 0 0,-2 0 0 0 0,0 0 0 0 0,-1 0 1 0 0,-1 0-1 0 0,0 1 0 0 0,-1-1 0 0 0,-12-29 0 0 0,13 39-111 0 0,0-1 1 0 0,-1 1-1 0 0,1 1 0 0 0,-1-1 0 0 0,-1 1 1 0 0,1-1-1 0 0,-1 1 0 0 0,0 0 1 0 0,-1 1-1 0 0,1-1 0 0 0,-1 1 1 0 0,0 0-1 0 0,0 1 0 0 0,-1-1 1 0 0,0 1-1 0 0,1 1 0 0 0,-1-1 1 0 0,0 1-1 0 0,-11-3 0 0 0,15 5-55 0 0,0 0 0 0 0,-1 1 0 0 0,1-1-1 0 0,0 1 1 0 0,-1 0 0 0 0,1 0 0 0 0,-1 0-1 0 0,1 0 1 0 0,0 0 0 0 0,-1 1 0 0 0,1 0-1 0 0,0-1 1 0 0,-1 1 0 0 0,1 1 0 0 0,0-1 0 0 0,0 0-1 0 0,0 1 1 0 0,0-1 0 0 0,0 1 0 0 0,0 0-1 0 0,0 0 1 0 0,1 0 0 0 0,-1 1 0 0 0,1-1-1 0 0,0 1 1 0 0,-1-1 0 0 0,-1 4 0 0 0,0 0-261 0 0,0 1-1 0 0,1-1 1 0 0,0 1 0 0 0,0-1 0 0 0,1 1 0 0 0,-1 0-1 0 0,2 0 1 0 0,-1 0 0 0 0,1 1 0 0 0,0-1 0 0 0,0 13 0 0 0,2 10-1200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9:11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9218 0 0,'6'8'793'0'0,"-1"-1"1"0"0,0 1-1 0 0,0 0 0 0 0,-1 0 1 0 0,0 1-1 0 0,-1-1 0 0 0,0 1 1 0 0,4 16-1 0 0,-1 5 423 0 0,2 41 0 0 0,0-1-2788 0 0,-7-63-4652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9:11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 9218 0 0,'1'1'208'0'0,"0"0"-1"0"0,0-1 1 0 0,-1 1 0 0 0,1 0-1 0 0,0 0 1 0 0,-1 0 0 0 0,1 0-1 0 0,0 0 1 0 0,-1 0 0 0 0,0 0-1 0 0,1 0 1 0 0,-1 0 0 0 0,1 0-1 0 0,-1 1 1 0 0,0-1 0 0 0,0 0-1 0 0,0 0 1 0 0,0 0 0 0 0,1 0-1 0 0,-2 0 1 0 0,1 1 0 0 0,0-1-1 0 0,0 0 1 0 0,0 0 0 0 0,0 0-1 0 0,-1 0 1 0 0,1 0 0 0 0,-1 2-1 0 0,-11 37 785 0 0,11-37-812 0 0,-81 178 3357 0 0,18-43-2041 0 0,52-110-1236 0 0,2-6 121 0 0,-12 37 1 0 0,21-53-321 0 0,-1-1 1 0 0,1 0 0 0 0,0 1-1 0 0,0-1 1 0 0,1 1 0 0 0,0-1-1 0 0,0 1 1 0 0,0-1-1 0 0,0 1 1 0 0,1-1 0 0 0,0 1-1 0 0,3 8 1 0 0,-3-12-40 0 0,1 1 1 0 0,-1-1-1 0 0,1 1 0 0 0,0-1 1 0 0,-1 0-1 0 0,1 0 1 0 0,1 0-1 0 0,-1 0 0 0 0,0 0 1 0 0,0 0-1 0 0,1-1 0 0 0,-1 1 1 0 0,1-1-1 0 0,-1 0 0 0 0,1 1 1 0 0,-1-1-1 0 0,1 0 1 0 0,0 0-1 0 0,0-1 0 0 0,-1 1 1 0 0,1-1-1 0 0,0 1 0 0 0,0-1 1 0 0,6 0-1 0 0,6 0 15 0 0,0-1-1 0 0,1 0 1 0 0,18-5 0 0 0,-31 5-30 0 0,207-47 474 0 0,-182 40-469 0 0,212-59-1858 0 0,-232 66-788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9:11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0 6913 0 0,'-1'1'473'0'0,"0"0"0"0"0,-1 1-1 0 0,1-1 1 0 0,0 0-1 0 0,0 0 1 0 0,0 1-1 0 0,0-1 1 0 0,0 1-1 0 0,0-1 1 0 0,0 1-1 0 0,0-1 1 0 0,0 1-1 0 0,1-1 1 0 0,-1 1-1 0 0,1 0 1 0 0,-1 2-1 0 0,-6 35 1916 0 0,4-18-2264 0 0,-16 71 661 0 0,-62 263 1272 0 0,52-232-1323 0 0,27-111-764 0 0,1 0 0 0 0,0 0-1 0 0,1 0 1 0 0,0 0 0 0 0,1 0 0 0 0,0 0-1 0 0,1 0 1 0 0,4 16 0 0 0,-5-25-194 0 0,0 0 0 0 0,0 0 0 0 0,1-1 1 0 0,-1 1-1 0 0,1 0 0 0 0,0-1 0 0 0,0 1 1 0 0,0-1-1 0 0,2 3 0 0 0,8 5-6497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9:12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12 13971 0 0,'0'0'83'0'0,"0"-1"0"0"0,0 1 1 0 0,0-1-1 0 0,0 1 0 0 0,0-1 0 0 0,0 1 0 0 0,0-1 1 0 0,0 1-1 0 0,0-1 0 0 0,0 1 0 0 0,0-1 0 0 0,0 1 1 0 0,0 0-1 0 0,0-1 0 0 0,-1 1 0 0 0,1-1 0 0 0,0 1 1 0 0,0-1-1 0 0,0 1 0 0 0,-1 0 0 0 0,1-1 0 0 0,0 1 1 0 0,0-1-1 0 0,-1 1 0 0 0,1 0 0 0 0,-1-1 0 0 0,-7 8 2486 0 0,-5 19-455 0 0,11-4-1587 0 0,0 0-1 0 0,1 0 1 0 0,3 38-1 0 0,1 1-234 0 0,-7 106 478 0 0,5 128 39 0 0,-1-223-1019 0 0,-1-30-3683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9:12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7834 0 0,'-3'11'8645'0'0,"-2"8"-6441"0"0,-6 27-1706 0 0,-118 294 2965 0 0,123-325-3441 0 0,0 0 0 0 0,-6 25 0 0 0,11-35-9 0 0,0-1 1 0 0,0 0-1 0 0,0 1 1 0 0,1-1-1 0 0,0 1 1 0 0,0-1-1 0 0,0 1 0 0 0,0-1 1 0 0,1 0-1 0 0,-1 1 1 0 0,1-1-1 0 0,0 0 1 0 0,1 1-1 0 0,2 5 1 0 0,-3-9 12 0 0,0 1 0 0 0,1-1 0 0 0,-1 0 0 0 0,0 0 0 0 0,1 1 0 0 0,-1-1 1 0 0,1 0-1 0 0,0 0 0 0 0,-1 0 0 0 0,1-1 0 0 0,0 1 0 0 0,0 0 1 0 0,-1-1-1 0 0,1 1 0 0 0,0-1 0 0 0,0 1 0 0 0,0-1 0 0 0,0 0 0 0 0,0 0 1 0 0,0 0-1 0 0,0 0 0 0 0,-1 0 0 0 0,1 0 0 0 0,0-1 0 0 0,0 1 1 0 0,2-1-1 0 0,9-2 69 0 0,-1-1 1 0 0,21-8 0 0 0,-26 9 69 0 0,177-77 578 0 0,-47 20-647 0 0,-62 42-1372 0 0,-75 18 1211 0 0,0 0-1 0 0,0 0 1 0 0,1-1 0 0 0,-1 1-1 0 0,0 0 1 0 0,0 0 0 0 0,1 0-1 0 0,-1 0 1 0 0,0 0 0 0 0,0 0-1 0 0,0 0 1 0 0,0-1 0 0 0,1 1-1 0 0,-1 0 1 0 0,0 0 0 0 0,0 0-1 0 0,0-1 1 0 0,0 1 0 0 0,0 0-1 0 0,0 0 1 0 0,1 0 0 0 0,-1-1-1 0 0,0 1 1 0 0,0 0 0 0 0,0 0-1 0 0,0 0 1 0 0,0-1 0 0 0,0 1-1 0 0,0 0 1 0 0,0 0 0 0 0,0-1-1 0 0,0 1 1 0 0,0 0 0 0 0,0 0-1 0 0,0-1 1 0 0,0 1 0 0 0,0 0-1 0 0,0 0 1 0 0,0 0 0 0 0,0-1-1 0 0,-1 1 1 0 0,1 0 0 0 0,0 0-1 0 0,0 0 1 0 0,0-1 0 0 0,0 1-1 0 0,0 0 1 0 0,-1 0 0 0 0,1 0-1 0 0,0 0 1 0 0,0-1 0 0 0,0 1-1 0 0,0 0 1 0 0,-1 0 0 0 0,-12-9-8147 0 0,7 6 3073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9:12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1840 0 0,'-10'5'7949'0'0,"-1"6"-3541"0"0,-5 19-1500 0 0,10-19-2116 0 0,-20 43 1808 0 0,-35 95 1 0 0,20-42-1558 0 0,33-89-998 0 0,-35 94 655 0 0,39-99-783 0 0,1 1 0 0 0,0-1 0 0 0,1 1-1 0 0,0 0 1 0 0,1-1 0 0 0,1 22 0 0 0,2-20-1265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0:59:13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75 661 7370 0 0,'47'-34'6121'0'0,"-8"6"-3167"0"0,40-37 1 0 0,-68 53-2688 0 0,1 0 0 0 0,-1 0 1 0 0,-1-1-1 0 0,0 0 0 0 0,-1-1 0 0 0,-1 0 1 0 0,9-18-1 0 0,-8 9 111 0 0,-1 0 0 0 0,-1 0-1 0 0,-1 0 1 0 0,-1-1 0 0 0,-2 0 0 0 0,0 0 0 0 0,-1 0 0 0 0,-1-1-1 0 0,-2 1 1 0 0,0 0 0 0 0,-1 0 0 0 0,-12-48 0 0 0,13 69-341 0 0,0 0-1 0 0,0 1 1 0 0,0-1 0 0 0,0 0 0 0 0,0 0 0 0 0,-1 1 0 0 0,1-1-1 0 0,-1 0 1 0 0,0 1 0 0 0,0 0 0 0 0,0-1 0 0 0,0 1 0 0 0,0 0 0 0 0,0 0-1 0 0,-1 0 1 0 0,1 0 0 0 0,-1 1 0 0 0,1-1 0 0 0,-1 1 0 0 0,0-1 0 0 0,1 1-1 0 0,-1 0 1 0 0,0 0 0 0 0,0 0 0 0 0,0 1 0 0 0,0-1 0 0 0,0 1 0 0 0,0-1-1 0 0,0 1 1 0 0,0 0 0 0 0,0 0 0 0 0,0 0 0 0 0,0 1 0 0 0,0-1-1 0 0,-5 2 1 0 0,-4 1 27 0 0,-1 1 0 0 0,1 0-1 0 0,-1 1 1 0 0,1 0 0 0 0,1 1-1 0 0,-23 14 1 0 0,20-10-67 0 0,0 1 0 0 0,1 1 0 0 0,1 0 1 0 0,0 0-1 0 0,0 1 0 0 0,1 1 0 0 0,1 0 0 0 0,0 0 0 0 0,1 1 0 0 0,-9 20 0 0 0,13-25-50 0 0,1 1 0 0 0,1-1-1 0 0,0 0 1 0 0,0 1 0 0 0,1 0-1 0 0,1-1 1 0 0,-1 20-1 0 0,2-23-4 0 0,0 1-1 0 0,1-1 0 0 0,0 0 0 0 0,1 0 0 0 0,-1 1 0 0 0,1-1 0 0 0,1-1 0 0 0,-1 1 0 0 0,1 0 0 0 0,1 0 1 0 0,-1-1-1 0 0,6 8 0 0 0,-6-10-10 0 0,1 0-1 0 0,-1 0 1 0 0,1 0 0 0 0,0 0 0 0 0,0-1 0 0 0,0 0-1 0 0,0 0 1 0 0,1 0 0 0 0,-1 0 0 0 0,1-1 0 0 0,0 1-1 0 0,-1-1 1 0 0,1-1 0 0 0,0 1 0 0 0,1 0 0 0 0,-1-1-1 0 0,0 0 1 0 0,0-1 0 0 0,0 1 0 0 0,1-1 0 0 0,-1 0-1 0 0,0 0 1 0 0,0 0 0 0 0,1-1 0 0 0,-1 0 0 0 0,0 0-1 0 0,6-2 1 0 0,4-2 20 0 0,0 0 0 0 0,0-1 1 0 0,-1-1-1 0 0,0 0 0 0 0,0-1 0 0 0,-1 0 0 0 0,23-19 0 0 0,3-10 1608 0 0,-48 77 279 0 0,-40 279-1136 0 0,24-138-937 0 0,16-108-145 0 0,4 1 0 0 0,7 119 0 0 0,-2-193 363 0 0,1 35-940 0 0,-3-29-2104 0 0,-5-21-4526 0 0,5 5 770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06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37 384 7370 0 0,'-14'-13'727'0'0,"12"11"75"0"0,-1 1 1 0 0,1-1-1 0 0,0 1 0 0 0,0-1 0 0 0,0 0 1 0 0,1 0-1 0 0,-1 0 0 0 0,0 0 1 0 0,1 0-1 0 0,-2-3 0 0 0,3 5-707 0 0,0 0 0 0 0,1-1 0 0 0,-1 1 0 0 0,1 0 0 0 0,-1-1-1 0 0,0 1 1 0 0,1 0 0 0 0,-1 0 0 0 0,1 0 0 0 0,-1-1 0 0 0,0 1 0 0 0,1 0-1 0 0,-1 0 1 0 0,1 0 0 0 0,-1 0 0 0 0,1 0 0 0 0,-1 0 0 0 0,1 0 0 0 0,-1 0-1 0 0,1 0 1 0 0,-1 0 0 0 0,0 0 0 0 0,1 0 0 0 0,-1 0 0 0 0,1 0 0 0 0,-1 0-1 0 0,1 1 1 0 0,-1-1 0 0 0,0 0 0 0 0,1 0 0 0 0,-1 0 0 0 0,1 1 0 0 0,-1-1-1 0 0,0 0 1 0 0,1 1 0 0 0,-1-1 0 0 0,0 0 0 0 0,1 1 0 0 0,-1-1 0 0 0,0 0-1 0 0,0 1 1 0 0,1-1 0 0 0,-1 0 0 0 0,0 1 0 0 0,0-1 0 0 0,1 1 0 0 0,3 11 98 0 0,0 1 0 0 0,-1-1 0 0 0,-1 0 0 0 0,2 18 0 0 0,2 60 8 0 0,-4-50-221 0 0,1 157 596 0 0,6 62 162 0 0,-6-236-643 0 0,0 1 0 0 0,11 34 1 0 0,-12-51-63 0 0,1 1 0 0 0,0-1 0 0 0,0 1 0 0 0,1-1 1 0 0,-1 0-1 0 0,2 0 0 0 0,-1 0 0 0 0,1-1 1 0 0,0 0-1 0 0,0 0 0 0 0,7 6 0 0 0,-11-11-20 0 0,0 0 0 0 0,1 0 0 0 0,-1 0 0 0 0,0 0 0 0 0,1 0 0 0 0,-1 0-1 0 0,1-1 1 0 0,-1 1 0 0 0,1 0 0 0 0,0-1 0 0 0,-1 1 0 0 0,1-1 0 0 0,0 0 0 0 0,-1 0 0 0 0,1 1-1 0 0,0-1 1 0 0,-1 0 0 0 0,1 0 0 0 0,0-1 0 0 0,-1 1 0 0 0,1 0 0 0 0,0-1 0 0 0,-1 1 0 0 0,1 0-1 0 0,0-1 1 0 0,-1 0 0 0 0,1 1 0 0 0,-1-1 0 0 0,1 0 0 0 0,-1 0 0 0 0,1 0 0 0 0,1-2-1 0 0,4-3 52 0 0,-1 0-1 0 0,0-1 0 0 0,0 0 0 0 0,-1 0 0 0 0,5-9 0 0 0,-2 5-33 0 0,39-62 71 0 0,-4-3 0 0 0,-2-1 0 0 0,-4-3 0 0 0,-4 0 1 0 0,-3-2-1 0 0,28-123 0 0 0,-17-55-451 0 0,-20 96 932 0 0,-19 155-593 0 0,-1 6-29 0 0,0 0 0 0 0,0 0 0 0 0,-1 0 0 0 0,1 0 0 0 0,-1 0 0 0 0,0 0 0 0 0,0-1-1 0 0,0 1 1 0 0,0 0 0 0 0,-1 0 0 0 0,1 0 0 0 0,-2-3 0 0 0,2 6 56 0 0,0 0 0 0 0,-1 0 1 0 0,1 0-1 0 0,0 0 0 0 0,-1 0 0 0 0,1 0 1 0 0,0 0-1 0 0,0 0 0 0 0,-1 0 0 0 0,1 0 1 0 0,0 0-1 0 0,-1 0 0 0 0,1 0 0 0 0,0 0 1 0 0,0 1-1 0 0,-1-1 0 0 0,1 0 0 0 0,0 0 1 0 0,0 0-1 0 0,0 0 0 0 0,-1 1 0 0 0,1-1 1 0 0,0 0-1 0 0,0 0 0 0 0,0 1 0 0 0,-1-1 1 0 0,1 0-1 0 0,0 0 0 0 0,0 1 0 0 0,0-1 1 0 0,0 0-1 0 0,0 0 0 0 0,0 1 0 0 0,0-1 1 0 0,0 0-1 0 0,0 0 0 0 0,0 1 0 0 0,0-1 0 0 0,-8 16 87 0 0,8-14-172 0 0,-12 25-247 0 0,1 1 0 0 0,-11 45 0 0 0,20-61-874 0 0,0 0-1 0 0,0 20 1 0 0,4-19-2844 0 0,0-9 1964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19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7 10594 0 0,'-10'-6'2143'0'0,"5"8"1680"0"0,4 9-772 0 0,1 1-4082 0 0,0-11 899 0 0,12 101 597 0 0,1-2 2 0 0,4 462 1109 0 0,-17-555-1575 0 0,0 35 48 0 0,-2-1 0 0 0,-1 1 0 0 0,-15 62 0 0 0,15-94-112 0 0,2-12-1004 0 0,4-18-1960 0 0,-3 19 2907 0 0,3-16-1529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20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6 4145 0 0,'-12'-3'106'0'0,"-9"1"6024"0"0,20 2-5872 0 0,0 0 1 0 0,1 0 0 0 0,-1 0-1 0 0,1 0 1 0 0,-1 0 0 0 0,1 1-1 0 0,-1-1 1 0 0,0 0 0 0 0,1 0-1 0 0,-1 1 1 0 0,1-1 0 0 0,-1 0-1 0 0,1 1 1 0 0,-1-1 0 0 0,1 0-1 0 0,-1 1 1 0 0,1-1 0 0 0,0 1-1 0 0,-1-1 1 0 0,0 2 0 0 0,1-1-216 0 0,0 0 0 0 0,-1 0 0 0 0,1 0 0 0 0,0 0 1 0 0,0 0-1 0 0,0 0 0 0 0,0 0 0 0 0,0 0 1 0 0,0 0-1 0 0,0 0 0 0 0,0 0 0 0 0,1 0 1 0 0,-1 0-1 0 0,0 0 0 0 0,0 0 0 0 0,2 1 1 0 0,-1 1 75 0 0,1 0 0 0 0,-1-1 1 0 0,1 1-1 0 0,0-1 0 0 0,0 1 1 0 0,1-1-1 0 0,-1 0 0 0 0,0 0 1 0 0,1 0-1 0 0,-1 0 0 0 0,1 0 1 0 0,0 0-1 0 0,-1-1 0 0 0,1 1 1 0 0,0-1-1 0 0,4 1 0 0 0,2 2-30 0 0,0-2-1 0 0,1 1 1 0 0,-1-1-1 0 0,11 1 1 0 0,6-2-178 0 0,1-1 1 0 0,-1-1 0 0 0,27-4-1 0 0,-53 5 35 0 0,0-1 0 0 0,0 1 0 0 0,0 0 0 0 0,0 0 0 0 0,0 0 0 0 0,0 0 0 0 0,0 0 0 0 0,1 0 0 0 0,-1 0 0 0 0,0 0 0 0 0,0 0 0 0 0,0 0 0 0 0,0 0 0 0 0,0 0 0 0 0,0 0 0 0 0,0 0 0 0 0,1 0 0 0 0,-1 0-1 0 0,0-1 1 0 0,0 1 0 0 0,0 0 0 0 0,0 0 0 0 0,0 0 0 0 0,0 0 0 0 0,0 0 0 0 0,1 1 0 0 0,-1-1 0 0 0,0 0 0 0 0,0 0 0 0 0,0 0 0 0 0,0 0 0 0 0,0 0 0 0 0,0 0 0 0 0,0 0 0 0 0,0 0 0 0 0,1 0 0 0 0,-1 0 0 0 0,0 0 0 0 0,0 0 0 0 0,0 0-1 0 0,0 0 1 0 0,0 0 0 0 0,0 1 0 0 0,0-1 0 0 0,0 0 0 0 0,0 0 0 0 0,0 0 0 0 0,0 0 0 0 0,0 0 0 0 0,1 0 0 0 0,-1 0 0 0 0,0 0 0 0 0,0 1 0 0 0,0-1 0 0 0,0 0 0 0 0,0 0 0 0 0,0 0 0 0 0,0 0 0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20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8290 0 0,'0'2'310'0'0,"-1"-1"0"0"0,1 1-1 0 0,0-1 1 0 0,0 0 0 0 0,0 1 0 0 0,0-1 0 0 0,0 1 0 0 0,1-1 0 0 0,-1 0 0 0 0,0 1 0 0 0,1-1 0 0 0,-1 0-1 0 0,0 1 1 0 0,1-1 0 0 0,0 0 0 0 0,-1 1 0 0 0,1-1 0 0 0,0 0 0 0 0,0 0 0 0 0,0 0 0 0 0,-1 0 0 0 0,1 0-1 0 0,2 1 1 0 0,-1 1-14 0 0,0-1 0 0 0,0 0 1 0 0,1 1-1 0 0,-1-1 0 0 0,1 0 0 0 0,0 0 0 0 0,0-1 0 0 0,0 1 0 0 0,3 1 0 0 0,7 0 55 0 0,1-1 1 0 0,-1 0-1 0 0,1-1 0 0 0,-1 0 1 0 0,1-1-1 0 0,-1-1 0 0 0,0 0 1 0 0,23-5-1 0 0,104-34 2831 0 0,-129 36-3153 0 0,-8 3-102 0 0,1-1-777 0 0,-1 1 1 0 0,1 0 0 0 0,0 0-1 0 0,-1 0 1 0 0,1 0 0 0 0,0 1-1 0 0,-1-1 1 0 0,1 1-1 0 0,0 0 1 0 0,0 0 0 0 0,5 1-1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20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2 8290 0 0,'0'0'153'0'0,"0"0"1"0"0,-1 0-1 0 0,1-1 0 0 0,0 1 1 0 0,0 0-1 0 0,-1 0 0 0 0,1 0 1 0 0,0 0-1 0 0,-1-1 0 0 0,1 1 1 0 0,0 0-1 0 0,0 0 1 0 0,-1 0-1 0 0,1 0 0 0 0,0 0 1 0 0,-1 0-1 0 0,1 0 0 0 0,0 0 1 0 0,-1 0-1 0 0,1 0 1 0 0,0 0-1 0 0,0 0 0 0 0,-1 0 1 0 0,1 0-1 0 0,0 0 0 0 0,-1 0 1 0 0,1 1-1 0 0,0-1 1 0 0,-1 0-1 0 0,1 0 0 0 0,0 0 1 0 0,0 0-1 0 0,-1 1 0 0 0,1-1 1 0 0,0 0-1 0 0,0 0 0 0 0,-11 15 4070 0 0,-3 21-2327 0 0,4 9-1247 0 0,2 1 0 0 0,-3 65-1 0 0,11 94 501 0 0,4-135-758 0 0,3 1 0 0 0,23 92 0 0 0,-28-155-620 0 0,2 16-52 0 0,-5-10-4160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21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14283 0 0,'0'3'255'0'0,"-1"0"1"0"0,1 0-1 0 0,0 1 0 0 0,0-1 1 0 0,0 0-1 0 0,0 0 0 0 0,0 0 0 0 0,1 0 1 0 0,0 0-1 0 0,1 5 0 0 0,1 7 92 0 0,3 56-194 0 0,20 150-476 0 0,-20-199-2437 0 0,-4-19 1367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21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12299 0 0,'-6'10'544'0'0,"2"-2"112"0"0,1 3-528 0 0,2-2-128 0 0,1 0 0 0 0,0-2 0 0 0,-1 4 0 0 0,-1 6 80 0 0,1 11-80 0 0,-2 8 64 0 0,2 4-192 0 0,1 1-32 0 0,0-4-16 0 0,2-5 0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21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9730 0 0,'-7'4'1019'0'0,"6"-4"-843"0"0,1 0 0 0 0,-1 0 0 0 0,0 0 0 0 0,1 1 0 0 0,-1-1 0 0 0,1 0 0 0 0,-1 0 0 0 0,1 1 0 0 0,-1-1 0 0 0,1 0 0 0 0,-1 1 0 0 0,1-1 0 0 0,-1 1 0 0 0,1-1-1 0 0,-1 1 1 0 0,1-1 0 0 0,-1 1 0 0 0,1-1 0 0 0,-1 2 0 0 0,-1 6 383 0 0,0 1-1 0 0,0 0 0 0 0,0 0 0 0 0,1-1 0 0 0,1 1 0 0 0,0 0 0 0 0,0 0 1 0 0,1 11-1 0 0,0-5-46 0 0,0 1-252 0 0,0 1-1 0 0,1 0 0 0 0,1-1 1 0 0,0 0-1 0 0,10 29 0 0 0,-9-36-852 0 0,0 0 0 0 0,1 0 0 0 0,9 13 0 0 0,-11-18-1130 0 0,1-4-379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21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15667 0 0,'-8'7'696'0'0,"4"0"137"0"0,1 3-665 0 0,0-1-168 0 0,2 0 0 0 0,0-4 0 0 0,-1 5 72 0 0,0 5-72 0 0,-3 11 96 0 0,1 10-96 0 0,-1 2 0 0 0,-2 2-112 0 0,1-1 8 0 0,1-5 0 0 0,-1-1-1233 0 0,1-5-239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25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6 16243 0 0,'-24'-5'1817'0'0,"17"7"1"0"0,14 2-1413 0 0,-6-3-276 0 0,3 0-1 0 0,16 6 138 0 0,0-2-1 0 0,0 0 0 0 0,0-1 1 0 0,39 2-1 0 0,-27-3-37 0 0,39 8 0 0 0,-68-10-213 0 0,-1-1-1 0 0,0 1 0 0 0,1-1 1 0 0,-1 1-1 0 0,0 0 0 0 0,0 0 1 0 0,0 0-1 0 0,1 0 1 0 0,-1 0-1 0 0,0 0 0 0 0,0 1 1 0 0,-1-1-1 0 0,1 1 0 0 0,0-1 1 0 0,0 1-1 0 0,-1 0 0 0 0,1-1 1 0 0,-1 1-1 0 0,0 0 0 0 0,1 0 1 0 0,-1 0-1 0 0,1 3 0 0 0,-1-2 4 0 0,-1 0 0 0 0,0 0 0 0 0,1-1-1 0 0,-1 1 1 0 0,-1 0 0 0 0,1 0 0 0 0,0 0-1 0 0,-1 0 1 0 0,1 0 0 0 0,-1-1 0 0 0,0 1-1 0 0,0 0 1 0 0,0 0 0 0 0,0-1 0 0 0,0 1-1 0 0,-1-1 1 0 0,-3 5 0 0 0,-23 32 56 0 0,-2-1 1 0 0,-1-2-1 0 0,-49 43 0 0 0,-33 39 63 0 0,96-99-101 0 0,2 1 0 0 0,1 1 0 0 0,0 0 1 0 0,-16 36-1 0 0,29-55-34 0 0,0-1 0 0 0,1 0 0 0 0,-1 1 1 0 0,0-1-1 0 0,1 1 0 0 0,-1-1 0 0 0,1 1 1 0 0,0-1-1 0 0,-1 1 0 0 0,1-1 0 0 0,0 1 1 0 0,0-1-1 0 0,0 1 0 0 0,0-1 1 0 0,0 1-1 0 0,0-1 0 0 0,0 1 0 0 0,1-1 1 0 0,-1 1-1 0 0,0-1 0 0 0,1 1 0 0 0,0-1 1 0 0,-1 1-1 0 0,1-1 0 0 0,0 0 0 0 0,-1 1 1 0 0,2 0-1 0 0,0 0 8 0 0,1-1 0 0 0,-1 1-1 0 0,0-1 1 0 0,0 0 0 0 0,1 0 0 0 0,-1 0 0 0 0,0-1 0 0 0,1 1 0 0 0,-1 0-1 0 0,1-1 1 0 0,-1 0 0 0 0,1 1 0 0 0,-1-1 0 0 0,1 0 0 0 0,-1 0 0 0 0,4-1-1 0 0,12-1 40 0 0,0 0 0 0 0,1-2-1 0 0,-1 0 1 0 0,23-8 0 0 0,69-33 208 0 0,-31 11-51 0 0,-67 29-185 0 0,-4 2 3 0 0,1 0-1 0 0,-1 0 0 0 0,0-1 1 0 0,0 0-1 0 0,0-1 1 0 0,-1 0-1 0 0,8-6 0 0 0,-15 11-25 0 0,1 0-1 0 0,-1 0 0 0 0,0 0 0 0 0,0 0 1 0 0,0 0-1 0 0,0 0 0 0 0,0-1 0 0 0,0 1 1 0 0,0 0-1 0 0,0 0 0 0 0,0 0 0 0 0,0 0 1 0 0,0 0-1 0 0,0 0 0 0 0,0 0 0 0 0,0 0 1 0 0,0-1-1 0 0,0 1 0 0 0,0 0 0 0 0,0 0 1 0 0,0 0-1 0 0,0 0 0 0 0,0 0 0 0 0,0 0 1 0 0,0 0-1 0 0,0-1 0 0 0,0 1 0 0 0,0 0 1 0 0,0 0-1 0 0,0 0 0 0 0,0 0 0 0 0,0 0 1 0 0,0 0-1 0 0,0 0 0 0 0,0 0 0 0 0,0-1 1 0 0,0 1-1 0 0,0 0 0 0 0,0 0 0 0 0,0 0 1 0 0,-1 0-1 0 0,1 0 0 0 0,0 0 0 0 0,0 0 1 0 0,0 0-1 0 0,0 0 0 0 0,0 0 0 0 0,0 0 1 0 0,-1 0-1 0 0,-8-3-321 0 0,-12 0-353 0 0,20 3 638 0 0,-17-1-2028 0 0,9 1 182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25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 15667 0 0,'-1'0'95'0'0,"1"0"-1"0"0,-1 0 1 0 0,0 0-1 0 0,0 0 1 0 0,0 0-1 0 0,0 0 0 0 0,0 0 1 0 0,0 0-1 0 0,0 0 1 0 0,0 1-1 0 0,0-1 1 0 0,0 0-1 0 0,0 1 1 0 0,1-1-1 0 0,-1 0 0 0 0,0 1 1 0 0,0-1-1 0 0,0 1 1 0 0,0 0-1 0 0,1-1 1 0 0,-1 1-1 0 0,0-1 0 0 0,1 1 1 0 0,-1 0-1 0 0,-1 1 1 0 0,-15 25 482 0 0,12-17-312 0 0,-25 39 513 0 0,2 3 0 0 0,2 0 0 0 0,-33 99 0 0 0,56-139-699 0 0,-2 2 112 0 0,1 2 1 0 0,0-1-1 0 0,-2 24 1 0 0,5-36-161 0 0,1 0 0 0 0,0 0 0 0 0,0 0-1 0 0,0 0 1 0 0,0 0 0 0 0,0 0 0 0 0,1 0 0 0 0,0 0 0 0 0,-1 0 0 0 0,1 0 0 0 0,0-1 0 0 0,0 1 0 0 0,1 0 0 0 0,-1 0 0 0 0,0-1 0 0 0,1 1 0 0 0,0-1 0 0 0,0 1 0 0 0,-1-1 0 0 0,1 0 0 0 0,1 1 0 0 0,-1-1 0 0 0,0 0 0 0 0,4 2 0 0 0,-2-2-32 0 0,-1-1 1 0 0,1 1 0 0 0,0-1 0 0 0,0 0-1 0 0,0-1 1 0 0,-1 1 0 0 0,1 0-1 0 0,0-1 1 0 0,0 0 0 0 0,0 0-1 0 0,0 0 1 0 0,0-1 0 0 0,0 1 0 0 0,0-1-1 0 0,0 0 1 0 0,-1 0 0 0 0,1 0-1 0 0,0-1 1 0 0,-1 1 0 0 0,7-5-1 0 0,-1 2-172 0 0,-1-1-1 0 0,0 0 0 0 0,-1-1 0 0 0,1 0 0 0 0,-1 0 0 0 0,0 0 0 0 0,10-13 0 0 0,-14 14-169 0 0,1 0 0 0 0,-1 0 0 0 0,0 0 0 0 0,0-1 0 0 0,-1 1 0 0 0,1-1 0 0 0,-1 0 0 0 0,-1 0-1 0 0,1 0 1 0 0,-1 1 0 0 0,1-13 0 0 0,-3-1-1330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26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5 14283 0 0,'-1'1'136'0'0,"0"-1"1"0"0,0 1-1 0 0,0 0 1 0 0,0 0-1 0 0,0 0 0 0 0,0 0 1 0 0,1 0-1 0 0,-1 0 0 0 0,0 0 1 0 0,1 1-1 0 0,-1-1 0 0 0,1 0 1 0 0,-1 0-1 0 0,1 0 1 0 0,0 1-1 0 0,-1-1 0 0 0,1 0 1 0 0,0 0-1 0 0,0 1 0 0 0,0-1 1 0 0,0 0-1 0 0,0 1 0 0 0,0-1 1 0 0,0 0-1 0 0,0 0 1 0 0,1 1-1 0 0,-1-1 0 0 0,0 0 1 0 0,1 0-1 0 0,-1 1 0 0 0,1-1 1 0 0,0 0-1 0 0,-1 0 0 0 0,1 0 1 0 0,0 0-1 0 0,-1 0 1 0 0,1 0-1 0 0,0 0 0 0 0,0 0 1 0 0,0 0-1 0 0,0 0 0 0 0,1 0 1 0 0,2 2 2 0 0,0 0 0 0 0,0-1 0 0 0,1 1 0 0 0,-1-1 0 0 0,0 0 0 0 0,1 0 0 0 0,-1 0 0 0 0,1-1 0 0 0,0 0 1 0 0,5 1-1 0 0,13 0 250 0 0,0-1 1 0 0,0-1 0 0 0,0-1-1 0 0,0-2 1 0 0,41-8-1 0 0,-14-2-2504 0 0,72-29-1 0 0,-103 34-231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26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10594 0 0,'-3'4'925'0'0,"1"0"-1"0"0,-1 0 0 0 0,1 0 1 0 0,0 1-1 0 0,0-1 0 0 0,0 1 0 0 0,-1 6 1 0 0,-2 5-71 0 0,-11 25 21 0 0,2 0-1 0 0,2 2 1 0 0,-8 51 0 0 0,19-91-1120 0 0,1-1 0 0 0,0 1 1 0 0,0-1-1 0 0,-1 0 0 0 0,1 1 0 0 0,1-1 0 0 0,-1 1 1 0 0,0-1-1 0 0,1 0 0 0 0,-1 1 0 0 0,1-1 0 0 0,0 0 1 0 0,1 3-1 0 0,0-2-1370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26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14747 0 0,'-4'2'1312'0'0,"0"-1"-1056"0"0,0 2-256 0 0,2 0 0 0 0,1 1 537 0 0,-2 0 47 0 0,-2 5 16 0 0,-5 5 0 0 0,-4 7-600 0 0,1 5-112 0 0,-1 1-24 0 0,3 0-7234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27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91 11058 0 0,'-53'178'4703'0'0,"45"-150"-3968"0"0,8-27-646 0 0,-1 0-1 0 0,1 0 0 0 0,-1 0 0 0 0,1 1 0 0 0,0-1 1 0 0,0 0-1 0 0,0 0 0 0 0,0 1 0 0 0,0-1 0 0 0,0 0 1 0 0,0 0-1 0 0,0 1 0 0 0,0-1 0 0 0,0 0 0 0 0,1 0 0 0 0,-1 1 1 0 0,1 1-1 0 0,0-3-34 0 0,0 0 0 0 0,0 0 0 0 0,-1 0 0 0 0,1 0 0 0 0,0-1 0 0 0,0 1 0 0 0,-1 0 1 0 0,1 0-1 0 0,0 0 0 0 0,-1-1 0 0 0,1 1 0 0 0,0 0 0 0 0,-1-1 0 0 0,1 1 0 0 0,0 0 0 0 0,-1-1 0 0 0,1 1 0 0 0,0-1 1 0 0,-1 1-1 0 0,1-1 0 0 0,-1 1 0 0 0,1-1 0 0 0,-1 0 0 0 0,0 1 0 0 0,1-2 0 0 0,14-17 389 0 0,-15 18-400 0 0,81-133 1051 0 0,-17 25-386 0 0,-63 106-606 0 0,1 0 0 0 0,0 1 0 0 0,0-1-1 0 0,0 1 1 0 0,0-1 0 0 0,1 1 0 0 0,-1 0 0 0 0,1 0 0 0 0,-1 0 0 0 0,1 0 0 0 0,5-3-1 0 0,-7 5-52 0 0,0 0 0 0 0,-1 0 0 0 0,1-1 0 0 0,0 1 0 0 0,0 0 0 0 0,0 0-1 0 0,-1 0 1 0 0,1 0 0 0 0,0 0 0 0 0,0 0 0 0 0,0 0 0 0 0,-1 0 0 0 0,1 0 0 0 0,0 1-1 0 0,0-1 1 0 0,0 0 0 0 0,-1 0 0 0 0,1 1 0 0 0,1 0 0 0 0,-1 0-7 0 0,1 0 1 0 0,-1 0-1 0 0,0 0 0 0 0,0 1 1 0 0,0-1-1 0 0,0 0 1 0 0,0 1-1 0 0,0-1 1 0 0,0 0-1 0 0,-1 1 1 0 0,1-1-1 0 0,0 1 0 0 0,0 2 1 0 0,2 9 15 0 0,-1 0 1 0 0,0 0-1 0 0,0 1 1 0 0,-2-1-1 0 0,1 0 1 0 0,-2 1-1 0 0,-3 22 1 0 0,0 28 16 0 0,4-63-75 0 0,0 0 1 0 0,0 0 0 0 0,0 0 0 0 0,0 0-1 0 0,0 0 1 0 0,0 0 0 0 0,0 0 0 0 0,0 0 0 0 0,1 0-1 0 0,-1 0 1 0 0,0 0 0 0 0,1 0 0 0 0,-1 0-1 0 0,1 0 1 0 0,-1 0 0 0 0,1 0 0 0 0,-1 0-1 0 0,2 2 1 0 0,-1-3 2 0 0,-1 0 0 0 0,1 0-1 0 0,-1 0 1 0 0,1 0 0 0 0,-1 0 0 0 0,1 1 0 0 0,0-1-1 0 0,-1 0 1 0 0,1 0 0 0 0,-1 0 0 0 0,1-1-1 0 0,-1 1 1 0 0,1 0 0 0 0,-1 0 0 0 0,1 0-1 0 0,-1 0 1 0 0,1 0 0 0 0,0-1 0 0 0,-1 1 0 0 0,1 0-1 0 0,-1 0 1 0 0,0-1 0 0 0,1 1 0 0 0,0-1-1 0 0,3-3 11 0 0,1 1-1 0 0,-1-1 0 0 0,-1 0 1 0 0,1-1-1 0 0,4-6 0 0 0,3-8 4 0 0,-1 0 0 0 0,13-34 0 0 0,-18 38 12 0 0,1 1 0 0 0,0 0-1 0 0,1 0 1 0 0,1 1 0 0 0,0 0-1 0 0,0 0 1 0 0,13-13-1 0 0,-21 25-6 0 0,1 1 1 0 0,-1-1-1 0 0,0 1 0 0 0,1-1 0 0 0,-1 1 0 0 0,1 0 0 0 0,-1-1 0 0 0,1 1 0 0 0,-1 0 0 0 0,1-1 0 0 0,-1 1 0 0 0,1 0 0 0 0,-1-1 0 0 0,1 1 0 0 0,-1 0 0 0 0,1 0 0 0 0,0 0 0 0 0,-1 0 0 0 0,1 0 0 0 0,-1 0 0 0 0,1 0 0 0 0,0 0 0 0 0,-1 0 0 0 0,1 0 0 0 0,-1 0 0 0 0,1 0 0 0 0,0 0 0 0 0,-1 0 0 0 0,1 0 0 0 0,-1 0 0 0 0,1 1 0 0 0,1 0 23 0 0,-1 0-1 0 0,0 0 1 0 0,0 0-1 0 0,0 0 0 0 0,0 1 1 0 0,0-1-1 0 0,0 0 1 0 0,0 1-1 0 0,-1-1 1 0 0,1 0-1 0 0,1 4 0 0 0,9 43 349 0 0,-11-46-404 0 0,5 51 22 0 0,-5-42-228 0 0,1 0 1 0 0,0 0 0 0 0,0 0 0 0 0,1 0-1 0 0,0 0 1 0 0,1 0 0 0 0,0-1 0 0 0,1 1-1 0 0,6 12 1 0 0,-9-22 37 0 0,-1 0 0 0 0,1 0 0 0 0,0 0-1 0 0,0 0 1 0 0,0-1 0 0 0,0 1 0 0 0,0 0 0 0 0,0 0 0 0 0,0-1 0 0 0,0 1 0 0 0,0 0-1 0 0,0-1 1 0 0,0 1 0 0 0,0-1 0 0 0,0 1 0 0 0,0-1 0 0 0,1 0 0 0 0,-1 0-1 0 0,0 1 1 0 0,0-1 0 0 0,1 0 0 0 0,-1 0 0 0 0,0 0 0 0 0,0 0 0 0 0,0 0 0 0 0,3-1-1 0 0,2 0-1024 0 0,0-1-1 0 0,0 0 1 0 0,-1 0-1 0 0,8-4 0 0 0,-6 3-873 0 0,13-5-3133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27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75 292 4145 0 0,'46'-33'7551'0'0,"1"-11"-4373"0"0,-42 40-2992 0 0,-1-1 1 0 0,0 0-1 0 0,0 0 0 0 0,0-1 0 0 0,0 1 1 0 0,-1-1-1 0 0,0 0 0 0 0,0 0 0 0 0,-1 0 0 0 0,1 0 1 0 0,-1 0-1 0 0,-1 0 0 0 0,1-1 0 0 0,-1 1 0 0 0,0-1 1 0 0,0-7-1 0 0,-1 13-116 0 0,0 0 1 0 0,0-1-1 0 0,-1 1 1 0 0,1 0-1 0 0,0-1 1 0 0,0 1-1 0 0,-1 0 1 0 0,1 0-1 0 0,-1-1 1 0 0,1 1-1 0 0,-1 0 0 0 0,0 0 1 0 0,1 0-1 0 0,-1 0 1 0 0,0 0-1 0 0,0 0 1 0 0,0 0-1 0 0,0 0 1 0 0,0 0-1 0 0,0 0 1 0 0,0 0-1 0 0,0 0 1 0 0,0 1-1 0 0,0-1 1 0 0,0 0-1 0 0,0 1 0 0 0,0-1 1 0 0,-1 1-1 0 0,1-1 1 0 0,0 1-1 0 0,-1 0 1 0 0,1 0-1 0 0,0-1 1 0 0,0 1-1 0 0,-1 0 1 0 0,1 0-1 0 0,0 0 1 0 0,-1 0-1 0 0,-1 1 1 0 0,-2 0 112 0 0,0 0 0 0 0,1 0 1 0 0,-1 0-1 0 0,0 0 1 0 0,1 1-1 0 0,0 0 1 0 0,-1 0-1 0 0,1 0 0 0 0,-8 6 1 0 0,3 0-82 0 0,0 1-1 0 0,0 0 1 0 0,0 1 0 0 0,1 0 0 0 0,1 0 0 0 0,0 0 0 0 0,0 1-1 0 0,1 0 1 0 0,-9 23 0 0 0,6-9 96 0 0,1 0-1 0 0,1 1 1 0 0,-6 46-1 0 0,12-60-212 0 0,0 0 0 0 0,1 0 0 0 0,0 0 0 0 0,1 0 0 0 0,1 1 0 0 0,0-1-1 0 0,0 0 1 0 0,7 19 0 0 0,-7-27 7 0 0,-1 0-1 0 0,1-1 1 0 0,0 1 0 0 0,0 0-1 0 0,0-1 1 0 0,1 0-1 0 0,-1 1 1 0 0,1-1 0 0 0,-1 0-1 0 0,1 0 1 0 0,0-1-1 0 0,6 5 1 0 0,-6-6 4 0 0,0 1-1 0 0,0-1 1 0 0,0 0 0 0 0,0 0-1 0 0,0 0 1 0 0,0 0-1 0 0,0-1 1 0 0,0 1 0 0 0,0-1-1 0 0,1 0 1 0 0,-1 0 0 0 0,0 0-1 0 0,0 0 1 0 0,0-1 0 0 0,0 1-1 0 0,0-1 1 0 0,0 0 0 0 0,5-2-1 0 0,6-2-122 0 0,-1-1 0 0 0,0 0 1 0 0,0-1-1 0 0,0-1 0 0 0,-1 0 0 0 0,0-1 0 0 0,-1 0 0 0 0,21-21 0 0 0,2-8-1253 0 0,36-54-1 0 0,-6 8-829 0 0,-6 20 643 0 0,-31 36 979 0 0,41-57 0 0 0,-66 81 725 0 0,1 0 0 0 0,-1 0 0 0 0,0 0 0 0 0,-1 0 0 0 0,1 0 0 0 0,-1 0 0 0 0,1-1 0 0 0,0-6 0 0 0,-2 10-49 0 0,0 0 0 0 0,0 0 0 0 0,0 0-1 0 0,0 1 1 0 0,0-1 0 0 0,0 0-1 0 0,0 0 1 0 0,0 0 0 0 0,-1 0-1 0 0,1 0 1 0 0,0 0 0 0 0,0 1 0 0 0,-1-1-1 0 0,1 0 1 0 0,-1 0 0 0 0,1 0-1 0 0,0 1 1 0 0,-1-1 0 0 0,0 0 0 0 0,1 1-1 0 0,-1-1 1 0 0,1 0 0 0 0,-1 1-1 0 0,0-1 1 0 0,0 1 0 0 0,1-1 0 0 0,-1 1-1 0 0,0-1 1 0 0,0 1 0 0 0,1-1-1 0 0,-1 1 1 0 0,0 0 0 0 0,0 0-1 0 0,0-1 1 0 0,0 1 0 0 0,0 0 0 0 0,1 0-1 0 0,-1 0 1 0 0,0 0 0 0 0,0 0-1 0 0,0 0 1 0 0,0 0 0 0 0,0 0 0 0 0,0 0-1 0 0,0 1 1 0 0,1-1 0 0 0,-3 1-1 0 0,-7 1 94 0 0,-1 0 0 0 0,1 1 0 0 0,0 0 0 0 0,0 0 0 0 0,1 1-1 0 0,-1 1 1 0 0,1 0 0 0 0,0 0 0 0 0,0 1 0 0 0,0 0 0 0 0,1 0-1 0 0,0 1 1 0 0,0 0 0 0 0,1 1 0 0 0,-1-1 0 0 0,2 1 0 0 0,-10 15 0 0 0,12-17-177 0 0,0 0 1 0 0,1 1-1 0 0,0-1 1 0 0,0 1 0 0 0,1 0-1 0 0,0 0 1 0 0,0-1 0 0 0,1 1-1 0 0,-1 1 1 0 0,2-1 0 0 0,-1 0-1 0 0,1 0 1 0 0,0 0 0 0 0,0 0-1 0 0,1 0 1 0 0,0 0 0 0 0,0 0-1 0 0,1 0 1 0 0,0 0 0 0 0,0 0-1 0 0,0 0 1 0 0,1-1 0 0 0,0 1-1 0 0,1-1 1 0 0,-1 0-1 0 0,9 11 1 0 0,-5-8 11 0 0,1-1 0 0 0,0 1 0 0 0,0-1-1 0 0,1-1 1 0 0,0 0 0 0 0,1 0 0 0 0,16 9 0 0 0,5 0 40 0 0,40 13 0 0 0,-59-24 5 0 0,-5-3 55 0 0,19 9 445 0 0,-24-10-476 0 0,-1-1-1 0 0,0 1 1 0 0,1 0-1 0 0,-1 0 0 0 0,0-1 1 0 0,0 1-1 0 0,0 0 0 0 0,0 0 1 0 0,0 0-1 0 0,0 0 0 0 0,0 0 1 0 0,0 0-1 0 0,0 0 1 0 0,-1 1-1 0 0,2 1 0 0 0,-2-2-20 0 0,0 0-1 0 0,-1 0 1 0 0,1 0-1 0 0,-1 0 1 0 0,1 0-1 0 0,-1 0 1 0 0,1 0-1 0 0,-1 0 1 0 0,1 0-1 0 0,-1-1 1 0 0,0 1-1 0 0,1 0 1 0 0,-1 0-1 0 0,0 0 1 0 0,0-1-1 0 0,0 1 1 0 0,1 0-1 0 0,-1-1 1 0 0,0 1-1 0 0,-2 0 1 0 0,-19 11 420 0 0,-20 6-384 0 0,-90 23-1 0 0,-4 2-707 0 0,84-24-1483 0 0,28-11 22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36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48 947 10594 0 0,'-3'-1'489'0'0,"0"0"0"0"0,0-1 1 0 0,1 1-1 0 0,-1-1 0 0 0,0 1 0 0 0,0-1 0 0 0,1 0 0 0 0,-1 0 0 0 0,1 0 0 0 0,0 0 0 0 0,0 0 0 0 0,-1 0 0 0 0,1-1 0 0 0,-3-4 1 0 0,4 3-305 0 0,0 0 1 0 0,-1 0-1 0 0,1 0 0 0 0,1 0 1 0 0,-1 0-1 0 0,0 0 1 0 0,1 0-1 0 0,0-1 1 0 0,0 1-1 0 0,0 0 1 0 0,2-5-1 0 0,37-203 2204 0 0,-15 105-1953 0 0,11-88-111 0 0,12-58-175 0 0,-44 241-117 0 0,0-3 72 0 0,0 0 0 0 0,1 0 0 0 0,9-21 0 0 0,-9 74 470 0 0,-1-15-574 0 0,14 155-122 0 0,15 133 13 0 0,-30-293 103 0 0,17 94-3 0 0,-16-100 8 0 0,1 0 0 0 0,-1-1 1 0 0,2 1-1 0 0,0-1 0 0 0,0 0 1 0 0,1 0-1 0 0,8 10 0 0 0,-12-18 11 0 0,0 0-1 0 0,0 0 1 0 0,0-1-1 0 0,1 0 1 0 0,-1 1-1 0 0,1-1 1 0 0,-1 0-1 0 0,1 0 0 0 0,0 0 1 0 0,0 0-1 0 0,0-1 1 0 0,0 1-1 0 0,0-1 1 0 0,0 0-1 0 0,0 0 1 0 0,0 0-1 0 0,0 0 1 0 0,1 0-1 0 0,-1-1 1 0 0,6 1-1 0 0,-5-2 0 0 0,-1 1-1 0 0,0-1 1 0 0,0 0 0 0 0,-1 0-1 0 0,1 0 1 0 0,0 0-1 0 0,0 0 1 0 0,0-1-1 0 0,-1 1 1 0 0,1-1-1 0 0,-1 0 1 0 0,1 0 0 0 0,-1 0-1 0 0,1 0 1 0 0,-1 0-1 0 0,0 0 1 0 0,0-1-1 0 0,0 1 1 0 0,-1-1 0 0 0,1 1-1 0 0,-1-1 1 0 0,3-5-1 0 0,6-15 67 0 0,-1-1-1 0 0,-1 0 1 0 0,-1 0 0 0 0,-1 0-1 0 0,-1-1 1 0 0,3-45 0 0 0,-12-152 854 0 0,-1 36-561 0 0,9 151-93 0 0,1 16-2135 0 0,-4 19 1348 0 0,-1-1 0 0 0,0 0 1 0 0,1 1-1 0 0,-1-1 1 0 0,1 0-1 0 0,-1 1 1 0 0,1-1-1 0 0,-1 0 1 0 0,2 0-511 0 0,-2 1 510 0 0,1-1 1 0 0,-1 1-1 0 0,1-1 1 0 0,1 0-1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36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36 20740 0 0,'-18'-5'2079'0'0,"16"3"-2312"0"0,13 4-14 0 0,7 1 267 0 0,1 0-1 0 0,1-2 1 0 0,26 0-1 0 0,-36-1-341 0 0,-1-1-1 0 0,1 0 1 0 0,-1-1-1 0 0,1 0 1 0 0,-1 0-1 0 0,0-1 1 0 0,0 0-1 0 0,15-8 1 0 0,-13 2-2187 0 0,-8 5 674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36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11979 0 0,'0'2'329'0'0,"0"0"1"0"0,-1-1 0 0 0,2 1 0 0 0,-1 0 0 0 0,0 0 0 0 0,0-1 0 0 0,0 1 0 0 0,1 0 0 0 0,-1-1 0 0 0,1 1 0 0 0,0 0 0 0 0,-1-1 0 0 0,1 1 0 0 0,0-1 0 0 0,0 1 0 0 0,0-1 0 0 0,0 1-1 0 0,0-1 1 0 0,1 2 0 0 0,2 1 72 0 0,0 1 0 0 0,0-1-1 0 0,1 0 1 0 0,7 5 0 0 0,-9-7-349 0 0,0 0 1 0 0,1 0-1 0 0,-1-1 1 0 0,1 0-1 0 0,0 1 0 0 0,-1-1 1 0 0,1-1-1 0 0,0 1 1 0 0,0 0-1 0 0,-1-1 1 0 0,1 0-1 0 0,0 0 0 0 0,6-1 1 0 0,2 0-598 0 0,-1-1 0 0 0,1-1 0 0 0,11-4-1 0 0,-3 0-1264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37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13363 0 0,'-3'3'396'0'0,"1"-1"1"0"0,0 1-1 0 0,1 0 1 0 0,-1 0-1 0 0,0 0 1 0 0,1 0-1 0 0,-1 0 1 0 0,1 0-1 0 0,0 0 0 0 0,-1 7 1 0 0,-3 2-313 0 0,-78 147 1089 0 0,59-120-397 0 0,2 1 0 0 0,2 1 0 0 0,-19 55 0 0 0,38-94-696 0 0,0 0 0 0 0,1-1 0 0 0,-1 1 0 0 0,1 0-1 0 0,-1 0 1 0 0,1 0 0 0 0,0 0 0 0 0,0-1 0 0 0,0 1 0 0 0,0 0 0 0 0,0 0 0 0 0,0 0 0 0 0,1 0 0 0 0,-1 0 0 0 0,1-1 0 0 0,-1 1 0 0 0,1 0 0 0 0,-1 0 0 0 0,1-1 0 0 0,0 1 0 0 0,0 0 0 0 0,0-1 0 0 0,2 3-1 0 0,-1-2-18 0 0,0-1-1 0 0,0 0 0 0 0,0 0 0 0 0,0 1 0 0 0,0-1 1 0 0,0-1-1 0 0,1 1 0 0 0,-1 0 0 0 0,0 0 0 0 0,0-1 0 0 0,1 0 1 0 0,-1 1-1 0 0,1-1 0 0 0,-1 0 0 0 0,0 0 0 0 0,1 0 0 0 0,-1 0 1 0 0,5-1-1 0 0,44-10 390 0 0,-1-1 1 0 0,0-3-1 0 0,50-21 0 0 0,9-3-72 0 0,-64 26-306 0 0,39-15 61 0 0,-74 24-208 0 0,-1 0 0 0 0,1-1 1 0 0,-1 0-1 0 0,0-1 1 0 0,17-13-1 0 0,-25 18-57 0 0,0 0-1 0 0,1 0 1 0 0,-1-1-1 0 0,0 1 1 0 0,0 0-1 0 0,0-1 1 0 0,0 1-1 0 0,0-1 1 0 0,1-3-1 0 0,-2-4-3030 0 0,-16-2-10838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37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3225 0 0,'-20'27'259'0'0,"15"-18"2024"0"0,1 1-1 0 0,0 0 1 0 0,0 0 0 0 0,1 1-1 0 0,-2 11 1 0 0,-86 513 3526 0 0,86-495-4842 0 0,1 64 0 0 0,4-90-1303 0 0,1 1 0 0 0,1-1 0 0 0,1 0 0 0 0,0 1 0 0 0,0-1 0 0 0,2 0 0 0 0,10 23 0 0 0,-12-31-1248 0 0,1-1-15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42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42 4809 0 0,'-8'-3'1736'0'0,"2"3"1817"0"0,-5-3-3630 0 0,-7-5 4234 0 0,18 8-4045 0 0,0-1 0 0 0,-1 1 0 0 0,1 0 0 0 0,0 0 0 0 0,0 0 0 0 0,-1 0 0 0 0,1 0 0 0 0,0-1 0 0 0,0 1 0 0 0,0 0 0 0 0,-1 0 0 0 0,1 0 0 0 0,0-1 0 0 0,0 1 0 0 0,0 0 0 0 0,-1 0 0 0 0,1-1 0 0 0,0 1 0 0 0,0 0 0 0 0,0 0 0 0 0,0-1 0 0 0,0 1 0 0 0,0 0 0 0 0,0 0 0 0 0,0-1 0 0 0,0 1 0 0 0,0 0 1 0 0,0-1-1 0 0,0 1 0 0 0,0 0 0 0 0,0 0 0 0 0,0-1 0 0 0,0 1 0 0 0,0-1 0 0 0,1 0-42 0 0,0 1 0 0 0,0-1 1 0 0,0 0-1 0 0,0 1 0 0 0,0-1 0 0 0,1 0 1 0 0,-1 1-1 0 0,0-1 0 0 0,0 1 1 0 0,1 0-1 0 0,-1-1 0 0 0,0 1 0 0 0,3 0 1 0 0,21-5 102 0 0,0 2 0 0 0,0 0 0 0 0,1 2 0 0 0,-1 1 0 0 0,0 1 0 0 0,1 1 0 0 0,31 7 0 0 0,-56-9-151 0 0,1 0 1 0 0,-1 1-1 0 0,0-1 0 0 0,0 1 1 0 0,0-1-1 0 0,1 1 0 0 0,-1-1 0 0 0,0 1 1 0 0,0 0-1 0 0,0-1 0 0 0,0 1 1 0 0,0 0-1 0 0,0 0 0 0 0,0 0 1 0 0,0 0-1 0 0,-1 0 0 0 0,1 0 1 0 0,0 0-1 0 0,-1 0 0 0 0,1 0 0 0 0,0 0 1 0 0,0 2-1 0 0,-1-1 14 0 0,1 0 1 0 0,-1 0-1 0 0,0 0 0 0 0,0 0 0 0 0,0 0 1 0 0,0 0-1 0 0,0 0 0 0 0,-1 0 1 0 0,1 0-1 0 0,0 0 0 0 0,-1 0 1 0 0,-1 3-1 0 0,-2 4 62 0 0,0-1 0 0 0,0 0 0 0 0,-1 0 0 0 0,0-1 1 0 0,-7 9-1 0 0,-10 8-68 0 0,-34 29 0 0 0,36-35 128 0 0,2 0 0 0 0,0 0 0 0 0,-21 28 0 0 0,38-45-134 0 0,0 0 1 0 0,0 0 0 0 0,0 0-1 0 0,1 0 1 0 0,-1 0-1 0 0,0 0 1 0 0,1 1-1 0 0,-1-1 1 0 0,1 0-1 0 0,-1 0 1 0 0,1 0-1 0 0,-1 1 1 0 0,1-1 0 0 0,0 0-1 0 0,-1 0 1 0 0,1 1-1 0 0,0-1 1 0 0,0 0-1 0 0,0 1 1 0 0,0-1-1 0 0,0 0 1 0 0,1 1 0 0 0,-1-1-1 0 0,0 0 1 0 0,0 0-1 0 0,1 1 1 0 0,-1-1-1 0 0,1 0 1 0 0,-1 0-1 0 0,1 0 1 0 0,0 0-1 0 0,-1 0 1 0 0,1 1 0 0 0,0-1-1 0 0,0 0 1 0 0,0-1-1 0 0,0 1 1 0 0,0 0-1 0 0,0 0 1 0 0,0 0-1 0 0,0 0 1 0 0,0-1 0 0 0,0 1-1 0 0,0-1 1 0 0,0 1-1 0 0,1-1 1 0 0,-1 1-1 0 0,0-1 1 0 0,0 1-1 0 0,0-1 1 0 0,2 0-1 0 0,6 2 1 0 0,-1 0 0 0 0,1-1-1 0 0,-1 0 1 0 0,1 0-1 0 0,0-1 1 0 0,11-1-1 0 0,21-5 137 0 0,0-2 0 0 0,-1-2 1 0 0,0-1-1 0 0,-1-3 0 0 0,50-23 0 0 0,7 4-104 0 0,-114 28-1817 0 0,5-2-3596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43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62 198 7834 0 0,'-4'-8'1322'0'0,"-1"-1"-1"0"0,0 1 1 0 0,0 0 0 0 0,-7-8 0 0 0,13 50 600 0 0,21 333 1805 0 0,-10-173-2554 0 0,-14-188-831 0 0,-3-13-18 0 0,-4-13 67 0 0,-3-16-230 0 0,2 0 1 0 0,1-1-1 0 0,3-1 1 0 0,-4-49-1 0 0,7-154-436 0 0,4 225 248 0 0,0-16-83 0 0,7-53 0 0 0,-6 76 102 0 0,0 1 0 0 0,0 0 0 0 0,0 0-1 0 0,1 0 1 0 0,0 0 0 0 0,0 0 0 0 0,1 1 0 0 0,0-1-1 0 0,1 1 1 0 0,-1 0 0 0 0,10-10 0 0 0,-13 16 11 0 0,0 0 0 0 0,0 0 0 0 0,-1 0 0 0 0,1 1 0 0 0,0-1 0 0 0,0 0 0 0 0,0 1 0 0 0,0-1 0 0 0,0 0 1 0 0,-1 1-1 0 0,1-1 0 0 0,1 1 0 0 0,-1-1 0 0 0,0 1 0 0 0,0 0 0 0 0,0-1 0 0 0,0 1 0 0 0,0 0 0 0 0,0 0 0 0 0,0 0 0 0 0,0 0 0 0 0,0 0 1 0 0,1 0-1 0 0,-1 0 0 0 0,0 0 0 0 0,0 0 0 0 0,0 0 0 0 0,0 1 0 0 0,0-1 0 0 0,0 0 0 0 0,0 1 0 0 0,0-1 0 0 0,0 1 0 0 0,0-1 0 0 0,0 1 0 0 0,0 0 1 0 0,0-1-1 0 0,0 1 0 0 0,0 0 0 0 0,-1 0 0 0 0,1 0 0 0 0,0-1 0 0 0,-1 1 0 0 0,1 0 0 0 0,0 0 0 0 0,0 2 0 0 0,4 5 76 0 0,-1 1 1 0 0,0-1-1 0 0,0 1 0 0 0,3 13 0 0 0,-5-17-51 0 0,6 23 57 0 0,-2 0 0 0 0,7 56 0 0 0,-6 61 548 0 0,-4-63-2984 0 0,3-1-3656 0 0,-4-62-710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44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1 621 8754 0 0,'5'-28'7108'0'0,"8"-1"-4204"0"0,25-25-3221 0 0,-10 17 1056 0 0,5-14-523 0 0,27-57 1 0 0,-48 81-109 0 0,0 0 1 0 0,-2-1 0 0 0,-1 0 0 0 0,6-36-1 0 0,-11 43 13 0 0,-1 8 112 0 0,0 1 0 0 0,-1-1 0 0 0,-1 0 0 0 0,0 0 0 0 0,-1 1 1 0 0,-2-20-1 0 0,3 31-202 0 0,-1 1 1 0 0,0 0 0 0 0,0-1 0 0 0,0 1 0 0 0,0 0-1 0 0,0-1 1 0 0,0 1 0 0 0,0 0 0 0 0,0-1-1 0 0,-1 1 1 0 0,1 0 0 0 0,0-1 0 0 0,0 1 0 0 0,0 0-1 0 0,0-1 1 0 0,0 1 0 0 0,-1 0 0 0 0,1-1-1 0 0,0 1 1 0 0,0 0 0 0 0,0-1 0 0 0,-1 1 0 0 0,1 0-1 0 0,0 0 1 0 0,0 0 0 0 0,-1-1 0 0 0,1 1-1 0 0,0 0 1 0 0,-1 0 0 0 0,1 0 0 0 0,0-1-1 0 0,-1 1 1 0 0,1 0 0 0 0,0 0 0 0 0,-1 0 0 0 0,1 0-1 0 0,0 0 1 0 0,-1 0 0 0 0,-10 11 386 0 0,-4 21-392 0 0,-5 44 360 0 0,4 1-1 0 0,-9 90 1 0 0,23-150-326 0 0,0 1 0 0 0,2 0 0 0 0,0-1 0 0 0,1 1 0 0 0,1 0-1 0 0,5 22 1 0 0,-6-34-42 0 0,1 0 0 0 0,-1 0 0 0 0,1 0 0 0 0,1-1-1 0 0,-1 1 1 0 0,1-1 0 0 0,0 1 0 0 0,0-1 0 0 0,0 0 0 0 0,1 0 0 0 0,0-1-1 0 0,0 1 1 0 0,0-1 0 0 0,0 0 0 0 0,1 0 0 0 0,-1 0 0 0 0,1 0 0 0 0,0-1-1 0 0,0 0 1 0 0,1 0 0 0 0,-1 0 0 0 0,7 2 0 0 0,-9-4-98 0 0,1 0 1 0 0,0-1-1 0 0,-1 1 1 0 0,1-1-1 0 0,0 1 1 0 0,0-1-1 0 0,0 0 1 0 0,-1 0 0 0 0,1-1-1 0 0,0 1 1 0 0,0-1-1 0 0,-1 0 1 0 0,1 0-1 0 0,-1 0 1 0 0,1 0-1 0 0,0-1 1 0 0,-1 0-1 0 0,0 1 1 0 0,1-1-1 0 0,-1 0 1 0 0,0-1-1 0 0,0 1 1 0 0,4-5-1 0 0,-3 3-342 0 0,0-1-1 0 0,0 1 1 0 0,-1-1-1 0 0,1 0 1 0 0,-1 0-1 0 0,0 0 0 0 0,-1 0 1 0 0,1-1-1 0 0,-1 1 1 0 0,0-1-1 0 0,-1 0 1 0 0,1 0-1 0 0,-1 1 1 0 0,1-9-1 0 0,-2-6-1683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44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 14547 0 0,'-15'3'1510'0'0,"15"-3"-1430"0"0,0 0-1 0 0,0 0 0 0 0,-1 1 0 0 0,1-1 0 0 0,0 0 0 0 0,0 0 1 0 0,0 1-1 0 0,-1-1 0 0 0,1 0 0 0 0,0 0 0 0 0,0 1 0 0 0,0-1 1 0 0,0 0-1 0 0,0 0 0 0 0,-1 1 0 0 0,1-1 0 0 0,0 0 1 0 0,0 1-1 0 0,0-1 0 0 0,0 0 0 0 0,0 1 0 0 0,0-1 0 0 0,0 0 1 0 0,0 1-1 0 0,0-1 0 0 0,0 1 0 0 0,1 0 99 0 0,0 0 0 0 0,-1 1 0 0 0,1-1 0 0 0,0 0 0 0 0,0 1 0 0 0,0-1 0 0 0,0 0 0 0 0,0 0 0 0 0,0 0 0 0 0,0 0 0 0 0,0 0 0 0 0,0 0 0 0 0,1 0 0 0 0,-1 0 0 0 0,0-1 0 0 0,3 2 0 0 0,2 1 122 0 0,1-1 1 0 0,0 0-1 0 0,0 0 1 0 0,0 0-1 0 0,0-1 1 0 0,1 0 0 0 0,-1 0-1 0 0,13-1 1 0 0,62-9 304 0 0,-60 6-595 0 0,-2 1 171 0 0,0-2-1 0 0,31-10 1 0 0,-14-1-8671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44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7 114 19668 0 0,'-1'-1'79'0'0,"1"0"0"0"0,-1 1 0 0 0,0-1 0 0 0,1 0 0 0 0,-1 0 0 0 0,1 0 0 0 0,-1 0 0 0 0,1 0 0 0 0,0 1 0 0 0,-1-1 0 0 0,1 0-1 0 0,0 0 1 0 0,0 0 0 0 0,-1 0 0 0 0,1 0 0 0 0,0 0 0 0 0,0 0 0 0 0,0 0 0 0 0,0 0 0 0 0,0 0 0 0 0,0 0 0 0 0,1 0 0 0 0,-1 0 0 0 0,0 0 0 0 0,0 0 0 0 0,1 0 0 0 0,-1 0 0 0 0,1-1-1 0 0,2 0 8 0 0,-1 1 0 0 0,1-1-1 0 0,-1 1 1 0 0,1-1 0 0 0,0 1 0 0 0,-1 0-1 0 0,1 0 1 0 0,0 0 0 0 0,4-1-1 0 0,24-5 349 0 0,64-8-1 0 0,-61 11-354 0 0,53-12-1 0 0,-2-13-3146 0 0,-83 29 1183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44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7834 0 0,'0'2'5649'0'0,"5"-1"-1629"0"0,18 2 280 0 0,30-2-2590 0 0,-30-4-1587 0 0,0 0-1 0 0,-1-2 1 0 0,0 0 0 0 0,0-2-1 0 0,0 0 1 0 0,-1-2 0 0 0,0 0 0 0 0,0-1-1 0 0,-1-1 1 0 0,-1-1 0 0 0,26-21-1 0 0,-36 24-1796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48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2761 0 0,'1'-1'114'0'0,"-1"1"1"0"0,1 0 0 0 0,-1-1-1 0 0,0 1 1 0 0,1 0-1 0 0,-1-1 1 0 0,1 1 0 0 0,-1 0-1 0 0,1-1 1 0 0,-1 1 0 0 0,1 0-1 0 0,-1 0 1 0 0,1 0 0 0 0,0-1-1 0 0,-1 1 1 0 0,1 0-1 0 0,-1 0 1 0 0,1 0 0 0 0,-1 0-1 0 0,1 0 1 0 0,-1 0 0 0 0,1 0-1 0 0,0 0 1 0 0,-1 0 0 0 0,1 0-1 0 0,0 1 1 0 0,25 2 594 0 0,-18-2-737 0 0,60 5 951 0 0,0-3 0 0 0,118-9 0 0 0,71-4 872 0 0,-126 9-1338 0 0,506-32 908 0 0,-498 25-1093 0 0,683 11 1488 0 0,-360 21-716 0 0,-345-19-800 0 0,-77-5-159 0 0,-28-1-60 0 0,0 1-1 0 0,0 0 1 0 0,0 1-1 0 0,0 1 1 0 0,23 5 0 0 0,-35-7-22 0 0,0 0 1 0 0,1 0-1 0 0,-1 0 1 0 0,1 0 0 0 0,-1 0-1 0 0,0 0 1 0 0,1 1 0 0 0,-1-1-1 0 0,0 0 1 0 0,1 0 0 0 0,-1 0-1 0 0,0 1 1 0 0,1-1 0 0 0,-1 0-1 0 0,0 1 1 0 0,1-1 0 0 0,-1 0-1 0 0,0 1 1 0 0,0-1 0 0 0,1 0-1 0 0,-1 1 1 0 0,0-1 0 0 0,0 0-1 0 0,0 1 1 0 0,0-1 0 0 0,0 1-1 0 0,1-1 1 0 0,-1 0 0 0 0,0 1-1 0 0,0-1 1 0 0,0 1 0 0 0,0-1-1 0 0,0 0 1 0 0,0 1 0 0 0,0-1-1 0 0,0 1 1 0 0,0-1 0 0 0,-1 0-1 0 0,1 1 1 0 0,0-1-1 0 0,0 1 1 0 0,0-1 0 0 0,0 0-1 0 0,-1 1 1 0 0,1-1 0 0 0,0 0-1 0 0,0 1 1 0 0,0-1 0 0 0,-1 0-1 0 0,1 1 1 0 0,0-1 0 0 0,-1 0-1 0 0,1 0 1 0 0,0 1 0 0 0,-1-1-1 0 0,1 0 1 0 0,0 0 0 0 0,-1 1-1 0 0,1-1 1 0 0,-1 0 0 0 0,-26 18-69 0 0,22-15 1 0 0,-46 29-1170 0 0,16-7-2444 0 0,-6 7-1339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54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1 147 9794 0 0,'0'1'17'0'0,"0"-1"0"0"0,0 0 0 0 0,1 1 0 0 0,-1-1 0 0 0,0 0 0 0 0,0 1-1 0 0,1-1 1 0 0,-1 0 0 0 0,0 1 0 0 0,1-1 0 0 0,-1 0 0 0 0,0 0 0 0 0,1 1 0 0 0,-1-1 0 0 0,1 0 0 0 0,-1 0 0 0 0,0 0-1 0 0,1 1 1 0 0,-1-1 0 0 0,1 0 0 0 0,-1 0 0 0 0,0 0 0 0 0,1 0 0 0 0,-1 0 0 0 0,1 0 0 0 0,-1 0 0 0 0,1 0 0 0 0,2-12 740 0 0,-1-7-300 0 0,-1 12-163 0 0,1 0-1 0 0,1 0 0 0 0,-1 1 1 0 0,1-1-1 0 0,0 0 0 0 0,0 1 1 0 0,1 0-1 0 0,6-8 0 0 0,-6 9 50 0 0,0 1 0 0 0,0 1 0 0 0,0-1 0 0 0,1 1 0 0 0,-1-1 0 0 0,1 1 0 0 0,0 0 0 0 0,0 1 1 0 0,0-1-1 0 0,0 1 0 0 0,8-2 0 0 0,4 0 10 0 0,0 0 1 0 0,0 2-1 0 0,0 0 1 0 0,0 0-1 0 0,0 2 1 0 0,28 2 0 0 0,103 21-176 0 0,-135-20-179 0 0,0 0 0 0 0,-1 0 0 0 0,0 1-1 0 0,1 1 1 0 0,-2 0 0 0 0,1 0 0 0 0,21 15-1 0 0,-29-17 8 0 0,-1 0 0 0 0,1 0 0 0 0,-1 0-1 0 0,1 1 1 0 0,-1-1 0 0 0,0 1 0 0 0,0 0-1 0 0,-1 0 1 0 0,1 0 0 0 0,-1 0 0 0 0,0 0-1 0 0,0 1 1 0 0,0-1 0 0 0,-1 1-1 0 0,1 0 1 0 0,-1-1 0 0 0,0 1 0 0 0,0 0-1 0 0,-1-1 1 0 0,0 1 0 0 0,1 0 0 0 0,-2 0-1 0 0,1 0 1 0 0,-2 7 0 0 0,0-2 8 0 0,-1 0 1 0 0,0-1 0 0 0,0 1-1 0 0,-1-1 1 0 0,-8 14 0 0 0,-29 44 35 0 0,36-60-49 0 0,-13 18-1 0 0,-1-1 0 0 0,-1 0 0 0 0,-42 37 0 0 0,-79 51 0 0 0,53-44 0 0 0,80-61 13 0 0,4-5 29 0 0,0 1 0 0 0,0 0 0 0 0,1-1 0 0 0,0 1 0 0 0,-1 0 0 0 0,1 1 0 0 0,0-1 0 0 0,0 1 0 0 0,1-1 0 0 0,-1 1 0 0 0,1 0 1 0 0,-3 6-1 0 0,5-9-10 0 0,1-1 1 0 0,-1 1-1 0 0,1-1 1 0 0,0 1-1 0 0,-1-1 1 0 0,1 1-1 0 0,0-1 1 0 0,-1 1-1 0 0,1-1 1 0 0,0 1-1 0 0,-1-1 1 0 0,1 0-1 0 0,0 0 1 0 0,0 1-1 0 0,-1-1 1 0 0,1 0-1 0 0,0 0 1 0 0,0 0-1 0 0,0 0 1 0 0,-1 0-1 0 0,1 0 1 0 0,0 0 0 0 0,1 0-1 0 0,25 1 141 0 0,-25-1-174 0 0,31-1 262 0 0,-1-2 0 0 0,1-1 0 0 0,48-12 0 0 0,91-36 460 0 0,42-9 720 0 0,-252 66-1053 0 0,-27 5-131 0 0,58-8-1923 0 0,1 0 1 0 0,-1 0 0 0 0,1 0-1 0 0,-8 5 1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55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43 8290 0 0,'-5'-8'223'0'0,"3"4"-126"0"0,0 0 1 0 0,-1 0-1 0 0,1 0 0 0 0,-1 1 0 0 0,0-1 1 0 0,-4-3-1 0 0,6 6 2 0 0,0 1 1 0 0,0-1-1 0 0,0 1 1 0 0,0-1-1 0 0,0 1 0 0 0,0 0 1 0 0,0-1-1 0 0,0 1 1 0 0,0 0-1 0 0,0 0 1 0 0,0 0-1 0 0,0 0 0 0 0,0 0 1 0 0,0 0-1 0 0,0 0 1 0 0,0 0-1 0 0,0 0 0 0 0,0 1 1 0 0,0-1-1 0 0,0 0 1 0 0,0 1-1 0 0,0-1 1 0 0,0 0-1 0 0,0 1 0 0 0,0-1 1 0 0,0 1-1 0 0,0 0 1 0 0,0-1-1 0 0,0 1 1 0 0,1 0-1 0 0,-1-1 0 0 0,0 1 1 0 0,1 0-1 0 0,-1 0 1 0 0,0 0-1 0 0,1 0 0 0 0,-1 0 1 0 0,0 1-1 0 0,-3 5 1157 0 0,0 0-1 0 0,0 0 0 0 0,-4 15 1 0 0,6-16-982 0 0,-34 82-88 0 0,5-13 407 0 0,3 1 0 0 0,-20 85 0 0 0,46-153-446 0 0,1 0 0 0 0,0 0 0 0 0,0-1 0 0 0,0 1 0 0 0,1 0 0 0 0,0 0 0 0 0,1 0 0 0 0,3 15 0 0 0,-3-20-105 0 0,-1-1 0 0 0,2 1 0 0 0,-1 0 0 0 0,0-1 0 0 0,0 1-1 0 0,1-1 1 0 0,-1 0 0 0 0,1 1 0 0 0,0-1 0 0 0,0 0 0 0 0,0 0-1 0 0,0 0 1 0 0,0 0 0 0 0,0 0 0 0 0,1-1 0 0 0,-1 1 0 0 0,1-1 0 0 0,-1 1-1 0 0,1-1 1 0 0,-1 0 0 0 0,1 0 0 0 0,0 0 0 0 0,-1 0 0 0 0,1-1-1 0 0,0 1 1 0 0,0-1 0 0 0,0 0 0 0 0,2 1 0 0 0,5-1 89 0 0,1 0-1 0 0,-1-1 1 0 0,0 0-1 0 0,0 0 1 0 0,0-1 0 0 0,16-6-1 0 0,61-26 549 0 0,-33 12-442 0 0,40-13-51 0 0,183-66-772 0 0,-273 99-508 0 0,-10 3-4499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55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15091 0 0,'-2'1'77'0'0,"1"0"0"0"0,-1 0-1 0 0,1 0 1 0 0,-1 0-1 0 0,1 0 1 0 0,-1 0 0 0 0,1 0-1 0 0,0 1 1 0 0,0-1 0 0 0,-1 1-1 0 0,1-1 1 0 0,0 1 0 0 0,0-1-1 0 0,1 1 1 0 0,-1-1 0 0 0,0 1-1 0 0,0 0 1 0 0,1 0-1 0 0,-1-1 1 0 0,1 1 0 0 0,0 0-1 0 0,-1 2 1 0 0,-5 17-183 0 0,-22 53 1282 0 0,4 2 0 0 0,-21 104 0 0 0,37-140-605 0 0,-9 58 726 0 0,16-89-1201 0 0,1 0 0 0 0,0-1 0 0 0,0 1 0 0 0,1 0 0 0 0,0-1 0 0 0,0 1 0 0 0,1-1 0 0 0,6 17 0 0 0,-7-22-133 0 0,1-1 0 0 0,0 1 0 0 0,0 0 1 0 0,0 0-1 0 0,0-1 0 0 0,0 1 0 0 0,1-1 1 0 0,-1 1-1 0 0,1-1 0 0 0,-1 0 0 0 0,1 0 1 0 0,0 0-1 0 0,0-1 0 0 0,0 1 0 0 0,0-1 1 0 0,0 1-1 0 0,0-1 0 0 0,1 0 0 0 0,5 1 1 0 0,23 0-6455 0 0,-13-5-305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55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1 156 12899 0 0,'39'1'9313'0'0,"-2"-4"-8715"0"0,1-2 0 0 0,38-10-1 0 0,-36 4-403 0 0,2 1-120 0 0,67-27 0 0 0,-80 25-124 0 0,39-24 1 0 0,-30 9-2712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56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6913 0 0,'-3'3'136'0'0,"0"0"-1"0"0,1 0 0 0 0,0 1 1 0 0,0-1-1 0 0,0 0 0 0 0,0 1 1 0 0,0-1-1 0 0,1 1 0 0 0,-3 5 0 0 0,1 24 3623 0 0,2 8-2696 0 0,3 0 1 0 0,1 0 0 0 0,2 0-1 0 0,2 0 1 0 0,1-1-1 0 0,3 0 1 0 0,28 70-1 0 0,-38-107-1081 0 0,0 1-405 0 0,1 0 0 0 0,-1-1 0 0 0,1 1 1 0 0,-1-1-1 0 0,1 1 0 0 0,0-1 0 0 0,1 0 0 0 0,-1 0 0 0 0,0 0 0 0 0,1 0 0 0 0,0 0 0 0 0,0 0 1 0 0,0-1-1 0 0,0 0 0 0 0,6 4 0 0 0,1-2-5489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56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15235 0 0,'-7'23'689'0'0,"0"1"-1"0"0,2 1 0 0 0,-5 47 0 0 0,4-20 16 0 0,-33 279 2064 0 0,36-264-2098 0 0,2 1 1 0 0,3-1-1 0 0,11 68 0 0 0,-12-125-781 0 0,4 35 208 0 0,-5-42-422 0 0,0 0-1 0 0,0 0 0 0 0,0 0 1 0 0,-1 0-1 0 0,1 0 0 0 0,-1 0 1 0 0,0 0-1 0 0,0 0 0 0 0,0 0 0 0 0,0 0 1 0 0,-4 5-1 0 0,-1 2-1385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0:56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0 265 9674 0 0,'1'-2'189'0'0,"-1"1"-1"0"0,1-1 0 0 0,0 1 1 0 0,-1 0-1 0 0,1-1 1 0 0,0 1-1 0 0,0-1 1 0 0,0 1-1 0 0,0 0 1 0 0,0 0-1 0 0,1 0 1 0 0,-1 0-1 0 0,0 0 1 0 0,1 0-1 0 0,-1 0 0 0 0,0 0 1 0 0,1 0-1 0 0,-1 0 1 0 0,1 1-1 0 0,-1-1 1 0 0,1 1-1 0 0,-1-1 1 0 0,1 1-1 0 0,0-1 1 0 0,2 1-1 0 0,5-1 1277 0 0,1 1-1 0 0,-1 0 1 0 0,15 1-1 0 0,-1 0-2101 0 0,15 0 727 0 0,506 14 1616 0 0,-373-9-756 0 0,323-30-1 0 0,406-130 1093 0 0,-783 130-2169 0 0,-60 13 69 0 0,41-9 439 0 0,111-8 1 0 0,-171 28-94 0 0,-65 12-1197 0 0,12-7-235 0 0,-5 3-316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1:00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63 160 9674 0 0,'-6'-6'574'0'0,"-1"0"-1"0"0,1 0 1 0 0,0-1-1 0 0,0 0 1 0 0,1 0 0 0 0,0 0-1 0 0,1-1 1 0 0,-7-13-1 0 0,10 19-461 0 0,0 0 0 0 0,0 0 0 0 0,0 0 0 0 0,1 0 0 0 0,-1 0 0 0 0,1 0 0 0 0,-1-1 0 0 0,1 1 0 0 0,0 0 0 0 0,0 0 0 0 0,0 0 0 0 0,0 0 0 0 0,0 0 0 0 0,0-1 0 0 0,1 1 0 0 0,-1 0 0 0 0,1 0 0 0 0,-1 0 0 0 0,1 0 0 0 0,0 0 0 0 0,0 0 0 0 0,0 0 0 0 0,0 1-1 0 0,0-1 1 0 0,0 0 0 0 0,0 0 0 0 0,1 1 0 0 0,-1-1 0 0 0,1 1 0 0 0,-1-1 0 0 0,1 1 0 0 0,0-1 0 0 0,-1 1 0 0 0,1 0 0 0 0,0 0 0 0 0,0 0 0 0 0,0 0 0 0 0,0 0 0 0 0,0 1 0 0 0,0-1 0 0 0,4 0 0 0 0,8-3 45 0 0,1 1 0 0 0,-1 1 1 0 0,1 0-1 0 0,-1 1 0 0 0,1 0 0 0 0,0 2 1 0 0,-1-1-1 0 0,22 5 0 0 0,-10 0-46 0 0,0 1-1 0 0,-1 1 1 0 0,45 19 0 0 0,-65-24-104 0 0,0 0 1 0 0,0 1-1 0 0,0 0 1 0 0,-1 0 0 0 0,1 0-1 0 0,-1 0 1 0 0,0 1 0 0 0,8 7-1 0 0,-11-9 4 0 0,0 0 0 0 0,1 0 0 0 0,-1 0 1 0 0,0 0-1 0 0,0 0 0 0 0,0 1 0 0 0,0-1 0 0 0,0 0 0 0 0,-1 1 0 0 0,1-1 0 0 0,-1 1 0 0 0,1-1 0 0 0,-1 1 0 0 0,0-1 0 0 0,0 1 0 0 0,0-1 0 0 0,0 1 0 0 0,-1-1 0 0 0,1 1 1 0 0,-1-1-1 0 0,-1 5 0 0 0,-2 4-9 0 0,-1 0 1 0 0,0 0 0 0 0,-1 0-1 0 0,0 0 1 0 0,-1-1 0 0 0,-8 10-1 0 0,-53 57 160 0 0,13-18 162 0 0,52-55-241 0 0,0 0 0 0 0,0 0 0 0 0,1-1 0 0 0,0 2 0 0 0,-1-1 0 0 0,1 0 0 0 0,1 0 0 0 0,-1 1 0 0 0,-1 5 0 0 0,3-9-59 0 0,0 0 1 0 0,0 0-1 0 0,0 0 1 0 0,0 0-1 0 0,0 0 1 0 0,0 0-1 0 0,0 0 1 0 0,0 0-1 0 0,0 0 1 0 0,1 1-1 0 0,-1-1 1 0 0,0 0-1 0 0,1 0 1 0 0,-1 0-1 0 0,1 0 1 0 0,-1 0 0 0 0,2 1-1 0 0,-1-1-14 0 0,0 0-1 0 0,1 0 1 0 0,-1 0 0 0 0,0 0 0 0 0,1 0-1 0 0,-1 0 1 0 0,0 0 0 0 0,1-1 0 0 0,-1 1-1 0 0,1-1 1 0 0,0 1 0 0 0,-1-1 0 0 0,1 0-1 0 0,-1 1 1 0 0,4-1 0 0 0,7 0 2 0 0,0-1-1 0 0,0 0 1 0 0,0-1 0 0 0,0 0 0 0 0,0-1 0 0 0,0 0 0 0 0,12-6 0 0 0,11-2-422 0 0,87-28-4959 0 0,-97 30-1313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1:00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98 16331 0 0,'-7'-5'475'0'0,"-1"-2"1396"0"0,8 7-1827 0 0,0-1-1 0 0,0 1 0 0 0,1 0 1 0 0,-1 0-1 0 0,0-1 0 0 0,0 1 0 0 0,1 0 1 0 0,-1 0-1 0 0,0 0 0 0 0,0-1 0 0 0,1 1 1 0 0,-1 0-1 0 0,0 0 0 0 0,1 0 0 0 0,-1 0 1 0 0,0 0-1 0 0,1 0 0 0 0,-1-1 0 0 0,0 1 1 0 0,1 0-1 0 0,-1 0 0 0 0,0 0 0 0 0,1 0 1 0 0,-1 0-1 0 0,0 0 0 0 0,1 1 0 0 0,-1-1 1 0 0,0 0-1 0 0,1 0 0 0 0,-1 0 0 0 0,1 0 1 0 0,47-1 927 0 0,1-3 1 0 0,68-13-1 0 0,92-35-4196 0 0,-198 50 2013 0 0,3-2-4159 0 0,-6 2-331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1:01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11058 0 0,'-1'0'73'0'0,"0"0"-1"0"0,0-1 1 0 0,0 1 0 0 0,1 0-1 0 0,-1 0 1 0 0,0 1-1 0 0,0-1 1 0 0,0 0-1 0 0,1 0 1 0 0,-1 0-1 0 0,0 0 1 0 0,0 1 0 0 0,1-1-1 0 0,-1 0 1 0 0,0 1-1 0 0,1-1 1 0 0,-1 1-1 0 0,0-1 1 0 0,1 1-1 0 0,-1-1 1 0 0,0 1-1 0 0,1-1 1 0 0,-1 1 0 0 0,1-1-1 0 0,-1 1 1 0 0,1 0-1 0 0,-1-1 1 0 0,1 1-1 0 0,0 0 1 0 0,-1 0-1 0 0,1-1 1 0 0,0 1-1 0 0,-1 1 1 0 0,-7 32 2381 0 0,6-24-2092 0 0,-32 182 3546 0 0,32-165-3720 0 0,0 0 1 0 0,2 0 0 0 0,1 0-1 0 0,1 0 1 0 0,7 31 0 0 0,-8-53-256 0 0,0-1 0 0 0,0 1 0 0 0,1-1 0 0 0,-1 0 1 0 0,1 0-1 0 0,0 0 0 0 0,0 0 0 0 0,6 7 0 0 0,-7-9-285 0 0,1 0 0 0 0,0 0 0 0 0,0 0 0 0 0,0-1 1 0 0,0 1-1 0 0,1-1 0 0 0,-1 1 0 0 0,0-1 0 0 0,5 2 0 0 0,2 1-1297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1:01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14283 0 0,'4'20'1359'0'0,"-1"1"0"0"0,0 28 0 0 0,0-6-740 0 0,12 361 3375 0 0,-15-348-8059 0 0,0-54 2689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1:03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24 14747 0 0,'-3'-3'205'0'0,"0"0"0"0"0,-1 0 0 0 0,0 1 0 0 0,1-1 0 0 0,-1 1 0 0 0,0 0 0 0 0,-6-2 0 0 0,8 3-117 0 0,0 1 0 0 0,0 0-1 0 0,0 0 1 0 0,0-1 0 0 0,0 2-1 0 0,0-1 1 0 0,0 0 0 0 0,0 0 0 0 0,0 0-1 0 0,0 1 1 0 0,0 0 0 0 0,1-1-1 0 0,-1 1 1 0 0,0 0 0 0 0,0 0-1 0 0,0-1 1 0 0,1 1 0 0 0,-1 1 0 0 0,-2 0-1 0 0,-6 6-74 0 0,0 1-1 0 0,0 0 1 0 0,1 0-1 0 0,0 1 0 0 0,1 0 1 0 0,-11 16-1 0 0,1 3 54 0 0,-19 42 0 0 0,20-31 85 0 0,1 2 0 0 0,2 0 0 0 0,-13 67 0 0 0,-9 135 736 0 0,26-165-502 0 0,3-29-25 0 0,2-1 0 0 0,2 1 1 0 0,3 0-1 0 0,7 63 0 0 0,-5-96-269 0 0,1 0-1 0 0,0-1 1 0 0,1 0 0 0 0,1 0 0 0 0,1 0 0 0 0,0-1 0 0 0,1 0-1 0 0,1 0 1 0 0,0 0 0 0 0,1-1 0 0 0,1 0 0 0 0,0-1 0 0 0,0 0 0 0 0,2-1-1 0 0,-1 0 1 0 0,22 17 0 0 0,-10-13-400 0 0,0-1 0 0 0,1-1 0 0 0,1-1 0 0 0,0-1 0 0 0,1-1 1 0 0,0-1-1 0 0,1-2 0 0 0,0 0 0 0 0,0-2 0 0 0,53 5 0 0 0,-60-12-1129 0 0,-2-5-15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1:01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10 115 2304 0 0,'-10'-12'16028'0'0,"10"12"-15847"0"0,23-4 790 0 0,0 1-1 0 0,36-1 1 0 0,15 0-450 0 0,0-6-550 0 0,-1-3-1 0 0,135-41 1 0 0,-180 46-3116 0 0,-19 6-2348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1:02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15635 0 0,'-1'0'61'0'0,"1"-1"0"0"0,-1 1 0 0 0,0 0-1 0 0,1 0 1 0 0,-1 0 0 0 0,0 0 0 0 0,0 0-1 0 0,1 1 1 0 0,-1-1 0 0 0,0 0 0 0 0,1 0-1 0 0,-1 0 1 0 0,0 1 0 0 0,1-1-1 0 0,-1 0 1 0 0,0 1 0 0 0,1-1 0 0 0,-1 0-1 0 0,1 1 1 0 0,-1-1 0 0 0,1 1 0 0 0,-1-1-1 0 0,1 1 1 0 0,-1-1 0 0 0,1 1 0 0 0,-1-1-1 0 0,1 1 1 0 0,0 0 0 0 0,-1-1 0 0 0,1 1-1 0 0,0 0 1 0 0,-1-1 0 0 0,1 1 0 0 0,0 0-1 0 0,0-1 1 0 0,0 1 0 0 0,0 0 0 0 0,0 0-1 0 0,-4 37 759 0 0,4-26-566 0 0,-3 100 1291 0 0,4 0 1 0 0,17 112-1 0 0,12-21-984 0 0,-29-198-784 0 0,5 17 468 0 0,-6-21-429 0 0,0 0 0 0 0,0-1-1 0 0,0 1 1 0 0,1 0 0 0 0,-1-1 0 0 0,1 1 0 0 0,-1 0 0 0 0,0-1-1 0 0,1 1 1 0 0,-1-1 0 0 0,1 1 0 0 0,-1-1 0 0 0,1 1 0 0 0,-1-1-1 0 0,1 1 1 0 0,0-1 0 0 0,-1 1 0 0 0,1-1 0 0 0,0 0 0 0 0,-1 1-1 0 0,1-1 1 0 0,0 0 0 0 0,-1 0 0 0 0,1 1 0 0 0,0-1 0 0 0,0 0-1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1:02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16331 0 0,'12'26'3826'0'0,"4"22"-2585"0"0,-8-2-278 0 0,-2 0 0 0 0,1 67 1 0 0,-12 97 421 0 0,2-134-1054 0 0,2-25-173 0 0,-3 63-80 0 0,-21 142 0 0 0,21-237-2049 0 0,3-14-11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1:03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12 17716 0 0,'-9'-12'1863'0'0,"16"12"-489"0"0,20 14 92 0 0,-20-9-1317 0 0,-1 0-1 0 0,0 0 0 0 0,0 1 0 0 0,-1-1 0 0 0,0 1 0 0 0,0 1 0 0 0,0-1 0 0 0,-1 1 1 0 0,5 9-1 0 0,30 70 721 0 0,-34-74-674 0 0,34 88 844 0 0,-5 1-1 0 0,23 111 1 0 0,-52-185-1009 0 0,-1-1 0 0 0,-2 1 0 0 0,0 0 1 0 0,-2-1-1 0 0,-1 1 0 0 0,-1 0 1 0 0,-9 41-1 0 0,2-35 50 0 0,0 0 1 0 0,-3 0-1 0 0,0-2 1 0 0,-2 1 0 0 0,-27 43-1 0 0,-79 119-71 0 0,119-193-286 0 0,0 1-1 0 0,1-1 0 0 0,-1 0 0 0 0,0 0 0 0 0,0 1 0 0 0,0-1 1 0 0,-1 0-1 0 0,1 0 0 0 0,0 0 0 0 0,0 0 0 0 0,0 0 0 0 0,-1 0 1 0 0,1 0-1 0 0,-2 0 0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00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2761 0 0,'2'214'9391'0'0,"11"107"-6092"0"0,-9-185-3011 0 0,-3-122-347 0 0,-2-21-390 0 0,-1-23-506 0 0,1-21-4839 0 0,0 36 2121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04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44 951 5641 0 0,'-10'8'937'0'0,"-16"17"156"0"0,25-25-1014 0 0,1 1 0 0 0,-1 0-1 0 0,0-1 1 0 0,1 1 0 0 0,-1 0 0 0 0,1 0-1 0 0,-1 0 1 0 0,1 0 0 0 0,-1-1-1 0 0,1 1 1 0 0,0 0 0 0 0,-1 0 0 0 0,1 0-1 0 0,0 0 1 0 0,0 0 0 0 0,-1 0 0 0 0,1 0-1 0 0,0 0 1 0 0,0 0 0 0 0,0 0-1 0 0,0 0 1 0 0,1 0 0 0 0,-1 0 0 0 0,0 0-1 0 0,0 0 1 0 0,0 0 0 0 0,2 1-1 0 0,-2-1-14 0 0,1 0 1 0 0,0-1-1 0 0,0 1 0 0 0,0-1 0 0 0,0 1 0 0 0,-1-1 0 0 0,1 1 0 0 0,0-1 0 0 0,0 0 0 0 0,0 1 0 0 0,0-1 0 0 0,0 0 0 0 0,0 0 0 0 0,0 0 0 0 0,0 0 0 0 0,0 1 0 0 0,2-2 0 0 0,24 0 563 0 0,-14-1-423 0 0,33 2 138 0 0,-1 2 0 0 0,0 2 0 0 0,0 2 0 0 0,47 12 1 0 0,-44-4-163 0 0,66 15-101 0 0,-98-26-16 0 0,0-1 0 0 0,0 0 0 0 0,0-1 0 0 0,0-1 0 0 0,18-2 0 0 0,-14-2-193 0 0,0 0 0 0 0,0-2 0 0 0,28-11 0 0 0,-32 10 140 0 0,0 1 0 0 0,0 1 0 0 0,1 0 0 0 0,0 1 0 0 0,-1 1-1 0 0,26-1 1 0 0,49 2-283 0 0,-42 0 330 0 0,1 2-1 0 0,-1 2 0 0 0,67 11 0 0 0,42 32 382 0 0,-134-42-516 0 0,0-1 0 0 0,0-2 0 0 0,0 0 0 0 0,29-4-1 0 0,4 0 60 0 0,279 7 454 0 0,-206 1-312 0 0,170 13 400 0 0,-251-13-313 0 0,0-2 0 0 0,92-9 0 0 0,96-29 203 0 0,66-5 795 0 0,100 26-664 0 0,5 0-64 0 0,423-12 64 0 0,-99 43-416 0 0,-171-31-128 0 0,-79-1 0 0 0,164-5 477 0 0,-461 13-651 0 0,252 21-1 0 0,271-1 239 0 0,-51-10-5 0 0,-527 0-54 0 0,147 11-5 0 0,-38-1 0 0 0,-36-1 26 0 0,62 1 12 0 0,525-2 522 0 0,-653-9-493 0 0,212-5 138 0 0,697-30 563 0 0,-464 47-572 0 0,568 17-252 0 0,20-24 423 0 0,-82-75-376 0 0,-580 34-112 0 0,100 0 114 0 0,163-10 150 0 0,-333 20-148 0 0,-156 11 63 0 0,-195 9-48 0 0,467-18 55 0 0,-286 12-65 0 0,-43-1 0 0 0,192-11 0 0 0,-51 2 0 0 0,-150 9-4 0 0,28 0 21 0 0,47-3 46 0 0,66 0 105 0 0,-85 8-335 0 0,41 1 194 0 0,38 0 80 0 0,-132 1-22 0 0,70-10-11 0 0,-45 0 193 0 0,85-9-270 0 0,-4-1-15 0 0,-141 15 140 0 0,32-1 36 0 0,597-11-141 0 0,-631 17 190 0 0,137-1-223 0 0,296-22-52 0 0,257-39 94 0 0,-590 32-63 0 0,-169 18 36 0 0,147-24 56 0 0,72-10 4 0 0,-179 40-126 0 0,-67 6 68 0 0,382 7-69 0 0,-405 1 72 0 0,255 0-55 0 0,-182-4 59 0 0,-90 0-19 0 0,174 9-31 0 0,437 15-84 0 0,-524-23 116 0 0,68 9-150 0 0,-201-9 155 0 0,1-1 0 0 0,-1 1 0 0 0,1 0 0 0 0,0 0 0 0 0,-1-1 0 0 0,1 1 0 0 0,-1-1 0 0 0,1 1 0 0 0,-1 0 0 0 0,0-1 0 0 0,1 1 0 0 0,-1-1 0 0 0,1 1 0 0 0,-1-1 0 0 0,0 1 0 0 0,1-1 0 0 0,-1 1 0 0 0,0-1 0 0 0,0 1 0 0 0,1-1 0 0 0,-1 0 0 0 0,0 1 0 0 0,0-1 0 0 0,0 1 0 0 0,0-1 0 0 0,0 0 0 0 0,0 1 1 0 0,0-1-1 0 0,0 1 0 0 0,0-1 0 0 0,0 0 0 0 0,0 0 0 0 0,0 0-90 0 0,-1-3-78 0 0,-15-73-867 0 0,10 56 720 0 0,2 0 0 0 0,0-1-1 0 0,-2-37 1 0 0,0-5-192 0 0,14 161 587 0 0,0-21 203 0 0,4 485 832 0 0,-10-478-434 0 0,2-150-2695 0 0,-2 46 1419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09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5985 0 0,'0'0'98'0'0,"0"0"0"0"0,-1 0 0 0 0,1 0-1 0 0,-1 0 1 0 0,1 0 0 0 0,-1 0 0 0 0,1 0 0 0 0,-1 0-1 0 0,1 1 1 0 0,-1-1 0 0 0,1 0 0 0 0,-1 0-1 0 0,1 0 1 0 0,-1 1 0 0 0,1-1 0 0 0,0 0 0 0 0,-1 1-1 0 0,1-1 1 0 0,-1 0 0 0 0,1 1 0 0 0,0-1-1 0 0,0 0 1 0 0,-1 1 0 0 0,1-1 0 0 0,0 1 0 0 0,-1-1-1 0 0,1 1 1 0 0,0-1 0 0 0,0 1 0 0 0,0-1-1 0 0,0 0 1 0 0,-1 1 0 0 0,1-1 0 0 0,0 1 0 0 0,0-1-1 0 0,0 1 1 0 0,0-1 0 0 0,0 1 0 0 0,0-1-1 0 0,0 1 1 0 0,1 0 0 0 0,-3 18-232 0 0,2-8 404 0 0,0 1 0 0 0,1-1-1 0 0,0 1 1 0 0,1-1 0 0 0,1 1 0 0 0,-1-1-1 0 0,7 14 1 0 0,4 25-101 0 0,-5-4-58 0 0,-2 1 0 0 0,-3 0-1 0 0,-3 76 1 0 0,0-121-124 0 0,-1 0 0 0 0,1 0-1 0 0,0 1 1 0 0,0-1 0 0 0,1 0 0 0 0,-1 0-1 0 0,0 0 1 0 0,1 0 0 0 0,-1 0 0 0 0,1 0 0 0 0,0 0-1 0 0,-1 0 1 0 0,1 0 0 0 0,0 0 0 0 0,0 0-1 0 0,0 0 1 0 0,1-1 0 0 0,-1 1 0 0 0,2 2 0 0 0,-1-3 13 0 0,-1-1 0 0 0,0 1 0 0 0,1-1 0 0 0,-1 1 0 0 0,1-1 0 0 0,-1 1 0 0 0,1-1 0 0 0,-1 0 1 0 0,1 0-1 0 0,-1 0 0 0 0,0 0 0 0 0,1 0 0 0 0,-1 0 0 0 0,1 0 0 0 0,-1 0 0 0 0,1-1 0 0 0,-1 1 1 0 0,1 0-1 0 0,-1-1 0 0 0,0 1 0 0 0,1-1 0 0 0,-1 0 0 0 0,0 1 0 0 0,1-1 0 0 0,-1 0 0 0 0,0 0 1 0 0,2-1-1 0 0,-2 1-1 0 0,3-2 16 0 0,0 0 1 0 0,0 1 0 0 0,1-1-1 0 0,-1 1 1 0 0,1 0-1 0 0,-1 0 1 0 0,1 0-1 0 0,0 1 1 0 0,5-2-1 0 0,34-7 160 0 0,-35 7-130 0 0,1 0 0 0 0,-1 1 0 0 0,1 0 0 0 0,17-1 0 0 0,8 3 111 0 0,-11-1 1 0 0,48 5 0 0 0,64 29-141 0 0,-1-9-16 0 0,-61-9 0 0 0,107 8 0 0 0,7-19 59 0 0,107 8 83 0 0,131 56 46 0 0,-327-48-57 0 0,-67-15-69 0 0,0 0 0 0 0,53 0 0 0 0,-74-5-49 0 0,1 0 0 0 0,-1-1-1 0 0,0-1 1 0 0,1 0 0 0 0,-1 0 0 0 0,0-1 0 0 0,0-1 0 0 0,0 1 0 0 0,-1-2-1 0 0,1 0 1 0 0,9-6 0 0 0,-16 8 42 0 0,0 0 0 0 0,-1-1 0 0 0,1 1 0 0 0,-1-1 0 0 0,0 0 0 0 0,0 0 0 0 0,-1 0 0 0 0,1 0-1 0 0,1-5 1 0 0,-1 4 11 0 0,1-1-1 0 0,-1 1 0 0 0,1 0 1 0 0,5-6-1 0 0,-9 11-66 0 0,1-1 1 0 0,0 1-1 0 0,-1-1 0 0 0,1 1 0 0 0,0 0 0 0 0,0 0 0 0 0,-1-1 0 0 0,1 1 0 0 0,0 0 1 0 0,0 0-1 0 0,0 0 0 0 0,-1 0 0 0 0,1 0 0 0 0,0 0 0 0 0,0 0 0 0 0,-1 0 1 0 0,1 0-1 0 0,0 0 0 0 0,0 1 0 0 0,0-1 0 0 0,-1 0 0 0 0,1 0 0 0 0,0 1 0 0 0,-1-1 1 0 0,1 0-1 0 0,0 1 0 0 0,-1-1 0 0 0,1 1 0 0 0,0-1 0 0 0,-1 1 0 0 0,1-1 1 0 0,-1 1-1 0 0,1 0 0 0 0,-1-1 0 0 0,1 1 0 0 0,0 0 0 0 0,18 24-31 0 0,-5 2 59 0 0,-1 0 1 0 0,-1 1-1 0 0,10 35 0 0 0,17 90-1 0 0,-30-115-33 0 0,0 1-250 0 0,24 63-1 0 0,-32-101 253 0 0,-1 0-1 0 0,0 0 0 0 0,1 1 1 0 0,-1-1-1 0 0,1 0 0 0 0,0 0 0 0 0,-1 0 1 0 0,1 0-1 0 0,0 0 0 0 0,-1 0 0 0 0,1 0 1 0 0,0-1-1 0 0,0 1 0 0 0,0 0 0 0 0,0 0 1 0 0,0-1-1 0 0,0 1 0 0 0,0 0 1 0 0,0-1-1 0 0,0 1 0 0 0,2 0 0 0 0,-2-1 13 0 0,1 0 0 0 0,-1 0 0 0 0,0 0 0 0 0,0-1 0 0 0,0 1 0 0 0,0 0 0 0 0,0 0 0 0 0,1-1 0 0 0,-1 1 0 0 0,0-1 0 0 0,0 1 0 0 0,0-1 0 0 0,0 1 0 0 0,0-1 0 0 0,0 0 0 0 0,0 0 0 0 0,1-1-1 0 0,2-2 62 0 0,0-1 0 0 0,0 1-1 0 0,-1-1 1 0 0,0 0 0 0 0,1 0-1 0 0,-2 0 1 0 0,4-8 0 0 0,1-10 59 0 0,-2 1 0 0 0,0-2 1 0 0,-2 1-1 0 0,0-1 1 0 0,-1-35-1 0 0,3-27 107 0 0,-5 85-234 0 0,0 0 0 0 0,0 1 0 0 0,0-1 0 0 0,0 0 0 0 0,0 1 0 0 0,0-1 0 0 0,0 0 0 0 0,1 1 0 0 0,-1-1 0 0 0,0 1-1 0 0,0-1 1 0 0,1 0 0 0 0,-1 1 0 0 0,0-1 0 0 0,1 1 0 0 0,-1-1 0 0 0,0 1 0 0 0,1-1 0 0 0,-1 1 0 0 0,1-1 0 0 0,-1 1-1 0 0,1 0 1 0 0,-1-1 0 0 0,1 1 0 0 0,-1 0 0 0 0,1-1 0 0 0,0 1 0 0 0,-1 0 0 0 0,1-1 0 0 0,-1 1 0 0 0,1 0 0 0 0,0 0-1 0 0,-1 0 1 0 0,1 0 0 0 0,0 0 0 0 0,-1 0 0 0 0,1 0 0 0 0,-1 0 0 0 0,1 0 0 0 0,0 0 0 0 0,-1 0 0 0 0,1 0 0 0 0,0 0-1 0 0,-1 0 1 0 0,1 1 0 0 0,0-1 0 0 0,6 3-3 0 0,-1-1 0 0 0,0 1 0 0 0,0 0-1 0 0,6 5 1 0 0,7 2-17 0 0,-13-8 22 0 0,0 0 0 0 0,0 0-1 0 0,1-1 1 0 0,-1 0 0 0 0,0 0-1 0 0,1-1 1 0 0,-1 0 0 0 0,1 0-1 0 0,-1-1 1 0 0,0 1 0 0 0,8-3-1 0 0,8-3-71 0 0,40-15 0 0 0,-43 13 82 0 0,0 2 1 0 0,27-7 0 0 0,7 7-59 0 0,0 2 1 0 0,82 3-1 0 0,-53 3 168 0 0,-17-5-342 0 0,78-14 1 0 0,42-2 187 0 0,15 28-37 0 0,-62 0 66 0 0,-5-11 33 0 0,151-23-1 0 0,-260 22 16 0 0,71-8-109 0 0,434-33 158 0 0,-4 47 354 0 0,-460-3-439 0 0,-36-1 60 0 0,-1 2 0 0 0,35 4 0 0 0,-62-5-29 0 0,2 1-3 0 0,0 0-1 0 0,0 0 1 0 0,0 0-1 0 0,0-1 1 0 0,0 0-1 0 0,0 1 1 0 0,1-1-1 0 0,-1 0 1 0 0,0-1-1 0 0,0 1 1 0 0,0 0-1 0 0,0-1 0 0 0,0 0 1 0 0,0 0-1 0 0,0 0 1 0 0,0 0-1 0 0,0 0 1 0 0,-1 0-1 0 0,1-1 1 0 0,0 1-1 0 0,4-5 1 0 0,4-2-7 0 0,1 0 0 0 0,0-1 0 0 0,0-1 0 0 0,-1 0 0 0 0,0 0 0 0 0,-1-1 0 0 0,15-21 0 0 0,130-238 202 0 0,-132 220-264 0 0,-4-1 0 0 0,18-67 0 0 0,-36 117-33 0 0,-1 0 0 0 0,0 0 0 0 0,1 0 0 0 0,-1 0 0 0 0,1 1 0 0 0,-1-1 0 0 0,1 0 0 0 0,-1 1 0 0 0,1-1 0 0 0,-1 0 0 0 0,1 1 0 0 0,0-1 0 0 0,0 0 0 0 0,-1 1 0 0 0,1-1 0 0 0,0 1 0 0 0,0 0 0 0 0,-1-1 0 0 0,1 1 0 0 0,0-1 0 0 0,0 1 0 0 0,0 0 0 0 0,0 0 0 0 0,0 0 0 0 0,-1-1 0 0 0,1 1 0 0 0,0 0 0 0 0,0 0 0 0 0,0 0 0 0 0,0 0 0 0 0,0 0 0 0 0,0 1 0 0 0,0-1 0 0 0,0 0 0 0 0,-1 0 0 0 0,1 1 0 0 0,0-1 0 0 0,0 0 0 0 0,0 1 0 0 0,0-1 0 0 0,-1 1 0 0 0,1-1 0 0 0,0 1 0 0 0,-1-1 0 0 0,1 1 0 0 0,0-1 0 0 0,-1 1 0 0 0,1 0 0 0 0,0 0 0 0 0,-1-1 0 0 0,1 1 0 0 0,-1 0 0 0 0,1 1 0 0 0,2 4-5083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11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25 7138 0 0,'-4'-3'159'0'0,"0"0"0"0"0,0 1 0 0 0,-1-1 0 0 0,1 1 0 0 0,0 0 1 0 0,-1 0-1 0 0,1 0 0 0 0,-1 1 0 0 0,0 0 0 0 0,0 0 0 0 0,1 0 0 0 0,-1 0 1 0 0,0 1-1 0 0,0 0 0 0 0,0 0 0 0 0,0 0 0 0 0,0 0 0 0 0,1 1 1 0 0,-1 0-1 0 0,0 0 0 0 0,0 0 0 0 0,-5 3 0 0 0,3 0-1 0 0,0 1 1 0 0,-1 0-1 0 0,2 0 0 0 0,-1 1 0 0 0,1 0 0 0 0,0 0 0 0 0,0 1 0 0 0,0-1 1 0 0,1 1-1 0 0,0 1 0 0 0,1-1 0 0 0,-1 1 0 0 0,1-1 0 0 0,1 1 0 0 0,0 0 1 0 0,0 1-1 0 0,0-1 0 0 0,-1 10 0 0 0,0 4-39 0 0,1 0-1 0 0,1-1 1 0 0,1 1 0 0 0,1 0-1 0 0,4 36 1 0 0,26 108 497 0 0,-22-137-645 0 0,1-1 0 0 0,1 0 0 0 0,27 49 0 0 0,-33-70 20 0 0,-1 0-248 0 0,0 0 1 0 0,0 0-1 0 0,-1 0 1 0 0,0 1-1 0 0,0-1 0 0 0,0 1 1 0 0,-1 0-1 0 0,0-1 1 0 0,-1 9-1 0 0,-1-13-574 0 0,-1-2-8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12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10226 0 0,'3'2'111'0'0,"1"-1"1"0"0,-1 1-1 0 0,0-1 0 0 0,1 0 0 0 0,-1 1 0 0 0,1-2 0 0 0,-1 1 1 0 0,8 1-1 0 0,-2-1-68 0 0,30 8 409 0 0,-1-1-1 0 0,1-3 0 0 0,1-1 0 0 0,-1-2 0 0 0,0-1 1 0 0,1-3-1 0 0,-1-1 0 0 0,59-12 0 0 0,-81 11-638 0 0,17-3 158 0 0,-13 5-5097 0 0,-15 2 818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12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77 5065 0 0,'-2'43'3650'0'0,"1"-33"-3520"0"0,0 0 0 0 0,1 0 1 0 0,-1 1-1 0 0,2-1 0 0 0,0 0 1 0 0,0 0-1 0 0,1 0 0 0 0,0 0 1 0 0,5 15-1 0 0,-6-24-128 0 0,-1 0 1 0 0,1 0-1 0 0,0 0 0 0 0,-1 1 1 0 0,1-1-1 0 0,0 0 0 0 0,0 0 0 0 0,-1 0 1 0 0,1 0-1 0 0,0 0 0 0 0,0 0 1 0 0,0-1-1 0 0,1 1 0 0 0,-1 0 1 0 0,0 0-1 0 0,0-1 0 0 0,0 1 0 0 0,0 0 1 0 0,1-1-1 0 0,-1 0 0 0 0,0 1 1 0 0,2-1-1 0 0,0 1 33 0 0,-1-1 0 0 0,1 0 1 0 0,-1-1-1 0 0,1 1 0 0 0,-1 0 0 0 0,1-1 1 0 0,-1 0-1 0 0,0 1 0 0 0,1-1 0 0 0,-1 0 1 0 0,3-2-1 0 0,6-3 337 0 0,-1-1 0 0 0,0 0 0 0 0,17-15-1 0 0,-25 20-253 0 0,7-7 206 0 0,0 1 0 0 0,-1-1 1 0 0,0 0-1 0 0,-1-1 1 0 0,12-19-1 0 0,-17 26-270 0 0,0 0 0 0 0,-1 0 0 0 0,1 0-1 0 0,-1 0 1 0 0,0 0 0 0 0,0-1 0 0 0,0 1 0 0 0,0 0 0 0 0,0-1-1 0 0,-1 1 1 0 0,0 0 0 0 0,1-1 0 0 0,-1 1 0 0 0,-1-1 0 0 0,1 1-1 0 0,0 0 1 0 0,-1-1 0 0 0,0 1 0 0 0,1 0 0 0 0,-1 0-1 0 0,-1-1 1 0 0,1 1 0 0 0,0 0 0 0 0,-1 0 0 0 0,-3-5 0 0 0,1 4 30 0 0,0 0 1 0 0,0 1-1 0 0,-1-1 0 0 0,0 1 1 0 0,1 0-1 0 0,-1 0 1 0 0,-1 0-1 0 0,1 1 1 0 0,0-1-1 0 0,0 1 0 0 0,-1 1 1 0 0,1-1-1 0 0,-1 1 1 0 0,0 0-1 0 0,-10-1 1 0 0,14 3-106 0 0,1-1 0 0 0,0 1 1 0 0,-1-1-1 0 0,1 1 0 0 0,-1 0 0 0 0,1-1 1 0 0,0 1-1 0 0,0 0 0 0 0,-1 0 1 0 0,1 0-1 0 0,0 0 0 0 0,0 0 1 0 0,0 0-1 0 0,0 0 0 0 0,0 0 1 0 0,0 0-1 0 0,1 1 0 0 0,-1-1 1 0 0,-1 2-1 0 0,2-2-142 0 0,-1 0 0 0 0,1 0 0 0 0,-1 0 0 0 0,1 0 0 0 0,0-1 0 0 0,-1 1 0 0 0,1 0 0 0 0,0 0 0 0 0,0 0 0 0 0,0 0 0 0 0,-1 0 0 0 0,1 0 0 0 0,0 0 0 0 0,1 0 0 0 0,-1 0 0 0 0,0 0 0 0 0,0 0 0 0 0,0 0 0 0 0,0 0 1 0 0,1 0-1 0 0,-1 0 0 0 0,0 0 0 0 0,1 0 0 0 0,-1 0 0 0 0,1 0 0 0 0,-1 0 0 0 0,1 0 0 0 0,1 1 0 0 0,4 2-1355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12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90 4145 0 0,'0'0'319'0'0,"-2"17"3236"0"0,-3 6-2330 0 0,-16 42 0 0 0,13-41-436 0 0,37-49-187 0 0,-4-1 242 0 0,37-31 1 0 0,-21 21-330 0 0,-24 22-496 0 0,-13 12 74 0 0,0 0 0 0 0,-1-1 0 0 0,1 0 0 0 0,-1 0 0 0 0,0 0 0 0 0,1 0 0 0 0,-2 0 0 0 0,1-1 0 0 0,0 1 0 0 0,-1-1 0 0 0,4-6 0 0 0,-6 10-94 0 0,0-1 0 0 0,-1 0-1 0 0,1 1 1 0 0,0-1-1 0 0,0 0 1 0 0,-1 1 0 0 0,1-1-1 0 0,0 1 1 0 0,-1-1 0 0 0,1 0-1 0 0,-1 1 1 0 0,1-1-1 0 0,-1 1 1 0 0,1 0 0 0 0,-1-1-1 0 0,1 1 1 0 0,-1-1 0 0 0,1 1-1 0 0,-1 0 1 0 0,0-1 0 0 0,1 1-1 0 0,-1 0 1 0 0,1-1-1 0 0,-1 1 1 0 0,0 0 0 0 0,1 0-1 0 0,-2 0 1 0 0,-19-6 259 0 0,17 7-304 0 0,-1-1 0 0 0,1 1 0 0 0,-1-1 0 0 0,1 1 0 0 0,0 1 0 0 0,0-1-1 0 0,0 1 1 0 0,-1-1 0 0 0,1 1 0 0 0,1 0 0 0 0,-1 0 0 0 0,0 1 0 0 0,0-1 0 0 0,1 1 0 0 0,-1 0-1 0 0,1 0 1 0 0,0 0 0 0 0,-3 4 0 0 0,6-7 6 0 0,0 0 0 0 0,0 0 0 0 0,0 0 0 0 0,-1 1-1 0 0,1-1 1 0 0,0 0 0 0 0,0 0 0 0 0,0 0 0 0 0,0 0 0 0 0,0 0 0 0 0,0 0 0 0 0,0 1-1 0 0,0-1 1 0 0,-1 0 0 0 0,1 0 0 0 0,0 0 0 0 0,0 0 0 0 0,0 1 0 0 0,0-1 0 0 0,0 0-1 0 0,0 0 1 0 0,0 0 0 0 0,0 0 0 0 0,0 1 0 0 0,0-1 0 0 0,0 0 0 0 0,0 0 0 0 0,0 0-1 0 0,0 0 1 0 0,0 1 0 0 0,0-1 0 0 0,0 0 0 0 0,0 0 0 0 0,0 0 0 0 0,0 0 0 0 0,1 1-1 0 0,-1-1 1 0 0,0 0 0 0 0,0 0 0 0 0,0 0 0 0 0,0 0 0 0 0,0 0 0 0 0,0 0 0 0 0,0 1-1 0 0,1-1 1 0 0,-1 0 0 0 0,0 0 0 0 0,0 0 0 0 0,0 0 0 0 0,0 0 0 0 0,0 0 0 0 0,1 0-1 0 0,-1 0 1 0 0,0 0 0 0 0,0 0 0 0 0,0 1 0 0 0,5-1-1374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13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148 678 8266 0 0,'25'3'3859'0'0,"-127"-77"-349"0"0,93 65-3130 0 0,0 2 0 0 0,-1-1 0 0 0,-19-10-1 0 0,29 18-368 0 0,0-1 0 0 0,-1 1-1 0 0,1 0 1 0 0,0 0-1 0 0,-1 0 1 0 0,1 0-1 0 0,0 0 1 0 0,0 0 0 0 0,-1 0-1 0 0,1 0 1 0 0,0 0-1 0 0,-1-1 1 0 0,1 1 0 0 0,0 0-1 0 0,-1 0 1 0 0,1 1-1 0 0,0-1 1 0 0,0 0 0 0 0,-1 0-1 0 0,1 0 1 0 0,0 0-1 0 0,-1 0 1 0 0,1 0-1 0 0,0 0 1 0 0,0 0 0 0 0,-1 1-1 0 0,1-1 1 0 0,0 0-1 0 0,0 0 1 0 0,-1 0 0 0 0,1 0-1 0 0,0 1 1 0 0,0-1-1 0 0,-1 0 1 0 0,1 1 0 0 0,-4 13 52 0 0,5 17-109 0 0,2-5-38 0 0,0 1-1 0 0,2-1 1 0 0,1 0-1 0 0,11 28 1 0 0,-15-48 40 0 0,1 1 1 0 0,-1-1-1 0 0,2 0 0 0 0,-1 0 1 0 0,1 0-1 0 0,-1 0 1 0 0,2-1-1 0 0,-1 0 0 0 0,1 1 1 0 0,-1-1-1 0 0,2-1 1 0 0,-1 1-1 0 0,0-1 0 0 0,1 0 1 0 0,0 0-1 0 0,0-1 1 0 0,0 1-1 0 0,0-1 0 0 0,0-1 1 0 0,1 1-1 0 0,8 1 0 0 0,-9-2 26 0 0,0-1 0 0 0,-1 0 0 0 0,1 0-1 0 0,0-1 1 0 0,0 1 0 0 0,0-1 0 0 0,-1 0-1 0 0,1-1 1 0 0,0 0 0 0 0,0 0-1 0 0,-1 0 1 0 0,1 0 0 0 0,0-1 0 0 0,-1 0-1 0 0,1 0 1 0 0,-1-1 0 0 0,0 1-1 0 0,0-1 1 0 0,0 0 0 0 0,0-1 0 0 0,-1 1-1 0 0,1-1 1 0 0,-1 0 0 0 0,0 0 0 0 0,0 0-1 0 0,5-7 1 0 0,0-5 37 0 0,0 1 1 0 0,-1-2-1 0 0,-1 1 1 0 0,0-1-1 0 0,8-34 1 0 0,10-92 128 0 0,-14 44-172 0 0,-4 0 0 0 0,-5 0 0 0 0,-11-108 0 0 0,8 171 292 0 0,0 27 161 0 0,0 30-156 0 0,0 267 192 0 0,2-147-455 0 0,-1-84 54 0 0,2 0 0 0 0,15 97 0 0 0,-12-141-91 0 0,-1 0 0 0 0,1 0 0 0 0,1-1 0 0 0,13 22 0 0 0,-13-24-286 0 0,1-4-1401 0 0,-3-7 51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15.9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80 9506 0 0,'-6'9'618'0'0,"0"0"0"0"0,1 0 0 0 0,0 1 0 0 0,1-1 0 0 0,0 1 0 0 0,0 0 0 0 0,-2 12 0 0 0,4-8-432 0 0,0-1 0 0 0,1 0 0 0 0,1 0 0 0 0,0 1 0 0 0,1-1-1 0 0,4 19 1 0 0,-3-13-102 0 0,5 44 37 0 0,20 155-34 0 0,-19-187-75 0 0,-8-29-22 0 0,1 0 0 0 0,0 0 0 0 0,-1 0 0 0 0,1 0 0 0 0,0 0-1 0 0,0-1 1 0 0,1 1 0 0 0,-1 0 0 0 0,0-1 0 0 0,0 1 0 0 0,1-1 0 0 0,-1 1 0 0 0,1-1 0 0 0,2 2-1 0 0,-2-4-133 0 0,-2 1 138 0 0,0 0-1 0 0,0 0 1 0 0,0 0-1 0 0,0 0 1 0 0,0 0 0 0 0,0 0-1 0 0,0-1 1 0 0,0 1-1 0 0,0 0 1 0 0,0 0 0 0 0,0 0-1 0 0,0 0 1 0 0,0 0 0 0 0,0 0-1 0 0,0 0 1 0 0,0 0-1 0 0,0 0 1 0 0,0 0 0 0 0,0 0-1 0 0,0 0 1 0 0,1-1-1 0 0,-1 1 1 0 0,0 0 0 0 0,0 0-1 0 0,0 0 1 0 0,0 0-1 0 0,0 0 1 0 0,0 0 0 0 0,0 0-1 0 0,0 0 1 0 0,0 0-1 0 0,0 0 1 0 0,0 0 0 0 0,0 0-1 0 0,0 0 1 0 0,0 0-1 0 0,1 0 1 0 0,-1 0 0 0 0,0 0-1 0 0,0 0 1 0 0,0 0 0 0 0,0 0-1 0 0,0 0 1 0 0,0 0-1 0 0,0 0 1 0 0,0 0 0 0 0,0 0-1 0 0,0 0 1 0 0,0 0-1 0 0,1 0 1 0 0,-1 0 0 0 0,0 0-1 0 0,0 0 1 0 0,0 0-1 0 0,0 0 1 0 0,0 0 0 0 0,0 0-1 0 0,0 0 1 0 0,0 0-1 0 0,0 0 1 0 0,0 0 0 0 0,0 0-1 0 0,0 0 1 0 0,0 0-1 0 0,0 1 1 0 0,1-1 0 0 0,-1 0-1 0 0,0 0 1 0 0,23 8 63 0 0,2-1 0 0 0,-1-1 0 0 0,40 4 0 0 0,-25-4 8 0 0,137 20 111 0 0,-146-23-289 0 0,0-1-1 0 0,44-2 1 0 0,3 0 117 0 0,55 11 290 0 0,29 2-425 0 0,-11-19 272 0 0,-134 4-115 0 0,-3 1 76 0 0,0-1-1 0 0,1 0 1 0 0,-1 0 0 0 0,0-2-1 0 0,-1 1 1 0 0,19-9 0 0 0,-29 11-79 0 0,-1 0 0 0 0,0 0 0 0 0,1 1 0 0 0,-1-1 0 0 0,0 1 0 0 0,1-1 0 0 0,-1 1 0 0 0,0-1 0 0 0,1 1 0 0 0,-1 0 0 0 0,1 0 0 0 0,-1 0 0 0 0,1 0 0 0 0,-1 0 0 0 0,1 0 0 0 0,-1 0 0 0 0,1 0 0 0 0,-1 1 0 0 0,0-1 0 0 0,1 0 0 0 0,-1 1 0 0 0,1-1 0 0 0,-1 1 0 0 0,0 0 0 0 0,1-1 0 0 0,-1 1 0 0 0,0 0 0 0 0,0 0 0 0 0,0 0 0 0 0,2 1 0 0 0,1 3 58 0 0,-1 0-1 0 0,0 0 1 0 0,0 0-1 0 0,0 1 1 0 0,0-1-1 0 0,2 8 1 0 0,-4-11-54 0 0,4 15-21 0 0,0-1-1 0 0,-1 1 1 0 0,-1 0-1 0 0,1 19 1 0 0,8 35-11 0 0,16 60 5 0 0,-27-130-1 0 0,-1 0-4 0 0,0 0 0 0 0,1 1 1 0 0,-1-1-1 0 0,1 0 0 0 0,-1 0 1 0 0,1 0-1 0 0,-1 1 1 0 0,1-1-1 0 0,0 0 0 0 0,0 0 1 0 0,0 0-1 0 0,1 1 0 0 0,17-39 61 0 0,-4-3-70 0 0,11-46 0 0 0,6-18 29 0 0,-30 98-11 0 0,0 0 0 0 0,1 0 0 0 0,0 0 0 0 0,0 0 0 0 0,0 1 0 0 0,0 0 0 0 0,1-1 0 0 0,0 1 0 0 0,0 0-1 0 0,0 1 1 0 0,1-1 0 0 0,0 1 0 0 0,0 0 0 0 0,0 0 0 0 0,0 0 0 0 0,0 1 0 0 0,1-1 0 0 0,7-2 0 0 0,12-7-21 0 0,1 2 0 0 0,0 0 1 0 0,1 2-1 0 0,0 1 0 0 0,0 1 0 0 0,55-7 0 0 0,-14 9 36 0 0,125 9 0 0 0,-130-1-44 0 0,98-7 0 0 0,-65-1 11 0 0,-50 6 25 0 0,47 7 1 0 0,-67-4-5 0 0,1-2 0 0 0,1 0 0 0 0,-1-2 0 0 0,0-1 0 0 0,0-1 0 0 0,39-8 0 0 0,-42 2 8 0 0,1-1 0 0 0,-1-1 0 0 0,36-21 0 0 0,-59 30-11 0 0,28-10 151 0 0,-25 10-110 0 0,0 0 0 0 0,0-1 0 0 0,0 1 0 0 0,0-1 0 0 0,0 0 0 0 0,4-3 0 0 0,-7 4-37 0 0,1 0 0 0 0,-1-1 0 0 0,0 1-1 0 0,0-1 1 0 0,1 1 0 0 0,-1-1-1 0 0,0 0 1 0 0,0 1 0 0 0,0-1 0 0 0,-1 0-1 0 0,1 0 1 0 0,0 0 0 0 0,-1 0-1 0 0,1 1 1 0 0,-1-1 0 0 0,0 0 0 0 0,1-3-1 0 0,12-150 793 0 0,15-121-781 0 0,-26 264-133 0 0,3-23 140 0 0,-5 33-177 0 0,0 0-1 0 0,0 0 1 0 0,0 0 0 0 0,0 0 0 0 0,0 0 0 0 0,0 0 0 0 0,-1 0 0 0 0,1 1 0 0 0,-1-1 0 0 0,0 0 0 0 0,1 0 0 0 0,-1 0 0 0 0,0 1 0 0 0,-1-3 0 0 0,-4 0-5981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17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 5065 0 0,'3'20'6780'0'0,"-2"-11"-6133"0"0,6 77 199 0 0,-5-1-1 0 0,-3 1 1 0 0,-23 162-1 0 0,-7-83-388 0 0,31-164-451 0 0,-1 0 0 0 0,1 1 0 0 0,0-1 0 0 0,-1 0 1 0 0,1 0-1 0 0,0 1 0 0 0,0-1 0 0 0,0 0 0 0 0,0 0 0 0 0,0 1 0 0 0,0-1 0 0 0,0 0 0 0 0,1 0 0 0 0,-1 0 0 0 0,1 2 0 0 0,0-3-13 0 0,0-1 1 0 0,0 0 0 0 0,-1 0-1 0 0,1 0 1 0 0,0 1 0 0 0,0-1 0 0 0,0 0-1 0 0,-1 0 1 0 0,1 0 0 0 0,-1 0 0 0 0,1-1-1 0 0,-1 1 1 0 0,1 0 0 0 0,-1 0 0 0 0,1 0-1 0 0,-1-2 1 0 0,1-1 3 0 0,19-47-38 0 0,15-61-1 0 0,11-31 275 0 0,-46 141-191 0 0,1 0 1 0 0,0 0-1 0 0,0 0 1 0 0,0 1-1 0 0,-1-1 1 0 0,2 0-1 0 0,-1 1 1 0 0,0-1-1 0 0,0 1 1 0 0,0-1-1 0 0,1 1 1 0 0,-1 0-1 0 0,1 0 1 0 0,2-3-1 0 0,-3 4-21 0 0,0 0-1 0 0,-1 0 0 0 0,1 0 1 0 0,0 0-1 0 0,0 0 0 0 0,-1 0 1 0 0,1 0-1 0 0,0 1 0 0 0,0-1 1 0 0,-1 0-1 0 0,1 0 0 0 0,0 0 1 0 0,0 1-1 0 0,-1-1 1 0 0,1 0-1 0 0,0 1 0 0 0,-1-1 1 0 0,1 1-1 0 0,-1-1 0 0 0,1 1 1 0 0,0-1-1 0 0,-1 1 0 0 0,1-1 1 0 0,-1 1-1 0 0,1-1 1 0 0,-1 1-1 0 0,0 0 0 0 0,1-1 1 0 0,-1 1-1 0 0,0 0 0 0 0,1 0 1 0 0,-1-1-1 0 0,0 1 0 0 0,0 0 1 0 0,1 0-1 0 0,-1 0 0 0 0,4 12 53 0 0,-1 0-1 0 0,0 0 1 0 0,0 0-1 0 0,-1 0 1 0 0,-1 0-1 0 0,-1 21 0 0 0,1-16-20 0 0,0 0 0 0 0,0-1-1 0 0,5 19 1 0 0,-2-17 4 0 0,-3-14-22 0 0,0 1 1 0 0,0 0-1 0 0,1-1 1 0 0,-1 1-1 0 0,1-1 1 0 0,4 8-1 0 0,-5-12-75 0 0,-1-1 0 0 0,1 1 0 0 0,0-1 0 0 0,-1 1 0 0 0,1-1 0 0 0,0 0 0 0 0,-1 1 0 0 0,1-1 0 0 0,0 0 0 0 0,0 1 0 0 0,-1-1 0 0 0,1 0 0 0 0,0 0 0 0 0,0 0 0 0 0,0 1 0 0 0,-1-1 0 0 0,1 0 0 0 0,0 0 0 0 0,0 0 0 0 0,0-1 0 0 0,-1 1 0 0 0,1 0 0 0 0,0 0 0 0 0,0 0 0 0 0,-1 0 0 0 0,1-1 0 0 0,0 1 0 0 0,0 0 0 0 0,-1-1 0 0 0,1 1 0 0 0,0-1 0 0 0,-1 1 0 0 0,1-1 0 0 0,0 0 0 0 0,27-19-1145 0 0,-25 17 989 0 0,8-8-84 0 0,-1 0 0 0 0,0-1 0 0 0,-1 1 0 0 0,-1-2 0 0 0,1 0 0 0 0,8-18 0 0 0,-10 16 166 0 0,2 0 0 0 0,0 1 0 0 0,1-1 0 0 0,16-16 1 0 0,-9 10 25 0 0,-15 17 120 0 0,1 0-1 0 0,0 1 1 0 0,0-1 0 0 0,1 0-1 0 0,-1 1 1 0 0,1 0-1 0 0,6-5 1 0 0,-10 8-8 0 0,0 0 0 0 0,0 0 0 0 0,0 0 0 0 0,0 0 0 0 0,0 0 1 0 0,0 0-1 0 0,1 0 0 0 0,-1 0 0 0 0,0 0 0 0 0,0 0 0 0 0,0 0 1 0 0,0 0-1 0 0,0 0 0 0 0,0 0 0 0 0,0 0 0 0 0,1 0 0 0 0,-1 0 1 0 0,0 0-1 0 0,0 0 0 0 0,0 0 0 0 0,0 0 0 0 0,0 0 1 0 0,0 0-1 0 0,0 0 0 0 0,0 0 0 0 0,1 0 0 0 0,-1 0 0 0 0,0 0 1 0 0,0 0-1 0 0,0 0 0 0 0,0 0 0 0 0,0 0 0 0 0,0 0 0 0 0,0 1 1 0 0,0-1-1 0 0,0 0 0 0 0,0 0 0 0 0,1 0 0 0 0,-1 0 0 0 0,0 0 1 0 0,0 0-1 0 0,0 0 0 0 0,0 0 0 0 0,0 1 0 0 0,0-1 0 0 0,0 0 1 0 0,0 0-1 0 0,0 0 0 0 0,0 0 0 0 0,0 0 0 0 0,0 0 0 0 0,0 0 1 0 0,0 1-1 0 0,-1 9 542 0 0,1-4 44 0 0,-2 32-24 0 0,7 73 0 0 0,-3-96-572 0 0,-1 1-107 0 0,1 1-1 0 0,1 0 1 0 0,1-1-1 0 0,0 1 1 0 0,10 23 0 0 0,-7-76-1627 0 0,17-267-4500 0 0,-25 173 7899 0 0,1 117-1055 0 0,0 0 0 0 0,1 0 0 0 0,3-15 0 0 0,-5 43-302 0 0,0 0 0 0 0,1 16 0 0 0,0 8-1169 0 0,0-24-2329 0 0,1 0-1072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17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1 6913 0 0,'3'0'356'0'0,"-1"0"-1"0"0,0 0 0 0 0,1 0 1 0 0,-1 0-1 0 0,0 1 0 0 0,1-1 1 0 0,-1 1-1 0 0,0-1 0 0 0,4 3 1 0 0,-5-3-261 0 0,-1 0-1 0 0,0 0 1 0 0,0 0 0 0 0,0 0 0 0 0,0 0 0 0 0,1 1 0 0 0,-1-1 0 0 0,0 0 0 0 0,0 0-1 0 0,0 0 1 0 0,0 1 0 0 0,0-1 0 0 0,0 0 0 0 0,0 0 0 0 0,1 1 0 0 0,-1-1 0 0 0,0 0 0 0 0,0 0-1 0 0,0 0 1 0 0,0 1 0 0 0,0-1 0 0 0,0 0 0 0 0,0 0 0 0 0,0 1 0 0 0,0-1 0 0 0,0 0 0 0 0,0 0-1 0 0,0 1 1 0 0,-1-1 0 0 0,1 0 0 0 0,0 0 0 0 0,0 0 0 0 0,0 1 0 0 0,-13 11 1110 0 0,0-2-642 0 0,-21 14 240 0 0,-31 29-1 0 0,56-45-706 0 0,1 0 0 0 0,0 0 1 0 0,1 1-1 0 0,0 0 0 0 0,0 0 0 0 0,1 1 0 0 0,0 0 1 0 0,-8 19-1 0 0,14-28-85 0 0,-1 0 0 0 0,1 0 1 0 0,0 1-1 0 0,-1-1 0 0 0,1 0 1 0 0,0 0-1 0 0,0 1 0 0 0,0-1 1 0 0,0 0-1 0 0,0 1 0 0 0,0-1 1 0 0,0 0-1 0 0,0 0 0 0 0,0 1 1 0 0,1-1-1 0 0,-1 0 0 0 0,0 0 1 0 0,1 1-1 0 0,-1-1 0 0 0,1 0 0 0 0,0 0 1 0 0,-1 0-1 0 0,1 0 0 0 0,1 2 1 0 0,1-1 0 0 0,-1 0 0 0 0,0 0-1 0 0,1-1 1 0 0,-1 1 0 0 0,1-1 0 0 0,-1 0 0 0 0,1 1 0 0 0,0-1 0 0 0,-1 0 0 0 0,6 0 0 0 0,4 2-50 0 0,0-2 0 0 0,0 0 1 0 0,0 0-1 0 0,17-2 0 0 0,45-9-57 0 0,-53 6 77 0 0,1 1-1 0 0,0 0 1 0 0,25 2-1 0 0,-44 1 24 0 0,0 0-1 0 0,1 1 1 0 0,-1-1 0 0 0,0 1-1 0 0,0 0 1 0 0,1 0-1 0 0,-1 0 1 0 0,0 1 0 0 0,0-1-1 0 0,0 1 1 0 0,3 1 0 0 0,-5-2 3 0 0,0 0 0 0 0,-1-1 0 0 0,1 1 0 0 0,0 0 0 0 0,0 0 0 0 0,0 0 0 0 0,-1 0 0 0 0,1 0 1 0 0,0 0-1 0 0,-1 0 0 0 0,1 0 0 0 0,-1 0 0 0 0,1 0 0 0 0,-1 0 0 0 0,0 0 0 0 0,1 0 0 0 0,-1 1 0 0 0,0-1 0 0 0,0 0 0 0 0,0 0 1 0 0,1 0-1 0 0,-1 1 0 0 0,-1-1 0 0 0,1 0 0 0 0,0 0 0 0 0,0 0 0 0 0,0 0 0 0 0,-1 1 0 0 0,1-1 0 0 0,0 0 0 0 0,-1 0 0 0 0,1 0 1 0 0,-2 1-1 0 0,-8 16 157 0 0,0 0 1 0 0,-2-1-1 0 0,0 0 1 0 0,-21 22-1 0 0,-63 53 128 0 0,53-52-253 0 0,41-38-73 0 0,-1 0 0 0 0,0 1-1 0 0,1-1 1 0 0,-1 0 0 0 0,0-1 0 0 0,-6 4 0 0 0,9-5 18 0 0,0 0 0 0 0,0 0 0 0 0,0 0 1 0 0,0 0-1 0 0,-1 0 0 0 0,1 0 0 0 0,0 0 1 0 0,0 0-1 0 0,0 0 0 0 0,-1 0 0 0 0,1 0 1 0 0,0 0-1 0 0,0 0 0 0 0,0 0 0 0 0,-1 0 1 0 0,1 0-1 0 0,0 0 0 0 0,0 0 0 0 0,0 0 1 0 0,-1 0-1 0 0,1 0 0 0 0,0 0 1 0 0,0 0-1 0 0,0 0 0 0 0,0-1 0 0 0,0 1 1 0 0,-1 0-1 0 0,1 0 0 0 0,0 0 0 0 0,0 0 1 0 0,0 0-1 0 0,0 0 0 0 0,0-1 0 0 0,0 1 1 0 0,-1 0-1 0 0,1 0 0 0 0,0 0 0 0 0,0-1 1 0 0,0 1-1 0 0,3-17-615 0 0,16-32-1421 0 0,2 2 1 0 0,40-64-1 0 0,-54 98 1456 0 0,15-26-3635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18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57 118 1840 0 0,'4'-11'-1148'0'0,"26"-50"5327"0"0,-28 57-3518 0 0,1 0 0 0 0,-1 0 0 0 0,1 0 0 0 0,1 0 0 0 0,-1 1 0 0 0,0-1 0 0 0,1 1 0 0 0,0 0 0 0 0,-1 0 0 0 0,1 0 0 0 0,6-3 0 0 0,-9 6-618 0 0,-1 0 0 0 0,1-1 0 0 0,-1 1 0 0 0,0 0 0 0 0,1 0 0 0 0,-1 0 0 0 0,1 0 0 0 0,-1 0 0 0 0,0 0 0 0 0,1 0 0 0 0,-1 0 1 0 0,1 1-1 0 0,-1-1 0 0 0,0 0 0 0 0,1 0 0 0 0,-1 0 0 0 0,0 0 0 0 0,1 0 0 0 0,-1 1 0 0 0,1-1 0 0 0,-1 0 0 0 0,0 0 0 0 0,0 1 0 0 0,1-1 0 0 0,-1 0 0 0 0,0 0 1 0 0,1 1-1 0 0,-1-1 0 0 0,0 0 0 0 0,0 1 0 0 0,0-1 0 0 0,1 0 0 0 0,-1 1 0 0 0,0-1 0 0 0,0 0 0 0 0,0 1 0 0 0,0-1 0 0 0,0 1 0 0 0,1-1 0 0 0,-1 0 0 0 0,0 1 0 0 0,0-1 1 0 0,0 1-1 0 0,0-1 0 0 0,0 0 0 0 0,-1 1 0 0 0,2 25 821 0 0,-1-21-617 0 0,-14 168 2820 0 0,8-124-2852 0 0,1 1 0 0 0,3 68 0 0 0,9-59-202 0 0,-3-34-29 0 0,0 32 0 0 0,-4-56-10 0 0,1-1 1 0 0,-1 0 0 0 0,0 1-1 0 0,0-1 1 0 0,0 0-1 0 0,0 1 1 0 0,0-1 0 0 0,0 1-1 0 0,0-1 1 0 0,0 0-1 0 0,0 1 1 0 0,0-1-1 0 0,0 1 1 0 0,0-1 0 0 0,0 0-1 0 0,-1 1 1 0 0,1-1-1 0 0,0 0 1 0 0,0 1 0 0 0,0-1-1 0 0,0 0 1 0 0,-1 1-1 0 0,1-1 1 0 0,0 0-1 0 0,0 1 1 0 0,-1-1 0 0 0,1 0-1 0 0,0 1 1 0 0,-1-1-1 0 0,1 0 1 0 0,0 0 0 0 0,-1 1-1 0 0,-9-9-903 0 0,-6-19-98 0 0,13 21 887 0 0,-25-53 309 0 0,2 0 0 0 0,-23-85 1 0 0,69 146 193 0 0,-4 0-164 0 0,0 0 0 0 0,27-2 0 0 0,112-29-254 0 0,-28 2-10 0 0,-126 27 67 0 0,-1 0 0 0 0,0 0-1 0 0,1 0 1 0 0,-1 0 0 0 0,0 0 0 0 0,0 0 0 0 0,1 0 0 0 0,-1 0-1 0 0,0 0 1 0 0,1 0 0 0 0,-1 0 0 0 0,0 0 0 0 0,1 0 0 0 0,-1 0 0 0 0,0 0-1 0 0,1 0 1 0 0,-1 0 0 0 0,0 0 0 0 0,1 1 0 0 0,-1-1 0 0 0,0 0-1 0 0,0 0 1 0 0,1 0 0 0 0,-1 1 0 0 0,0-1 0 0 0,0 0 0 0 0,1 0-1 0 0,-1 0 1 0 0,0 1 0 0 0,0-1 0 0 0,1 0 0 0 0,-1 0 0 0 0,0 1 0 0 0,0-1-1 0 0,0 0 1 0 0,0 1 0 0 0,0-1 0 0 0,0 0 0 0 0,1 1 0 0 0,-1-1-1 0 0,0 0 1 0 0,0 1 0 0 0,0-1 0 0 0,0 0 0 0 0,0 1 0 0 0,0-1 0 0 0,0 0-1 0 0,0 1 1 0 0,0-1 0 0 0,0 0 0 0 0,-1 0 0 0 0,1 1 0 0 0,0-1-1 0 0,0 0 1 0 0,0 1 0 0 0,0-1 0 0 0,0 0 0 0 0,-1 1 0 0 0,1-1-1 0 0,0 0 1 0 0,0 0 0 0 0,0 1 0 0 0,-1-1 0 0 0,1 0 0 0 0,0 0 0 0 0,-18 29 211 0 0,10-18-141 0 0,-2 7 113 0 0,1 2 0 0 0,1-1 0 0 0,-11 36 0 0 0,16-45-164 0 0,1 1-1 0 0,0-1 1 0 0,1 1-1 0 0,0-1 1 0 0,0 1-1 0 0,1 0 1 0 0,1-1-1 0 0,0 1 1 0 0,3 14-1 0 0,-4-23-20 0 0,1 1 0 0 0,-1-1-1 0 0,0 0 1 0 0,1 0 0 0 0,0 0 0 0 0,-1 0-1 0 0,1 0 1 0 0,0-1 0 0 0,0 1 0 0 0,0 0-1 0 0,0 0 1 0 0,0 0 0 0 0,1-1 0 0 0,-1 1 0 0 0,1-1-1 0 0,-1 1 1 0 0,1-1 0 0 0,-1 0 0 0 0,1 1-1 0 0,0-1 1 0 0,-1 0 0 0 0,1 0 0 0 0,0 0-1 0 0,0 0 1 0 0,0 0 0 0 0,0-1 0 0 0,0 1-1 0 0,0 0 1 0 0,0-1 0 0 0,0 0 0 0 0,0 1-1 0 0,0-1 1 0 0,0 0 0 0 0,0 0 0 0 0,1 0-1 0 0,-1-1 1 0 0,0 1 0 0 0,0 0 0 0 0,0-1-1 0 0,0 1 1 0 0,0-1 0 0 0,0 0 0 0 0,0 1-1 0 0,2-3 1 0 0,6-1 19 0 0,0-2-1 0 0,-1 1 0 0 0,1-1 1 0 0,-1 0-1 0 0,-1-1 0 0 0,1 0 1 0 0,8-10-1 0 0,-8 7 71 0 0,0 0-1 0 0,-1-1 0 0 0,-1 0 1 0 0,1 0-1 0 0,-2 0 1 0 0,1-1-1 0 0,6-20 1 0 0,-11 27-4 0 0,0 0 1 0 0,-1 0 0 0 0,1 0 0 0 0,-1 0 0 0 0,-1 0-1 0 0,1 0 1 0 0,-1 0 0 0 0,1-1 0 0 0,-2 1 0 0 0,1 0-1 0 0,0 0 1 0 0,-1 0 0 0 0,0 0 0 0 0,0-1 0 0 0,-1 1 0 0 0,1 1-1 0 0,-1-1 1 0 0,0 0 0 0 0,-1 0 0 0 0,1 1 0 0 0,-6-9-1 0 0,4 9-36 0 0,0-1-1 0 0,0 1 0 0 0,-1-1 0 0 0,1 1 0 0 0,-7-4 0 0 0,10 8-58 0 0,0-1-1 0 0,1 0 1 0 0,-1 1 0 0 0,0-1-1 0 0,0 1 1 0 0,0-1 0 0 0,0 1-1 0 0,0-1 1 0 0,0 1 0 0 0,0 0-1 0 0,0 0 1 0 0,0-1 0 0 0,0 1-1 0 0,0 0 1 0 0,0 0 0 0 0,0 0-1 0 0,0 0 1 0 0,0 0 0 0 0,0 0-1 0 0,0 1 1 0 0,0-1 0 0 0,0 0-1 0 0,0 0 1 0 0,0 1-1 0 0,0-1 1 0 0,0 1 0 0 0,0-1-1 0 0,0 1 1 0 0,0-1 0 0 0,0 1-1 0 0,0-1 1 0 0,1 1 0 0 0,-1 0-1 0 0,0-1 1 0 0,0 1 0 0 0,1 0-1 0 0,-1 0 1 0 0,0 1 0 0 0,1-2-12 0 0,0 1 1 0 0,0-1-1 0 0,0 1 1 0 0,0-1-1 0 0,0 1 1 0 0,0-1 0 0 0,0 0-1 0 0,1 1 1 0 0,-1-1-1 0 0,0 1 1 0 0,0-1-1 0 0,0 1 1 0 0,1-1 0 0 0,-1 0-1 0 0,0 1 1 0 0,1-1-1 0 0,-1 0 1 0 0,0 1-1 0 0,1-1 1 0 0,-1 0-1 0 0,0 1 1 0 0,1-1 0 0 0,-1 0-1 0 0,1 0 1 0 0,-1 0-1 0 0,0 1 1 0 0,1-1-1 0 0,-1 0 1 0 0,1 0-1 0 0,-1 0 1 0 0,1 0 0 0 0,0 0-1 0 0,15 6-500 0 0,-11-5 372 0 0,0 0 0 0 0,0 0 0 0 0,1-1-1 0 0,-1 0 1 0 0,0 0 0 0 0,0 0 0 0 0,0 0 0 0 0,1-1-1 0 0,-1 0 1 0 0,0 0 0 0 0,0-1 0 0 0,7-2 0 0 0,3-3-222 0 0,1-1 0 0 0,20-14 1 0 0,-24 15 244 0 0,0-1 1 0 0,0 2-1 0 0,0-1 1 0 0,16-4 0 0 0,-25 10 123 0 0,-1 1 0 0 0,0-1 0 0 0,0 1 0 0 0,0 0-1 0 0,1-1 1 0 0,-1 1 0 0 0,0 0 0 0 0,0 0 0 0 0,1 1 0 0 0,-1-1 0 0 0,0 0 0 0 0,0 1 0 0 0,0-1 0 0 0,0 1 0 0 0,1 0 0 0 0,-1 0 0 0 0,0 0 0 0 0,0 0 0 0 0,2 2 0 0 0,0 0 9 0 0,-1 0 0 0 0,1 0 0 0 0,-1 0 0 0 0,0 1 0 0 0,0-1 1 0 0,0 1-1 0 0,-1 0 0 0 0,5 8 0 0 0,0 4 53 0 0,-1 0-1 0 0,0 1 1 0 0,6 33 0 0 0,-8-26 28 0 0,0 1 1 0 0,-1 25-1 0 0,-3-39-43 0 0,0 0 1 0 0,0 0-1 0 0,-2 0 0 0 0,1 0 1 0 0,-1 0-1 0 0,-7 20 0 0 0,9-30 1 0 0,0-1 0 0 0,0 1 0 0 0,-1 0 0 0 0,1-1 1 0 0,0 1-1 0 0,0 0 0 0 0,-1-1 0 0 0,1 1 0 0 0,0-1 0 0 0,-1 1 0 0 0,1 0 0 0 0,-1-1 0 0 0,1 1 0 0 0,0-1 0 0 0,-1 1 0 0 0,1-1 0 0 0,-1 1 0 0 0,0-1 1 0 0,1 0-1 0 0,-1 1 0 0 0,0 0 0 0 0,-4-12 1277 0 0,3-24-318 0 0,6 9-865 0 0,10-32-1 0 0,-12 49-153 0 0,1 0 1 0 0,0 0-1 0 0,1 1 1 0 0,0 0-1 0 0,0-1 0 0 0,1 2 1 0 0,7-11-1 0 0,-5 10-84 0 0,1 1-1 0 0,0-1 0 0 0,1 2 1 0 0,0-1-1 0 0,18-10 0 0 0,52-20-381 0 0,-77 36 476 0 0,-1 1 0 0 0,1-1-1 0 0,0 0 1 0 0,-1 1-1 0 0,1-1 1 0 0,0 1-1 0 0,0-1 1 0 0,0 1 0 0 0,0 0-1 0 0,0 0 1 0 0,2 0-1 0 0,0 6 41 0 0,-7 8 75 0 0,-13 28-71 0 0,6-15 7 0 0,0-1-1 0 0,2 1 1 0 0,0 1-1 0 0,2-1 1 0 0,-4 44-1 0 0,10-69-49 0 0,0 0-1 0 0,0 1 1 0 0,0-1-1 0 0,0 0 1 0 0,0 1-1 0 0,0-1 0 0 0,1 0 1 0 0,-1 0-1 0 0,1 1 1 0 0,0-1-1 0 0,-1 0 1 0 0,1 0-1 0 0,0 0 0 0 0,0 0 1 0 0,0 0-1 0 0,1 0 1 0 0,-1 0-1 0 0,0 0 1 0 0,1 0-1 0 0,-1 0 0 0 0,1-1 1 0 0,0 1-1 0 0,-1-1 1 0 0,1 1-1 0 0,0-1 1 0 0,0 0-1 0 0,3 2 0 0 0,0-1-23 0 0,0-1-1 0 0,0 0 1 0 0,0 0-1 0 0,0 0 1 0 0,0-1-1 0 0,1 1 1 0 0,-1-1-1 0 0,0-1 0 0 0,0 1 1 0 0,0-1-1 0 0,7-1 1 0 0,-2 0 23 0 0,0-1 1 0 0,0 0 0 0 0,0 0 0 0 0,-1-1-1 0 0,1 0 1 0 0,-1-1 0 0 0,0 0 0 0 0,0 0 0 0 0,-1-1-1 0 0,0 0 1 0 0,0-1 0 0 0,0 0 0 0 0,-1 0-1 0 0,0-1 1 0 0,0 1 0 0 0,-1-1 0 0 0,0-1-1 0 0,0 1 1 0 0,-1-1 0 0 0,0 0 0 0 0,0-1 0 0 0,4-15-1 0 0,-3 8 36 0 0,-2-1-1 0 0,0 1 0 0 0,-2-1 0 0 0,1 0 0 0 0,-2 0 1 0 0,-1 0-1 0 0,0 0 0 0 0,-1 0 0 0 0,-1 0 1 0 0,0 0-1 0 0,-9-29 0 0 0,3 169 183 0 0,19 137-163 0 0,0 0 208 0 0,-7-203-202 0 0,-1 16 53 0 0,-3-65-98 0 0,0 0 1 0 0,-1 0 0 0 0,0 0-1 0 0,0 0 1 0 0,-1 0 0 0 0,0 0-1 0 0,-4 8 1 0 0,5-13 8 0 0,0 0 0 0 0,0 0-1 0 0,-1-1 1 0 0,1 1 0 0 0,-1 0 0 0 0,1-1 0 0 0,-1 1 0 0 0,1-1 0 0 0,-1 0-1 0 0,0 1 1 0 0,0-1 0 0 0,0 0 0 0 0,0 0 0 0 0,0 0 0 0 0,0-1-1 0 0,0 1 1 0 0,0 0 0 0 0,0-1 0 0 0,0 1 0 0 0,0-1 0 0 0,0 0 0 0 0,-1 0-1 0 0,1 0 1 0 0,0 0 0 0 0,-3 0 0 0 0,-8-1 131 0 0,-1 0 1 0 0,0-2-1 0 0,-12-2 1 0 0,3 0 1 0 0,-14-2-30 0 0,1-1 0 0 0,-1-2 0 0 0,-35-14 0 0 0,59 19-149 0 0,1-1 0 0 0,0 0-1 0 0,0 0 1 0 0,1-1 0 0 0,0 0 0 0 0,0-1-1 0 0,0-1 1 0 0,1 1 0 0 0,0-2 0 0 0,1 1-1 0 0,-16-22 1 0 0,24 29-79 0 0,-1 0-1 0 0,1-1 1 0 0,0 1 0 0 0,0 0-1 0 0,0-1 1 0 0,0 1-1 0 0,0-1 1 0 0,0 1-1 0 0,1-1 1 0 0,-1 1 0 0 0,1-1-1 0 0,0 0 1 0 0,0 1-1 0 0,0-1 1 0 0,0 1-1 0 0,0-1 1 0 0,0 0 0 0 0,1 1-1 0 0,-1-1 1 0 0,1 1-1 0 0,0-1 1 0 0,0 1 0 0 0,0-1-1 0 0,0 1 1 0 0,0 0-1 0 0,0-1 1 0 0,1 1-1 0 0,-1 0 1 0 0,1 0 0 0 0,-1 0-1 0 0,1 0 1 0 0,0 0-1 0 0,0 0 1 0 0,0 1-1 0 0,0-1 1 0 0,0 1 0 0 0,0-1-1 0 0,1 1 1 0 0,-1 0-1 0 0,5-2 1 0 0,6 0-1431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21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0 135 7570 0 0,'1'-3'169'0'0,"0"1"0"0"0,0 0 1 0 0,0 0-1 0 0,0 0 1 0 0,0 0-1 0 0,0 0 0 0 0,1 0 1 0 0,-1 0-1 0 0,1 0 1 0 0,0 0-1 0 0,-1 1 0 0 0,1-1 1 0 0,0 0-1 0 0,3-1 1 0 0,-2 1 188 0 0,0 0 0 0 0,-1-1 0 0 0,1 1-1 0 0,-1-1 1 0 0,1 1 0 0 0,-1-1 0 0 0,0 0 0 0 0,3-6 0 0 0,-7 24 200 0 0,1 0 1 0 0,0-1-1 0 0,1 1 0 0 0,2 18 0 0 0,-1 22 467 0 0,-2 15-1025 0 0,3 0 0 0 0,18 112 0 0 0,-20-146 360 0 0,0-39-181 0 0,-1 0-153 0 0,1 1 1 0 0,0-1-1 0 0,1 0 0 0 0,-1 1 1 0 0,0-1-1 0 0,1 1 1 0 0,0-1-1 0 0,-1 1 0 0 0,2-4 1 0 0,-1 6-29 0 0,-1 0 0 0 0,0 0 0 0 0,1 0 1 0 0,-1-1-1 0 0,1 1 0 0 0,-1 0 1 0 0,0 0-1 0 0,1 0 0 0 0,-1 0 1 0 0,1 0-1 0 0,-1 0 0 0 0,1 0 1 0 0,-1 0-1 0 0,1 0 0 0 0,-1 0 1 0 0,0 0-1 0 0,1 0 0 0 0,-1 0 1 0 0,1 0-1 0 0,-1 0 0 0 0,1 0 1 0 0,-1 0-1 0 0,0 1 0 0 0,1-1 1 0 0,-1 0-1 0 0,1 0 0 0 0,-1 0 1 0 0,0 1-1 0 0,1-1 0 0 0,-1 0 1 0 0,0 1-1 0 0,1-1 0 0 0,-1 0 1 0 0,0 1-1 0 0,0-1 0 0 0,1 0 1 0 0,-1 1-1 0 0,0-1 0 0 0,0 0 1 0 0,0 1-1 0 0,1-1 0 0 0,-1 1 1 0 0,0-1-1 0 0,0 1 0 0 0,0-1 1 0 0,0 0-1 0 0,0 1 0 0 0,0-1 0 0 0,0 1 1 0 0,0 0-1 0 0,4 2-41 0 0,0-1 43 0 0,0 0-1 0 0,1-1 0 0 0,-1 0 0 0 0,0 0 0 0 0,0 0 0 0 0,1 0 0 0 0,-1 0 0 0 0,0-1 0 0 0,1 0 0 0 0,3 0 0 0 0,89 2 71 0 0,43-1 52 0 0,-21-6-127 0 0,85-2-6 0 0,-168 7 4 0 0,116-3-50 0 0,-3 4 97 0 0,-55 2 116 0 0,170 13 74 0 0,-167-8 117 0 0,-71-7-148 0 0,-19-1-74 0 0,1 0 0 0 0,0 0 0 0 0,0 1 0 0 0,13 3 1 0 0,-20-4-123 0 0,0 1 1 0 0,-1 0-1 0 0,1 0 1 0 0,-1-1 0 0 0,1 1-1 0 0,0 0 1 0 0,-1 0-1 0 0,1-1 1 0 0,-1 1 0 0 0,0 0-1 0 0,1 0 1 0 0,-1 0 0 0 0,0 0-1 0 0,1 0 1 0 0,-1 0-1 0 0,0 0 1 0 0,0 0 0 0 0,0 0-1 0 0,0 1 1 0 0,1 21-2 0 0,-1-22-2 0 0,-3 49 87 0 0,2-33-31 0 0,0 0 1 0 0,2 28-1 0 0,8 1-142 0 0,-8-43 79 0 0,0-1 1 0 0,-1 1-1 0 0,1-1 1 0 0,0 0-1 0 0,0 1 1 0 0,1-1 0 0 0,-1 0-1 0 0,1 1 1 0 0,-1-1-1 0 0,1 0 1 0 0,-1 0 0 0 0,1 0-1 0 0,0 0 1 0 0,0-1-1 0 0,3 3 1 0 0,-4-4-1 0 0,0 0 0 0 0,-1 0 0 0 0,1 0 0 0 0,0 0-1 0 0,0-1 1 0 0,-1 1 0 0 0,1 0 0 0 0,0-1 0 0 0,0 1 0 0 0,-1 0 0 0 0,1-1 0 0 0,-1 1 0 0 0,1-1 0 0 0,0 1 0 0 0,-1-1-1 0 0,1 1 1 0 0,-1-1 0 0 0,1 0 0 0 0,-1 1 0 0 0,1-1 0 0 0,-1 0 0 0 0,1 1 0 0 0,-1-1 0 0 0,1 0 0 0 0,9-17-55 0 0,-10 17 71 0 0,6-12-3 0 0,0 0-1 0 0,-1 0 0 0 0,-1-1 0 0 0,0 0 0 0 0,-1 0 0 0 0,-1 0 0 0 0,0-1 0 0 0,0-22 0 0 0,1 3 35 0 0,-2 26-24 0 0,2-35 6 0 0,2 1 1 0 0,2-1-1 0 0,2 2 1 0 0,16-46-1 0 0,-24 86-25 0 0,-1-1 0 0 0,1 1-1 0 0,-1 0 1 0 0,1 0 0 0 0,0 0 0 0 0,0 0 0 0 0,0 0 0 0 0,0 0 0 0 0,-1 0-1 0 0,1 0 1 0 0,0 0 0 0 0,1 0 0 0 0,-1 0 0 0 0,0 1 0 0 0,0-1 0 0 0,0 0-1 0 0,0 1 1 0 0,1-1 0 0 0,-1 1 0 0 0,0-1 0 0 0,0 1 0 0 0,1 0 0 0 0,-1-1-1 0 0,0 1 1 0 0,1 0 0 0 0,-1 0 0 0 0,2 0 0 0 0,5 1-23 0 0,-1-1-1 0 0,1 2 1 0 0,-1-1 0 0 0,9 3 0 0 0,16 3-22 0 0,36-6 33 0 0,-1-4 1 0 0,81-12-1 0 0,17-2-5 0 0,-24 9 20 0 0,-16 4 0 0 0,230-41 0 0 0,18-10 273 0 0,19-4 22 0 0,-373 56-281 0 0,-15 3-9 0 0,0-1 0 0 0,1 1 0 0 0,-1-1 0 0 0,0 0 0 0 0,0 0 0 0 0,0 0 0 0 0,0 0 0 0 0,0-1 0 0 0,5-2 0 0 0,-50-13 347 0 0,35 15-400 0 0,0-1 0 0 0,-1 0 0 0 0,1 0 0 0 0,0 0 0 0 0,0-1 0 0 0,1 0 0 0 0,-1 0 0 0 0,1-1 0 0 0,0 0-1 0 0,0 0 1 0 0,0 0 0 0 0,1 0 0 0 0,0-1 0 0 0,0 1 0 0 0,0-1 0 0 0,1 0 0 0 0,-4-7 0 0 0,-6-14-5569 0 0,7 12-327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23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5 920 0 0,'0'0'86'0'0,"0"-1"1"0"0,0 1-1 0 0,0 0 0 0 0,0 0 0 0 0,0 0 1 0 0,0 0-1 0 0,0 0 0 0 0,1 0 0 0 0,-1 0 0 0 0,0 0 1 0 0,0-1-1 0 0,0 1 0 0 0,0 0 0 0 0,0 0 1 0 0,0 0-1 0 0,0 0 0 0 0,0 0 0 0 0,0 0 0 0 0,0 0 1 0 0,0-1-1 0 0,-1 1 0 0 0,1 0 0 0 0,0 0 1 0 0,0 0-1 0 0,0 0 0 0 0,0 0 0 0 0,0 0 0 0 0,0 0 1 0 0,0 0-1 0 0,0-1 0 0 0,0 1 0 0 0,0 0 1 0 0,0 0-1 0 0,0 0 0 0 0,0 0 0 0 0,0 0 0 0 0,-1 0 1 0 0,1 0-1 0 0,0 0 0 0 0,0 0 0 0 0,0 0 1 0 0,0 0-1 0 0,0 0 0 0 0,0 0 0 0 0,0 0 0 0 0,0 0 1 0 0,-1 0-1 0 0,1 0 0 0 0,0 0 0 0 0,0 0 1 0 0,0 0-1 0 0,0 0 0 0 0,0 0 0 0 0,0 0 1 0 0,0 0-1 0 0,-1 0 0 0 0,1 0 0 0 0,0 0 0 0 0,0 0 1 0 0,0 0-1 0 0,0 0 0 0 0,0 0 0 0 0,0 0 1 0 0,0 0-1 0 0,-1 0 0 0 0,-7 9 2339 0 0,-5 14-981 0 0,6-5-610 0 0,1 0 0 0 0,0 1 0 0 0,-5 37 1 0 0,1 59 392 0 0,3-29-940 0 0,1-30-21 0 0,2 1-1 0 0,3 64 0 0 0,2-101-119 0 0,-2-33 41 0 0,-3-14-106 0 0,0 0 1 0 0,-11-33-1 0 0,-2-9 564 0 0,16 67-610 0 0,1 0 0 0 0,-1-1 1 0 0,1 1-1 0 0,0 0 0 0 0,0-1 0 0 0,0 1 0 0 0,0 0 0 0 0,0 0 1 0 0,0-1-1 0 0,1 1 0 0 0,-1 0 0 0 0,1 0 0 0 0,1-4 0 0 0,-1 4-13 0 0,0 1 0 0 0,0 0-1 0 0,0-1 1 0 0,0 1-1 0 0,1 0 1 0 0,-1 0 0 0 0,0-1-1 0 0,1 1 1 0 0,-1 0-1 0 0,1 1 1 0 0,-1-1 0 0 0,1 0-1 0 0,0 0 1 0 0,-1 1-1 0 0,1-1 1 0 0,0 1 0 0 0,0-1-1 0 0,1 1 1 0 0,16-4-9 0 0,-1 0 0 0 0,1 2-1 0 0,0 1 1 0 0,25 0 0 0 0,-33 2-6 0 0,0 0 0 0 0,-1 0 0 0 0,1 1 0 0 0,0 1 0 0 0,0 0 1 0 0,-1 0-1 0 0,1 1 0 0 0,17 9 0 0 0,-26-12-5 0 0,0 0-1 0 0,-1 0 1 0 0,1 0 0 0 0,-1 0-1 0 0,0 0 1 0 0,1 1 0 0 0,-1-1-1 0 0,0 0 1 0 0,0 0 0 0 0,1 1-1 0 0,-1-1 1 0 0,0 1 0 0 0,0-1-1 0 0,-1 1 1 0 0,1 0 0 0 0,0-1-1 0 0,-1 1 1 0 0,1 0 0 0 0,-1-1-1 0 0,1 1 1 0 0,-1 0 0 0 0,0 0-1 0 0,1 0 1 0 0,-1-1 0 0 0,0 1-1 0 0,0 0 1 0 0,0 0 0 0 0,-1 0-1 0 0,1-1 1 0 0,0 1 0 0 0,-1 0-1 0 0,1 0 1 0 0,-1-1 0 0 0,0 1-1 0 0,1 0 1 0 0,-1-1 0 0 0,0 1-1 0 0,0-1 1 0 0,-1 3 0 0 0,-5 6 13 0 0,-1 0 0 0 0,0 0 0 0 0,0 0 0 0 0,-14 11 0 0 0,18-18-18 0 0,-63 57 389 0 0,-94 65 1 0 0,152-118-358 0 0,7-5-22 0 0,0 0 1 0 0,0 0-1 0 0,-1 0 1 0 0,1 0 0 0 0,-1-1-1 0 0,1 1 1 0 0,-1-1-1 0 0,0 1 1 0 0,1-1 0 0 0,-5 1-1 0 0,21-24-671 0 0,13-9 351 0 0,2 2 1 0 0,0 1-1 0 0,52-38 0 0 0,-50 42 161 0 0,175-126-171 0 0,-199 145 409 0 0,-5 3-47 0 0,0 0 0 0 0,0 1-1 0 0,1-1 1 0 0,-1 0-1 0 0,1 1 1 0 0,-1 0 0 0 0,1 0-1 0 0,-1 0 1 0 0,1 0 0 0 0,0 0-1 0 0,3-1 1 0 0,-5 6 44 0 0,-1 0 0 0 0,0 0 0 0 0,0 0 0 0 0,0 0 0 0 0,0 0 0 0 0,-2 5 0 0 0,2-9-79 0 0,-8 64 394 0 0,-2 79 0 0 0,10-142-409 0 0,0 0-1 0 0,0-1 0 0 0,0 1 0 0 0,1 0 0 0 0,-1 0 1 0 0,0-1-1 0 0,0 1 0 0 0,0 0 0 0 0,1 0 1 0 0,-1-1-1 0 0,0 1 0 0 0,1 0 0 0 0,-1 0 0 0 0,0-1 1 0 0,2 2-1 0 0,-2-2-5 0 0,0 0 1 0 0,1 0-1 0 0,-1 0 0 0 0,0 0 0 0 0,0 0 1 0 0,1 0-1 0 0,-1 0 0 0 0,0 0 1 0 0,1 0-1 0 0,-1 0 0 0 0,0 0 1 0 0,0 0-1 0 0,1 0 0 0 0,-1 0 1 0 0,0 0-1 0 0,0 0 0 0 0,1 0 1 0 0,-1 0-1 0 0,0 0 0 0 0,0-1 0 0 0,0 1 1 0 0,1 0-1 0 0,-1 0 0 0 0,0 0 1 0 0,0 0-1 0 0,0-1 0 0 0,1 1 1 0 0,-1 0-1 0 0,0 0 0 0 0,0 0 1 0 0,0-1-1 0 0,0 1 0 0 0,0 0 1 0 0,0 0-1 0 0,1-1 0 0 0,-1 1 0 0 0,0 0 1 0 0,0 0-1 0 0,0-1 0 0 0,0 1 1 0 0,0 0-1 0 0,0 0 0 0 0,0-1 1 0 0,0 1-1 0 0,0 0 0 0 0,0 0 1 0 0,0-1-1 0 0,0 1 0 0 0,0-1 1 0 0,40-198-2231 0 0,-36 164 2271 0 0,-1 0 0 0 0,-2 0 0 0 0,-7-63-1 0 0,-1 24 249 0 0,-3 112-352 0 0,9-21-509 0 0,0 1-1 0 0,2-1 1 0 0,2 19 0 0 0,1-20-646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23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 3225 0 0,'0'8'487'0'0,"0"1"1"0"0,-1 0-1 0 0,0-1 1 0 0,0 1-1 0 0,-1-1 1 0 0,0 0-1 0 0,-1 1 1 0 0,0-1-1 0 0,-4 9 1 0 0,-2 7 277 0 0,-8 24 220 0 0,6-19-639 0 0,1 1 1 0 0,2-1-1 0 0,0 2 1 0 0,-4 42-1 0 0,12-72-333 0 0,0 1-1 0 0,0-1 1 0 0,-1 0-1 0 0,1 0 0 0 0,0 0 1 0 0,1 0-1 0 0,-1 0 0 0 0,0 0 1 0 0,0 0-1 0 0,0 0 0 0 0,0 0 1 0 0,1 0-1 0 0,-1 0 1 0 0,1 0-1 0 0,-1 0 0 0 0,0-1 1 0 0,1 1-1 0 0,0 0 0 0 0,-1 0 1 0 0,2 1-1 0 0,-1-2 10 0 0,-1 1 1 0 0,1-1-1 0 0,0 0 0 0 0,0 0 1 0 0,-1 0-1 0 0,1 1 0 0 0,0-1 0 0 0,0 0 1 0 0,-1 0-1 0 0,1 0 0 0 0,0 0 1 0 0,0 0-1 0 0,-1-1 0 0 0,1 1 1 0 0,0 0-1 0 0,0 0 0 0 0,-1 0 0 0 0,1-1 1 0 0,0 1-1 0 0,0 0 0 0 0,0-1 1 0 0,6-3 334 0 0,1-1 0 0 0,-1 0 0 0 0,12-11 1 0 0,-12 9 59 0 0,27-19 622 0 0,-9 6-486 0 0,-1 0 0 0 0,-1-1 0 0 0,30-35 0 0 0,-52 54-488 0 0,1 0 1 0 0,-1 0-1 0 0,1 0 0 0 0,-1 0 0 0 0,0-1 0 0 0,0 1 0 0 0,0 0 0 0 0,0-1 0 0 0,0 1 0 0 0,0 0 0 0 0,-1-1 0 0 0,1 1 0 0 0,-1-1 0 0 0,1 1 0 0 0,-1-1 0 0 0,0 1 0 0 0,0-1 0 0 0,0 1 0 0 0,-1-1 0 0 0,1 1 1 0 0,-1-1-1 0 0,1 1 0 0 0,-1-1 0 0 0,0 1 0 0 0,0 0 0 0 0,0-1 0 0 0,0 1 0 0 0,0 0 0 0 0,0 0 0 0 0,-1 0 0 0 0,1 0 0 0 0,-1 0 0 0 0,0 0 0 0 0,1 0 0 0 0,-1 0 0 0 0,-3-2 0 0 0,0 0 22 0 0,-1 0-1 0 0,1 1 1 0 0,0-1-1 0 0,-1 1 0 0 0,0 0 1 0 0,0 1-1 0 0,0-1 1 0 0,0 1-1 0 0,0 0 1 0 0,-1 1-1 0 0,1 0 0 0 0,0 0 1 0 0,-8-1-1 0 0,-47 5-193 0 0,56-2-67 0 0,-1-1-1 0 0,1 1 1 0 0,0 1-1 0 0,0-1 1 0 0,0 1 0 0 0,0 0-1 0 0,0 0 1 0 0,1 0-1 0 0,-7 4 1 0 0,11-6 107 0 0,0 0 0 0 0,0 0 0 0 0,0 1-941 0 0,0-1 940 0 0,0 0 1 0 0,0 0 0 0 0,0 0 0 0 0,0 0 0 0 0,0 0-1 0 0,0 0 1 0 0,0 1 0 0 0,0-1 0 0 0,0 0 0 0 0,0 0-1 0 0,0 0 1 0 0,0 0 0 0 0,0 0 0 0 0,0 0 0 0 0,0 0-1 0 0,0 0 1 0 0,0 0 0 0 0,0 0 0 0 0,0 0 0 0 0,0 0-1 0 0,-1 1-805 0 0,8-2-2229 0 0,1-2 880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24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11 8290 0 0,'-4'-10'2285'0'0,"0"20"-3"0"0,1 1-2570 0 0,-49 160 1641 0 0,-54 187 222 0 0,102-344-1529 0 0,1 0 0 0 0,0 0 0 0 0,1 0 1 0 0,0 1-1 0 0,1 18 0 0 0,1-32-53 0 0,0-1-1 0 0,0 0 1 0 0,0 1-1 0 0,0-1 1 0 0,0 0 0 0 0,0 1-1 0 0,0-1 1 0 0,0 1-1 0 0,0-1 1 0 0,0 0 0 0 0,0 1-1 0 0,0-1 1 0 0,1 0-1 0 0,-1 1 1 0 0,0-1 0 0 0,0 0-1 0 0,0 1 1 0 0,0-1-1 0 0,1 0 1 0 0,-1 1 0 0 0,0-1-1 0 0,0 0 1 0 0,1 0-1 0 0,-1 1 1 0 0,0-1 0 0 0,1 0-1 0 0,-1 0 1 0 0,0 0-1 0 0,1 1 1 0 0,-1-1 0 0 0,0 0-1 0 0,1 0 1 0 0,-1 0-1 0 0,0 0 1 0 0,1 1 0 0 0,12-9-631 0 0,7-19-741 0 0,-12 14 696 0 0,-1-3-18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24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63 6825 0 0,'-2'1'245'0'0,"0"0"0"0"0,0 1-1 0 0,0 0 1 0 0,0-1 0 0 0,1 1-1 0 0,-1 0 1 0 0,1 0 0 0 0,-1 0-1 0 0,1 0 1 0 0,0 0 0 0 0,0 0 0 0 0,-1 0-1 0 0,2 0 1 0 0,-1 1 0 0 0,0-1-1 0 0,-1 4 1 0 0,-4 39 658 0 0,5-43-834 0 0,0 12 47 0 0,1-1 1 0 0,0 1-1 0 0,1-1 0 0 0,0 1 0 0 0,1-1 0 0 0,4 14 0 0 0,-5-24-94 0 0,-1 0 0 0 0,2 0 0 0 0,-1 0 0 0 0,0 0 0 0 0,0-1-1 0 0,1 1 1 0 0,0 0 0 0 0,-1-1 0 0 0,1 1 0 0 0,0-1 0 0 0,0 1-1 0 0,1-1 1 0 0,4 4 0 0 0,-5-5 13 0 0,0 0 1 0 0,0 0-1 0 0,0-1 0 0 0,1 1 0 0 0,-1 0 0 0 0,0-1 1 0 0,1 1-1 0 0,-1-1 0 0 0,0 0 0 0 0,1 0 1 0 0,-1 0-1 0 0,0 0 0 0 0,1 0 0 0 0,-1-1 0 0 0,0 1 1 0 0,1-1-1 0 0,-1 1 0 0 0,0-1 0 0 0,0 0 1 0 0,1 0-1 0 0,1-1 0 0 0,5-3 306 0 0,1 0 1 0 0,-2-1 0 0 0,1 0-1 0 0,-1 0 1 0 0,0-1-1 0 0,0 0 1 0 0,13-15-1 0 0,-8 6 315 0 0,-1 0 0 0 0,-1-1 0 0 0,12-21 0 0 0,-22 35-588 0 0,1 0 1 0 0,-1 0 0 0 0,1 0-1 0 0,-1 0 1 0 0,0-1-1 0 0,0 1 1 0 0,0 0 0 0 0,-1-1-1 0 0,1 1 1 0 0,-1-1-1 0 0,0 1 1 0 0,0-1 0 0 0,0 1-1 0 0,0-1 1 0 0,-1 1-1 0 0,1 0 1 0 0,-1-1 0 0 0,0 1-1 0 0,0 0 1 0 0,0-1-1 0 0,0 1 1 0 0,-1 0 0 0 0,1 0-1 0 0,-1 0 1 0 0,0 0-1 0 0,0 0 1 0 0,0 0 0 0 0,0 1-1 0 0,-1-1 1 0 0,1 1-1 0 0,-1-1 1 0 0,1 1 0 0 0,-6-3-1 0 0,1 0-50 0 0,0 1 0 0 0,0 0 0 0 0,-1 0-1 0 0,1 1 1 0 0,-1 0 0 0 0,0 0 0 0 0,0 1 0 0 0,0 0 0 0 0,0 0-1 0 0,0 1 1 0 0,0 0 0 0 0,-1 1 0 0 0,-8 0 0 0 0,6 0-177 0 0,0 2 0 0 0,0-1 1 0 0,0 2-1 0 0,-16 4 1 0 0,22-5-323 0 0,1 0 0 0 0,-1 0 0 0 0,1 0 0 0 0,0 1 0 0 0,0-1 0 0 0,0 1 0 0 0,-7 6 0 0 0,5-2-5801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25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69 14283 0 0,'-11'-17'2401'0'0,"9"14"-2369"0"0,0 1 0 0 0,-1-1 1 0 0,1 1-1 0 0,-1 0 0 0 0,0-1 1 0 0,1 1-1 0 0,-1 0 0 0 0,0 1 1 0 0,0-1-1 0 0,0 0 0 0 0,0 1 1 0 0,-1 0-1 0 0,1 0 1 0 0,0 0-1 0 0,-1 0 0 0 0,1 0 1 0 0,-1 1-1 0 0,1-1 0 0 0,0 1 1 0 0,-1 0-1 0 0,1 0 0 0 0,-1 0 1 0 0,-5 2-1 0 0,3-1-56 0 0,1 1 1 0 0,-1 0-1 0 0,1 1 0 0 0,-1-1 1 0 0,1 1-1 0 0,0 0 1 0 0,0 1-1 0 0,0-1 0 0 0,0 1 1 0 0,1 0-1 0 0,0 0 0 0 0,-1 0 1 0 0,-3 6-1 0 0,-2 4-12 0 0,0 0 0 0 0,0 1 0 0 0,-12 28 1 0 0,17-33 38 0 0,1 0 0 0 0,1 0 0 0 0,-1 0 1 0 0,2 1-1 0 0,-1-1 0 0 0,2 1 0 0 0,-2 13 1 0 0,3-22-2 0 0,0-1 0 0 0,0 1 0 0 0,0 0 0 0 0,0-1 0 0 0,0 1 0 0 0,0-1 0 0 0,0 1 0 0 0,0-1 0 0 0,1 1 0 0 0,-1-1 0 0 0,1 1-1 0 0,-1-1 1 0 0,1 1 0 0 0,-1-1 0 0 0,1 0 0 0 0,0 1 0 0 0,0-1 0 0 0,0 0 0 0 0,0 1 0 0 0,0-1 0 0 0,0 0 0 0 0,0 0 0 0 0,0 0 0 0 0,0 0 0 0 0,0 0 0 0 0,1 0 0 0 0,-1 0 0 0 0,0-1 0 0 0,1 1 0 0 0,-1 0 0 0 0,0-1 0 0 0,1 1 0 0 0,-1-1 0 0 0,2 1 0 0 0,0-1-3 0 0,1 0 0 0 0,-1 0 0 0 0,0 0 0 0 0,0-1 0 0 0,0 1 0 0 0,0-1 1 0 0,-1 0-1 0 0,1 0 0 0 0,0 0 0 0 0,0 0 0 0 0,0-1 0 0 0,-1 1 0 0 0,1-1 0 0 0,-1 1 0 0 0,1-1 0 0 0,3-3 0 0 0,37-37 6 0 0,74-94 0 0 0,-103 118-4 0 0,-11 14 2 0 0,3-2 33 0 0,-1-1 0 0 0,0 1 0 0 0,0-1 0 0 0,-1 0 0 0 0,0 0 0 0 0,0-1 0 0 0,-1 1 1 0 0,4-11-1 0 0,-7 18-28 0 0,0 0 0 0 0,0 0 1 0 0,0 0-1 0 0,0 0 0 0 0,0 0 1 0 0,0-1-1 0 0,0 1 0 0 0,0 0 0 0 0,0 0 1 0 0,0 0-1 0 0,1 0 0 0 0,-1 0 1 0 0,0 0-1 0 0,0 0 0 0 0,0 0 1 0 0,0 0-1 0 0,0 0 0 0 0,0 0 0 0 0,0-1 1 0 0,0 1-1 0 0,0 0 0 0 0,-1 0 1 0 0,1 0-1 0 0,0 0 0 0 0,0 0 1 0 0,0 0-1 0 0,0 0 0 0 0,0 0 0 0 0,0 0 1 0 0,0 0-1 0 0,0 0 0 0 0,0-1 1 0 0,0 1-1 0 0,0 0 0 0 0,0 0 1 0 0,0 0-1 0 0,0 0 0 0 0,0 0 0 0 0,0 0 1 0 0,0 0-1 0 0,0 0 0 0 0,-1 0 1 0 0,1 0-1 0 0,0 0 0 0 0,0 0 1 0 0,0 0-1 0 0,0 0 0 0 0,0 0 0 0 0,0 0 1 0 0,0 0-1 0 0,0 0 0 0 0,0 0 1 0 0,0 0-1 0 0,0 0 0 0 0,-1 0 1 0 0,1 0-1 0 0,0 0 0 0 0,0 0 0 0 0,0 0 1 0 0,0 0-1 0 0,-7 5 287 0 0,-5 8-141 0 0,0 6-147 0 0,0 1 0 0 0,1 0 1 0 0,1 1-1 0 0,2 0 1 0 0,0 1-1 0 0,-9 35 0 0 0,-16 140 194 0 0,28-161-89 0 0,1 0 162 0 0,-12 66 469 0 0,14-92-709 0 0,-1-1 0 0 0,0 0-1 0 0,0 0 1 0 0,-1 0 0 0 0,0-1 0 0 0,0 1 0 0 0,-1-1-1 0 0,-8 10 1 0 0,10-15-75 0 0,0 0 0 0 0,0 0 0 0 0,0 0 0 0 0,-1-1 0 0 0,0 0 0 0 0,1 1 0 0 0,-1-1 0 0 0,0 0 0 0 0,0-1 0 0 0,0 1 0 0 0,0-1-1 0 0,0 0 1 0 0,-1 0 0 0 0,1 0 0 0 0,0 0 0 0 0,0-1 0 0 0,-1 0 0 0 0,1 0 0 0 0,0 0 0 0 0,-1 0 0 0 0,1-1 0 0 0,0 0 0 0 0,-1 0 0 0 0,1 0 0 0 0,0 0-1 0 0,0 0 1 0 0,0-1 0 0 0,0 0 0 0 0,0 0 0 0 0,1 0 0 0 0,-1 0 0 0 0,0-1 0 0 0,1 1 0 0 0,0-1 0 0 0,-1 0 0 0 0,1 0 0 0 0,0 0 0 0 0,-3-6 0 0 0,4 5-178 0 0,0 0 0 0 0,1-1 0 0 0,0 0 0 0 0,0 1 0 0 0,0-1 0 0 0,0 0 0 0 0,1 1 0 0 0,-1-1 0 0 0,2 0 0 0 0,-1 0 0 0 0,0 0 0 0 0,1 1 0 0 0,0-1 0 0 0,0 0 0 0 0,0 1 0 0 0,2-6 0 0 0,7-18-5179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26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1 125 6913 0 0,'35'-14'1203'0'0,"-25"9"-66"0"0,1 0 0 0 0,0 1 1 0 0,12-2-1 0 0,-20 5-973 0 0,-1 1 0 0 0,1-1 0 0 0,-1 1-1 0 0,0 0 1 0 0,1 0 0 0 0,-1 0 0 0 0,1 0 0 0 0,-1 0 0 0 0,0 0 0 0 0,1 1 0 0 0,-1-1-1 0 0,0 1 1 0 0,1 0 0 0 0,-1 0 0 0 0,0 0 0 0 0,0 0 0 0 0,0 0 0 0 0,0 0-1 0 0,0 0 1 0 0,2 2 0 0 0,-2-1-60 0 0,0 0-1 0 0,-1 0 0 0 0,0 0 1 0 0,0 0-1 0 0,1 1 1 0 0,-1-1-1 0 0,0 0 0 0 0,-1 1 1 0 0,1-1-1 0 0,0 0 1 0 0,-1 1-1 0 0,1-1 0 0 0,-1 1 1 0 0,0-1-1 0 0,0 1 1 0 0,0-1-1 0 0,0 4 0 0 0,-8 47 349 0 0,6-40-311 0 0,-3 9-49 0 0,3-15-78 0 0,0 0 0 0 0,1 0 0 0 0,0 0-1 0 0,0-1 1 0 0,0 1 0 0 0,1 0 0 0 0,0 0-1 0 0,0 0 1 0 0,1 0 0 0 0,0 0 0 0 0,3 10-1 0 0,-4-16-9 0 0,1 0 1 0 0,0 0-1 0 0,-1-1 0 0 0,1 1 0 0 0,0 0 0 0 0,0 0 0 0 0,-1-1 0 0 0,1 1 0 0 0,0 0 0 0 0,0-1 0 0 0,0 1 0 0 0,0-1 0 0 0,0 1 1 0 0,0-1-1 0 0,0 1 0 0 0,0-1 0 0 0,0 0 0 0 0,0 1 0 0 0,0-1 0 0 0,0 0 0 0 0,1 0 0 0 0,-1 0 0 0 0,0 0 0 0 0,0 0 0 0 0,0 0 1 0 0,0 0-1 0 0,0 0 0 0 0,0-1 0 0 0,0 1 0 0 0,0 0 0 0 0,0-1 0 0 0,0 1 0 0 0,0-1 0 0 0,0 1 0 0 0,2-2 0 0 0,4-1 26 0 0,0-1 0 0 0,0 0 0 0 0,10-7 0 0 0,3-4 34 0 0,-1-1 0 0 0,-1-1 0 0 0,0-1 0 0 0,-1 0 0 0 0,-1-1 0 0 0,-1-1 0 0 0,-1-1 0 0 0,19-35 0 0 0,-29 50-63 0 0,-2 0 0 0 0,1 0 0 0 0,-1-1 0 0 0,0 1 0 0 0,0 0 0 0 0,-1-1 0 0 0,1 1 0 0 0,-2-1 0 0 0,1 0 0 0 0,-1 1 0 0 0,0-1 0 0 0,0 0 0 0 0,0 1 0 0 0,-1-1 0 0 0,-2-8 0 0 0,-10 47 239 0 0,0 27-182 0 0,-10 98-1 0 0,9-45 2 0 0,4-28 42 0 0,7-50-10 0 0,-1 1 0 0 0,-2-1 1 0 0,-10 33-1 0 0,14-62-98 0 0,1-1-1 0 0,-1 0 0 0 0,0 0 0 0 0,0 0 0 0 0,-1 0 0 0 0,1 0 0 0 0,-1-1 0 0 0,0 1 0 0 0,0-1 1 0 0,0 0-1 0 0,0 0 0 0 0,-1 0 0 0 0,1 0 0 0 0,-1 0 0 0 0,0-1 0 0 0,0 1 0 0 0,0-1 1 0 0,0 0-1 0 0,0 0 0 0 0,0-1 0 0 0,0 1 0 0 0,-9 1 0 0 0,10-3 11 0 0,-1 1 0 0 0,0-1 1 0 0,0 0-1 0 0,0 0 0 0 0,0 0 0 0 0,1-1 0 0 0,-1 1 0 0 0,0-1 0 0 0,0 0 1 0 0,1 0-1 0 0,-1 0 0 0 0,1-1 0 0 0,-1 1 0 0 0,1-1 0 0 0,-1 0 0 0 0,1 0 0 0 0,0 0 1 0 0,0 0-1 0 0,0-1 0 0 0,0 1 0 0 0,0-1 0 0 0,1 0 0 0 0,-1 0 0 0 0,1 0 1 0 0,-1 0-1 0 0,1 0 0 0 0,-2-4 0 0 0,1 0 50 0 0,0 0-1 0 0,0 0 1 0 0,0 0-1 0 0,1 0 1 0 0,0-1-1 0 0,1 1 1 0 0,0-1-1 0 0,0 1 1 0 0,0-1-1 0 0,1 1 1 0 0,0-1-1 0 0,2-11 1 0 0,-2 14-27 0 0,1 1 0 0 0,0-1 0 0 0,0 1 1 0 0,0 0-1 0 0,1-1 0 0 0,0 1 0 0 0,-1 0 1 0 0,2 0-1 0 0,-1 0 0 0 0,0 0 0 0 0,1 0 0 0 0,-1 1 1 0 0,1-1-1 0 0,0 1 0 0 0,0 0 0 0 0,1 0 0 0 0,-1 0 1 0 0,1 0-1 0 0,-1 0 0 0 0,1 1 0 0 0,0-1 0 0 0,4-1 1 0 0,68-23-27 0 0,-51 19 0 0 0,0-1 0 0 0,-1-2 0 0 0,0 0 0 0 0,27-17 0 0 0,-48 26-364 0 0,-1 1 0 0 0,1-1 0 0 0,-1-1 0 0 0,1 1 0 0 0,-1 0 0 0 0,0 0 0 0 0,0-1 0 0 0,0 0 0 0 0,0 1 0 0 0,-1-1 0 0 0,1 0 0 0 0,-1 0 1 0 0,1 0-1 0 0,-1 0 0 0 0,0 0 0 0 0,0 0 0 0 0,1-5 0 0 0,-1-3-6176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44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285 159 2304 0 0,'5'-45'5108'0'0,"-4"33"-4296"0"0,-1 0 1 0 0,0-1-1 0 0,-1 1 1 0 0,0 0-1 0 0,-1 0 0 0 0,-5-20 1 0 0,7 32-759 0 0,0-1 0 0 0,0 1 0 0 0,0 0 0 0 0,0-1 0 0 0,0 1 0 0 0,0-1 0 0 0,0 1 0 0 0,0 0 0 0 0,-1-1 0 0 0,1 1 0 0 0,0 0 0 0 0,0-1 0 0 0,0 1 0 0 0,0 0 0 0 0,-1-1 0 0 0,1 1 0 0 0,0 0 0 0 0,0 0 0 0 0,-1-1 0 0 0,1 1 0 0 0,0 0 0 0 0,0 0 0 0 0,-1-1 0 0 0,1 1 0 0 0,0 0 0 0 0,-1 0 0 0 0,1 0 0 0 0,0 0 0 0 0,-1 0 0 0 0,1-1 0 0 0,-1 1 0 0 0,1 0 0 0 0,0 0 0 0 0,-1 0 0 0 0,1 0 0 0 0,0 0 0 0 0,-1 0 0 0 0,1 0 0 0 0,0 0 0 0 0,-1 0 0 0 0,1 0 0 0 0,-1 0 0 0 0,1 0 0 0 0,0 1 0 0 0,-1-1 0 0 0,1 0 0 0 0,0 0 0 0 0,-1 0 0 0 0,1 0 0 0 0,0 1 0 0 0,-1-1 0 0 0,1 0 0 0 0,0 0 0 0 0,0 1 0 0 0,-1-1 0 0 0,1 0 0 0 0,0 0 1 0 0,0 1-1 0 0,-1-1 0 0 0,1 0 0 0 0,0 1 0 0 0,0-1 0 0 0,0 0 0 0 0,0 1 0 0 0,0-1 0 0 0,-1 1 0 0 0,-10 19 734 0 0,11-20-844 0 0,-4 13 179 0 0,0 0-1 0 0,1 1 0 0 0,1-1 1 0 0,0 1-1 0 0,0 26 0 0 0,-1-1 162 0 0,-7 60 118 0 0,-23 343 143 0 0,30-282-499 0 0,-28 431-39 0 0,-50-66 644 0 0,48-321-312 0 0,-6 237-1 0 0,37 331-226 0 0,9-589-103 0 0,30 419 46 0 0,-21-159-14 0 0,-13-208-18 0 0,8-132-23 0 0,-1-22 0 0 0,-7-59 0 0 0,7 30 0 0 0,2 12 0 0 0,-10-52 0 0 0,9 149 1 0 0,-6-96-2 0 0,-9-83-1153 0 0,4 18 1149 0 0,0 0 0 0 0,0 0 1 0 0,-1-1-1 0 0,1 1 1 0 0,0 0-1 0 0,0-1 0 0 0,0 1 1 0 0,-1 0-1 0 0,1 0 1 0 0,0 0-1 0 0,0-1 0 0 0,-1 1 1 0 0,1 0-1 0 0,0 0 1 0 0,-1 0-1 0 0,1 0 0 0 0,0 0 1 0 0,0-1-1 0 0,-1 1 1 0 0,1 0-1 0 0,0 0 0 0 0,-1 0 1 0 0,1 0-1 0 0,0 0 1 0 0,-1 0-1 0 0,1 0 0 0 0,0 0 1 0 0,-1 0-1 0 0,1 0 1 0 0,0 0-1 0 0,-1 0 0 0 0,1 1 1 0 0,0-1-1 0 0,-1 0 1 0 0,1 0-1 0 0,0 0 0 0 0,-1 0 1 0 0,1 0-1 0 0,0 1 1 0 0,0-1-1 0 0,-1 0 0 0 0,1 0 1 0 0,0 0-1 0 0,0 1 1 0 0,0-1-1 0 0,-1 0 0 0 0,1 0 1 0 0,0 1-1 0 0,0-1 1 0 0,-1 1-1 0 0,2 1 2 0 0,-1 1 1 0 0,1-1-1 0 0,0 0 1 0 0,-1 1-1 0 0,1-1 0 0 0,0 0 1 0 0,0 0-1 0 0,1 1 1 0 0,-1-1-1 0 0,0 0 1 0 0,1 0-1 0 0,-1 0 0 0 0,1 0 1 0 0,-1-1-1 0 0,1 1 1 0 0,0 0-1 0 0,0-1 0 0 0,0 1 1 0 0,0-1-1 0 0,0 1 1 0 0,0-1-1 0 0,1 0 1 0 0,-1 0-1 0 0,0 0 0 0 0,0 0 1 0 0,1-1-1 0 0,-1 1 1 0 0,5 0-1 0 0,30 4 153 0 0,1-3 0 0 0,0 0 0 0 0,57-6 0 0 0,7-1 72 0 0,-83 6-263 0 0,-1 0 0 0 0,0 2 1 0 0,1-1-1 0 0,-1 2 0 0 0,26 9 1 0 0,-36-9-48 0 0,-7-3 85 0 0,1 0 0 0 0,-1 0 0 0 0,1-1-1 0 0,-1 1 1 0 0,1 0 0 0 0,0-1 0 0 0,-1 1-1 0 0,1-1 1 0 0,0 0 0 0 0,0 0 0 0 0,-1 1 0 0 0,3-1-1 0 0,-5-1-51 0 0,1 1-1 0 0,-1 0 0 0 0,1-1 0 0 0,-1 1 1 0 0,1 0-1 0 0,-1-1 0 0 0,1 1 0 0 0,0-1 1 0 0,-1 1-1 0 0,1-1 0 0 0,-1 1 0 0 0,1-1 1 0 0,0 1-1 0 0,-1-1 0 0 0,1 1 0 0 0,0-1 1 0 0,0 1-1 0 0,0-1 0 0 0,-1 1 1 0 0,1-1-1 0 0,0 0 0 0 0,0 1 0 0 0,0-1 1 0 0,0 1-1 0 0,0-2 0 0 0,-4-8-46 0 0,1 3 39 0 0,0 0 0 0 0,1 0 0 0 0,0 0 1 0 0,0 0-1 0 0,0 0 0 0 0,1-1 0 0 0,0 1 0 0 0,0 0 0 0 0,1-1 0 0 0,1-14 0 0 0,-3-25 327 0 0,-2-1-27 0 0,3-69-1 0 0,2 68 253 0 0,-7-67 0 0 0,0 42-36 0 0,4 0-1 0 0,9-95 1 0 0,-1 50-176 0 0,-8-117 274 0 0,1-29-51 0 0,33-121-425 0 0,1 34-75 0 0,-18 103 0 0 0,-9 127 0 0 0,-2-141 136 0 0,2-165 92 0 0,-7 281-171 0 0,3-12 14 0 0,-3-141 69 0 0,1 183-140 0 0,21-163 0 0 0,-3 86 0 0 0,-15-11-86 0 0,-2 53 17 0 0,-3-20-104 0 0,3-40-43 0 0,-2 173 59 0 0,0 33 113 0 0,1 1 0 0 0,-1-1 0 0 0,1 0 0 0 0,1 0 0 0 0,-1 0 0 0 0,1 0 0 0 0,0 1 0 0 0,0-1 1 0 0,1 0-1 0 0,4-10 0 0 0,-2 12-20 0 0,-3 4 57 0 0,0-1-1 0 0,0 1 1 0 0,-1-1 0 0 0,1 1-1 0 0,0-1 1 0 0,0 1 0 0 0,-1-1-1 0 0,1 0 1 0 0,-1 1-1 0 0,1-1 1 0 0,-1 0 0 0 0,1 1-1 0 0,-1-1 1 0 0,1 0 0 0 0,-1 0-1 0 0,1 0 1 0 0,-1 1 0 0 0,0-1-1 0 0,0 0 1 0 0,1 0 0 0 0,-1 0-1 0 0,0 0 1 0 0,0-1 0 0 0,-1-2 16 0 0,0 0 0 0 0,0 1 1 0 0,-1-1-1 0 0,1 0 0 0 0,-1 1 0 0 0,0 0 1 0 0,0-1-1 0 0,0 1 0 0 0,-1 0 1 0 0,1 0-1 0 0,-1 0 0 0 0,0 0 1 0 0,1 1-1 0 0,-1-1 0 0 0,-4-2 1 0 0,0 1 10 0 0,0 0 1 0 0,0 0 0 0 0,0 1 0 0 0,-1 0 0 0 0,1 0 0 0 0,-1 1 0 0 0,-10-2 0 0 0,-181-21 116 0 0,4 1-22 0 0,157 19-225 0 0,25 4 9 0 0,1-1 1 0 0,-1-1-1 0 0,-22-6 1 0 0,35 9 72 0 0,0 0 1 0 0,-1-1-1 0 0,1 1 1 0 0,0 0-1 0 0,0 0 1 0 0,0 0 0 0 0,0 0-1 0 0,-1 0 1 0 0,1-1-1 0 0,0 1 1 0 0,0 0-1 0 0,0 0 1 0 0,0 0 0 0 0,0-1-1 0 0,0 1 1 0 0,0 0-1 0 0,0 0 1 0 0,0 0-1 0 0,0-1 1 0 0,-1 1 0 0 0,1 0-1 0 0,0 0 1 0 0,0 0-1 0 0,0-1 1 0 0,0 1-1 0 0,0 0 1 0 0,0 0 0 0 0,1 0-1 0 0,-1-1 1 0 0,0 1-1 0 0,0 0 1 0 0,0 0-1 0 0,0 0 1 0 0,0-1 0 0 0,0 1-1 0 0,0 0 1 0 0,0 0-1 0 0,0 0 1 0 0,0 0-1 0 0,1-1 1 0 0,-1 1 0 0 0,0 0-1 0 0,0 0 1 0 0,0 0-1 0 0,0 0 1 0 0,1 0-1 0 0,-1-1 1 0 0,0 1 0 0 0,0 0-1 0 0,0 0 1 0 0,0 0-1 0 0,1 0 1 0 0,11-9-5064 0 0,-11 8 4321 0 0,8-5-5350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19:53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41 2304 0 0,'-3'-4'701'0'0,"-1"0"-1"0"0,1 0 1 0 0,-1 1-1 0 0,0 0 1 0 0,0 0-1 0 0,-1 0 1 0 0,1 0-1 0 0,-1 0 1 0 0,1 1-1 0 0,-1 0 1 0 0,0 0-1 0 0,-9-2 0 0 0,13 4-608 0 0,1 1-1 0 0,-1-1 0 0 0,0 1 0 0 0,0 0 0 0 0,0-1 0 0 0,1 1 0 0 0,-1 0 0 0 0,0-1 0 0 0,1 1 0 0 0,-1 0 0 0 0,1 0 0 0 0,-1-1 0 0 0,1 1 0 0 0,-1 0 1 0 0,1 0-1 0 0,-1 0 0 0 0,1 0 0 0 0,0 0 0 0 0,0 0 0 0 0,-1 0 0 0 0,1 0 0 0 0,0 0 0 0 0,0 0 0 0 0,0 1 0 0 0,-3 27 1 0 0,6 32-59 0 0,20 108 0 0 0,-6-56-19 0 0,52 588-3 0 0,-59-626 70 0 0,-5-47-63 0 0,1 45 0 0 0,-8-59 129 0 0,2-14-155 0 0,0 0 1 0 0,-1 0 0 0 0,1 0-1 0 0,0 1 1 0 0,0-1 0 0 0,0 0-1 0 0,0 0 1 0 0,0 0 0 0 0,0 0-1 0 0,-1 1 1 0 0,1-1 0 0 0,0 0-1 0 0,0 0 1 0 0,0 0 0 0 0,0 0-1 0 0,-1 0 1 0 0,1 1 0 0 0,0-1-1 0 0,0 0 1 0 0,0 0 0 0 0,-1 0-1 0 0,1 0 1 0 0,0 0 0 0 0,0 0 0 0 0,0 0-1 0 0,-1 0 1 0 0,1 0 0 0 0,0 0-1 0 0,0 0 1 0 0,-1 0 0 0 0,1 0-1 0 0,0 0 1 0 0,0 0 0 0 0,0 0-1 0 0,-1 0 1 0 0,1 0 0 0 0,0 0-1 0 0,0 0 1 0 0,0 0 0 0 0,-1-1-1 0 0,1 1 1 0 0,0 0 0 0 0,0 0-1 0 0,0 0 1 0 0,-1 0 0 0 0,1 0-1 0 0,0-1 1 0 0,0 1 0 0 0,0 0 0 0 0,0 0-1 0 0,0 0 1 0 0,-1 0 0 0 0,1-1-1 0 0,0 1 1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19:54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38 7202 0 0,'-4'-4'70'0'0,"-22"-20"1225"0"0,25 23-1160 0 0,0 0 0 0 0,0 0 0 0 0,-1 1 0 0 0,1-1 1 0 0,0 0-1 0 0,-1 0 0 0 0,1 1 0 0 0,0-1 1 0 0,-1 1-1 0 0,1-1 0 0 0,-1 1 0 0 0,1-1 0 0 0,-1 1 1 0 0,1 0-1 0 0,-1 0 0 0 0,0 0 0 0 0,1 0 1 0 0,-3 0-1 0 0,3 1-104 0 0,0 0 1 0 0,1-1-1 0 0,-1 1 1 0 0,0 0 0 0 0,1-1-1 0 0,-1 1 1 0 0,1 0-1 0 0,-1 0 1 0 0,1 0-1 0 0,0 0 1 0 0,-1-1 0 0 0,1 1-1 0 0,0 0 1 0 0,0 0-1 0 0,0 0 1 0 0,-1 0-1 0 0,1 0 1 0 0,0 0 0 0 0,0 0-1 0 0,0 0 1 0 0,0 0-1 0 0,1 1 1 0 0,2 24 318 0 0,25 115 308 0 0,-13-69-608 0 0,11 115 1 0 0,-22-111-15 0 0,9 104-20 0 0,-13-178-32 0 0,0-1 0 0 0,0 1 1 0 0,0-1-1 0 0,1 1 1 0 0,-1-1-1 0 0,1 1 0 0 0,-1-1 1 0 0,1 1-1 0 0,-1-1 0 0 0,1 1 1 0 0,0-1-1 0 0,-1 0 0 0 0,1 1 1 0 0,0-1-1 0 0,0 0 0 0 0,0 0 1 0 0,0 1-1 0 0,0-1 0 0 0,1 0 1 0 0,-1 0-1 0 0,2 1 0 0 0,-2-2 19 0 0,0 0-1 0 0,0 0 1 0 0,0 0-1 0 0,0 0 0 0 0,0-1 1 0 0,1 1-1 0 0,-1 0 0 0 0,0 0 1 0 0,0-1-1 0 0,0 1 1 0 0,0-1-1 0 0,0 1 0 0 0,0-1 1 0 0,0 1-1 0 0,0-1 0 0 0,0 1 1 0 0,0-1-1 0 0,0 0 1 0 0,-1 0-1 0 0,1 1 0 0 0,0-1 1 0 0,0 0-1 0 0,-1 0 0 0 0,1 0 1 0 0,0 0-1 0 0,-1 0 1 0 0,1 0-1 0 0,-1 0 0 0 0,1 0 1 0 0,-1-1-1 0 0,9-15 116 0 0,-1 0 0 0 0,0-1-1 0 0,-1 0 1 0 0,4-20 0 0 0,14-78 291 0 0,-22 95-348 0 0,17-141 236 0 0,-9 55-2 0 0,-9 93-147 0 0,0 0 0 0 0,1 0 0 0 0,1 0 0 0 0,0 0 0 0 0,11-24 0 0 0,-13 39-129 0 0,-1 1 0 0 0,0-1-1 0 0,0 0 1 0 0,0 1-1 0 0,0-1 1 0 0,0 1 0 0 0,-1 0-1 0 0,1-1 1 0 0,0 1-1 0 0,-1 0 1 0 0,1-1 0 0 0,-1 1-1 0 0,1 2 1 0 0,0-1-8 0 0,12 46-59 0 0,-2 1-1 0 0,-2 0 1 0 0,5 90-1 0 0,0 0-45 0 0,-13-126 74 0 0,1 3-54 0 0,1 0 0 0 0,1 0-1 0 0,7 24 1 0 0,-10-38 65 0 0,0 0 1 0 0,0 0-1 0 0,0 0 0 0 0,1 0 0 0 0,-1 0 1 0 0,1-1-1 0 0,0 1 0 0 0,0 0 0 0 0,0-1 1 0 0,0 1-1 0 0,0-1 0 0 0,0 0 0 0 0,1 0 0 0 0,-1 1 1 0 0,1-2-1 0 0,0 1 0 0 0,-1 0 0 0 0,1 0 1 0 0,0-1-1 0 0,0 0 0 0 0,0 1 0 0 0,0-1 1 0 0,0 0-1 0 0,7 1 0 0 0,-7-3 35 0 0,1 1-1 0 0,0-1 0 0 0,0 1 1 0 0,-1-1-1 0 0,1 0 0 0 0,-1 0 1 0 0,1-1-1 0 0,-1 1 1 0 0,1-1-1 0 0,-1 1 0 0 0,0-1 1 0 0,0 0-1 0 0,0 0 0 0 0,0-1 1 0 0,0 1-1 0 0,0-1 1 0 0,0 1-1 0 0,-1-1 0 0 0,1 0 1 0 0,-1 0-1 0 0,0 0 1 0 0,2-5-1 0 0,6-7 147 0 0,-2-1 1 0 0,1 0-1 0 0,5-20 1 0 0,-7 15 8 0 0,0 1-1 0 0,-2-1 1 0 0,-1 0 0 0 0,-1 0 0 0 0,0-1-1 0 0,-2 1 1 0 0,-2-43 0 0 0,-6-3 426 0 0,-19-79-1 0 0,5 31-322 0 0,18 100-290 0 0,2 21-302 0 0,4 26-821 0 0,1-17-487 0 0,2 3-4175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19:55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243 119 8498 0 0,'-48'-44'3386'0'0,"-14"-13"-1178"0"0,61 55-2156 0 0,0 1 0 0 0,-1-1-1 0 0,1 1 1 0 0,0 0-1 0 0,-1 0 1 0 0,1-1-1 0 0,-1 1 1 0 0,0 0 0 0 0,1 0-1 0 0,-1 0 1 0 0,0 1-1 0 0,0-1 1 0 0,1 0 0 0 0,-1 1-1 0 0,0-1 1 0 0,0 1-1 0 0,-2-1 1 0 0,2 1-39 0 0,1 1 0 0 0,0-1 0 0 0,-1 0 0 0 0,1 1 0 0 0,-1-1 0 0 0,1 1-1 0 0,0 0 1 0 0,0-1 0 0 0,-1 1 0 0 0,1 0 0 0 0,0 0 0 0 0,0 0 0 0 0,0 0 0 0 0,0 0 0 0 0,0 0 0 0 0,0 0 0 0 0,0 0 0 0 0,0 1 0 0 0,0-1 0 0 0,0 0-1 0 0,1 0 1 0 0,-1 1 0 0 0,0 1 0 0 0,-11 25-62 0 0,2 1-1 0 0,2 0 1 0 0,0 1 0 0 0,-4 37-1 0 0,8-47 40 0 0,-4 29-35 0 0,2-1 1 0 0,1 1-1 0 0,3 0 1 0 0,7 82-1 0 0,-4-127 45 0 0,-1 1 0 0 0,1-1 0 0 0,0 1 0 0 0,0-1 0 0 0,1 1 0 0 0,-1-1 0 0 0,1 0 0 0 0,0 0 0 0 0,0 0 0 0 0,4 4 0 0 0,-6-7 0 0 0,1 0 0 0 0,0 0 0 0 0,-1-1 0 0 0,1 1 0 0 0,0 0 0 0 0,0-1 0 0 0,0 1 0 0 0,0 0 0 0 0,0-1 0 0 0,0 1 0 0 0,0-1 0 0 0,0 0 0 0 0,0 1 0 0 0,0-1 0 0 0,0 0 0 0 0,0 1 0 0 0,0-1 0 0 0,1 0 0 0 0,0 0 0 0 0,0 0 0 0 0,-1-1 0 0 0,1 1 0 0 0,0-1 0 0 0,-1 1 0 0 0,1-1 0 0 0,-1 0 0 0 0,1 1 0 0 0,-1-1 0 0 0,1 0 0 0 0,-1 0 0 0 0,1 0 0 0 0,-1 0 0 0 0,3-3 0 0 0,3-3 26 0 0,0-1 0 0 0,0 0 0 0 0,0-1 0 0 0,-1 0 0 0 0,9-17 1 0 0,20-54 456 0 0,-28 63-371 0 0,2-6 1 0 0,0-1 0 0 0,-2 1 0 0 0,4-29 0 0 0,-9 38-77 0 0,0 1 0 0 0,-1-1 0 0 0,-1 1 1 0 0,0-1-1 0 0,-1 1 0 0 0,0-1 1 0 0,-4-17-1 0 0,0 22 75 0 0,1 14 73 0 0,1 16-76 0 0,4 64-332 0 0,17 124 1 0 0,-15-192 30 0 0,0 0 1 0 0,1-1-1 0 0,1 1 1 0 0,0-1-1 0 0,14 28 1 0 0,-9-26-319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19:55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9154 0 0,'0'0'30'0'0,"0"0"0"0"0,0 0 0 0 0,0 0 0 0 0,0 0 0 0 0,0 0 0 0 0,0-1-1 0 0,0 1 1 0 0,1 0 0 0 0,-1 0 0 0 0,0 0 0 0 0,0 0 0 0 0,0 0 0 0 0,0 0 0 0 0,0 0 0 0 0,0 0 0 0 0,0 0 0 0 0,1 0 0 0 0,-1-1 0 0 0,0 1 0 0 0,0 0 0 0 0,0 0-1 0 0,0 0 1 0 0,0 0 0 0 0,0 0 0 0 0,1 0 0 0 0,-1 0 0 0 0,0 0 0 0 0,0 0 0 0 0,0 0 0 0 0,0 0 0 0 0,0 0 0 0 0,1 0 0 0 0,-1 0 0 0 0,0 0 0 0 0,0 0 0 0 0,0 0 0 0 0,0 1-1 0 0,0-1 1 0 0,0 0 0 0 0,1 0 0 0 0,-1 0 0 0 0,0 0 0 0 0,0 0 0 0 0,0 0 0 0 0,0 0 0 0 0,0 0 0 0 0,0 0 0 0 0,0 1 0 0 0,0-1 0 0 0,1 0 0 0 0,-1 0 0 0 0,0 0-1 0 0,0 0 1 0 0,0 0 0 0 0,0 0 0 0 0,0 1 0 0 0,7 12 662 0 0,3 17-81 0 0,-6-7-291 0 0,-2-1 0 0 0,0 1 1 0 0,-3 40-1 0 0,-14 68 270 0 0,12-120-523 0 0,0 11 96 0 0,3-27-159 0 0,1 0-1 0 0,-1 0 0 0 0,1 0 1 0 0,0 0-1 0 0,0 0 1 0 0,1 0-1 0 0,-1 0 0 0 0,1 0 1 0 0,0 0-1 0 0,1 1 0 0 0,3-6 1 0 0,2-8-71 0 0,14-38 100 0 0,-3-2 1 0 0,20-105 0 0 0,-38 159-7 0 0,10-38 420 0 0,-10 41-410 0 0,-1-1 0 0 0,0 1 0 0 0,1 0 0 0 0,-1-1 0 0 0,1 1 0 0 0,-1 0 0 0 0,1 0 0 0 0,0 0 0 0 0,-1 0 1 0 0,1 0-1 0 0,0 0 0 0 0,0 0 0 0 0,0 0 0 0 0,0 0 0 0 0,0 0 0 0 0,0 0 0 0 0,0 0 0 0 0,0 0 0 0 0,0 1 1 0 0,0-1-1 0 0,1 0 0 0 0,-1 1 0 0 0,0-1 0 0 0,0 1 0 0 0,1 0 0 0 0,-1-1 0 0 0,2 1 0 0 0,-2 0-6 0 0,1 1 0 0 0,-1-1-1 0 0,0 1 1 0 0,1 0-1 0 0,-1 0 1 0 0,0-1 0 0 0,0 1-1 0 0,0 0 1 0 0,1 0-1 0 0,-1 0 1 0 0,0 0-1 0 0,0 0 1 0 0,0 1 0 0 0,-1-1-1 0 0,1 0 1 0 0,0 0-1 0 0,0 1 1 0 0,-1-1 0 0 0,2 3-1 0 0,10 30 123 0 0,-10-28-95 0 0,15 60 212 0 0,15 128 1 0 0,-19-95-194 0 0,-13-98-121 0 0,1 1 0 0 0,-1-1 1 0 0,0 0-1 0 0,0 0 1 0 0,1 0-1 0 0,-1 0 0 0 0,0 0 1 0 0,1 0-1 0 0,-1 0 1 0 0,1 0-1 0 0,-1 0 0 0 0,1 0 1 0 0,0 0-1 0 0,-1 0 1 0 0,1 0-1 0 0,0-1 0 0 0,1 2 1 0 0,-2-2-134 0 0,1 0 1 0 0,-1 0-1 0 0,1 0 1 0 0,-1 0-1 0 0,1 0 0 0 0,-1 0 1 0 0,1 0-1 0 0,-1 0 1 0 0,1 0-1 0 0,0 0 0 0 0,-1-1 1 0 0,1 1-1 0 0,-1 0 1 0 0,1 0-1 0 0,-1 0 0 0 0,0-1 1 0 0,1 1-1 0 0,-1 0 1 0 0,1-1-1 0 0,-1 1 0 0 0,1 0 1 0 0,-1-1-1 0 0,0 1 1 0 0,1-1-1 0 0,-1 1 0 0 0,0-1 1 0 0,1 1-1 0 0,-1 0 1 0 0,0-1-1 0 0,0 1 0 0 0,1-1 1 0 0,-1 1-1 0 0,0-1 1 0 0,0 0-1 0 0,0 1 0 0 0,0-2 1 0 0,5-7-4140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19:55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42 9874 0 0,'1'-41'2559'0'0,"-15"58"-1041"0"0,3 11-1376 0 0,1 1 0 0 0,1-1 0 0 0,1 2 0 0 0,2-1-1 0 0,0 1 1 0 0,0 31 0 0 0,3-12 81 0 0,3 0 0 0 0,1 1 0 0 0,9 51-1 0 0,-9-96-225 0 0,3 25-296 0 0,11 36-1 0 0,-13-59 246 0 0,0 0 0 0 0,0 0 1 0 0,1-1-1 0 0,0 1 0 0 0,0-1 0 0 0,1 0 0 0 0,-1 0 0 0 0,1 0 1 0 0,1 0-1 0 0,-1-1 0 0 0,7 7 0 0 0,-9-11-2 0 0,1 0 0 0 0,-1 0 0 0 0,0-1 0 0 0,0 1 0 0 0,0 0 0 0 0,0-1 0 0 0,0 0-1 0 0,1 1 1 0 0,-1-1 0 0 0,0 0 0 0 0,0 0 0 0 0,0 0 0 0 0,1-1 0 0 0,-1 1 0 0 0,0-1 0 0 0,0 1 0 0 0,0-1 0 0 0,0 1 0 0 0,0-1 0 0 0,0 0-1 0 0,0 0 1 0 0,0 0 0 0 0,0 0 0 0 0,0-1 0 0 0,0 1 0 0 0,-1 0 0 0 0,1-1 0 0 0,0 1 0 0 0,-1-1 0 0 0,1 0 0 0 0,-1 1 0 0 0,0-1 0 0 0,1 0-1 0 0,-1 0 1 0 0,0 0 0 0 0,0 0 0 0 0,0 0 0 0 0,-1 0 0 0 0,2-3 0 0 0,-3-7-806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19:56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7 112 2304 0 0,'0'0'66'0'0,"0"0"-1"0"0,-1 0 0 0 0,1 0 0 0 0,0 0 0 0 0,-1 0 0 0 0,1 0 0 0 0,0 1 1 0 0,0-1-1 0 0,-1 0 0 0 0,1 0 0 0 0,0 0 0 0 0,0 0 0 0 0,-1 0 0 0 0,1 0 1 0 0,0 1-1 0 0,0-1 0 0 0,-1 0 0 0 0,1 0 0 0 0,0 1 0 0 0,0-1 0 0 0,0 0 0 0 0,-1 0 1 0 0,1 0-1 0 0,0 1 0 0 0,0-1 0 0 0,0 0 0 0 0,0 1 0 0 0,0-1 0 0 0,0 0 1 0 0,0 0-1 0 0,0 1 0 0 0,0-1 0 0 0,-1 1 0 0 0,9 7 2296 0 0,20 6 167 0 0,-25-13-2714 0 0,10 4 530 0 0,-1 0 0 0 0,1-1 0 0 0,1-1 0 0 0,-1 0 0 0 0,0-1 0 0 0,1 0 0 0 0,-1-1 0 0 0,1-1 1 0 0,-1 0-1 0 0,1-1 0 0 0,24-4 0 0 0,-16 0 286 0 0,-1-1 1 0 0,1-1-1 0 0,-2 0 0 0 0,1-2 1 0 0,-1 0-1 0 0,29-19 1 0 0,-48 27-617 0 0,0 1 1 0 0,0-1-1 0 0,1 1 1 0 0,-1-1-1 0 0,0 0 1 0 0,0 1-1 0 0,0-1 1 0 0,0 0-1 0 0,0 0 1 0 0,0 0-1 0 0,0 1 1 0 0,-1-1-1 0 0,1 0 1 0 0,0 0-1 0 0,0 0 1 0 0,-1-1-1 0 0,1 1 1 0 0,0 0-1 0 0,-1 0 1 0 0,0 0-1 0 0,1 0 1 0 0,-1-1-1 0 0,1 1 1 0 0,-1 0-1 0 0,0 0 1 0 0,0-1-1 0 0,0 1 1 0 0,0 0 0 0 0,0 0-1 0 0,0-2 1 0 0,-2-1-158 0 0,0 0 1 0 0,0 1-1 0 0,0-1 1 0 0,-1 1 0 0 0,0 0-1 0 0,1-1 1 0 0,-1 1-1 0 0,-4-3 1 0 0,6 5 59 0 0,-12-14-4998 0 0,8 7 10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19:56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31 9674 0 0,'-7'-7'638'0'0,"-12"-16"2789"0"0,12 35-3670 0 0,2 13 357 0 0,1 0-1 0 0,2 0 0 0 0,0 0 1 0 0,3 31-1 0 0,-1-28-96 0 0,-22 597 925 0 0,20-587-865 0 0,0 31 123 0 0,1-21-175 0 0,-2 1-1 0 0,-18 87 1 0 0,18-132-1305 0 0,0-10-3034 0 0,0-1 88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19:57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7834 0 0,'2'-4'156'0'0,"1"0"-1"0"0,0 0 1 0 0,-1 0 0 0 0,2 1 0 0 0,-1-1 0 0 0,0 1 0 0 0,1-1 0 0 0,-1 1 0 0 0,8-4 0 0 0,39-21 1298 0 0,-35 21-1191 0 0,-1-1-45 0 0,0 1 0 0 0,1 1-1 0 0,-1 1 1 0 0,1 0 0 0 0,24-4-1 0 0,-34 8-89 0 0,1 0-1 0 0,0 1 0 0 0,-1 0 0 0 0,1 0 1 0 0,-1 0-1 0 0,1 1 0 0 0,0 0 0 0 0,-1 0 0 0 0,1 0 1 0 0,-1 0-1 0 0,0 1 0 0 0,1 0 0 0 0,-1 1 1 0 0,0-1-1 0 0,0 1 0 0 0,0 0 0 0 0,-1 0 1 0 0,9 7-1 0 0,-2-1 4 0 0,-1 1 0 0 0,0 1-1 0 0,-1 0 1 0 0,0 0 0 0 0,0 1 0 0 0,-1 0 0 0 0,-1 1 0 0 0,7 15 0 0 0,-11-22-77 0 0,-1 1 0 0 0,1 0-1 0 0,-1 0 1 0 0,-1 0 0 0 0,0 0 0 0 0,0 0 0 0 0,0 1 0 0 0,-1-1 0 0 0,0 0 0 0 0,0 0 0 0 0,0 1-1 0 0,-1-1 1 0 0,-1 0 0 0 0,1 0 0 0 0,-1 0 0 0 0,0 0 0 0 0,-1 0 0 0 0,-3 7 0 0 0,-27 47 131 0 0,-65 88 0 0 0,82-129-276 0 0,0-1-1 0 0,-21 17 1 0 0,20-20-27 0 0,1 1 0 0 0,-26 34 0 0 0,41-48-297 0 0,3-4 7 0 0,7-7-331 0 0,11-13-50 0 0,17-31-3679 0 0,-22 30 174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19:57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3225 0 0,'1'0'138'0'0,"0"0"1"0"0,0 0-1 0 0,-1 0 1 0 0,1 0-1 0 0,0 0 1 0 0,0 1-1 0 0,0-1 0 0 0,-1 0 1 0 0,1 0-1 0 0,0 1 1 0 0,0-1-1 0 0,-1 1 1 0 0,1-1-1 0 0,0 1 1 0 0,0-1-1 0 0,-1 1 1 0 0,1-1-1 0 0,-1 1 1 0 0,1 0-1 0 0,-1-1 1 0 0,1 1-1 0 0,-1 0 1 0 0,1 0-1 0 0,1 2 254 0 0,-1-1 1 0 0,0 1-1 0 0,0-1 0 0 0,-1 1 0 0 0,1 0 1 0 0,-1-1-1 0 0,1 5 0 0 0,0 5 467 0 0,-1-1-1 0 0,-3 18 1 0 0,3-28-902 0 0,-25 135 2417 0 0,16-99-2118 0 0,2 0 1 0 0,1 1 0 0 0,-1 42-1 0 0,7-80-250 0 0,1 22-112 0 0,2-37-2270 0 0,0-19-854 0 0,3 9 1567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19:57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2761 0 0,'0'-1'122'0'0,"0"1"1"0"0,1-1 0 0 0,-1 1 0 0 0,0 0 0 0 0,1-1-1 0 0,-1 1 1 0 0,1 0 0 0 0,-1 0 0 0 0,0-1 0 0 0,1 1-1 0 0,-1 0 1 0 0,1 0 0 0 0,-1 0 0 0 0,1 0 0 0 0,-1-1-1 0 0,0 1 1 0 0,1 0 0 0 0,-1 0 0 0 0,1 0 0 0 0,-1 0-1 0 0,1 0 1 0 0,-1 0 0 0 0,1 0 0 0 0,-1 0 0 0 0,1 0-1 0 0,-1 0 1 0 0,1 0 0 0 0,-1 1 0 0 0,1-1 0 0 0,0 0-1 0 0,10 15 2458 0 0,4 30-182 0 0,-12-35-2164 0 0,12 38 661 0 0,-8-22-1101 0 0,1 0 1 0 0,22 46-1 0 0,-23-60-104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19:58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7370 0 0,'0'0'50'0'0,"-1"2"1348"0"0,8 2 484 0 0,1 3-1499 0 0,-1-1 0 0 0,2-1 1 0 0,-1 1-1 0 0,1-1 0 0 0,-1-1 1 0 0,1 0-1 0 0,1 0 0 0 0,-1-1 1 0 0,0 0-1 0 0,15 3 1 0 0,16 5 110 0 0,-37-10-459 0 0,1 0-1 0 0,-1 1 1 0 0,0-1-1 0 0,0 1 1 0 0,0-1-1 0 0,0 1 1 0 0,0 0-1 0 0,-1 0 1 0 0,1 0-1 0 0,2 3 1 0 0,-4-4-37 0 0,0 0 0 0 0,0 0 0 0 0,-1 0-1 0 0,1 1 1 0 0,0-1 0 0 0,-1 0 0 0 0,1 1 0 0 0,-1-1 0 0 0,0 0 0 0 0,1 1 0 0 0,-1-1-1 0 0,0 0 1 0 0,0 1 0 0 0,0-1 0 0 0,0 0 0 0 0,0 1 0 0 0,0-1 0 0 0,0 1 0 0 0,0-1-1 0 0,-1 0 1 0 0,1 1 0 0 0,-1-1 0 0 0,1 0 0 0 0,-1 1 0 0 0,1-1 0 0 0,-1 0-1 0 0,-1 2 1 0 0,-14 25-347 0 0,-2-2-1 0 0,-1 0 0 0 0,-25 28 0 0 0,17-24 349 0 0,15-15 21 0 0,-33 42-455 0 0,40-50 491 0 0,1 0 0 0 0,-1 0 0 0 0,2 1 0 0 0,-1 0 0 0 0,1-1 0 0 0,-3 13 0 0 0,5-19-49 0 0,1 0 0 0 0,-1 0 0 0 0,1 0-1 0 0,0 0 1 0 0,0 0 0 0 0,0 1 0 0 0,0-1-1 0 0,-1 0 1 0 0,1 0 0 0 0,1 0-1 0 0,-1 0 1 0 0,0 1 0 0 0,0-1 0 0 0,0 0-1 0 0,1 0 1 0 0,-1 0 0 0 0,0 0 0 0 0,1 1-1 0 0,-1-1 1 0 0,1 0 0 0 0,0 0-1 0 0,-1 0 1 0 0,1 0 0 0 0,1 1 0 0 0,-1-2 0 0 0,0 1 0 0 0,0 0 1 0 0,1-1-1 0 0,-1 1 0 0 0,1-1 1 0 0,-1 1-1 0 0,0-1 0 0 0,1 0 1 0 0,-1 0-1 0 0,1 0 0 0 0,-1 1 1 0 0,1-1-1 0 0,-1-1 0 0 0,1 1 1 0 0,-1 0-1 0 0,3-1 0 0 0,5-1 53 0 0,0 0-1 0 0,0-1 1 0 0,-1-1 0 0 0,17-7-1 0 0,7-8-120 0 0,-1-1 1 0 0,0-1-1 0 0,-1-2 0 0 0,-2-1 1 0 0,38-40-1 0 0,-36 35-934 0 0,-9 9-2778 0 0,-7 5-441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19:58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55 1840 0 0,'-4'21'139'0'0,"8"17"5510"0"0,7 0-362 0 0,-1-18-5793 0 0,-9-19 574 0 0,0 1 0 0 0,0-1 0 0 0,1 0 0 0 0,-1 0 1 0 0,0 1-1 0 0,1-1 0 0 0,-1 0 0 0 0,1-1 0 0 0,-1 1 0 0 0,1 0 0 0 0,-1 0 0 0 0,1-1 0 0 0,-1 1 0 0 0,1 0 0 0 0,0-1 0 0 0,-1 0 0 0 0,1 1 0 0 0,0-1 0 0 0,0 0 0 0 0,-1 0 0 0 0,1 0 0 0 0,0 0 0 0 0,-1 0 0 0 0,3-1 0 0 0,8 0 391 0 0,-1-1 0 0 0,18-6 0 0 0,-11 3 52 0 0,-9 3-325 0 0,1 1 0 0 0,0 0 1 0 0,11 0-1 0 0,-19 0-167 0 0,0 1 1 0 0,0 0-1 0 0,-1 0 1 0 0,1 0-1 0 0,0 0 1 0 0,0 1-1 0 0,-1-1 0 0 0,1 0 1 0 0,0 1-1 0 0,-1-1 1 0 0,1 1-1 0 0,0-1 1 0 0,-1 1-1 0 0,1 0 0 0 0,-1 0 1 0 0,1 0-1 0 0,-1 0 1 0 0,1 0-1 0 0,-1 0 1 0 0,0 0-1 0 0,1 0 1 0 0,-1 0-1 0 0,0 1 0 0 0,0-1 1 0 0,0 1-1 0 0,1 1 1 0 0,-2-1-26 0 0,1 0 1 0 0,-1 0-1 0 0,0 0 0 0 0,0 0 1 0 0,0 0-1 0 0,-1 0 1 0 0,1 0-1 0 0,0 0 1 0 0,-1 0-1 0 0,0 0 1 0 0,1 0-1 0 0,-1 0 1 0 0,0 0-1 0 0,0 0 0 0 0,-1 2 1 0 0,-21 29-155 0 0,14-21 105 0 0,-26 37-229 0 0,15-23 238 0 0,1 1-1 0 0,1 1 1 0 0,2 0 0 0 0,-24 57 0 0 0,37-75 102 0 0,-16 54 159 0 0,17-59-213 0 0,1 0 0 0 0,1 1 0 0 0,-1-1-1 0 0,1 0 1 0 0,0 0 0 0 0,0 0 0 0 0,1 0-1 0 0,-1 0 1 0 0,1 0 0 0 0,2 8 0 0 0,-2-12-30 0 0,-1-1 0 0 0,1 1 1 0 0,0 0-1 0 0,0 0 0 0 0,0-1 1 0 0,-1 1-1 0 0,1 0 0 0 0,0-1 1 0 0,0 1-1 0 0,0-1 0 0 0,0 1 1 0 0,0-1-1 0 0,0 0 1 0 0,0 1-1 0 0,0-1 0 0 0,0 0 1 0 0,0 0-1 0 0,0 0 0 0 0,0 0 1 0 0,0 0-1 0 0,0 0 0 0 0,0 0 1 0 0,0 0-1 0 0,0 0 0 0 0,0 0 1 0 0,0 0-1 0 0,0-1 1 0 0,0 1-1 0 0,0 0 0 0 0,0-1 1 0 0,2 0-1 0 0,35-14-220 0 0,-35 13 376 0 0,26-14-258 0 0,0-1 0 0 0,37-30-1 0 0,6-4-1234 0 0,16-9-314 0 0,28-17 55 0 0,-71 50 1309 0 0,49-41 0 0 0,-72 50 531 0 0,0-1-1 0 0,-2-1 0 0 0,34-43 1 0 0,-46 52 282 0 0,0-1 1 0 0,-1 0 0 0 0,9-21 0 0 0,-14 29-306 0 0,0-1 0 0 0,-1 1 0 0 0,1-1-1 0 0,-1 0 1 0 0,0 1 0 0 0,0-1 0 0 0,-1 0 0 0 0,1 0 0 0 0,-1 0 0 0 0,0 0 0 0 0,-1 1 0 0 0,1-1-1 0 0,-3-9 1 0 0,3 14-153 0 0,0-1 0 0 0,0 1-1 0 0,0-1 1 0 0,-1 1 0 0 0,1-1 0 0 0,0 1-1 0 0,0-1 1 0 0,-1 1 0 0 0,1 0-1 0 0,0-1 1 0 0,-1 1 0 0 0,1-1-1 0 0,0 1 1 0 0,-1 0 0 0 0,1-1 0 0 0,-1 1-1 0 0,1 0 1 0 0,-1 0 0 0 0,1-1-1 0 0,-1 1 1 0 0,1 0 0 0 0,-1 0-1 0 0,1 0 1 0 0,-1-1 0 0 0,1 1 0 0 0,-1 0-1 0 0,1 0 1 0 0,-1 0 0 0 0,-17 5 712 0 0,-17 18-107 0 0,34-22-625 0 0,-13 11 55 0 0,1 0 0 0 0,0 1 0 0 0,1 0 0 0 0,1 1 1 0 0,0 1-1 0 0,1 0 0 0 0,-13 23 0 0 0,-47 121-91 0 0,57-127-164 0 0,6-13 182 0 0,0 1 0 0 0,-5 22 0 0 0,11-36-4 0 0,0-1 0 0 0,0 0 0 0 0,0 1 0 0 0,1-1 0 0 0,0 0 0 0 0,0 1 0 0 0,0-1 1 0 0,1 0-1 0 0,0 1 0 0 0,0-1 0 0 0,0 0 0 0 0,1 0 0 0 0,3 9 0 0 0,-4-12 1 0 0,1 0 0 0 0,-1 0 0 0 0,1-1-1 0 0,0 1 1 0 0,0 0 0 0 0,0-1 0 0 0,0 1 0 0 0,0-1 0 0 0,0 1-1 0 0,0-1 1 0 0,0 0 0 0 0,1 0 0 0 0,-1 0 0 0 0,0 0 0 0 0,1-1-1 0 0,-1 1 1 0 0,1 0 0 0 0,-1-1 0 0 0,1 0 0 0 0,-1 0 0 0 0,1 1 0 0 0,2-2-1 0 0,0 1-20 0 0,0 0-1 0 0,0 0 0 0 0,1-1 1 0 0,-1 0-1 0 0,0 0 0 0 0,0 0 1 0 0,-1-1-1 0 0,1 1 0 0 0,9-5 1 0 0,-2-3 29 0 0,0 0 0 0 0,-1 0 0 0 0,0-1 0 0 0,-1 0 1 0 0,0-1-1 0 0,0 0 0 0 0,10-17 0 0 0,51-92-13 0 0,-67 111 8 0 0,29-60-1 0 0,6-12-183 0 0,-39 81 182 0 0,0 0 1 0 0,0 0 0 0 0,0 0 0 0 0,0 0 0 0 0,0 0 0 0 0,0-1-1 0 0,0 1 1 0 0,0 0 0 0 0,0 0 0 0 0,0 0 0 0 0,0 0 0 0 0,0 0 0 0 0,0 0-1 0 0,0 0 1 0 0,0-1 0 0 0,0 1 0 0 0,0 0 0 0 0,0 0 0 0 0,1 0-1 0 0,-1 0 1 0 0,0 0 0 0 0,0 0 0 0 0,0 0 0 0 0,0-1 0 0 0,0 1-1 0 0,0 0 1 0 0,0 0 0 0 0,0 0 0 0 0,0 0 0 0 0,0 0 0 0 0,1 0 0 0 0,-1 0-1 0 0,0 0 1 0 0,0 0 0 0 0,0 0 0 0 0,0 0 0 0 0,0 0 0 0 0,0 0-1 0 0,1 0 1 0 0,-1 0 0 0 0,0 0 0 0 0,0 0 0 0 0,0 0 0 0 0,0 0 0 0 0,0 0-1 0 0,0 0 1 0 0,0 0 0 0 0,1 0 0 0 0,-1 0 0 0 0,0 0 0 0 0,0 0-1 0 0,0 0 1 0 0,0 0 0 0 0,0 0 0 0 0,0 0 0 0 0,0 0 0 0 0,1 0-1 0 0,-1 0 1 0 0,0 0 0 0 0,0 1 0 0 0,0-1 0 0 0,0 0 0 0 0,0 0 0 0 0,1 12 42 0 0,-3 24 21 0 0,2-32-55 0 0,-4 35 33 0 0,-22 298 23 0 0,26-328-403 0 0,0 8 231 0 0,-3-7-5064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52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 1 3889 0 0,'1'1'334'0'0,"-1"0"-132"0"0,1 0 0 0 0,-1 0 1 0 0,1 0-1 0 0,-1 0 0 0 0,0 0 0 0 0,1 0 0 0 0,-1 0 0 0 0,0 0 0 0 0,0 0 0 0 0,0 1 0 0 0,0-1 0 0 0,0 0 0 0 0,0 0 0 0 0,0 0 0 0 0,0 1 0 0 0,-36 189 4265 0 0,35-179-4481 0 0,0 1 0 0 0,1-1 0 0 0,1 1 0 0 0,0-1 0 0 0,6 22 0 0 0,-3-7 127 0 0,7 56 132 0 0,1 118 1 0 0,-6 7 106 0 0,-2-179-317 0 0,1-1 1 0 0,2 1-1 0 0,17 46 1 0 0,-12-40 148 0 0,11 56 1 0 0,0 119-707 0 0,-16-127 171 0 0,17 85 1 0 0,-19-139 354 0 0,-2 0 1 0 0,-1 52 0 0 0,0 1 53 0 0,-3-46 739 0 0,0-33 902 0 0,0-21-963 0 0,1 18-488 0 0,29-2-212 0 0,0-2-1 0 0,-1-1 1 0 0,0-1-1 0 0,0-1 0 0 0,41-17 1 0 0,-25 9-78 0 0,47-10-1 0 0,138-12 43 0 0,-140 20 32 0 0,-61 10-48 0 0,50-5 0 0 0,74 14 41 0 0,-108 0-12 0 0,1-1 0 0 0,70-9 0 0 0,-81 0 229 0 0,-29 6-174 0 0,1 0 1 0 0,0 0-1 0 0,0 1 0 0 0,0 0 0 0 0,0 0 1 0 0,0 1-1 0 0,0 0 0 0 0,7 0 1 0 0,1 7 74 0 0,-5-2-28 0 0,-9-5-112 0 0,0 0-1 0 0,0 0 1 0 0,0 0-1 0 0,0 0 1 0 0,0 0-1 0 0,1 0 1 0 0,-1 0 0 0 0,0 0-1 0 0,0 0 1 0 0,0 0-1 0 0,0 0 1 0 0,0 0-1 0 0,0 0 1 0 0,0 0-1 0 0,1 0 1 0 0,-1 0-1 0 0,0 0 1 0 0,0 0 0 0 0,0 0-1 0 0,0 0 1 0 0,0 0-1 0 0,0 0 1 0 0,0 0-1 0 0,0 0 1 0 0,1 0-1 0 0,-1 0 1 0 0,0 0-1 0 0,0 0 1 0 0,0 0 0 0 0,0-1-1 0 0,0 1 1 0 0,0 0-1 0 0,0 0 1 0 0,0 0-1 0 0,0 0 1 0 0,0 0-1 0 0,1 0 1 0 0,-1 0-1 0 0,0 0 1 0 0,0 0 0 0 0,0 0-1 0 0,0-1 1 0 0,0 1-1 0 0,0 0 1 0 0,0 0-1 0 0,0 0 1 0 0,0 0-1 0 0,0 0 1 0 0,0 0 0 0 0,0 0-1 0 0,0-1 1 0 0,0 1-1 0 0,0 0 1 0 0,0 0 267 0 0,0-5-211 0 0,-1-66 70 0 0,-2 0-1 0 0,-19-101 1 0 0,4 48-88 0 0,-1-35-46 0 0,-26-245-14 0 0,41 336 56 0 0,2 18 76 0 0,-3 0 1 0 0,-16-77-1 0 0,13 98-99 0 0,0 3-108 0 0,2-2 0 0 0,0 1 1 0 0,-3-57-1 0 0,9 82 87 0 0,0 0 1 0 0,1 0-1 0 0,-1 0 1 0 0,1 0-1 0 0,0 0 0 0 0,0 0 1 0 0,-1 0-1 0 0,1 0 1 0 0,1 0-1 0 0,-1 0 1 0 0,2-2-1 0 0,-2 2 0 0 0,1 0 1 0 0,-1 0-1 0 0,0 0 0 0 0,0 0 0 0 0,0 0 0 0 0,0 0 1 0 0,0 0-1 0 0,0 0 0 0 0,-1 0 0 0 0,1 0 1 0 0,0-4-1 0 0,-1 6 23 0 0,1 0 109 0 0,-5-2-133 0 0,-10-2 21 0 0,0-1 0 0 0,0 2-1 0 0,-1 0 1 0 0,1 1 0 0 0,0 0 0 0 0,-21 0-1 0 0,-109 14 180 0 0,-27 1-340 0 0,127-13 143 0 0,-83-14-1 0 0,-9 1 7 0 0,84 11-1 0 0,3 2 0 0 0,0-2 0 0 0,0-2 0 0 0,1-2 0 0 0,-52-14 0 0 0,76 14 0 0 0,-1 1 0 0 0,0 1 0 0 0,-45-1 0 0 0,-77 8 0 0 0,123-2 0 0 0,6-1-145 0 0,0 1 0 0 0,-1 1 0 0 0,1 1-1 0 0,0 0 1 0 0,0 2 0 0 0,1 0 0 0 0,-1 0 0 0 0,1 2 0 0 0,-27 14 0 0 0,44-21 114 0 0,0 0 0 0 0,0 0 0 0 0,-1 0 0 0 0,1 0 0 0 0,0 0 1 0 0,0 0-1 0 0,0 0 0 0 0,0 0 0 0 0,0 0 0 0 0,0 0 0 0 0,0 0 0 0 0,0 0 0 0 0,-1 0 1 0 0,1 0-1 0 0,0 0 0 0 0,0 0 0 0 0,0 0 0 0 0,0 0 0 0 0,0 1 0 0 0,0-1 0 0 0,0 0 0 0 0,0 0 1 0 0,0 0-1 0 0,0 0 0 0 0,0 0 0 0 0,-1 0 0 0 0,1 0 0 0 0,0 0 0 0 0,0 0 0 0 0,0 0 1 0 0,0 1-1 0 0,0-1 0 0 0,0 0 0 0 0,0 0 0 0 0,0 0 0 0 0,0 0 0 0 0,0 0 0 0 0,0 0 0 0 0,0 0 1 0 0,0 0-1 0 0,0 1 0 0 0,0-1 0 0 0,0 0 0 0 0,0 0 0 0 0,0 0 0 0 0,0 0 0 0 0,0 0 1 0 0,0 0-1 0 0,0 0 0 0 0,0 0 0 0 0,0 1 0 0 0,0-1 0 0 0,1 0 0 0 0,-1 0 0 0 0,0 0 0 0 0,0 0 1 0 0,0 0-1 0 0,0 0 0 0 0,0 0 0 0 0,0 0 0 0 0,0 0 0 0 0,0 0 0 0 0,0 0 0 0 0,3 1-1318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54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162 194 6449 0 0,'-1'-1'93'0'0,"0"1"0"0"0,0 0-1 0 0,-1 0 1 0 0,1 0 0 0 0,0 0-1 0 0,0 0 1 0 0,-1 0-1 0 0,1 0 1 0 0,0 0 0 0 0,0 0-1 0 0,0 1 1 0 0,-1-1 0 0 0,1 0-1 0 0,0 1 1 0 0,0-1 0 0 0,0 1-1 0 0,0-1 1 0 0,0 1-1 0 0,0 0 1 0 0,0-1 0 0 0,-1 2-1 0 0,-1 0 66 0 0,1 0-1 0 0,0 1 0 0 0,0-1 1 0 0,1 1-1 0 0,-1-1 0 0 0,0 1 1 0 0,1 0-1 0 0,-2 4 0 0 0,0 1 96 0 0,0 1 0 0 0,1-1 0 0 0,0 1 0 0 0,1 0 0 0 0,-2 12 0 0 0,2 280 1139 0 0,1-295-1379 0 0,-6 226 94 0 0,8-184-100 0 0,2-1 1 0 0,18 89-1 0 0,-13-94-70 0 0,-2 0 1 0 0,2 54-1 0 0,-7 86-282 0 0,0-6 166 0 0,-2-171 189 0 0,0 1 1 0 0,1-1-1 0 0,0 0 1 0 0,0 0 0 0 0,0 0-1 0 0,1 0 1 0 0,0-1-1 0 0,0 1 1 0 0,0 0-1 0 0,0-1 1 0 0,1 1 0 0 0,0-1-1 0 0,0 0 1 0 0,6 7-1 0 0,-9-9 30 0 0,1-1-1 0 0,-1 1 0 0 0,0 0 1 0 0,0-1-1 0 0,0 1 0 0 0,0 0 1 0 0,0-1-1 0 0,0 1 0 0 0,0 0 1 0 0,-1 0-1 0 0,1-1 0 0 0,-1 1 1 0 0,1-1-1 0 0,-1 1 0 0 0,-1 2 0 0 0,-1 8 126 0 0,3-11-160 0 0,0 1 1 0 0,0 0-1 0 0,0 0 0 0 0,0-1 1 0 0,0 1-1 0 0,0 0 1 0 0,1 0-1 0 0,-1-1 1 0 0,1 1-1 0 0,0 0 0 0 0,-1-1 1 0 0,1 1-1 0 0,0 0 1 0 0,0-1-1 0 0,0 1 1 0 0,0-1-1 0 0,0 1 0 0 0,0-1 1 0 0,0 0-1 0 0,0 1 1 0 0,1-1-1 0 0,-1 0 0 0 0,1 0 1 0 0,-1 0-1 0 0,1 0 1 0 0,2 1-1 0 0,4 3 38 0 0,1-1-1 0 0,0-1 1 0 0,17 5 0 0 0,-21-6-40 0 0,7 1 21 0 0,-1-1 0 0 0,1 0 1 0 0,-1-1-1 0 0,1 0 0 0 0,0-1 0 0 0,-1 0 1 0 0,15-2-1 0 0,84-19 336 0 0,-32 4-458 0 0,-58 14 90 0 0,0 0 1 0 0,0 1-1 0 0,1 2 1 0 0,-1 0-1 0 0,0 1 1 0 0,0 0-1 0 0,31 8 1 0 0,-6 1 18 0 0,1-1 0 0 0,-1-3 0 0 0,1-1 0 0 0,54-2 0 0 0,19-4-5 0 0,-68 3 18 0 0,1-3-1 0 0,96-14 1 0 0,-46-7 217 0 0,-27 5 183 0 0,0 3 0 0 0,82-4-1 0 0,-77 18-305 0 0,96 14 0 0 0,-94-6-4 0 0,87-2 0 0 0,-127-6-39 0 0,0 1-1 0 0,-1 2 0 0 0,61 13 1 0 0,-38-4-130 0 0,90 6 1 0 0,-119-17 232 0 0,-1-1 0 0 0,1-2 0 0 0,0-1 0 0 0,45-10 0 0 0,-65 10-301 0 0,1 1 0 0 0,20 0 0 0 0,18-2 170 0 0,-24-1 36 0 0,-1-1 1 0 0,51-17-1 0 0,-57 20 10 0 0,-20 3-76 0 0,0 0 0 0 0,-1 0 1 0 0,1 0-1 0 0,0-1 0 0 0,-1 1 1 0 0,1-1-1 0 0,-1 0 0 0 0,1 1 0 0 0,3-3 1 0 0,-6 0 91 0 0,0 0 0 0 0,-1-1 0 0 0,1 1 1 0 0,0 0-1 0 0,-1 0 0 0 0,0 0 0 0 0,-1-5 0 0 0,1 7-198 0 0,0-15 80 0 0,-1 0 0 0 0,2 0 0 0 0,0 0 0 0 0,1 0 0 0 0,4-19 0 0 0,0-19-9 0 0,-8-226 41 0 0,-22-1 8 0 0,7 102-32 0 0,-29-284-41 0 0,41 406 30 0 0,-3-88 13 0 0,9 136 15 0 0,-1 0 0 0 0,0 0 0 0 0,0 1 0 0 0,-1-1 0 0 0,0 0 0 0 0,0 1 0 0 0,-6-13 0 0 0,3 23 37 0 0,4-1-44 0 0,-1 0 1 0 0,0 0-1 0 0,1-1 0 0 0,-1 1 1 0 0,0 0-1 0 0,0-1 0 0 0,0 1 0 0 0,1-1 1 0 0,-1 1-1 0 0,0-1 0 0 0,0 0 0 0 0,0 0 1 0 0,0 0-1 0 0,0 0 0 0 0,0 0 1 0 0,0-1-1 0 0,1 1 0 0 0,-1 0 0 0 0,0-1 1 0 0,-3-1-1 0 0,-6 1-9 0 0,0-1 0 0 0,0 1 0 0 0,-17 1 0 0 0,-2 0 0 0 0,-160-4 104 0 0,-70-5-40 0 0,152 2-131 0 0,1 6-1 0 0,-1 4 1 0 0,-192 31 0 0 0,164-5-90 0 0,-52 8-140 0 0,24-18 135 0 0,-445 70 299 0 0,528-70-127 0 0,-120 43 1 0 0,148-46-23 0 0,-1-1-1 0 0,0-3 1 0 0,-1-3-1 0 0,-74 5 0 0 0,25-12 55 0 0,92-2-49 0 0,0-1-1 0 0,1 0 1 0 0,-1-1-1 0 0,0-1 1 0 0,1 0-1 0 0,-20-8 1 0 0,29 10 35 0 0,0 0 0 0 0,-1 0 1 0 0,1 0-1 0 0,0 0 0 0 0,0 0 1 0 0,0-1-1 0 0,0 1 0 0 0,1-1 1 0 0,-1 1-1 0 0,0-1 0 0 0,0 0 1 0 0,-1-3-1 0 0,2 4-88 0 0,1 1 0 0 0,0-1 0 0 0,0 0 0 0 0,-1 0 0 0 0,1 1 0 0 0,0-1 0 0 0,0 0 0 0 0,0 1 0 0 0,0-1 0 0 0,0 0 0 0 0,0 0-1 0 0,0 1 1 0 0,0-1 0 0 0,0 0 0 0 0,0 0 0 0 0,1 0 0 0 0,11-15-4691 0 0,-4 8-559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56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1 8498 0 0,'-1'0'86'0'0,"0"1"1"0"0,-1 0-1 0 0,1 0 1 0 0,0 0-1 0 0,0-1 1 0 0,0 1-1 0 0,0 0 1 0 0,0 0-1 0 0,0 0 1 0 0,0 0-1 0 0,0 1 1 0 0,0-1-1 0 0,1 0 1 0 0,-1 0-1 0 0,0 1 1 0 0,1-1-1 0 0,-1 0 1 0 0,1 0-1 0 0,-1 1 1 0 0,1-1-1 0 0,0 1 1 0 0,0-1-1 0 0,-1 0 1 0 0,1 1-1 0 0,0 1 1 0 0,0 47 637 0 0,0-28-298 0 0,-5 206 1104 0 0,-3 244-154 0 0,7-423-1375 0 0,-2 16 4 0 0,12 112 0 0 0,12 50 50 0 0,-8-69-57 0 0,7 210-250 0 0,-20-171 240 0 0,2-184 221 0 0,5-15 303 0 0,-5 1-509 0 0,-1 0 0 0 0,1 0 0 0 0,-1 1-1 0 0,1-1 1 0 0,-1 1 0 0 0,1-1 0 0 0,-1 1 0 0 0,1-1 0 0 0,0 1-1 0 0,1 0 1 0 0,24-2-19 0 0,0 0-1 0 0,0-2 1 0 0,33-9-1 0 0,40-6 3 0 0,-32 14-9 0 0,104 8-1 0 0,-12 0-1 0 0,-115-4 27 0 0,1 3 0 0 0,0 1 0 0 0,0 3-1 0 0,-1 1 1 0 0,71 22 0 0 0,-67-13 63 0 0,1-3 0 0 0,0-1 0 0 0,0-3 0 0 0,78 4 0 0 0,94-21 508 0 0,26 1-1 0 0,-235 7-550 0 0,86 5 310 0 0,161-13-1 0 0,132-48 331 0 0,-377 52-615 0 0,1-1 1 0 0,-1 0-1 0 0,0-1 1 0 0,0 0 0 0 0,19-12-1 0 0,18-9 17 0 0,25-14 155 0 0,-41 20-270 0 0,-34 20 63 0 0,2-1-12 0 0,-1 0 0 0 0,1 0 0 0 0,-1 0 0 0 0,1-1-1 0 0,-1 1 1 0 0,0-1 0 0 0,4-4 0 0 0,-7 6 53 0 0,0 1 11 0 0,0-1-11 0 0,1 0-31 0 0,-1 1 20 0 0,-1 0-20 0 0,0-1 42 0 0,0-5 45 0 0,2-2-13 0 0,4-440-190 0 0,-9 289 68 0 0,-27-342-38 0 0,6 284 64 0 0,-5-72 0 0 0,28 269 0 0 0,1 1 0 0 0,0-1 0 0 0,2 0 0 0 0,1 0 0 0 0,4-26 0 0 0,-4 38 0 0 0,0-1 0 0 0,-2 1 0 0 0,1-13 0 0 0,-2 20 2 0 0,-2 3 51 0 0,-2 1-44 0 0,1 0-13 0 0,1 0 0 0 0,-1-1-1 0 0,0 0 1 0 0,-1 0 0 0 0,1 0-1 0 0,0 0 1 0 0,-1-1 0 0 0,1 1 0 0 0,-1-1-1 0 0,1 0 1 0 0,-1-1 0 0 0,0 1 0 0 0,1-1-1 0 0,-10 0 1 0 0,-407-44 132 0 0,272 31-103 0 0,-204 8 1 0 0,-148 43 40 0 0,-4 12-130 0 0,252-38 32 0 0,-31 3 11 0 0,-99 10-43 0 0,370-24 47 0 0,-1 1-36 0 0,1-1-1 0 0,-1 0 1 0 0,0-1 0 0 0,0-1 0 0 0,-21-3 0 0 0,35 4 11 0 0,0 0 0 0 0,0 0 0 0 0,0 0 0 0 0,0 0 0 0 0,0 0 0 0 0,-1 0 1 0 0,1 0-1 0 0,0 0 0 0 0,0 0 0 0 0,0-1 0 0 0,0 1 0 0 0,0 0 0 0 0,0 0 0 0 0,-1 0 0 0 0,1 0 0 0 0,0 0 0 0 0,0 0 0 0 0,0-1 0 0 0,0 1 1 0 0,0 0-1 0 0,0 0 0 0 0,0 0 0 0 0,0 0 0 0 0,0-1 0 0 0,0 1 0 0 0,0 0 0 0 0,0 0 0 0 0,0 0 0 0 0,0 0 0 0 0,0 0 0 0 0,0-1 1 0 0,0 1-1 0 0,0 0 0 0 0,0 0 0 0 0,0 0 0 0 0,0 0 0 0 0,0-1 0 0 0,0 1 0 0 0,0 0 0 0 0,0 0 0 0 0,0 0 0 0 0,0 0 0 0 0,0 0 0 0 0,0-1 1 0 0,1 1-1 0 0,-1 0 0 0 0,0 0 0 0 0,0 0 0 0 0,0 0 0 0 0,0 0 0 0 0,0 0 0 0 0,0 0 0 0 0,1-1 0 0 0,-1 1 0 0 0,0 0 0 0 0,0 0 1 0 0,0 0-1 0 0,0 0 0 0 0,1 0 0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26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2761 0 0,'0'-1'248'0'0,"0"-1"-248"0"0,0 1 0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27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90 4609 0 0,'-13'-28'5490'0'0,"-12"-33"0"0"0,25 61-5462 0 0,0 0 0 0 0,0 0 0 0 0,0 0 0 0 0,0 0 0 0 0,0 0 0 0 0,0 0 0 0 0,0 0 0 0 0,0 1 0 0 0,0-1 0 0 0,0 0 0 0 0,0 0 0 0 0,0 0 0 0 0,0 0 0 0 0,-1 0 0 0 0,1 0 0 0 0,0 0 0 0 0,0 0 0 0 0,0 0 0 0 0,0 0 0 0 0,0 0 0 0 0,0 0 0 0 0,0 0 0 0 0,0 0 0 0 0,0 0 0 0 0,0 0 0 0 0,0 0 0 0 0,0 0 0 0 0,0 0 0 0 0,-1 0 0 0 0,1 0 0 0 0,0 0 0 0 0,0 0 0 0 0,0 0 0 0 0,0 0 0 0 0,0 0 1 0 0,0 0-1 0 0,0 0 0 0 0,0 0 0 0 0,0 0 0 0 0,0 0 0 0 0,0 0 0 0 0,-1 0 0 0 0,1 0 0 0 0,0 0 0 0 0,0 0 0 0 0,0 0 0 0 0,0 0 0 0 0,0 0 0 0 0,0 0 0 0 0,0 0 0 0 0,0 0 0 0 0,0 0 0 0 0,0 0 0 0 0,0 0 0 0 0,0 0 0 0 0,0 0 0 0 0,0 0 0 0 0,0-1 0 0 0,0 1 0 0 0,0 0 0 0 0,0 0 0 0 0,0 0 0 0 0,0 0 0 0 0,-1 0 0 0 0,1 0 0 0 0,0 0 0 0 0,0 0 0 0 0,0 0 0 0 0,0-1 0 0 0,-4 12 484 0 0,-2 12-467 0 0,-4 183 9 0 0,8-109-51 0 0,0 8-191 0 0,-6 99-452 0 0,6-190 385 0 0,1 2-876 0 0,-1 0 0 0 0,-7 24 0 0 0,8-37 382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27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9 12499 0 0,'-2'-1'76'0'0,"1"0"1"0"0,-1 0-1 0 0,0 0 1 0 0,0 0-1 0 0,0 0 1 0 0,0 1-1 0 0,1-1 0 0 0,-1 1 1 0 0,0 0-1 0 0,0-1 1 0 0,0 1-1 0 0,0 0 1 0 0,0 0-1 0 0,0 0 1 0 0,0 0-1 0 0,0 0 1 0 0,0 1-1 0 0,0-1 1 0 0,0 1-1 0 0,0-1 1 0 0,0 1-1 0 0,0 0 1 0 0,0 0-1 0 0,0-1 1 0 0,-3 4-1 0 0,-7 2-102 0 0,1 1 0 0 0,-1 1-1 0 0,1 0 1 0 0,1 0 0 0 0,-1 1 0 0 0,1 0-1 0 0,1 1 1 0 0,-12 15 0 0 0,-6 12 36 0 0,-25 45 1 0 0,31-47-40 0 0,21-34 37 0 0,-1 0 0 0 0,0 0 0 0 0,1 0 0 0 0,-1 0 0 0 0,1 0 0 0 0,-1 0 0 0 0,1 0 0 0 0,0 0 0 0 0,-1 0-1 0 0,1 1 1 0 0,0-1 0 0 0,0 0 0 0 0,0 0 0 0 0,0 0 0 0 0,0 0 0 0 0,0 0 0 0 0,0 0 0 0 0,0 1 0 0 0,0-1 0 0 0,1 0 0 0 0,-1 0 0 0 0,0 0 0 0 0,1 1 0 0 0,0 0 4 0 0,0-1 0 0 0,1 1 0 0 0,-1 0 0 0 0,0-1 0 0 0,1 0 0 0 0,-1 1 0 0 0,1-1 1 0 0,-1 0-1 0 0,1 0 0 0 0,0 0 0 0 0,0 0 0 0 0,2 1 0 0 0,7 2 30 0 0,1 0 0 0 0,0-1 1 0 0,19 4-1 0 0,-19-5-39 0 0,35 6 86 0 0,-22-4-47 0 0,-1 0 1 0 0,1 2 0 0 0,-1 1-1 0 0,44 18 1 0 0,-66-24-22 0 0,0 0 1 0 0,0 0 0 0 0,0 0 0 0 0,-1 0 0 0 0,1 0 0 0 0,0 0-1 0 0,-1 0 1 0 0,1 1 0 0 0,-1-1 0 0 0,0 0 0 0 0,1 1 0 0 0,-1 0-1 0 0,0-1 1 0 0,0 1 0 0 0,0-1 0 0 0,0 1 0 0 0,0 0 0 0 0,0 0-1 0 0,-1 0 1 0 0,1 0 0 0 0,0-1 0 0 0,-1 1 0 0 0,1 4 0 0 0,-1-4 21 0 0,-1 1 0 0 0,0-1 0 0 0,1 0 0 0 0,-1 0 0 0 0,0 0 0 0 0,0 1 0 0 0,0-1 0 0 0,0 0 0 0 0,0 0 0 0 0,0 0 0 0 0,-1-1 0 0 0,1 1 0 0 0,-1 0 0 0 0,1 0 1 0 0,-1-1-1 0 0,0 1 0 0 0,0-1 0 0 0,0 1 0 0 0,0-1 0 0 0,-3 2 0 0 0,-12 7 119 0 0,-1 0 1 0 0,0-1-1 0 0,0 0 1 0 0,-1-2-1 0 0,0 0 1 0 0,0-2-1 0 0,-1 0 1 0 0,0-1-1 0 0,0 0 0 0 0,-30 0 1 0 0,49-4-226 0 0,1 0 0 0 0,-1 0 0 0 0,1 0 1 0 0,-1 0-1 0 0,1 0 0 0 0,-1 0 0 0 0,1 0 0 0 0,-1 0 0 0 0,1 0 1 0 0,-1 0-1 0 0,1 0 0 0 0,-1 0 0 0 0,0 0 0 0 0,1 0 1 0 0,0 0-1 0 0,-1 0 0 0 0,1-1 0 0 0,-1 1 0 0 0,1 0 0 0 0,-1 0 1 0 0,1-1-1 0 0,-1 1 0 0 0,1 0 0 0 0,0-1 0 0 0,-1 1 0 0 0,1 0 1 0 0,-1-1-1 0 0,1 1 0 0 0,0-1 0 0 0,-1 1 0 0 0,1 0 0 0 0,0-1 1 0 0,0 1-1 0 0,0-1 0 0 0,-1 1 0 0 0,1-1 0 0 0,0 1 1 0 0,0-1-1 0 0,0 1 0 0 0,0-2 0 0 0,0 0-388 0 0,1 0 0 0 0,-1 0-1 0 0,1 0 1 0 0,0 1 0 0 0,0-1 0 0 0,0 0-1 0 0,0 0 1 0 0,0 0 0 0 0,2-2 0 0 0,8-9-1491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28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9 12875 0 0,'0'-1'103'0'0,"1"0"0"0"0,-1 1 0 0 0,0-1-1 0 0,1 1 1 0 0,-1-1 0 0 0,1 1 0 0 0,-1-1 0 0 0,1 1 0 0 0,0-1 0 0 0,-1 1 0 0 0,1 0 0 0 0,-1-1 0 0 0,1 1 0 0 0,0 0 0 0 0,-1-1 0 0 0,1 1 0 0 0,0 0 0 0 0,0 0 0 0 0,-1 0-1 0 0,1 0 1 0 0,0 0 0 0 0,-1-1 0 0 0,1 1 0 0 0,0 0 0 0 0,0 1 0 0 0,-1-1 0 0 0,1 0 0 0 0,0 0 0 0 0,-1 0 0 0 0,1 0 0 0 0,0 1 0 0 0,-1-1 0 0 0,1 0 0 0 0,0 0-1 0 0,0 1 1 0 0,29 17 861 0 0,-19-11-245 0 0,0-1-445 0 0,-1 0 0 0 0,0 1 0 0 0,0 0 0 0 0,0 0 0 0 0,-1 1 1 0 0,17 18-1 0 0,-23-22-258 0 0,1 1 1 0 0,0-1-1 0 0,-1 1 1 0 0,0-1-1 0 0,0 1 1 0 0,-1 0-1 0 0,1 0 1 0 0,-1 1-1 0 0,0-1 1 0 0,-1 0-1 0 0,1 1 1 0 0,-1-1-1 0 0,0 1 1 0 0,0-1-1 0 0,-1 1 1 0 0,1-1 0 0 0,-2 8-1 0 0,0-8 8 0 0,0 0 0 0 0,-1-1 0 0 0,1 1-1 0 0,-1-1 1 0 0,0 1 0 0 0,0-1 0 0 0,-1 0 0 0 0,1 0-1 0 0,-1 0 1 0 0,0 0 0 0 0,0 0 0 0 0,-1-1 0 0 0,1 1 0 0 0,-1-1-1 0 0,1 0 1 0 0,-7 4 0 0 0,-3 2 6 0 0,-2 0 0 0 0,1-2 0 0 0,-22 10 0 0 0,23-11-36 0 0,-1-1-1 0 0,0 0 1 0 0,0-1-1 0 0,0 0 1 0 0,0-1-1 0 0,0-1 1 0 0,-1 0-1 0 0,1-1 1 0 0,-18-1-1 0 0,32 0-35 0 0,0 0 0 0 0,-1 0 0 0 0,1 1 0 0 0,-1-1 1 0 0,1 0-1 0 0,0 0 0 0 0,-1 0 0 0 0,1 0 0 0 0,0 0 0 0 0,-1 0 0 0 0,1-1 0 0 0,-1 1 0 0 0,1 0 0 0 0,0 0 0 0 0,-1 0 0 0 0,1 0 0 0 0,0 0 0 0 0,-1 0 1 0 0,1-1-1 0 0,0 1 0 0 0,-1 0 0 0 0,1 0 0 0 0,0 0 0 0 0,-1-1 0 0 0,1 1 0 0 0,0 0 0 0 0,0-1 0 0 0,-1 1 0 0 0,1 0 0 0 0,0 0 0 0 0,0-1 0 0 0,0 1 1 0 0,-1 0-1 0 0,1-1 0 0 0,0 1 0 0 0,0-1 0 0 0,0 1 0 0 0,0 0 0 0 0,0-1 0 0 0,0 1 0 0 0,0 0 0 0 0,0-1 0 0 0,0 1 0 0 0,0-1 0 0 0,0 1 0 0 0,0 0 1 0 0,0-1-1 0 0,0 1 0 0 0,0 0 0 0 0,0-1 0 0 0,0 1 0 0 0,0-1 0 0 0,0 1 0 0 0,1 0 0 0 0,-1-1 0 0 0,0 1 0 0 0,0 0 0 0 0,0-1 0 0 0,1 1 0 0 0,17-19-3226 0 0,-6 11 1404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28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9 4609 0 0,'-17'19'1546'0'0,"2"0"0"0"0,-20 33 0 0 0,7-11-730 0 0,19-29-690 0 0,-5 7 110 0 0,-17 31 0 0 0,29-46-178 0 0,-1 1 0 0 0,1-1 0 0 0,0 1 0 0 0,0 0 0 0 0,1 0 0 0 0,-1 0 0 0 0,1 0 0 0 0,0 0 0 0 0,1 0 0 0 0,-1 0 0 0 0,1 0 0 0 0,1 10-1 0 0,-1-14-25 0 0,0 1 0 0 0,0-1 0 0 0,1 0 0 0 0,-1 0 0 0 0,1 0 0 0 0,-1 1 0 0 0,1-1-1 0 0,-1 0 1 0 0,1 0 0 0 0,0 0 0 0 0,0 0 0 0 0,-1 0 0 0 0,1 0 0 0 0,0 0-1 0 0,0 0 1 0 0,0-1 0 0 0,0 1 0 0 0,0 0 0 0 0,0 0 0 0 0,0-1 0 0 0,2 2 0 0 0,0-1-10 0 0,-1-1 0 0 0,1 1 1 0 0,0 0-1 0 0,0-1 0 0 0,0 1 1 0 0,-1-1-1 0 0,1 0 0 0 0,0 0 1 0 0,4-1-1 0 0,3 0 27 0 0,0-1 1 0 0,0 0 0 0 0,0-1-1 0 0,12-5 1 0 0,-3 0 180 0 0,-1 0 0 0 0,1-1 1 0 0,-2-1-1 0 0,0-1 0 0 0,0-1 0 0 0,-1 0 1 0 0,0-1-1 0 0,14-16 0 0 0,-12 12 65 0 0,21-25 471 0 0,-36 38-637 0 0,0 1 1 0 0,0-1 0 0 0,-1 0 0 0 0,0 0-1 0 0,0 0 1 0 0,0 0 0 0 0,0 0-1 0 0,-1-1 1 0 0,2-8 0 0 0,-2 10-79 0 0,-1 0 0 0 0,-1 0 0 0 0,1 0 0 0 0,0 0 0 0 0,-1 0 0 0 0,0 1-1 0 0,1-1 1 0 0,-1 0 0 0 0,0 0 0 0 0,0 1 0 0 0,-1-1 0 0 0,1 0 0 0 0,-1 1 0 0 0,1-1 0 0 0,-1 1 0 0 0,0 0 0 0 0,0-1 0 0 0,0 1 0 0 0,0 0 0 0 0,-4-3 0 0 0,3 2 13 0 0,-1 1 0 0 0,1-1 1 0 0,-1 1-1 0 0,0-1 1 0 0,1 1-1 0 0,-1 1 0 0 0,0-1 1 0 0,-1 0-1 0 0,1 1 0 0 0,0 0 1 0 0,0 0-1 0 0,0 0 1 0 0,-6 0-1 0 0,6 1-126 0 0,-1 1-1 0 0,1 0 0 0 0,0 0 1 0 0,0 0-1 0 0,0 0 1 0 0,0 1-1 0 0,0 0 1 0 0,0 0-1 0 0,0 0 1 0 0,0 0-1 0 0,1 0 1 0 0,-1 1-1 0 0,1-1 1 0 0,0 1-1 0 0,0 0 1 0 0,-5 5-1 0 0,5-4-127 0 0,0-1 1 0 0,0 1-1 0 0,0 0 0 0 0,0 0 0 0 0,1 1 0 0 0,-1-1 0 0 0,1 1 1 0 0,0-1-1 0 0,1 1 0 0 0,-1 0 0 0 0,1-1 0 0 0,0 1 1 0 0,0 0-1 0 0,-1 5 0 0 0,3-1-5326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28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2304 0 0,'3'-1'731'0'0,"1"0"-1"0"0,0 1 0 0 0,0-1 0 0 0,-1 1 1 0 0,1 0-1 0 0,0 0 0 0 0,0 1 0 0 0,-1-1 0 0 0,6 2 1 0 0,-5-1-303 0 0,0 0 1 0 0,1 1 0 0 0,-1 0 0 0 0,-1-1 0 0 0,1 1 0 0 0,0 1-1 0 0,5 3 1 0 0,-5-3-267 0 0,0 1 0 0 0,-1-1 0 0 0,1 1 0 0 0,-1 0-1 0 0,0 0 1 0 0,0 0 0 0 0,0 0 0 0 0,-1 0 0 0 0,1 1 0 0 0,-1-1-1 0 0,0 1 1 0 0,0 0 0 0 0,-1 0 0 0 0,3 8 0 0 0,-2 9 216 0 0,-1-1 1 0 0,-1 1 0 0 0,-1-1-1 0 0,-4 27 1 0 0,-1 38 975 0 0,6-81-1303 0 0,1-1-1 0 0,-1 1 1 0 0,1-1-1 0 0,0 0 1 0 0,1 1 0 0 0,-1-1-1 0 0,1 0 1 0 0,-1 0-1 0 0,1 0 1 0 0,1 0-1 0 0,-1 0 1 0 0,0 0 0 0 0,1-1-1 0 0,3 4 1 0 0,-6-7-34 0 0,0 1 0 0 0,1-1 0 0 0,-1 0 0 0 0,0 0 0 0 0,0 0 1 0 0,0 0-1 0 0,1 1 0 0 0,-1-1 0 0 0,0 0 0 0 0,1 0 0 0 0,-1 0 0 0 0,0 0 1 0 0,0 0-1 0 0,1 0 0 0 0,-1 0 0 0 0,0 0 0 0 0,1 0 0 0 0,-1 0 0 0 0,0 0 0 0 0,1 0 1 0 0,-1 0-1 0 0,0 0 0 0 0,0 0 0 0 0,1 0 0 0 0,-1 0 0 0 0,0 0 0 0 0,1 0 1 0 0,-1 0-1 0 0,0 0 0 0 0,0 0 0 0 0,1-1 0 0 0,-1 1 0 0 0,0 0 0 0 0,0 0 0 0 0,1 0 1 0 0,-1-1-1 0 0,0 1 0 0 0,0 0 0 0 0,0 0 0 0 0,1 0 0 0 0,-1-1 0 0 0,0 1 1 0 0,0 0-1 0 0,0 0 0 0 0,0-1 0 0 0,0 1 0 0 0,1 0 0 0 0,-1-1 0 0 0,0 1 0 0 0,0 0 1 0 0,0 0-1 0 0,0-1 0 0 0,0 1 0 0 0,0 0 0 0 0,0-1 0 0 0,0 1 0 0 0,0 0 1 0 0,0-1-1 0 0,0 1 0 0 0,0 0 0 0 0,0 0 0 0 0,0-1 0 0 0,-1 1 0 0 0,1-1 0 0 0,-4-29 795 0 0,2 16-627 0 0,2-1-9 0 0,0-1 0 0 0,1 1 1 0 0,0-1-1 0 0,1 1 1 0 0,1-1-1 0 0,1 1 1 0 0,0 0-1 0 0,1 0 0 0 0,0 1 1 0 0,1-1-1 0 0,1 1 1 0 0,0 0-1 0 0,17-22 0 0 0,-21 32-276 0 0,0 1-1 0 0,0 0 0 0 0,0 0 0 0 0,0 0 1 0 0,1 0-1 0 0,-1 1 0 0 0,1 0 0 0 0,5-3 0 0 0,-4 3-791 0 0,0 0-1 0 0,1 0 0 0 0,-1 0 0 0 0,1 1 0 0 0,9-1 0 0 0,19-8-3610 0 0,8-2 1806 0 0,-40 12 2553 0 0,0 0 0 0 0,-1 0-1 0 0,1 0 1 0 0,0 0 0 0 0,0 0 0 0 0,0 0 0 0 0,-1 0 0 0 0,1 0 0 0 0,0 1 0 0 0,0-1 0 0 0,-1 1 0 0 0,1-1 0 0 0,0 1 0 0 0,-1 0 0 0 0,1-1 0 0 0,-1 1 0 0 0,1 0-1 0 0,-1 0 1 0 0,3 2 0 0 0,0 3-2703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29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77 243 3225 0 0,'8'4'3474'0'0,"-6"-3"-3157"0"0,0 0 0 0 0,1 0 0 0 0,-1 0 0 0 0,1 0 0 0 0,-1-1 0 0 0,1 1 0 0 0,0-1 0 0 0,-1 0 0 0 0,1 0 0 0 0,-1 0 0 0 0,1 0 0 0 0,-1 0 0 0 0,1-1 1 0 0,0 1-1 0 0,-1-1 0 0 0,1 1 0 0 0,-1-1 0 0 0,0 0 0 0 0,1 0 0 0 0,-1 0 0 0 0,1-1 0 0 0,2-1 0 0 0,4-2 221 0 0,1-1 1 0 0,-1-1-1 0 0,15-13 1 0 0,-15 11-75 0 0,-1 0 1 0 0,0-1-1 0 0,0 0 1 0 0,-1 0-1 0 0,10-18 0 0 0,-14 21-274 0 0,1-1 0 0 0,-1 1-1 0 0,-1 0 1 0 0,1-1-1 0 0,-1 1 1 0 0,-1-1-1 0 0,1 0 1 0 0,-1 0-1 0 0,-1 0 1 0 0,1-8-1 0 0,-1 15-144 0 0,0-1-1 0 0,0 1 0 0 0,0-1 0 0 0,0 1 0 0 0,0-1 0 0 0,-1 1 1 0 0,1-1-1 0 0,0 1 0 0 0,-1-1 0 0 0,1 1 0 0 0,-1-1 0 0 0,0 1 1 0 0,1 0-1 0 0,-1-1 0 0 0,0 1 0 0 0,0 0 0 0 0,0 0 0 0 0,0 0 1 0 0,0-1-1 0 0,0 1 0 0 0,0 0 0 0 0,0 0 0 0 0,0 0 0 0 0,-1 1 1 0 0,-1-2-1 0 0,1 1-19 0 0,0 1 1 0 0,0 0-1 0 0,1 0 1 0 0,-1 0-1 0 0,0 0 1 0 0,0 0-1 0 0,0 1 1 0 0,0-1 0 0 0,1 0-1 0 0,-1 1 1 0 0,0-1-1 0 0,0 1 1 0 0,1 0-1 0 0,-1 0 1 0 0,0 0-1 0 0,1 0 1 0 0,-1 0-1 0 0,1 0 1 0 0,-1 0-1 0 0,-1 2 1 0 0,-20 16-87 0 0,1 1 0 0 0,1 1 1 0 0,1 0-1 0 0,-29 40 0 0 0,38-44 11 0 0,1 0 0 0 0,0 0 0 0 0,2 1 0 0 0,0 1 0 0 0,0-1 0 0 0,2 1 0 0 0,-7 36 0 0 0,10-39 21 0 0,0-1 0 0 0,1 1 0 0 0,1 0 0 0 0,1-1 0 0 0,0 1 0 0 0,3 16 0 0 0,-3-28 0 0 0,1 0-1 0 0,0 0 1 0 0,0 0 0 0 0,1-1-1 0 0,-1 1 1 0 0,1 0-1 0 0,-1 0 1 0 0,1-1-1 0 0,0 0 1 0 0,1 1-1 0 0,-1-1 1 0 0,0 0 0 0 0,1 0-1 0 0,0 0 1 0 0,0 0-1 0 0,0 0 1 0 0,0-1-1 0 0,0 1 1 0 0,0-1-1 0 0,1 0 1 0 0,-1 0 0 0 0,1 0-1 0 0,0-1 1 0 0,-1 1-1 0 0,1-1 1 0 0,0 0-1 0 0,0 0 1 0 0,7 1-1 0 0,-1-1-3 0 0,1 0-1 0 0,-1-1 0 0 0,0 0 1 0 0,1-1-1 0 0,-1 0 0 0 0,0-1 0 0 0,14-3 1 0 0,70-28 199 0 0,-66 23-57 0 0,-22 7-29 0 0,1 0 1 0 0,-1 0 0 0 0,0 0-1 0 0,11-8 1 0 0,-16 10-93 0 0,0 1 0 0 0,-1 0 0 0 0,1-1 0 0 0,0 1 0 0 0,-1-1 0 0 0,1 1 0 0 0,-1-1 0 0 0,1 1 0 0 0,-1-1 0 0 0,1 0 0 0 0,-1 1 0 0 0,1-1 1 0 0,-1 0-1 0 0,0 1 0 0 0,1-1 0 0 0,-1 0 0 0 0,0 1 0 0 0,1-1 0 0 0,-1 0 0 0 0,0 0 0 0 0,0 1 0 0 0,0-1 0 0 0,0 0 0 0 0,0 0 0 0 0,0 0 0 0 0,0 1 0 0 0,0-1 0 0 0,0 0 0 0 0,0 0 0 0 0,0 1 0 0 0,0-1 0 0 0,0 0 0 0 0,-1 0 0 0 0,1 1 0 0 0,0-1 0 0 0,-1 0 0 0 0,1 1 0 0 0,0-1 0 0 0,-1 0 0 0 0,1 1 1 0 0,-1-1-1 0 0,1 0 0 0 0,-1 1 0 0 0,1-1 0 0 0,-1 1 0 0 0,0-1 0 0 0,1 1 0 0 0,-1-1 0 0 0,0 1 0 0 0,1 0 0 0 0,-1-1 0 0 0,0 1 0 0 0,1 0 0 0 0,-1-1 0 0 0,0 1 0 0 0,-1 0 0 0 0,-22-10-5997 0 0,10 5-295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00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23 1840 0 0,'-3'37'4451'0'0,"-18"51"-2012"0"0,2-27-730 0 0,8-26-472 0 0,-12 59 0 0 0,18-41-1040 0 0,2-1-1 0 0,2 0 1 0 0,9 69 0 0 0,-1-14-38 0 0,17 218 9 0 0,-2-197-414 0 0,-16-96 403 0 0,-4 5 384 0 0,-2-30-539 0 0,0 1 1 0 0,0-1-1 0 0,1 0 1 0 0,0 0-1 0 0,0 0 1 0 0,0 0 0 0 0,5 11-1 0 0,22 15 1566 0 0,-28-33-1538 0 0,1 1 0 0 0,-1-1 0 0 0,1 1 0 0 0,-1-1-1 0 0,1 1 1 0 0,-1-1 0 0 0,1 1 0 0 0,0-1 0 0 0,-1 0-1 0 0,1 1 1 0 0,0-1 0 0 0,-1 0 0 0 0,1 1 0 0 0,0-1-1 0 0,-1 0 1 0 0,1 0 0 0 0,0 0 0 0 0,0 0 0 0 0,-1 0-1 0 0,1 0 1 0 0,0 0 0 0 0,0 0 0 0 0,-1 0 0 0 0,1 0-1 0 0,0 0 1 0 0,0 0 0 0 0,26-7 548 0 0,-13 3-460 0 0,17 0 52 0 0,32-10 0 0 0,6-1 14 0 0,38-6-170 0 0,48-7 56 0 0,-65 20 128 0 0,138 4 0 0 0,232 31-70 0 0,-82-1 452 0 0,87 9-189 0 0,-42-5 553 0 0,-339-26-881 0 0,66 1 7 0 0,-105-6-38 0 0,-21 1 11 0 0,1-1 1 0 0,32-5 0 0 0,-56 6-23 0 0,0-1 0 0 0,1 1-1 0 0,-1-1 1 0 0,0 0 0 0 0,0 0-1 0 0,0 1 1 0 0,0-1 0 0 0,0 0 0 0 0,0 0-1 0 0,-1 0 1 0 0,1 0 0 0 0,0 0 0 0 0,0 0-1 0 0,-1 0 1 0 0,1 0 0 0 0,0 0-1 0 0,-1-1 1 0 0,1 1 0 0 0,-1 0 0 0 0,0 0-1 0 0,1 0 1 0 0,-1-3 0 0 0,7-37 157 0 0,-5 23-78 0 0,20-151-34 0 0,9-47 7 0 0,7-30-39 0 0,-5 21-4 0 0,-26 168-53 0 0,1-69 0 0 0,-5 68-9 0 0,10-63 0 0 0,-13 120 29 0 0,3-27-90 0 0,-3 26 68 0 0,1 0 0 0 0,-1 1 0 0 0,0-1-1 0 0,-1 1 1 0 0,1-1 0 0 0,0 0 0 0 0,0 1 0 0 0,-1-1 0 0 0,1 1-1 0 0,0-1 1 0 0,-1 1 0 0 0,0-1 0 0 0,1 1 0 0 0,-1 0 0 0 0,-1-2 0 0 0,2 2 7 0 0,-1 1 0 0 0,1 0 0 0 0,0 0 0 0 0,-1 0 1 0 0,1 0-1 0 0,-1 0 0 0 0,1 0 0 0 0,-1-1 0 0 0,1 1 1 0 0,0 0-1 0 0,-1 0 0 0 0,1 0 0 0 0,-1 0 1 0 0,1 1-1 0 0,-1-1 0 0 0,1 0 0 0 0,-1 0 0 0 0,1 0 1 0 0,0 0-1 0 0,-1 0 0 0 0,1 0 0 0 0,-1 1 0 0 0,1-1 1 0 0,0 0-1 0 0,-1 0 0 0 0,1 1 0 0 0,0-1 0 0 0,-1 0 1 0 0,1 1-1 0 0,0-1 0 0 0,-1 0 0 0 0,1 1 1 0 0,0-1-1 0 0,0 0 0 0 0,-1 1 0 0 0,-8 12-137 0 0,9-13 190 0 0,-2 2-35 0 0,0 0 0 0 0,0 0-1 0 0,0 0 1 0 0,-1-1-1 0 0,1 1 1 0 0,0-1 0 0 0,-1 0-1 0 0,1 1 1 0 0,-1-1-1 0 0,1 0 1 0 0,-1-1 0 0 0,0 1-1 0 0,-4 1 1 0 0,-34 1 16 0 0,23-5 18 0 0,-1 0-1 0 0,1-1 0 0 0,-27-7 1 0 0,-14-3-35 0 0,1 6-115 0 0,-107-1 0 0 0,-60 18-138 0 0,211-9 252 0 0,-191 13 6 0 0,-225 9 8 0 0,-42-35-108 0 0,215 10 133 0 0,126 4-60 0 0,-149-17 1 0 0,161 1 22 0 0,-213 3 0 0 0,307 11-9 0 0,14 0-11 0 0,-1 0-1 0 0,0 1 1 0 0,0 0 0 0 0,1 1 0 0 0,-21 5 0 0 0,26 0-614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08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11026 0 0,'-1'1'77'0'0,"0"0"-1"0"0,1-1 0 0 0,-1 1 1 0 0,0 0-1 0 0,1-1 0 0 0,-1 1 1 0 0,1 0-1 0 0,-1 0 0 0 0,1 0 1 0 0,-1 0-1 0 0,1-1 0 0 0,-1 1 1 0 0,1 0-1 0 0,0 0 0 0 0,0 0 0 0 0,-1 0 1 0 0,1 0-1 0 0,0 0 0 0 0,0 0 1 0 0,0 0-1 0 0,0 0 0 0 0,0 0 1 0 0,0 0-1 0 0,0 0 0 0 0,1 0 1 0 0,-1 0-1 0 0,0 1 0 0 0,8 35 193 0 0,-5-26-10 0 0,41 271 1557 0 0,-24-140-399 0 0,1-48-281 0 0,-17-76-1248 0 0,-4-18 86 0 0,0 0 0 0 0,0 0 0 0 0,1 0 0 0 0,-1 0 1 0 0,0 0-1 0 0,0 0 0 0 0,0 0 0 0 0,0 0 0 0 0,0 0 0 0 0,0 0 0 0 0,0 0 0 0 0,0 0 1 0 0,0 0-1 0 0,0 0 0 0 0,0 0 0 0 0,1 0 0 0 0,-1 0 0 0 0,0 0 0 0 0,0 0 1 0 0,0 0-1 0 0,0 0 0 0 0,0 0 0 0 0,0 0 0 0 0,0 0 0 0 0,0 0 0 0 0,0 0 0 0 0,1 0 1 0 0,-1 0-1 0 0,0 0 0 0 0,0 0 0 0 0,0 0 0 0 0,0 0 0 0 0,0 0 0 0 0,0 0 1 0 0,0 0-1 0 0,0 0 0 0 0,0 0 0 0 0,0 0 0 0 0,0 0 0 0 0,1 0 0 0 0,-1 0 1 0 0,0 0-1 0 0,0 0 0 0 0,0 0 0 0 0,0 1 0 0 0,0-1 0 0 0,0 0 0 0 0,0 0 0 0 0,0 0 1 0 0,0 0-1 0 0,0 0 0 0 0,0 0 0 0 0,3-9-1473 0 0,-1 1 544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08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6913 0 0,'13'2'6215'0'0,"13"6"-4426"0"0,16 3-1621 0 0,22-8 793 0 0,-50-3-758 0 0,0 0 0 0 0,0 1 0 0 0,22 4 0 0 0,-35-4-179 0 0,0-1 0 0 0,1 0 0 0 0,-1 1-1 0 0,0-1 1 0 0,0 1 0 0 0,0-1 0 0 0,0 1-1 0 0,0 0 1 0 0,0-1 0 0 0,0 1 0 0 0,0 0-1 0 0,0 0 1 0 0,0-1 0 0 0,0 1 0 0 0,0 0-1 0 0,-1 0 1 0 0,1 0 0 0 0,0 0 0 0 0,-1 0-1 0 0,1 1 1 0 0,0 0 0 0 0,0 1-5 0 0,0-1 0 0 0,-1 1 0 0 0,0-1 0 0 0,1 1 0 0 0,-1-1 0 0 0,0 1-1 0 0,0 0 1 0 0,0-1 0 0 0,-1 1 0 0 0,0 2 0 0 0,-1 3-20 0 0,0 0 0 0 0,-1-1 0 0 0,0 1 1 0 0,0-1-1 0 0,-8 13 0 0 0,-41 55-375 0 0,-12 19 777 0 0,63-93-368 0 0,0 0 1 0 0,1-1-1 0 0,-1 1 0 0 0,1 0 1 0 0,-1 0-1 0 0,1-1 0 0 0,0 1 1 0 0,-1 0-1 0 0,1 0 0 0 0,0 0 0 0 0,-1 0 1 0 0,1-1-1 0 0,0 1 0 0 0,0 0 1 0 0,0 0-1 0 0,0 0 0 0 0,0 0 1 0 0,0 0-1 0 0,0 0 0 0 0,0-1 1 0 0,0 1-1 0 0,0 0 0 0 0,1 0 0 0 0,-1 0 1 0 0,1 1-1 0 0,-1-2-2 0 0,1 1 0 0 0,0-1 0 0 0,0 0 0 0 0,0 0 1 0 0,-1 0-1 0 0,1 0 0 0 0,0 0 0 0 0,0 0 0 0 0,0 0 0 0 0,0 0 0 0 0,0 0 0 0 0,-1 0 1 0 0,1 0-1 0 0,0 0 0 0 0,0-1 0 0 0,0 1 0 0 0,0 0 0 0 0,-1 0 0 0 0,1-1 0 0 0,0 1 1 0 0,0-1-1 0 0,-1 1 0 0 0,1-1 0 0 0,0 1 0 0 0,0-2 0 0 0,18-11 274 0 0,-1-1 0 0 0,22-22 0 0 0,-26 22-266 0 0,0 1 0 0 0,1 0 0 0 0,1 2 0 0 0,16-11 0 0 0,33-19 193 0 0,10-4-4033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09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79 402 6913 0 0,'11'-19'4443'0'0,"33"-84"-34"0"0,-36 79-4013 0 0,-1-1 0 0 0,0-1 1 0 0,-2 1-1 0 0,2-41 0 0 0,-7 59-372 0 0,0 0 0 0 0,-1 0 0 0 0,-1 0 0 0 0,1-1 0 0 0,-1 1 0 0 0,0 0 0 0 0,-1 1-1 0 0,0-1 1 0 0,0 0 0 0 0,-5-8 0 0 0,6 13-3 0 0,1-1 0 0 0,-1 1 0 0 0,0 0 1 0 0,1 0-1 0 0,-1 0 0 0 0,0 0 0 0 0,0 0 0 0 0,0 1 0 0 0,-1-1 0 0 0,1 1 0 0 0,0-1 1 0 0,0 1-1 0 0,-5-2 0 0 0,6 3-10 0 0,-1-1-1 0 0,0 1 1 0 0,0 0 0 0 0,0 0 0 0 0,0 0 0 0 0,1 0-1 0 0,-1 0 1 0 0,0 0 0 0 0,0 0 0 0 0,0 1 0 0 0,1-1-1 0 0,-1 1 1 0 0,0-1 0 0 0,0 1 0 0 0,1 0 0 0 0,-1 0-1 0 0,1 0 1 0 0,-1 0 0 0 0,0 0 0 0 0,1 0 0 0 0,0 0-1 0 0,-2 2 1 0 0,-2 1-16 0 0,-1 0-1 0 0,2 1 0 0 0,-1 0 1 0 0,1 0-1 0 0,-1 1 0 0 0,1-1 0 0 0,1 1 1 0 0,-1 0-1 0 0,1 0 0 0 0,0 0 1 0 0,1 0-1 0 0,-1 1 0 0 0,1-1 1 0 0,0 1-1 0 0,-1 12 0 0 0,2-13-12 0 0,1 0 0 0 0,1 0 0 0 0,-1-1 0 0 0,1 1 1 0 0,0 0-1 0 0,0 0 0 0 0,0 0 0 0 0,1-1 0 0 0,0 1 0 0 0,0-1 0 0 0,1 1 0 0 0,-1-1 0 0 0,1 0 0 0 0,1 0 0 0 0,-1 0 0 0 0,0 0 0 0 0,1-1 0 0 0,7 7 0 0 0,5 5 45 0 0,2 0 0 0 0,0-1 0 0 0,1-1 0 0 0,1-1-1 0 0,0 0 1 0 0,0-2 0 0 0,34 14 0 0 0,-40-19 75 0 0,0 1-1 0 0,-1 0 1 0 0,0 0 0 0 0,0 1-1 0 0,20 18 1 0 0,-29-23-86 0 0,0 1-1 0 0,0-1 1 0 0,0 1 0 0 0,-1 0-1 0 0,0-1 1 0 0,0 1 0 0 0,0 1 0 0 0,0-1-1 0 0,-1 0 1 0 0,1 1 0 0 0,-1-1 0 0 0,0 1-1 0 0,0 0 1 0 0,-1 0 0 0 0,0-1-1 0 0,0 1 1 0 0,0 0 0 0 0,0 0 0 0 0,-1 0-1 0 0,0 9 1 0 0,-1-9-13 0 0,0-1 0 0 0,-1 0 1 0 0,1 1-1 0 0,-1-1 0 0 0,0 0 0 0 0,0 0 0 0 0,-1 0 0 0 0,1 0 0 0 0,-1 0 0 0 0,0 0 1 0 0,0-1-1 0 0,-1 0 0 0 0,-5 6 0 0 0,-6 3-45 0 0,-32 20 0 0 0,33-24 47 0 0,0 2 10 0 0,0-2 0 0 0,-1 0 0 0 0,-1-1 0 0 0,1 0 0 0 0,-31 8 0 0 0,40-14 37 0 0,0 0 1 0 0,0 0-1 0 0,0 0 1 0 0,0 0-1 0 0,0-1 1 0 0,0 0-1 0 0,0 0 1 0 0,0-1-1 0 0,0 0 1 0 0,0 0-1 0 0,0 0 1 0 0,0-1-1 0 0,1 0 0 0 0,-1 0 1 0 0,0 0-1 0 0,1-1 1 0 0,0 0-1 0 0,-1 0 1 0 0,-7-6-1 0 0,10 6 3 0 0,0 1-1 0 0,1-1 0 0 0,0 1 0 0 0,0-1 1 0 0,-1 0-1 0 0,2 0 0 0 0,-1 0 0 0 0,0 0 0 0 0,0-1 1 0 0,1 1-1 0 0,0 0 0 0 0,0 0 0 0 0,-1-6 1 0 0,1 2-5 0 0,0 0 0 0 0,0 0 0 0 0,1 1 0 0 0,0-1 0 0 0,1 0 0 0 0,1-11 0 0 0,1 3-22 0 0,2-1 0 0 0,-1 1 0 0 0,2-1 0 0 0,0 2 0 0 0,10-18 0 0 0,8-9-24 0 0,2 1-1 0 0,36-41 1 0 0,-54 71-61 0 0,1 1 0 0 0,0-1 0 0 0,11-7 0 0 0,-17 14 29 0 0,1 1 0 0 0,-1-1 0 0 0,1 1-1 0 0,0 0 1 0 0,0 0 0 0 0,0 0 0 0 0,0 0 0 0 0,0 1 0 0 0,0 0 0 0 0,0 0-1 0 0,0 0 1 0 0,8-1 0 0 0,-11 2-154 0 0,0 0-1 0 0,0 0 0 0 0,0 1 1 0 0,0-1-1 0 0,0 0 0 0 0,0 0 1 0 0,0 1-1 0 0,-1-1 0 0 0,1 0 1 0 0,0 1-1 0 0,0-1 0 0 0,0 1 1 0 0,0-1-1 0 0,-1 1 0 0 0,1-1 1 0 0,0 1-1 0 0,-1 0 0 0 0,1-1 1 0 0,0 1-1 0 0,-1 0 0 0 0,1 0 1 0 0,-1-1-1 0 0,1 1 0 0 0,-1 0 1 0 0,1 0-1 0 0,-1 0 0 0 0,0 0 1 0 0,1 1-1 0 0,1 3-1512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13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13 5985 0 0,'-3'-12'9497'0'0,"2"16"-9033"0"0,-12 58 218 0 0,2 2-1 0 0,3 0 1 0 0,3 0 0 0 0,3 0 0 0 0,8 88-1 0 0,-6-149-945 0 0,1 13-2620 0 0,-1-16 2816 0 0,0 0 0 0 0,0 0 0 0 0,0 0 0 0 0,0 0 0 0 0,0 1 1 0 0,0-1-1 0 0,0 0 0 0 0,0 0 0 0 0,0 0 0 0 0,0 0 0 0 0,0 1 0 0 0,0-1 0 0 0,0 0 1 0 0,0 0-1 0 0,0 0 0 0 0,0 0 0 0 0,0 1 0 0 0,0-1 0 0 0,0 0 0 0 0,0 0 0 0 0,0 0 1 0 0,0 0-1 0 0,0 0 0 0 0,1 1 0 0 0,-1-1 0 0 0,0 0 0 0 0,0 0 0 0 0,0 0 0 0 0,0 0 1 0 0,0 0-1 0 0,0 0 0 0 0,1 0 0 0 0,-1 0 0 0 0,0 1 0 0 0,0-1 0 0 0,0 0 1 0 0,0 0-1 0 0,1 0 0 0 0,-1 0 0 0 0,0 0 0 0 0,0 0 0 0 0,0 0 0 0 0,0 0 0 0 0,1 0 1 0 0,-1 0-1 0 0,0 0 0 0 0,0 0 0 0 0,0 0 0 0 0,0 0 0 0 0,1 0 0 0 0,-1 0 0 0 0,0 0 1 0 0,0-1-1 0 0,0 1 0 0 0,0 0 0 0 0,0 0 0 0 0,1 0 0 0 0,-1 0 0 0 0,0 0 0 0 0,0 0 1 0 0,0 0-1 0 0,0 0 0 0 0,0-1 0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13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4609 0 0,'-4'11'4328'0'0,"-4"14"-674"0"0,7-25-3636 0 0,1 1 0 0 0,0 0 0 0 0,0-1 0 0 0,0 1 1 0 0,0 0-1 0 0,0-1 0 0 0,0 1 0 0 0,0-1 0 0 0,0 1 0 0 0,0 0 0 0 0,0-1 0 0 0,0 1 0 0 0,0 0 0 0 0,0-1 0 0 0,1 1 0 0 0,-1-1 0 0 0,0 1 0 0 0,0-1 1 0 0,1 1-1 0 0,-1 0 0 0 0,0-1 0 0 0,1 1 0 0 0,-1-1 0 0 0,1 1 0 0 0,-1-1 0 0 0,0 0 0 0 0,1 1 0 0 0,-1-1 0 0 0,1 1 0 0 0,0-1 0 0 0,0 1 0 0 0,2-1 190 0 0,1 0-1 0 0,0 0 1 0 0,-1 0-1 0 0,1-1 1 0 0,0 1-1 0 0,-1-1 0 0 0,1 0 1 0 0,0 0-1 0 0,-1 0 1 0 0,1 0-1 0 0,3-2 1 0 0,9-3 650 0 0,-8 4-505 0 0,83-16 2322 0 0,-83 17-2592 0 0,1 0 0 0 0,-1 0 0 0 0,1 1 0 0 0,-1 1 0 0 0,1-1 0 0 0,-1 2 0 0 0,1-1 0 0 0,13 5 0 0 0,-20-5-98 0 0,-1 0 0 0 0,0 0 0 0 0,0 0-1 0 0,0 0 1 0 0,0 0 0 0 0,0 0 0 0 0,0 0 0 0 0,0 0-1 0 0,0 1 1 0 0,0-1 0 0 0,0 0 0 0 0,-1 1-1 0 0,1-1 1 0 0,0 1 0 0 0,-1-1 0 0 0,1 1 0 0 0,-1-1-1 0 0,0 1 1 0 0,0-1 0 0 0,1 1 0 0 0,-1-1 0 0 0,0 1-1 0 0,0-1 1 0 0,0 1 0 0 0,-1 0 0 0 0,1-1-1 0 0,0 1 1 0 0,0-1 0 0 0,-1 2 0 0 0,-1 4-75 0 0,1-1 1 0 0,-1 1 0 0 0,0-1 0 0 0,0 1-1 0 0,-5 9 1 0 0,-7 4-110 0 0,0-1 0 0 0,-23 26 0 0 0,25-33 248 0 0,1 0 0 0 0,1 1 1 0 0,0 1-1 0 0,1-1 0 0 0,0 2 1 0 0,1-1-1 0 0,-7 18 0 0 0,15-31-11 0 0,-1-1 0 0 0,1 1 0 0 0,0 0 0 0 0,0-1-1 0 0,-1 1 1 0 0,1 0 0 0 0,0-1 0 0 0,0 1 0 0 0,0 0-1 0 0,0 0 1 0 0,0-1 0 0 0,0 1 0 0 0,0 0 0 0 0,0-1-1 0 0,0 1 1 0 0,0 0 0 0 0,0-1 0 0 0,1 1-1 0 0,-1 0 1 0 0,0-1 0 0 0,0 1 0 0 0,1 0 0 0 0,-1-1-1 0 0,0 1 1 0 0,2 1 0 0 0,-2-2-8 0 0,1 1 0 0 0,0-1-1 0 0,0 0 1 0 0,0 1 0 0 0,0-1 0 0 0,0 0-1 0 0,0 0 1 0 0,0 1 0 0 0,0-1 0 0 0,0 0 0 0 0,0 0-1 0 0,0 0 1 0 0,0 0 0 0 0,0 0 0 0 0,0 0-1 0 0,1-1 1 0 0,7-1 60 0 0,0 0-1 0 0,0-1 0 0 0,10-4 1 0 0,-12 4-14 0 0,12-6-33 0 0,0-1 0 0 0,-1 0 0 0 0,29-23 0 0 0,-11 7-46 0 0,39-32-199 0 0,-44 30-2606 0 0,-21 18 1249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14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51 309 6449 0 0,'10'-7'1634'0'0,"1"-1"0"0"0,-2 1 0 0 0,18-18 0 0 0,-10 7-749 0 0,-1-2 0 0 0,20-30-1 0 0,-33 44-826 0 0,1 1-1 0 0,-1 0 1 0 0,0-1 0 0 0,-1 1-1 0 0,1-1 1 0 0,-1 0-1 0 0,-1 0 1 0 0,1 0-1 0 0,-1 0 1 0 0,0 0 0 0 0,1-7-1 0 0,-2 10 13 0 0,-1 0 1 0 0,1-1-1 0 0,-1 1 0 0 0,0 0 0 0 0,0-1 0 0 0,0 1 1 0 0,0 0-1 0 0,0 0 0 0 0,-1 0 0 0 0,1 0 0 0 0,-1 0 0 0 0,0 0 1 0 0,0 0-1 0 0,0 1 0 0 0,0-1 0 0 0,-1 1 0 0 0,1-1 1 0 0,-1 1-1 0 0,1 0 0 0 0,-1 0 0 0 0,-4-3 0 0 0,0 1 56 0 0,0 0-1 0 0,1-1 0 0 0,-1 2 0 0 0,-1-1 0 0 0,1 1 0 0 0,0 0 0 0 0,-14-2 0 0 0,19 4-112 0 0,-1 1-1 0 0,0 0 1 0 0,1 0-1 0 0,-1 0 1 0 0,0 0-1 0 0,1 0 0 0 0,-1 1 1 0 0,1-1-1 0 0,-1 1 1 0 0,1 0-1 0 0,-1 0 1 0 0,1 0-1 0 0,-1 0 1 0 0,1 0-1 0 0,0 0 1 0 0,-1 1-1 0 0,1-1 1 0 0,0 1-1 0 0,0-1 1 0 0,0 1-1 0 0,0 0 1 0 0,0 0-1 0 0,1 0 1 0 0,-1 0-1 0 0,0 0 1 0 0,-2 5-1 0 0,0 1-43 0 0,0 0-1 0 0,0 0 1 0 0,0 0-1 0 0,1 0 1 0 0,1 1-1 0 0,-1 0 1 0 0,1-1-1 0 0,1 1 0 0 0,-1 0 1 0 0,2 0-1 0 0,-1 0 1 0 0,1 0-1 0 0,1 0 1 0 0,1 12-1 0 0,-1-13 18 0 0,1-1-1 0 0,0 0 0 0 0,0 0 0 0 0,0 0 1 0 0,1 0-1 0 0,0 0 0 0 0,1-1 0 0 0,-1 1 0 0 0,1-1 1 0 0,0 0-1 0 0,1 0 0 0 0,0 0 0 0 0,0 0 0 0 0,0-1 1 0 0,0 0-1 0 0,1 0 0 0 0,9 6 0 0 0,46 23-60 0 0,24 15 303 0 0,-77-43-204 0 0,0 0 0 0 0,0 0 0 0 0,0 1 0 0 0,-1 0 0 0 0,0 0 0 0 0,-1 1-1 0 0,8 11 1 0 0,-11-16-40 0 0,-1 1-1 0 0,0 1 0 0 0,0-1 0 0 0,0 0 1 0 0,-1 0-1 0 0,1 1 0 0 0,-1-1 0 0 0,0 0 1 0 0,-1 1-1 0 0,1-1 0 0 0,-1 1 0 0 0,0 0 1 0 0,0-1-1 0 0,0 1 0 0 0,0-1 0 0 0,-1 1 1 0 0,0-1-1 0 0,0 1 0 0 0,0-1 0 0 0,0 0 1 0 0,-1 1-1 0 0,0-1 0 0 0,0 0 0 0 0,0 0 1 0 0,-5 8-1 0 0,3-8-23 0 0,0 1-1 0 0,0-1 1 0 0,0 0 0 0 0,0 1 0 0 0,-1-2-1 0 0,1 1 1 0 0,-1 0 0 0 0,0-1 0 0 0,0 0 0 0 0,0 0-1 0 0,-1-1 1 0 0,1 0 0 0 0,-1 1 0 0 0,1-2-1 0 0,-1 1 1 0 0,0-1 0 0 0,0 0 0 0 0,0 0-1 0 0,-9 0 1 0 0,7-1 96 0 0,0 0 1 0 0,0-1-1 0 0,0 0 0 0 0,0-1 1 0 0,0 0-1 0 0,0 0 0 0 0,0 0 1 0 0,0-1-1 0 0,-10-5 0 0 0,14 5-20 0 0,-1 0-1 0 0,1 0 1 0 0,0 0-1 0 0,0 0 1 0 0,0-1-1 0 0,0 1 1 0 0,0-1-1 0 0,1 0 1 0 0,0 0-1 0 0,0 0 1 0 0,0-1-1 0 0,0 1 1 0 0,1-1-1 0 0,-1 0 1 0 0,-2-8-1 0 0,0-2 90 0 0,1-1 1 0 0,1 0-1 0 0,0 0 0 0 0,1 0 1 0 0,1 0-1 0 0,0 0 1 0 0,1 0-1 0 0,3-23 0 0 0,-2 31-71 0 0,1 0-1 0 0,-1 1 1 0 0,1-1 0 0 0,1 1-1 0 0,-1-1 1 0 0,1 1 0 0 0,1 0-1 0 0,-1 0 1 0 0,1 0-1 0 0,1 1 1 0 0,-1-1 0 0 0,1 1-1 0 0,0 0 1 0 0,0 0-1 0 0,1 1 1 0 0,-1 0 0 0 0,1-1-1 0 0,1 2 1 0 0,7-6-1 0 0,-5 6-121 0 0,-1-1 0 0 0,1 2-1 0 0,0-1 1 0 0,0 1 0 0 0,1 1-1 0 0,-1-1 1 0 0,1 2 0 0 0,-1-1-1 0 0,1 1 1 0 0,0 1 0 0 0,-1 0-1 0 0,1 0 1 0 0,-1 1 0 0 0,1 0-1 0 0,15 4 1 0 0,-2 0-4522 0 0,-19-3 2880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06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4145 0 0,'-4'9'739'0'0,"2"1"0"0"0,0-1-1 0 0,0 1 1 0 0,0 0 0 0 0,1 0 0 0 0,1-1 0 0 0,0 1 0 0 0,0 0-1 0 0,2 12 1 0 0,0 15-152 0 0,-1-6 129 0 0,2 1 0 0 0,9 36 0 0 0,-6-37 57 0 0,-1 0 0 0 0,0 39 1 0 0,-3 92 82 0 0,-3-154-826 0 0,1 10-503 0 0,2-15-726 0 0,4-10-1104 0 0,-3 2-2666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06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11346 0 0,'9'2'2575'0'0,"19"-4"-2316"0"0,-8 2 209 0 0,0 1 1 0 0,0 1-1 0 0,0 0 0 0 0,-1 2 0 0 0,1 0 0 0 0,35 13 0 0 0,-52-16-451 0 0,0 0-1 0 0,-1 0 1 0 0,1 0 0 0 0,-1 1-1 0 0,1-1 1 0 0,-1 0-1 0 0,1 1 1 0 0,-1 0 0 0 0,0 0-1 0 0,0 0 1 0 0,1 0-1 0 0,-1 0 1 0 0,-1 0 0 0 0,1 0-1 0 0,0 0 1 0 0,-1 1 0 0 0,1-1-1 0 0,-1 1 1 0 0,1-1-1 0 0,-1 1 1 0 0,0 0 0 0 0,0 0-1 0 0,-1-1 1 0 0,1 1 0 0 0,0 0-1 0 0,-1 0 1 0 0,0 0-1 0 0,0 0 1 0 0,1 0 0 0 0,-2-1-1 0 0,1 1 1 0 0,-1 4 0 0 0,-1 2-135 0 0,0 0 1 0 0,0-1 0 0 0,-1 1 0 0 0,0-1 0 0 0,-1 0 0 0 0,0 0 0 0 0,0 0 0 0 0,-1 0-1 0 0,-7 8 1 0 0,7-9 10 0 0,-2-1-1 0 0,1 0 0 0 0,0-1 0 0 0,-1 1 1 0 0,0-1-1 0 0,0-1 0 0 0,-13 7 1 0 0,11-6 338 0 0,0 0 1 0 0,0 1 0 0 0,0 0 0 0 0,-10 10 0 0 0,19-16-24 0 0,25-2 16 0 0,0 0 0 0 0,0-2 0 0 0,-1-1 0 0 0,0-1 0 0 0,0-1 0 0 0,0-1 0 0 0,31-15 0 0 0,-45 18-214 0 0,-1 0-1 0 0,0-1 1 0 0,0-1-1 0 0,0 1 1 0 0,-1-1-1 0 0,0-1 1 0 0,10-10-1 0 0,8-16-3868 0 0,-22 28 2377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07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13 457 2304 0 0,'1'2'351'0'0,"0"-1"0"0"0,0 0 0 0 0,0 0 0 0 0,0 1 0 0 0,0-1 0 0 0,0 0 0 0 0,1 0 0 0 0,-1 0 0 0 0,0 0 0 0 0,1 0 0 0 0,-1-1 0 0 0,0 1 0 0 0,1 0 0 0 0,-1-1-1 0 0,1 1 1 0 0,-1-1 0 0 0,1 1 0 0 0,-1-1 0 0 0,1 1 0 0 0,0-1 0 0 0,-1 0 0 0 0,1 0 0 0 0,-1 0 0 0 0,3 0 0 0 0,-1-1-59 0 0,0 0 1 0 0,0 0-1 0 0,0 0 1 0 0,-1 0 0 0 0,1-1-1 0 0,0 1 1 0 0,0-1-1 0 0,-1 1 1 0 0,1-1-1 0 0,-1 0 1 0 0,4-4-1 0 0,4-4-6 0 0,-2-1 0 0 0,1 1 0 0 0,-2-1 0 0 0,13-23 0 0 0,-5 5 30 0 0,-2-1 0 0 0,10-32 1 0 0,-18 46-204 0 0,-1 0 1 0 0,0-1 0 0 0,-2 0 0 0 0,0 0-1 0 0,0-29 1 0 0,-2 39-73 0 0,-2-1-1 0 0,1 1 1 0 0,-1 0-1 0 0,0 0 1 0 0,0-1-1 0 0,-1 1 1 0 0,0 1-1 0 0,0-1 1 0 0,-1 0-1 0 0,-5-7 1 0 0,7 11-24 0 0,0 0 1 0 0,0 0 0 0 0,-1 0 0 0 0,1 0 0 0 0,-1 0 0 0 0,1 1 0 0 0,-1-1 0 0 0,0 1 0 0 0,0 0-1 0 0,0 0 1 0 0,0 0 0 0 0,0 0 0 0 0,-1 1 0 0 0,1-1 0 0 0,0 1 0 0 0,-1 0 0 0 0,1 0 0 0 0,-1 0-1 0 0,1 0 1 0 0,-1 0 0 0 0,0 1 0 0 0,1 0 0 0 0,-5 0 0 0 0,4 1-24 0 0,0 0 0 0 0,1 0 0 0 0,-1 1 0 0 0,0 0 1 0 0,1-1-1 0 0,0 1 0 0 0,-1 1 0 0 0,1-1 0 0 0,0 0 0 0 0,0 1 0 0 0,0-1 0 0 0,0 1 0 0 0,1 0 1 0 0,-1 0-1 0 0,1 0 0 0 0,-3 4 0 0 0,0 0-13 0 0,1 1 0 0 0,0-1 0 0 0,0 0 0 0 0,1 1 1 0 0,0 0-1 0 0,-4 13 0 0 0,5-11-14 0 0,0 1 0 0 0,1 0 0 0 0,0-1 0 0 0,1 1 0 0 0,0 0 0 0 0,0 0 0 0 0,1-1 1 0 0,1 1-1 0 0,0 0 0 0 0,0-1 0 0 0,1 0 0 0 0,4 11 0 0 0,-4-14 16 0 0,1 0 0 0 0,0 0 0 0 0,0-1-1 0 0,0 1 1 0 0,1-1 0 0 0,0 0 0 0 0,0 0 0 0 0,0-1 0 0 0,1 1 0 0 0,0-1 0 0 0,0-1-1 0 0,0 1 1 0 0,0-1 0 0 0,1 0 0 0 0,0 0 0 0 0,0-1 0 0 0,10 4 0 0 0,140 52 174 0 0,-148-54-144 0 0,-1 0 0 0 0,1 0 0 0 0,-1 1 0 0 0,0 0 0 0 0,0 1 0 0 0,-1 0 0 0 0,1 0 0 0 0,-1 0 0 0 0,-1 1 0 0 0,0 0 0 0 0,0 0 0 0 0,0 1 0 0 0,-1-1 0 0 0,-1 1 0 0 0,1 1 0 0 0,-1-1 0 0 0,-1 0 0 0 0,0 1 0 0 0,0 0 0 0 0,-1 0 0 0 0,0 0 0 0 0,0 19 0 0 0,-2-24-4 0 0,-1-1 0 0 0,0 0 1 0 0,0 0-1 0 0,0 0 0 0 0,0 0 0 0 0,-1 0 1 0 0,0 0-1 0 0,0 0 0 0 0,0 0 1 0 0,0-1-1 0 0,-1 1 0 0 0,1-1 0 0 0,-1 1 1 0 0,0-1-1 0 0,0 0 0 0 0,-4 4 0 0 0,0-2 18 0 0,0 1-1 0 0,0-1 0 0 0,0 0 1 0 0,-1 0-1 0 0,1-1 0 0 0,-1 0 1 0 0,-9 3-1 0 0,3-3-2 0 0,0-1 0 0 0,0-1-1 0 0,0 0 1 0 0,0 0 0 0 0,0-2 0 0 0,0 1 0 0 0,-1-2 0 0 0,1 0-1 0 0,0-1 1 0 0,-28-7 0 0 0,33 7 58 0 0,0-2-1 0 0,0 1 1 0 0,0-1 0 0 0,0 0-1 0 0,1-1 1 0 0,-1 0-1 0 0,-11-9 1 0 0,15 10-22 0 0,1-1 0 0 0,-1 1 0 0 0,1-1 0 0 0,0 0 1 0 0,0 0-1 0 0,1 0 0 0 0,-1 0 0 0 0,1-1 0 0 0,0 1 0 0 0,1-1 0 0 0,-1 0 0 0 0,-1-8 0 0 0,3 12-46 0 0,1 0 0 0 0,0 0 0 0 0,-1-1-1 0 0,1 1 1 0 0,0 0 0 0 0,0 0 0 0 0,0 0-1 0 0,1-1 1 0 0,-1 1 0 0 0,0 0 0 0 0,1 0-1 0 0,-1 0 1 0 0,1 0 0 0 0,0-1 0 0 0,0 1-1 0 0,1-2 1 0 0,1 0 4 0 0,-1 0 1 0 0,1 0-1 0 0,0 1 0 0 0,0 0 1 0 0,1-1-1 0 0,-1 1 0 0 0,6-4 0 0 0,3 0-4 0 0,0 0 0 0 0,0 0-1 0 0,0 1 1 0 0,19-6-1 0 0,-22 9-13 0 0,19-6 0 0 0,-1-1 0 0 0,0-2 0 0 0,33-19 0 0 0,-57 29-281 0 0,0 0 0 0 0,0 1 1 0 0,0-1-1 0 0,0 1 0 0 0,0 0 0 0 0,0-1 0 0 0,0 2 0 0 0,6-3 0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18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6625 0 0,'23'3'8033'0'0,"17"8"-5021"0"0,18 2-2974 0 0,-13-9 41 0 0,0-2 0 0 0,1-2 0 0 0,-1-2 0 0 0,76-14 0 0 0,-89 11-171 0 0,-1 0-1 0 0,39 0 1 0 0,-77 10-391 0 0,-3-4-3951 0 0,-6-2 2967 0 0,11 1-5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20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78 1840 0 0,'3'0'858'0'0,"0"0"0"0"0,0 0-1 0 0,-1 0 1 0 0,1 0 0 0 0,0 0-1 0 0,0-1 1 0 0,4 0 0 0 0,9-2 211 0 0,1 1 0 0 0,-1 1 0 0 0,1 0-1 0 0,-1 1 1 0 0,22 4 0 0 0,-5-1 152 0 0,56-3-1 0 0,-73-1-1038 0 0,0-1 1 0 0,0-1-1 0 0,0-1 1 0 0,0 0-1 0 0,22-9 1 0 0,-14 3-143 0 0,53-20 163 0 0,-70 28-189 0 0,0 0 0 0 0,0 0 0 0 0,0 1 0 0 0,0 0 0 0 0,0 1 0 0 0,1-1 0 0 0,-1 1 0 0 0,13 2 0 0 0,-19-2-48 0 0,1 1 0 0 0,-1 0 0 0 0,1 0 0 0 0,-1-1 1 0 0,1 1-1 0 0,-1 0 0 0 0,0 0 0 0 0,1 1 0 0 0,-1-1 0 0 0,0 0 0 0 0,0 0 0 0 0,0 0 0 0 0,0 1 1 0 0,0-1-1 0 0,0 1 0 0 0,0-1 0 0 0,-1 1 0 0 0,1-1 0 0 0,0 1 0 0 0,-1-1 0 0 0,1 1 0 0 0,-1 0 1 0 0,0-1-1 0 0,1 1 0 0 0,-1 0 0 0 0,0 1 0 0 0,5 16-339 0 0,-4-13-365 0 0,1 1-4127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21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41 920 0 0,'-2'-5'7961'0'0,"10"3"-2564"0"0,45-10-4018 0 0,1 3 1 0 0,91-4-1 0 0,-102 13-1311 0 0,-1 2 0 0 0,0 2 0 0 0,69 14 0 0 0,-94-15-75 0 0,-1-1 0 0 0,1 0 1 0 0,0-1-1 0 0,0-1 0 0 0,0-1 0 0 0,-1 0 0 0 0,1-1 1 0 0,0-1-1 0 0,16-5 0 0 0,-21 7 451 0 0,-19 8-1152 0 0,-20 7-1161 0 0,26-13 1822 0 0,-9 5-718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22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74 4609 0 0,'4'-15'4239'0'0,"-4"15"-4129"0"0,0 0 1 0 0,1 0-1 0 0,-1-1 1 0 0,0 1-1 0 0,0 0 1 0 0,0 0-1 0 0,0 0 1 0 0,0 0-1 0 0,0-1 1 0 0,0 1-1 0 0,0 0 1 0 0,1 0 0 0 0,-1 0-1 0 0,0 0 1 0 0,0-1-1 0 0,0 1 1 0 0,0 0-1 0 0,0 0 1 0 0,0 0-1 0 0,0-1 1 0 0,0 1-1 0 0,0 0 1 0 0,0 0-1 0 0,0 0 1 0 0,0-1-1 0 0,0 1 1 0 0,0 0 0 0 0,-1 0-1 0 0,1 0 1 0 0,0 0-1 0 0,0-1 1 0 0,0 1-1 0 0,0 0 1 0 0,0 0-1 0 0,0 0 1 0 0,0 0-1 0 0,0-1 1 0 0,-1 1-1 0 0,1 0 1 0 0,0 0-1 0 0,0 0 1 0 0,0 0 0 0 0,-1 0 970 0 0,11 7 1161 0 0,0-4-1953 0 0,-1-1 0 0 0,1-1 0 0 0,0 1 0 0 0,14-1 0 0 0,-106 10-3263 0 0,-46-8 538 0 0,83 8 4424 0 0,90-13 2892 0 0,29-7-4255 0 0,-11 2-586 0 0,96-14 109 0 0,-96 11-223 0 0,173-33 283 0 0,-342 43-2477 0 0,93 0-2295 0 0,1 0-1437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31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0 8266 0 0,'-4'6'317'0'0,"-1"1"-1"0"0,1-1 1 0 0,1 1 0 0 0,-1 0 0 0 0,1 0-1 0 0,0 0 1 0 0,-1 8 0 0 0,-6 11 453 0 0,-61 162 4284 0 0,37-47-4533 0 0,22-88-521 0 0,3 1-1 0 0,3 0 1 0 0,-1 61 0 0 0,15 165 223 0 0,-5-220-261 0 0,-4-31 232 0 0,-1 1 0 0 0,-2 0 0 0 0,-1 0-1 0 0,-13 42 1 0 0,4-10 16 0 0,-8 68 39 0 0,-7 167 1 0 0,25-236-245 0 0,2 157 50 0 0,2-43-49 0 0,-18 446 837 0 0,37-220-949 0 0,-2-168 4 0 0,-3-9 152 0 0,3 211 228 0 0,-26-257-136 0 0,-1 122 192 0 0,11-268-302 0 0,-2 179-176 0 0,-3-79-268 0 0,5-89-2346 0 0,-3-50-662 0 0,1-6 1661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33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 10138 0 0,'-4'-1'864'0'0,"-2"1"-674"0"0,14 7 1446 0 0,-5-4-1419 0 0,1 0 0 0 0,0-1 1 0 0,0 1-1 0 0,0-1 0 0 0,0 0 0 0 0,0 0 0 0 0,1 0 1 0 0,-1-1-1 0 0,1 0 0 0 0,-1 1 0 0 0,1-2 0 0 0,-1 1 1 0 0,9 0-1 0 0,1-1 73 0 0,0 0 1 0 0,1 1 0 0 0,-1 1 0 0 0,26 6-1 0 0,58 22 302 0 0,-65-19-542 0 0,-3-3-60 0 0,0-1 0 0 0,1-2 0 0 0,0-1 0 0 0,0-1-1 0 0,0-2 1 0 0,0-1 0 0 0,0-1 0 0 0,31-6 0 0 0,-61 7-24 0 0,0 0 0 0 0,0 0 0 0 0,0 0 0 0 0,0 0 0 0 0,0-1 0 0 0,0 1 0 0 0,0 0 0 0 0,0-1 0 0 0,0 1 0 0 0,-1 0 0 0 0,1-1 0 0 0,0 1 0 0 0,0-1 0 0 0,0 0 0 0 0,-1 1 0 0 0,1-1 0 0 0,0 0 0 0 0,-1 1 0 0 0,1-1 0 0 0,0 0 0 0 0,-1 0-1 0 0,1 0 1 0 0,-1 1 0 0 0,1-1 0 0 0,-1 0 0 0 0,0 0 0 0 0,1 0 0 0 0,-1 0 0 0 0,0 0 0 0 0,0 0 0 0 0,1 0 0 0 0,-1 0 0 0 0,0 0 0 0 0,0 0 0 0 0,0-1 0 0 0,0 0 8 0 0,0 1 0 0 0,0-1 0 0 0,0 1 0 0 0,1-1 0 0 0,-1 1 0 0 0,1-1 0 0 0,-1 0 0 0 0,1 1 0 0 0,0-1 0 0 0,-1 1 0 0 0,1 0 0 0 0,0-1 0 0 0,0 1 0 0 0,0 0 0 0 0,0-1 0 0 0,0 1-1 0 0,2-1 1 0 0,24-16-902 0 0,-27 20 1024 0 0,1-1 0 0 0,0 1 0 0 0,-1 0 0 0 0,1-1 0 0 0,-1 1 0 0 0,1 0 0 0 0,-1 0 0 0 0,0-1 0 0 0,0 1 0 0 0,1 0 0 0 0,-1 0 1 0 0,-1-1-1 0 0,1 1 0 0 0,0 0 0 0 0,0 0 0 0 0,-1 2 0 0 0,-16 54 743 0 0,-7 36-214 0 0,16-25-576 0 0,3 0 0 0 0,4 85 1 0 0,1-78-38 0 0,-13 110-12 0 0,0-20 0 0 0,-3 260 0 0 0,-1 223 576 0 0,-21-105 451 0 0,18-318-806 0 0,-27 174-4 0 0,46-392-210 0 0,-24 206-7 0 0,12-88 0 0 0,4 8-299 0 0,10 171-1 0 0,1-15-533 0 0,0-114 758 0 0,2-98-143 0 0,-9 135-1 0 0,3-191 219 0 0,-4 69 203 0 0,6-90-182 0 0,-1 0 0 0 0,1-1 1 0 0,0 1-1 0 0,0 0 0 0 0,-1 0 0 0 0,1 0 1 0 0,-1-1-1 0 0,1 1 0 0 0,-1 0 0 0 0,1 0 1 0 0,-1-1-1 0 0,1 1 0 0 0,-1 0 1 0 0,1-1-1 0 0,-1 1 0 0 0,0-1 0 0 0,1 1 1 0 0,-1-1-1 0 0,0 1 0 0 0,0-1 0 0 0,1 1 1 0 0,-1-1-1 0 0,0 0 0 0 0,0 1 1 0 0,0-1-1 0 0,-1 0 0 0 0,-24 5 586 0 0,10-7-379 0 0,0 0-1 0 0,1 0 1 0 0,0-2-1 0 0,-1 0 1 0 0,-19-8-1 0 0,12 4-45 0 0,-29-6 0 0 0,22 9-58 0 0,1 1 0 0 0,-1 2 0 0 0,1 1 0 0 0,-1 1 0 0 0,-37 5 0 0 0,48 1-109 0 0,-6 0-290 0 0,27-11-3119 0 0,1 1 2079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26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7 6913 0 0,'-1'-6'10088'0'0,"98"18"-8933"0"0,23 1-955 0 0,-75-13-200 0 0,1-1 0 0 0,0-3 0 0 0,72-15 0 0 0,-116 19-1 0 0,0-1 1 0 0,0 1-1 0 0,0 0 1 0 0,0-1-1 0 0,0 1 1 0 0,0 0-1 0 0,0 0 1 0 0,0 0-1 0 0,0 1 0 0 0,-1-1 1 0 0,4 1-1 0 0,-5-1-10 0 0,1 0 1 0 0,-1 0-1 0 0,0 0 0 0 0,0 1 0 0 0,0-1 0 0 0,0 0 0 0 0,1 0 0 0 0,-1 0 1 0 0,0 0-1 0 0,0 1 0 0 0,0-1 0 0 0,0 0 0 0 0,0 0 0 0 0,0 0 0 0 0,0 1 1 0 0,1-1-1 0 0,-1 0 0 0 0,0 0 0 0 0,0 0 0 0 0,0 1 0 0 0,0-1 0 0 0,0 0 0 0 0,0 0 1 0 0,0 0-1 0 0,0 1 0 0 0,0-1 0 0 0,0 0 0 0 0,0 0 0 0 0,0 1 0 0 0,-1-1 1 0 0,1 0-1 0 0,0 0 0 0 0,0 1 0 0 0,-10 12-1063 0 0,-5 2-3711 0 0,11-11 3226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35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5 5473 0 0,'4'-5'8570'0'0,"-9"19"-8243"0"0,0 0 1 0 0,1 0-1 0 0,0 0 1 0 0,1 0-1 0 0,-1 16 0 0 0,-4 84-181 0 0,6-70-44 0 0,-21 335 252 0 0,24-146-211 0 0,2-136-137 0 0,-31 629 1366 0 0,22-638-1075 0 0,-6 307 1109 0 0,10-236-1021 0 0,-23 280 25 0 0,18-340-186 0 0,-16 394 46 0 0,4-64-202 0 0,6-223 56 0 0,-23 161-49 0 0,17-171 130 0 0,19-185-200 0 0,3 127-48 0 0,1-39 4 0 0,-4-85-123 0 0,0 14-436 0 0,0-24 290 0 0,0-16 86 0 0,0 11-1013 0 0,-1-5-3446 0 0,-1-25-1476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37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323 18 7370 0 0,'-3'-2'-110'0'0,"-22"-14"5335"0"0,26 19-3245 0 0,4 9-954 0 0,1-9-872 0 0,-1 0-1 0 0,0 0 1 0 0,1-1 0 0 0,0 1-1 0 0,-1-1 1 0 0,1 0-1 0 0,0-1 1 0 0,0 0-1 0 0,0 0 1 0 0,8 1 0 0 0,10-1 152 0 0,32-4 0 0 0,-10 1 46 0 0,392-5 43 0 0,-429 11-387 0 0,-9-4-11 0 0,0 0 1 0 0,0 1 0 0 0,0-1 0 0 0,0 0-1 0 0,0 1 1 0 0,0-1 0 0 0,0 0-1 0 0,0 1 1 0 0,0-1 0 0 0,0 0-1 0 0,0 0 1 0 0,0 1 0 0 0,0-1-1 0 0,-1 0 1 0 0,1 0 0 0 0,0 1-1 0 0,0-1 1 0 0,0 0 0 0 0,0 0 0 0 0,-1 1-1 0 0,1-1 1 0 0,0 0 0 0 0,0 0-1 0 0,-1 0 1 0 0,1 1 0 0 0,0-1-1 0 0,0 0 1 0 0,-1 0 0 0 0,1 0-1 0 0,0 0 1 0 0,0 0 0 0 0,-1 0-1 0 0,1 1 1 0 0,0-1 0 0 0,-1 0-1 0 0,1 0 1 0 0,0 0 0 0 0,-1 0 0 0 0,1 0-1 0 0,0 0 1 0 0,-1 0 0 0 0,0 0-98 0 0,-2 2-152 0 0,2-2 252 0 0,-25 10-343 0 0,26-10 326 0 0,-1 0-1 0 0,1 0 1 0 0,0 1-1 0 0,-1-1 1 0 0,1 0-1 0 0,-1 0 1 0 0,1 0 0 0 0,0 0-1 0 0,-1 0 1 0 0,1 0-1 0 0,-1 0 1 0 0,1 0-1 0 0,0 0 1 0 0,-1-1-1 0 0,1 1 1 0 0,-1 0-1 0 0,1 0 1 0 0,0 0 0 0 0,-1 0-1 0 0,1 0 1 0 0,-1-1-1 0 0,1 1 1 0 0,0 0-1 0 0,-1 0 1 0 0,1-1-1 0 0,0 0-6 0 0,0 0-1 0 0,0 1 0 0 0,0-1 1 0 0,0 0-1 0 0,0 0 1 0 0,0 0-1 0 0,0 0 0 0 0,0 1 1 0 0,0-1-1 0 0,0 0 1 0 0,1 0-1 0 0,-1 0 0 0 0,0 1 1 0 0,1-1-1 0 0,-1 0 1 0 0,0 0-1 0 0,1 1 0 0 0,-1-1 1 0 0,2 0-1 0 0,-2 0-4 0 0,0 0 1 0 0,1 0-1 0 0,0 0 0 0 0,-1 0 0 0 0,1 0 1 0 0,-1 0-1 0 0,1 1 0 0 0,0-1 0 0 0,0 0 0 0 0,0 0 1 0 0,-1 1-1 0 0,1-1 0 0 0,0 0 0 0 0,0 1 0 0 0,1-1 1 0 0,-1 1 22 0 0,-1 0 1 0 0,0 0 0 0 0,1 0-1 0 0,-1 0 1 0 0,0 0 0 0 0,1 0-1 0 0,-1 0 1 0 0,0 0 0 0 0,1 0-1 0 0,-1 0 1 0 0,0 0 0 0 0,1 1-1 0 0,-1-1 1 0 0,0 0 0 0 0,1 0-1 0 0,-1 0 1 0 0,0 1 0 0 0,0-1-1 0 0,1 0 1 0 0,-1 0 0 0 0,0 1-1 0 0,0-1 1 0 0,1 0-1 0 0,-1 0 1 0 0,0 1 0 0 0,0-1-1 0 0,0 0 1 0 0,1 1 0 0 0,-1-1-1 0 0,1 3 24 0 0,-1-1-1 0 0,1 0 0 0 0,0 1 0 0 0,-1-1 0 0 0,0 0 0 0 0,1 1 0 0 0,-1-1 0 0 0,0 1 0 0 0,0-1 0 0 0,0 0 0 0 0,-1 1 0 0 0,0 2 1 0 0,-17 73 338 0 0,3 0 0 0 0,4 1 0 0 0,-2 135 0 0 0,7 24-356 0 0,1-77 0 0 0,-27 465 344 0 0,22-484-92 0 0,-49 630 1792 0 0,37-465-1626 0 0,-3 23 66 0 0,-38 171-409 0 0,34-206-130 0 0,12-83 22 0 0,-37 219-300 0 0,51-405 305 0 0,-3 8-70 0 0,2 0-1 0 0,2 0 0 0 0,1 1 1 0 0,5 44-1 0 0,-3-66-14 0 0,-1-1 1 0 0,-2 26-1 0 0,1-29 82 0 0,0 1 0 0 0,1 0 0 0 0,0 0 0 0 0,0-1 0 0 0,1 1 0 0 0,3 11 0 0 0,-3-8 29 0 0,-1-11 10 0 0,0 1-1 0 0,1-1 0 0 0,-1 0 1 0 0,0 0-1 0 0,1 0 0 0 0,-1 1 1 0 0,1-1-1 0 0,1 3 0 0 0,-7-10 30 0 0,0 0 0 0 0,-1 0 0 0 0,1 0 0 0 0,-1 1 0 0 0,0 0 0 0 0,-12-6 0 0 0,-4-4 39 0 0,-28-20 281 0 0,-100-50 0 0 0,127 75-334 0 0,0 1 0 0 0,-1 1 1 0 0,0 1-1 0 0,-31-3 1 0 0,46 8-13 0 0,0 0 1 0 0,0 0-1 0 0,1 1 0 0 0,-1 0 1 0 0,-12 2-1 0 0,18-1-52 0 0,-1 0-1 0 0,1-1 1 0 0,0 1-1 0 0,-1 0 1 0 0,1 1-1 0 0,0-1 1 0 0,0 0-1 0 0,0 1 1 0 0,0 0-1 0 0,0 0 1 0 0,1 0-1 0 0,-1 0 0 0 0,0 0 1 0 0,1 0-1 0 0,-1 1 1 0 0,-2 4-1 0 0,6-12-4888 0 0,4-2 3363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27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6913 0 0,'0'1'9235'0'0,"5"0"-4779"0"0,38 8-4466 0 0,6 0 244 0 0,-22-3-243 0 0,-1-1 0 0 0,1-1 0 0 0,0-1-1 0 0,0-2 1 0 0,1-1 0 0 0,33-3 0 0 0,-30-4 15 0 0,32-10 0 0 0,14-3-140 0 0,-77 20 114 0 0,0-1 1 0 0,0 1-1 0 0,1 0 1 0 0,-1 0 0 0 0,0 0-1 0 0,0 0 1 0 0,1 0-1 0 0,-1 0 1 0 0,0 0 0 0 0,0 0-1 0 0,1-1 1 0 0,-1 1-1 0 0,0 0 1 0 0,0 0-1 0 0,1 0 1 0 0,-1 0 0 0 0,0 0-1 0 0,0 1 1 0 0,1-1-1 0 0,-1 0 1 0 0,0 0-1 0 0,0 0 1 0 0,1 0 0 0 0,-1 0-1 0 0,0 0 1 0 0,0 0-1 0 0,1 0 1 0 0,-1 0-1 0 0,0 1 1 0 0,0-1 0 0 0,0 0-1 0 0,1 0 1 0 0,-1 0-1 0 0,0 1 1 0 0,-6 7-855 0 0,-19 12-1184 0 0,21-17 1496 0 0,-6 4-327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28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53 456 0 0,'0'0'159'0'0,"0"0"0"0"0,0 0 0 0 0,0 1 0 0 0,0-1 1 0 0,1 0-1 0 0,-1 0 0 0 0,0 1 0 0 0,0-1 0 0 0,0 0 0 0 0,0 0 0 0 0,1 0 0 0 0,-1 1 0 0 0,0-1 0 0 0,0 0 0 0 0,0 0 0 0 0,1 0 1 0 0,-1 1-1 0 0,0-1 0 0 0,0 0 0 0 0,1 0 0 0 0,-1 0 0 0 0,0 0 0 0 0,0 0 0 0 0,1 0 0 0 0,-1 0 0 0 0,0 0 0 0 0,1 0 0 0 0,-1 0 0 0 0,0 0 1 0 0,0 0-1 0 0,1 0 0 0 0,-1 0 0 0 0,0 0 0 0 0,0 0 0 0 0,1 0 0 0 0,-1 0 0 0 0,0 0 0 0 0,1 0 0 0 0,-1 0 0 0 0,0 0 0 0 0,17 0 6598 0 0,32 1-5438 0 0,94 13 0 0 0,-76-5-992 0 0,107 4-69 0 0,-151-13-224 0 0,1-1 0 0 0,-1-1 1 0 0,1-2-1 0 0,-1 0 0 0 0,30-10 1 0 0,7-6 215 0 0,97-27 877 0 0,-155 46-1116 0 0,0 1-1 0 0,0 0 1 0 0,0-1-1 0 0,0 1 1 0 0,0 0-1 0 0,0 0 1 0 0,0 0-1 0 0,0 0 1 0 0,0 0-1 0 0,0 1 1 0 0,0-1-1 0 0,0 1 0 0 0,0-1 1 0 0,0 1-1 0 0,0 0 1 0 0,2 1-1 0 0,-3-2-29 0 0,-1 1 0 0 0,1-1-1 0 0,-1 0 1 0 0,0 1 0 0 0,0-1-1 0 0,1 0 1 0 0,-1 1 0 0 0,0-1 0 0 0,0 0-1 0 0,1 1 1 0 0,-1-1 0 0 0,0 1-1 0 0,0-1 1 0 0,0 1 0 0 0,0-1-1 0 0,0 0 1 0 0,1 1 0 0 0,-1-1-1 0 0,0 1 1 0 0,0-1 0 0 0,0 1-1 0 0,0-1 1 0 0,0 1 0 0 0,-1-1-1 0 0,1 1 1 0 0,0 1-125 0 0,-1-1-1 0 0,0 1 1 0 0,0-1-1 0 0,0 1 1 0 0,1-1-1 0 0,-1 0 1 0 0,0 1-1 0 0,-1-1 1 0 0,1 0-1 0 0,0 0 1 0 0,-2 1 0 0 0,-3 3-1233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29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34 2304 0 0,'0'-2'10785'0'0,"-3"3"-8348"0"0,-16 3-2969 0 0,36-1 3279 0 0,9 2-2992 0 0,20 0 333 0 0,2-3 1 0 0,-1-1 0 0 0,0-3-1 0 0,0-1 1 0 0,67-14 0 0 0,-65 7-121 0 0,-14 3-29 0 0,0 1-1 0 0,52-1 1 0 0,-87 7 52 0 0,-1 0 0 0 0,1 0 1 0 0,0 0-1 0 0,0 0 0 0 0,0 0 1 0 0,0 0-1 0 0,0 0 0 0 0,-1 0 1 0 0,1 0-1 0 0,0 0 0 0 0,0 0 1 0 0,0 0-1 0 0,0 0 0 0 0,-1 0 1 0 0,1 0-1 0 0,0 0 0 0 0,0 0 1 0 0,0 0-1 0 0,0 0 0 0 0,0 0 1 0 0,0 0-1 0 0,-1 1 0 0 0,1-1 1 0 0,0 0-1 0 0,0 0 0 0 0,0 0 1 0 0,0 0-1 0 0,0 0 0 0 0,0 0 1 0 0,0 1-1 0 0,0-1 0 0 0,-1 0 1 0 0,1 0-1 0 0,0 0 0 0 0,0 0 1 0 0,0 0-1 0 0,0 1 0 0 0,0-1 1 0 0,0 0-1 0 0,0 0 0 0 0,0 0 1 0 0,0 0-1 0 0,0 1 0 0 0,0-1 1 0 0,5 9-864 0 0,13 8-524 0 0,-18-17 1290 0 0,1 0 0 0 0,0 0-1 0 0,-1 0 1 0 0,1 0 0 0 0,-1 0 0 0 0,1 1 0 0 0,-1-1-1 0 0,1 0 1 0 0,-1 0 0 0 0,1 1 0 0 0,-1-1 0 0 0,0 0-1 0 0,1 1 1 0 0,-1-1 0 0 0,1 1 0 0 0,-1-1 0 0 0,0 0-1 0 0,1 1 1 0 0,-1-1 0 0 0,0 1 0 0 0,1-1 0 0 0,-1 1 0 0 0,0 0-1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38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8 2304 0 0,'-1'0'642'0'0,"1"-1"0"0"0,-1 0 0 0 0,1 1 0 0 0,-1-1 0 0 0,0 0-1 0 0,0 1 1 0 0,1-1 0 0 0,-1 1 0 0 0,0 0 0 0 0,0-1 0 0 0,0 1-1 0 0,1-1 1 0 0,-1 1 0 0 0,0 0 0 0 0,0 0 0 0 0,-2-1-1 0 0,3 2-491 0 0,-1-1 0 0 0,0 0 0 0 0,0 0-1 0 0,1 1 1 0 0,-1-1 0 0 0,0 1 0 0 0,1-1-1 0 0,-1 0 1 0 0,1 1 0 0 0,-1-1 0 0 0,0 1-1 0 0,1-1 1 0 0,-1 1 0 0 0,1 0 0 0 0,0-1-1 0 0,-1 1 1 0 0,1 0 0 0 0,-1-1-1 0 0,1 1 1 0 0,0 0 0 0 0,-1-1 0 0 0,1 1-1 0 0,0 0 1 0 0,0 1 0 0 0,-2 4-209 0 0,1 1 0 0 0,0-1 0 0 0,0 1 0 0 0,0 8 0 0 0,4 33 920 0 0,11 69 1 0 0,3 38-685 0 0,-21 96-97 0 0,0 1 40 0 0,17 13-120 0 0,0 157 11 0 0,-39-38 298 0 0,20-28 448 0 0,4-52-420 0 0,-6-43 69 0 0,2-29-134 0 0,18 110 145 0 0,0-142-195 0 0,-15-5-211 0 0,-1-103 45 0 0,-4 17-43 0 0,4-68-14 0 0,1 0 0 0 0,5 60 1 0 0,5-36-68 0 0,-1-14-106 0 0,0 87 0 0 0,-5 66 115 0 0,1-79-31 0 0,-3-124-627 0 0,-2-7-221 0 0,-1-9-778 0 0,2-1 354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0:40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58 9274 0 0,'-6'-7'778'0'0,"9"7"-3"0"0,3 0 731 0 0,-3 1-1135 0 0,103 36 4540 0 0,-71-27-4164 0 0,42 6-1 0 0,-55-12-733 0 0,0-2 1 0 0,0 0-1 0 0,0-2 0 0 0,1 0 1 0 0,-1-1-1 0 0,0-2 0 0 0,0 0 1 0 0,29-9-1 0 0,-7-1-32 0 0,40-13-78 0 0,90-15 0 0 0,-155 40-293 0 0,-18 1 359 0 0,-1 0-1 0 0,1 0 1 0 0,-1 0 0 0 0,1 0-1 0 0,0 0 1 0 0,-1 0 0 0 0,1 0 0 0 0,-1 0-1 0 0,1 1 1 0 0,-1-1 0 0 0,1 0-1 0 0,-1 0 1 0 0,1 0 0 0 0,-1 1 0 0 0,0-1-1 0 0,1 0 1 0 0,-1 1 0 0 0,1-1-1 0 0,-1 0 1 0 0,1 1 0 0 0,-1-1 0 0 0,0 0-1 0 0,1 1 1 0 0,-1-1 0 0 0,0 1-1 0 0,0-1 1 0 0,1 1 0 0 0,-1-1 0 0 0,0 1-1 0 0,0-1 1 0 0,1 1 0 0 0,-1 0-85 0 0,-2-5-604 0 0,2 3 704 0 0,-1-1 13 0 0,0 1 0 0 0,0 0 0 0 0,0 0 0 0 0,1-1 1 0 0,-1 1-1 0 0,1-1 0 0 0,-1 1 0 0 0,1-1 0 0 0,-1 1 0 0 0,1 0 1 0 0,0-1-1 0 0,0 1 0 0 0,0-1 0 0 0,0 1 0 0 0,0-1 0 0 0,0-2 1 0 0,1 3-9 0 0,0 1 8 0 0,-1 0 1 0 0,0 1 0 0 0,0-1-1 0 0,0 0 1 0 0,0 0-1 0 0,0 0 1 0 0,1 0-1 0 0,-1 0 1 0 0,0 1 0 0 0,0-1-1 0 0,0 0 1 0 0,0 0-1 0 0,0 0 1 0 0,0 1 0 0 0,0-1-1 0 0,1 0 1 0 0,-1 0-1 0 0,0 0 1 0 0,0 1-1 0 0,0-1 1 0 0,0 0 0 0 0,0 0-1 0 0,0 0 1 0 0,0 1-1 0 0,0-1 1 0 0,0 0-1 0 0,0 0 1 0 0,0 0 0 0 0,0 1-1 0 0,0-1 1 0 0,0 0-1 0 0,-1 0 1 0 0,1 0-1 0 0,0 1 1 0 0,0-1 0 0 0,0 0-1 0 0,0 0 1 0 0,0 0-1 0 0,0 1 1 0 0,0-1-1 0 0,-1 0 1 0 0,1 0 0 0 0,0 0-1 0 0,-9 44 511 0 0,-3 62-1 0 0,11-99-570 0 0,-11 284 1093 0 0,21-57-1045 0 0,-1 275 10 0 0,-5 426 2776 0 0,-15-373-2437 0 0,4-431-346 0 0,-50 283 92 0 0,38-303-48 0 0,4 18-136 0 0,0 148 0 0 0,12-145 4 0 0,-23 132 0 0 0,-14 87 100 0 0,28-228-64 0 0,-32 146 0 0 0,42-246 38 0 0,1 1 1 0 0,0 0-1 0 0,4 33 1 0 0,0-5-1 0 0,-4-38 25 0 0,2-13 1 0 0,0-1 0 0 0,0 1 1 0 0,0-1-1 0 0,-1 1 1 0 0,1-1-1 0 0,0 1 0 0 0,0-1 1 0 0,0 1-1 0 0,-1-1 1 0 0,1 1-1 0 0,0-1 0 0 0,0 0 1 0 0,-1 1-1 0 0,1-1 1 0 0,0 1-1 0 0,-1-1 0 0 0,1 0 1 0 0,-1 1-1 0 0,1-1 1 0 0,0 0-1 0 0,-1 1 0 0 0,1-1 1 0 0,-1 0-1 0 0,1 0 1 0 0,-1 1-1 0 0,1-1 0 0 0,-1 0 1 0 0,0 0-1 0 0,1 0 54 0 0,-4 1-1 0 0,0-1-51 0 0,1 0-1 0 0,0 1 1 0 0,-1-1-1 0 0,1-1 1 0 0,0 1 0 0 0,-1 0-1 0 0,1-1 1 0 0,0 0 0 0 0,-1 0-1 0 0,1 0 1 0 0,0 0 0 0 0,-4-2-1 0 0,-76-32 191 0 0,-89-43 117 0 0,76 35-231 0 0,67 35-48 0 0,-13-4 118 0 0,41 12-220 0 0,0-1 0 0 0,-1 1 0 0 0,1-1 0 0 0,0 1 0 0 0,0-1 0 0 0,0 0 0 0 0,0 0 0 0 0,0 1 0 0 0,0-1 0 0 0,0 0 0 0 0,0 0 0 0 0,0 0 0 0 0,0 0 0 0 0,1 0 0 0 0,-1 0 0 0 0,0 0 0 0 0,1 0 0 0 0,-1 0 0 0 0,0-1 0 0 0,1 1 0 0 0,0 0 0 0 0,-1 0 0 0 0,1-1 0 0 0,0 1 0 0 0,-1-2 0 0 0,1 3-74 0 0,0-1-1 0 0,1 1 1 0 0,-1-1-1 0 0,0 1 1 0 0,0-1 0 0 0,0 1-1 0 0,0 0 1 0 0,1-1-1 0 0,-1 1 1 0 0,0-1-1 0 0,0 1 1 0 0,1 0-1 0 0,-1-1 1 0 0,0 1-1 0 0,1 0 1 0 0,-1 0-1 0 0,1-1 1 0 0,-1 1-1 0 0,0 0 1 0 0,1 0 0 0 0,-1-1-1 0 0,1 1 1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10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12875 0 0,'-4'14'221'0'0,"1"0"0"0"0,0 1 1 0 0,2-1-1 0 0,0 0 0 0 0,0 1 0 0 0,1-1 1 0 0,3 22-1 0 0,-1 7 203 0 0,22 336 1959 0 0,-23-368-2426 0 0,-1-3-352 0 0,1-1 0 0 0,0 1 0 0 0,1 0 0 0 0,2 8 0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11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12843 0 0,'-1'1'86'0'0,"0"0"1"0"0,1 1-1 0 0,-1-1 0 0 0,0 1 1 0 0,1-1-1 0 0,0 0 1 0 0,-1 1-1 0 0,1-1 0 0 0,0 1 1 0 0,0-1-1 0 0,0 1 1 0 0,0-1-1 0 0,0 1 0 0 0,0-1 1 0 0,0 1-1 0 0,0-1 1 0 0,1 1-1 0 0,-1-1 0 0 0,1 1 1 0 0,-1-1-1 0 0,1 0 0 0 0,1 3 1 0 0,-1-2-50 0 0,0 0 0 0 0,1-1-1 0 0,-1 1 1 0 0,1-1 0 0 0,0 1 0 0 0,0-1 0 0 0,-1 0 0 0 0,1 0-1 0 0,0 0 1 0 0,0 0 0 0 0,0 0 0 0 0,0 0 0 0 0,0 0 0 0 0,0-1-1 0 0,4 2 1 0 0,5-1 133 0 0,0 0 0 0 0,0 0 1 0 0,0-1-1 0 0,0-1 0 0 0,16-2 0 0 0,-14 1 11 0 0,0 1 0 0 0,0 1 1 0 0,15 0-1 0 0,-21 1-14 0 0,2 0-80 0 0,0 0 0 0 0,-1 0 0 0 0,1 1 0 0 0,0 0 0 0 0,10 5 0 0 0,-16-6-101 0 0,-1 0 0 0 0,0 0 1 0 0,0 1-1 0 0,1-1 0 0 0,-1 1 1 0 0,0-1-1 0 0,-1 1 0 0 0,1 0 1 0 0,0 0-1 0 0,0 0 0 0 0,-1 0 0 0 0,1 0 1 0 0,-1 0-1 0 0,0 0 0 0 0,0 1 1 0 0,0-1-1 0 0,0 0 0 0 0,0 1 1 0 0,0-1-1 0 0,0 1 0 0 0,-1-1 0 0 0,1 1 1 0 0,-1 2-1 0 0,1 6-118 0 0,-2-1 0 0 0,1 0 1 0 0,-1 1-1 0 0,-1-1 0 0 0,0 0 0 0 0,0 0 1 0 0,-1 0-1 0 0,0 0 0 0 0,-1-1 0 0 0,0 1 0 0 0,-8 13 1 0 0,-8 10-356 0 0,-38 50 0 0 0,56-79 490 0 0,-7 7 21 0 0,-9 10 814 0 0,16-16 205 0 0,12-10 579 0 0,52-28-335 0 0,-38 20-1107 0 0,-1-1 1 0 0,28-23-1 0 0,-40 28-798 0 0,-2 0-1 0 0,1-1 1 0 0,15-20-1 0 0,-13 14-1192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11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63 414 2304 0 0,'7'-16'2769'0'0,"-1"1"0"0"0,17-24 0 0 0,-1-2-1048 0 0,-9 16-1373 0 0,37-86 691 0 0,-46 99-895 0 0,0-1 1 0 0,0 0-1 0 0,-1 0 1 0 0,-1 0 0 0 0,0 0-1 0 0,-1-1 1 0 0,-1-12-1 0 0,1 23-67 0 0,-1 1-1 0 0,-1 0 1 0 0,1 0-1 0 0,0 0 0 0 0,0 0 1 0 0,-1 0-1 0 0,0 0 1 0 0,1 0-1 0 0,-1 0 1 0 0,0 0-1 0 0,0 0 1 0 0,0 0-1 0 0,0 0 1 0 0,0 0-1 0 0,0 0 1 0 0,0 1-1 0 0,-1-1 0 0 0,1 1 1 0 0,-1-1-1 0 0,1 1 1 0 0,-1-1-1 0 0,0 1 1 0 0,0 0-1 0 0,-2-2 1 0 0,1 2-4 0 0,1 1 0 0 0,-1-1 0 0 0,1 1 1 0 0,-1-1-1 0 0,1 1 0 0 0,-1 0 0 0 0,1 0 0 0 0,-1 0 1 0 0,1 0-1 0 0,-1 1 0 0 0,1-1 0 0 0,0 1 0 0 0,-1 0 1 0 0,1-1-1 0 0,-1 1 0 0 0,1 0 0 0 0,0 0 0 0 0,0 0 1 0 0,-1 1-1 0 0,-2 1 0 0 0,-4 4-41 0 0,0 0-1 0 0,1 1 1 0 0,0-1 0 0 0,0 2-1 0 0,1-1 1 0 0,0 1 0 0 0,0 0-1 0 0,-7 14 1 0 0,5-6-60 0 0,1-1 0 0 0,1 2-1 0 0,0-1 1 0 0,-5 24 0 0 0,11-39 20 0 0,0 1 0 0 0,1-1 1 0 0,-1 1-1 0 0,1-1 0 0 0,0 1 0 0 0,0-1 1 0 0,0 1-1 0 0,0-1 0 0 0,0 1 0 0 0,0 0 1 0 0,0-1-1 0 0,1 1 0 0 0,0-1 0 0 0,-1 0 1 0 0,1 1-1 0 0,0-1 0 0 0,0 1 0 0 0,0-1 1 0 0,1 0-1 0 0,-1 0 0 0 0,3 4 0 0 0,0-3-25 0 0,-1 0 0 0 0,1 0 0 0 0,0 0 0 0 0,0-1 0 0 0,0 1 0 0 0,1-1 0 0 0,-1 0-1 0 0,1 0 1 0 0,-1 0 0 0 0,10 1 0 0 0,53 13-25 0 0,-41-11 47 0 0,0 1 0 0 0,-1 1 0 0 0,0 2 0 0 0,44 20 0 0 0,-64-26 9 0 0,0 0 0 0 0,0 1 0 0 0,0-1-1 0 0,-1 1 1 0 0,1 1 0 0 0,-1-1 0 0 0,0 0 0 0 0,0 1 0 0 0,-1 0 0 0 0,1 0 0 0 0,-1 0 0 0 0,0 0 0 0 0,0 1 0 0 0,2 7 0 0 0,-2-5-6 0 0,-1 1 0 0 0,0 0 1 0 0,0 0-1 0 0,-1 0 0 0 0,-1 0 1 0 0,1 0-1 0 0,-1 0 0 0 0,-3 17 1 0 0,1-11-2 0 0,-1 0 1 0 0,-1-1 0 0 0,0 0-1 0 0,-1 0 1 0 0,0 0 0 0 0,-2-1-1 0 0,1 1 1 0 0,-2-1 0 0 0,1-1-1 0 0,-2 0 1 0 0,-14 17 0 0 0,16-22 75 0 0,-1-1 1 0 0,0 0 0 0 0,-1-1-1 0 0,1 0 1 0 0,-1 0-1 0 0,0-1 1 0 0,0 0 0 0 0,0 0-1 0 0,-1-1 1 0 0,1 0 0 0 0,-1-1-1 0 0,0 0 1 0 0,0 0-1 0 0,0-1 1 0 0,0-1 0 0 0,1 0-1 0 0,-1 0 1 0 0,0-1-1 0 0,-20-3 1 0 0,27 3 9 0 0,-1-1 0 0 0,1 1 0 0 0,-1 0 0 0 0,1-1 1 0 0,0 0-1 0 0,0 0 0 0 0,0 0 0 0 0,0 0 0 0 0,0 0 0 0 0,0 0 0 0 0,0-1 0 0 0,1 1 0 0 0,0-1 1 0 0,-1 0-1 0 0,-2-4 0 0 0,2 1 29 0 0,0 0 0 0 0,0 0 0 0 0,1 0 0 0 0,-1 0 1 0 0,1-1-1 0 0,1 1 0 0 0,-3-14 0 0 0,3 5 7 0 0,1-1-1 0 0,0 0 1 0 0,0 0-1 0 0,2 1 1 0 0,0-1 0 0 0,6-22-1 0 0,-4 26-95 0 0,0-1-1 0 0,1 1 0 0 0,1 0 0 0 0,0 0 0 0 0,0 0 1 0 0,1 1-1 0 0,1 0 0 0 0,0 1 0 0 0,0-1 1 0 0,20-17-1 0 0,-5 9-333 0 0,1 0 1 0 0,1 2 0 0 0,45-25-1 0 0,-41 24-1867 0 0,-14 9 160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42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1 10138 0 0,'-1'5'267'0'0,"-1"1"0"0"0,1 0 0 0 0,-1-1 0 0 0,0 1-1 0 0,-6 9 1 0 0,1 1-75 0 0,-13 32 330 0 0,13-35 192 0 0,1 0 0 0 0,0 1-1 0 0,1 0 1 0 0,1 0-1 0 0,0 1 1 0 0,1-1 0 0 0,0 1-1 0 0,0 16 1 0 0,10 104 1216 0 0,32 184 1 0 0,-31-263-1690 0 0,44 242 786 0 0,-48-281-1055 0 0,-3-14-17 0 0,0-1 0 0 0,0 1 1 0 0,0-1-1 0 0,0 1 0 0 0,-1 0 0 0 0,1 0 1 0 0,-1-1-1 0 0,0 1 0 0 0,1 0 0 0 0,-1 0 1 0 0,-1 0-1 0 0,1-1 0 0 0,0 1 0 0 0,-1 0 1 0 0,-1 4-1 0 0,2-7 5 0 0,0 0-1 0 0,0 0 1 0 0,0 0-1 0 0,0 0 1 0 0,0 0-1 0 0,-1 0 1 0 0,1 0 0 0 0,0 0-1 0 0,0 0 1 0 0,0 0-1 0 0,0 0 1 0 0,0 0 0 0 0,-1 0-1 0 0,1 0 1 0 0,0 0-1 0 0,0 0 1 0 0,0 0 0 0 0,0 0-1 0 0,-1 0 1 0 0,1 0-1 0 0,0 0 1 0 0,0 0-1 0 0,0 0 1 0 0,0 0 0 0 0,0 0-1 0 0,0 0 1 0 0,-1 0-1 0 0,1 0 1 0 0,0 0 0 0 0,0-1-1 0 0,0 1 1 0 0,0 0-1 0 0,0 0 1 0 0,0 0 0 0 0,0 0-1 0 0,-1 0 1 0 0,1 0-1 0 0,0-1 1 0 0,0 1-1 0 0,0 0 1 0 0,0 0 0 0 0,0 0-1 0 0,0 0 1 0 0,0-1-1 0 0,-1 0-790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33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28 6593 0 0,'-7'-8'747'0'0,"7"7"-555"0"0,-1 0 0 0 0,0-1 1 0 0,0 1-1 0 0,0 0 1 0 0,1 0-1 0 0,-1-1 1 0 0,0 1-1 0 0,-1 0 1 0 0,1 0-1 0 0,0 0 1 0 0,0 1-1 0 0,0-1 1 0 0,-1 0-1 0 0,1 0 1 0 0,0 0-1 0 0,-1 1 0 0 0,1-1 1 0 0,0 1-1 0 0,-1-1 1 0 0,1 1-1 0 0,-1 0 1 0 0,1-1-1 0 0,-1 1 1 0 0,1 0-1 0 0,-1 0 1 0 0,1 0-1 0 0,-1 0 1 0 0,1 0-1 0 0,-1 1 1 0 0,1-1-1 0 0,-1 0 0 0 0,-2 2 1 0 0,3-1-62 0 0,0 0 0 0 0,-1 0 1 0 0,1 0-1 0 0,0 0 0 0 0,-1 0 0 0 0,1 1 1 0 0,0-1-1 0 0,0 0 0 0 0,0 1 0 0 0,0-1 1 0 0,1 1-1 0 0,-1-1 0 0 0,0 1 0 0 0,1 0 1 0 0,-2 2-1 0 0,-5 33 332 0 0,1-11-185 0 0,3-11-194 0 0,-1-1 0 0 0,2 0 0 0 0,0 1 0 0 0,1 0 0 0 0,0 16 0 0 0,9 77 21 0 0,-1-23 59 0 0,-6 209 149 0 0,-3-129-191 0 0,-10 107-125 0 0,3 103-2 0 0,14-258 55 0 0,-5 1-1 0 0,-20 156 1 0 0,5-6 426 0 0,22 2-242 0 0,-2-133 259 0 0,47 404 510 0 0,-43-476-918 0 0,7 231 431 0 0,-10-111-264 0 0,-2 44 211 0 0,-2-55-157 0 0,-3 31-132 0 0,2 34 118 0 0,13 170-576 0 0,-10-276 303 0 0,2 143 24 0 0,-2-21-109 0 0,-2-164 93 0 0,-14 136 0 0 0,9-196-1 0 0,2-18-12 0 0,0 1-1 0 0,-1 0 0 0 0,-5 17 1 0 0,10-57-4489 0 0,-2 16-1925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35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1 176 2761 0 0,'18'-11'1977'0'0,"-13"8"-234"0"0,0 0-1 0 0,0 0 0 0 0,0 1 0 0 0,9-4 0 0 0,4 5 1090 0 0,0 9-3614 0 0,-12-3 1122 0 0,1-1-1 0 0,0 0 0 0 0,0 0 0 0 0,1-1 1 0 0,-1 0-1 0 0,1 0 0 0 0,0-1 0 0 0,0 0 1 0 0,13 2-1 0 0,5-1 215 0 0,44-2-1 0 0,-48-2-457 0 0,0 1-1 0 0,0 1 0 0 0,25 5 0 0 0,-20-2 50 0 0,0-1 0 0 0,0-2-1 0 0,0-1 1 0 0,36-4 0 0 0,49 0 220 0 0,-45 5-110 0 0,0-3 0 0 0,102-16 0 0 0,-144 15-201 0 0,1 1 1 0 0,-1 1-1 0 0,46 4 0 0 0,75 22 148 0 0,-108-19-202 0 0,1-2 0 0 0,-1-1 0 0 0,1-2 0 0 0,-1-2 0 0 0,45-7 0 0 0,-49 7 0 0 0,-1 2 0 0 0,0 1 0 0 0,1 1 0 0 0,-1 2 0 0 0,39 11 0 0 0,2 0 11 0 0,16-4 34 0 0,134 2 0 0 0,-76-8 138 0 0,67 4 147 0 0,246-20 0 0 0,-395 5-321 0 0,57-4 88 0 0,192 9 0 0 0,-88 16 292 0 0,-172-17-338 0 0,1-2 0 0 0,73-14 0 0 0,-66 8 41 0 0,88-3-1 0 0,-47 10-91 0 0,107-16 0 0 0,-62 3 0 0 0,151 5 0 0 0,-233 7 0 0 0,113-21 0 0 0,-125 15 0 0 0,548-43 0 0 0,-179 58 0 0 0,-314-2 0 0 0,39 7 184 0 0,-79-5 17 0 0,103-3 1 0 0,-148-6-114 0 0,1-1 0 0 0,26-7 0 0 0,-25 4 31 0 0,48-5-1 0 0,99-9 459 0 0,-82 12-527 0 0,-47 3 4 0 0,-45 4-424 0 0,-1-1 1 0 0,1 0-1 0 0,0 0 1 0 0,-1 1-1 0 0,0-1 0 0 0,0 0 1 0 0,1 1-1 0 0,-3-5 1 0 0,-5-19-3068 0 0,6 15 1182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35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5985 0 0,'13'-36'5551'0'0,"-14"37"-5349"0"0,1-1 0 0 0,-1 1-1 0 0,1 0 1 0 0,-1-1 0 0 0,1 1 0 0 0,0 0-1 0 0,-1 0 1 0 0,1-1 0 0 0,0 1 0 0 0,-1 0-1 0 0,1 0 1 0 0,0 0 0 0 0,0 0 0 0 0,0-1-1 0 0,0 1 1 0 0,0 0 0 0 0,0 0 0 0 0,0 0-1 0 0,0 0 1 0 0,0-1 0 0 0,0 1 0 0 0,0 0-1 0 0,1 1 1 0 0,0 1-116 0 0,0-1 0 0 0,1 0 0 0 0,-1 0 0 0 0,0 1 1 0 0,1-1-1 0 0,-1 0 0 0 0,1-1 0 0 0,0 1 0 0 0,-1 0 0 0 0,1 0 0 0 0,0-1 0 0 0,0 1 0 0 0,0-1 0 0 0,1 1 0 0 0,-1-1 0 0 0,0 0 0 0 0,0 0 0 0 0,1 0 1 0 0,-1 0-1 0 0,1 0 0 0 0,-1-1 0 0 0,1 1 0 0 0,4 0 0 0 0,24 4 69 0 0,-1 0 393 0 0,40 13-1 0 0,-61-15-465 0 0,0 0-1 0 0,0 0 1 0 0,-1 1 0 0 0,0 1-1 0 0,1 0 1 0 0,-2 0-1 0 0,1 0 1 0 0,12 12-1 0 0,-16-14-59 0 0,-1 0-1 0 0,1 0 1 0 0,0-1-1 0 0,0 1 1 0 0,0-1-1 0 0,8 3 1 0 0,-1 1 23 0 0,-11-6-27 0 0,1 1 0 0 0,-1-1 0 0 0,0 1-1 0 0,0-1 1 0 0,0 0 0 0 0,0 1-1 0 0,0-1 1 0 0,0 1 0 0 0,0-1 0 0 0,0 1-1 0 0,0-1 1 0 0,0 0 0 0 0,0 1 0 0 0,0-1-1 0 0,0 1 1 0 0,0-1 0 0 0,-1 1-1 0 0,1-1 1 0 0,0 0 0 0 0,0 1 0 0 0,0-1-1 0 0,-1 0 1 0 0,1 1 0 0 0,0-1 0 0 0,0 0-1 0 0,-1 1 1 0 0,1-1 0 0 0,0 0-1 0 0,-1 1 1 0 0,1-1 0 0 0,0 0 0 0 0,-1 0-1 0 0,1 1 1 0 0,-1-1 0 0 0,-14 14 226 0 0,13-12-184 0 0,-62 62 274 0 0,35-33-160 0 0,-35 27 0 0 0,-32 32 203 0 0,71-65-265 0 0,17-19 38 0 0,5-5-1569 0 0,2-6-4051 0 0,3-2-1397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37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103 149 8930 0 0,'0'-1'278'0'0,"1"1"-1"0"0,0 0 1 0 0,-1-1 0 0 0,1 1-1 0 0,-1 0 1 0 0,1-1 0 0 0,0 1-1 0 0,-1 0 1 0 0,1 0 0 0 0,0 0-1 0 0,-1 0 1 0 0,1 0 0 0 0,0 0-1 0 0,0 0 1 0 0,-1 0 0 0 0,1 0-1 0 0,0 0 1 0 0,0 0 0 0 0,1 8 3284 0 0,-14 19-1157 0 0,10-24-2675 0 0,-58 134 1840 0 0,27-61-1510 0 0,31-72-114 0 0,0 0 0 0 0,1 1 0 0 0,-1-1 0 0 0,1 1 0 0 0,0 0 0 0 0,0-1 0 0 0,0 8 0 0 0,1-12 39 0 0,0 0 0 0 0,1 1 0 0 0,-1-1 0 0 0,0 0 1 0 0,0 0-1 0 0,0 1 0 0 0,0-1 0 0 0,1 0 0 0 0,-1 0 1 0 0,0 0-1 0 0,0 0 0 0 0,0 1 0 0 0,1-1 0 0 0,-1 0 1 0 0,0 0-1 0 0,0 0 0 0 0,1 0 0 0 0,-1 0 0 0 0,0 0 1 0 0,0 1-1 0 0,1-1 0 0 0,-1 0 0 0 0,0 0 0 0 0,0 0 1 0 0,1 0-1 0 0,-1 0 0 0 0,0 0 0 0 0,1 0 0 0 0,-1 0 1 0 0,0 0-1 0 0,0 0 0 0 0,1 0 0 0 0,-1-1 0 0 0,0 1 1 0 0,0 0-1 0 0,1 0 0 0 0,-1 0 0 0 0,0 0 0 0 0,0 0 1 0 0,1 0-1 0 0,-1-1 0 0 0,0 1 0 0 0,0 0 0 0 0,0 0 1 0 0,1 0-1 0 0,-1-1 0 0 0,0 1 0 0 0,0 0 0 0 0,0-1 1 0 0,14-8-348 0 0,-14 9 342 0 0,13-12-212 0 0,0 0-1 0 0,-2-1 1 0 0,1 0 0 0 0,-2-1-1 0 0,0 0 1 0 0,15-29-1 0 0,1 1-19 0 0,116-184 364 0 0,-141 223-134 0 0,2-1 153 0 0,-1-1 1 0 0,1 1-1 0 0,0 0 0 0 0,0-1 1 0 0,1 1-1 0 0,4-4 0 0 0,-7 7-88 0 0,0 1-1 0 0,-1-1 0 0 0,1 1 1 0 0,-1 0-1 0 0,1-1 1 0 0,0 1-1 0 0,0 0 0 0 0,-1-1 1 0 0,1 1-1 0 0,0 0 0 0 0,-1 0 1 0 0,1 0-1 0 0,0 0 0 0 0,0 0 1 0 0,-1 0-1 0 0,1 0 1 0 0,0 0-1 0 0,0 0 0 0 0,-1 0 1 0 0,2 0-1 0 0,-1 1 14 0 0,1 0-1 0 0,-1-1 1 0 0,0 1-1 0 0,0 0 1 0 0,1 0-1 0 0,-1 0 1 0 0,0 0-1 0 0,0 0 1 0 0,0 0 0 0 0,0 1-1 0 0,0-1 1 0 0,0 0-1 0 0,-1 0 1 0 0,2 2-1 0 0,9 21 181 0 0,0 0-1 0 0,-2 0 1 0 0,11 42-1 0 0,-13-40-206 0 0,1 1-1 0 0,2-1 1 0 0,14 27 0 0 0,-21-47-246 0 0,1-1 1 0 0,0 0 0 0 0,0 0-1 0 0,9 7 1 0 0,-7-6-1952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39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35 10450 0 0,'-8'-31'2240'0'0,"7"27"-980"0"0,3 11 208 0 0,-2-6-1267 0 0,1 3 3 0 0,11 74 1350 0 0,3 135 0 0 0,-9-94-1273 0 0,-1-56-481 0 0,6-85-571 0 0,11-55 829 0 0,20-122-1 0 0,-39 178-36 0 0,-2 13 39 0 0,0 0 1 0 0,0 0-1 0 0,1 0 0 0 0,0 0 1 0 0,0 1-1 0 0,1-1 0 0 0,0 1 0 0 0,0-1 1 0 0,8-12-1 0 0,-11 19-49 0 0,1 0-1 0 0,0 1 1 0 0,0-1-1 0 0,0 0 1 0 0,-1 0-1 0 0,1 0 1 0 0,0 1-1 0 0,0-1 1 0 0,0 0 0 0 0,0 1-1 0 0,1-1 1 0 0,-1 1-1 0 0,0-1 1 0 0,0 1-1 0 0,0-1 1 0 0,0 1-1 0 0,0 0 1 0 0,1 0 0 0 0,-1 0-1 0 0,0-1 1 0 0,0 1-1 0 0,0 0 1 0 0,3 1-1 0 0,-2-1 32 0 0,0 1-1 0 0,0 0 0 0 0,0 0 0 0 0,0 0 1 0 0,0 0-1 0 0,0 0 0 0 0,0 1 0 0 0,0-1 1 0 0,0 1-1 0 0,-1-1 0 0 0,4 4 0 0 0,1 3 99 0 0,-1-1 0 0 0,1 1 0 0 0,-1 1 0 0 0,7 15 0 0 0,-2 2-119 0 0,-1-1 0 0 0,-2 1 0 0 0,0 1 0 0 0,-2-1 0 0 0,4 54 0 0 0,-9-79-30 0 0,0 0 1 0 0,-1 0-1 0 0,1 0 1 0 0,0 0-1 0 0,0 0 1 0 0,0 0-1 0 0,1 0 1 0 0,-1 0-1 0 0,0 0 1 0 0,0 0 0 0 0,0 0-1 0 0,1-1 1 0 0,-1 1-1 0 0,1 0 1 0 0,-1 0-1 0 0,0 0 1 0 0,1 0-1 0 0,0 0 1 0 0,-1-1-1 0 0,1 1 1 0 0,-1 0-1 0 0,2 1 1 0 0,-1-2-7 0 0,0-1 1 0 0,0 1-1 0 0,0 0 0 0 0,-1-1 1 0 0,1 1-1 0 0,0 0 1 0 0,-1-1-1 0 0,1 1 1 0 0,0-1-1 0 0,-1 1 0 0 0,1-1 1 0 0,0 0-1 0 0,-1 1 1 0 0,1-1-1 0 0,-1 1 0 0 0,1-1 1 0 0,-1 0-1 0 0,0 0 1 0 0,1-1-1 0 0,21-45-424 0 0,-12 14 325 0 0,6-34 0 0 0,-13 47 121 0 0,1 0 0 0 0,1 0 1 0 0,1 0-1 0 0,0 1 0 0 0,2 0 1 0 0,17-31-1 0 0,-24 48 43 0 0,0 0 0 0 0,1 0 0 0 0,0-1 1 0 0,-1 1-1 0 0,1 0 0 0 0,0 0 0 0 0,0 0 1 0 0,0 1-1 0 0,0-1 0 0 0,0 0 0 0 0,1 1 0 0 0,-1 0 1 0 0,1-1-1 0 0,-1 1 0 0 0,1 0 0 0 0,-1 0 0 0 0,1 0 1 0 0,-1 1-1 0 0,1-1 0 0 0,0 1 0 0 0,-1-1 0 0 0,1 1 1 0 0,0 0-1 0 0,-1 0 0 0 0,1 0 0 0 0,3 1 0 0 0,-1 0 14 0 0,-1 0 0 0 0,1 1 0 0 0,-1 0 0 0 0,0 0 0 0 0,1 0 0 0 0,-1 0 0 0 0,0 1-1 0 0,0-1 1 0 0,0 1 0 0 0,-1 0 0 0 0,1 0 0 0 0,-1 1 0 0 0,0-1 0 0 0,5 6 0 0 0,-1 2 46 0 0,0-1 1 0 0,0 1-1 0 0,-1 0 1 0 0,-1 1-1 0 0,0-1 1 0 0,0 1-1 0 0,4 21 1 0 0,-1 3 74 0 0,2 48 0 0 0,0-6-262 0 0,-10-75-56 0 0,8 29-85 0 0,-7-32 35 0 0,-1 1 1 0 0,1 0-1 0 0,-1 0 1 0 0,1 0-1 0 0,-1 0 1 0 0,1-1-1 0 0,0 1 1 0 0,-1 0-1 0 0,1-1 0 0 0,0 1 1 0 0,0 0-1 0 0,-1-1 1 0 0,1 1-1 0 0,0-1 1 0 0,0 1-1 0 0,0-1 1 0 0,0 0-1 0 0,0 1 1 0 0,0-1-1 0 0,0 0 0 0 0,0 1 1 0 0,-1-1-1 0 0,1 0 1 0 0,0 0-1 0 0,0 0 1 0 0,0 0-1 0 0,0 0 1 0 0,2 0-1 0 0,5-2-6176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40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12 218 3225 0 0,'2'2'1069'0'0,"1"0"1"0"0,-1 0 0 0 0,0 0-1 0 0,1-1 1 0 0,-1 0 0 0 0,1 1 0 0 0,0-1-1 0 0,-1 0 1 0 0,5 1 0 0 0,-1 0-264 0 0,-1-1 0 0 0,1 0 0 0 0,-1-1 0 0 0,11 1 0 0 0,-11-1-669 0 0,1-1 0 0 0,0 1 0 0 0,-1-1 0 0 0,1 0 0 0 0,0 0 0 0 0,-1-1 1 0 0,1 0-1 0 0,-1 0 0 0 0,0 0 0 0 0,9-5 0 0 0,-3-1 101 0 0,-1 0-1 0 0,0-1 1 0 0,-1 0-1 0 0,0 0 1 0 0,11-15-1 0 0,-15 18-184 0 0,-1 0 0 0 0,0-1-1 0 0,0 0 1 0 0,-1 0 0 0 0,0 0 0 0 0,0 0 0 0 0,0 0-1 0 0,-1 0 1 0 0,0-1 0 0 0,1-11 0 0 0,-3 16-41 0 0,0 1-1 0 0,0-1 1 0 0,0 1-1 0 0,0 0 1 0 0,0-1 0 0 0,-1 1-1 0 0,1-1 1 0 0,-1 1 0 0 0,0 0-1 0 0,1 0 1 0 0,-1-1 0 0 0,0 1-1 0 0,-1 0 1 0 0,1 0 0 0 0,0 0-1 0 0,0 0 1 0 0,-1 0 0 0 0,0 0-1 0 0,1 1 1 0 0,-1-1-1 0 0,0 0 1 0 0,1 1 0 0 0,-1-1-1 0 0,0 1 1 0 0,0 0 0 0 0,-1-1-1 0 0,1 1 1 0 0,0 0 0 0 0,0 0-1 0 0,0 1 1 0 0,-3-2 0 0 0,0 1-16 0 0,0 0 1 0 0,0 0-1 0 0,1 0 1 0 0,-1 1-1 0 0,0-1 1 0 0,0 1-1 0 0,0 0 1 0 0,0 1-1 0 0,0-1 0 0 0,1 1 1 0 0,-1 0-1 0 0,0 0 1 0 0,0 1-1 0 0,-7 2 1 0 0,4 1-81 0 0,1 0-1 0 0,-1 0 1 0 0,1 1 0 0 0,0 0 0 0 0,0 0-1 0 0,1 1 1 0 0,0 0 0 0 0,0 0 0 0 0,1 0-1 0 0,-1 1 1 0 0,2 0 0 0 0,-1 0 0 0 0,-5 13-1 0 0,3-2 11 0 0,0 1 0 0 0,1-1-1 0 0,0 1 1 0 0,2 0 0 0 0,-2 22-1 0 0,4-29 63 0 0,2 1 0 0 0,-1 0 0 0 0,2 0 0 0 0,0-1 0 0 0,0 1 1 0 0,5 17-1 0 0,-5-27 4 0 0,0 1 0 0 0,0-1 1 0 0,1 0-1 0 0,-1 0 0 0 0,1 0 0 0 0,0 0 1 0 0,0-1-1 0 0,1 1 0 0 0,-1 0 1 0 0,1-1-1 0 0,-1 0 0 0 0,1 1 1 0 0,0-1-1 0 0,0 0 0 0 0,1-1 1 0 0,-1 1-1 0 0,1 0 0 0 0,-1-1 1 0 0,1 0-1 0 0,0 0 0 0 0,0 0 1 0 0,0 0-1 0 0,7 2 0 0 0,-3-3 3 0 0,0 1 1 0 0,0-1-1 0 0,0-1 0 0 0,0 1 0 0 0,1-1 0 0 0,-1-1 0 0 0,0 0 0 0 0,0 0 0 0 0,0 0 1 0 0,0-1-1 0 0,0 0 0 0 0,11-5 0 0 0,-3-1 71 0 0,-1 0 1 0 0,0-1 0 0 0,0 0-1 0 0,23-22 1 0 0,-34 28-131 0 0,0 0 0 0 0,0 0 0 0 0,1 0 0 0 0,-1 1 0 0 0,1 0 0 0 0,7-3 0 0 0,16-3-5459 0 0,-24 7 3903 0 0,2-1-269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40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117 107 9650 0 0,'5'-3'396'0'0,"-1"-1"0"0"0,1 1 0 0 0,-1-1 0 0 0,0 0 1 0 0,0 0-1 0 0,-1 0 0 0 0,1 0 0 0 0,-1-1 0 0 0,3-4 0 0 0,-5 7-291 0 0,0 1 0 0 0,0 0 0 0 0,-1-1 0 0 0,1 1 0 0 0,0-1 0 0 0,-1 1-1 0 0,1-1 1 0 0,-1 1 0 0 0,0-1 0 0 0,1 0 0 0 0,-1 1 0 0 0,0-1 0 0 0,0 1 0 0 0,0-1 0 0 0,0 0 0 0 0,0 1 0 0 0,-1-1-1 0 0,1 1 1 0 0,0-1 0 0 0,-1 1 0 0 0,1-1 0 0 0,-1 1 0 0 0,1-1 0 0 0,-1 1 0 0 0,0-1 0 0 0,0 1 0 0 0,0 0-1 0 0,1-1 1 0 0,-1 1 0 0 0,-1 0 0 0 0,1 0 0 0 0,0 0 0 0 0,0 0 0 0 0,0 0 0 0 0,-3-2 0 0 0,1 2-23 0 0,1-1 0 0 0,-1 1 0 0 0,0 0 1 0 0,0 0-1 0 0,0 0 0 0 0,0 0 0 0 0,0 0 1 0 0,0 1-1 0 0,0 0 0 0 0,0-1 0 0 0,0 1 1 0 0,0 0-1 0 0,-1 1 0 0 0,1-1 0 0 0,0 0 1 0 0,0 1-1 0 0,0 0 0 0 0,0 0 0 0 0,0 0 1 0 0,1 0-1 0 0,-1 0 0 0 0,0 0 0 0 0,0 1 1 0 0,-3 2-1 0 0,1-1-60 0 0,0 0 0 0 0,1 0 1 0 0,0 1-1 0 0,0-1 0 0 0,0 1 1 0 0,0 0-1 0 0,1 0 0 0 0,-1 1 1 0 0,1-1-1 0 0,0 1 0 0 0,0-1 1 0 0,1 1-1 0 0,-3 6 0 0 0,0 4-45 0 0,2 1 0 0 0,-1-1-1 0 0,2 1 1 0 0,0 0 0 0 0,1 0-1 0 0,1 0 1 0 0,0-1 0 0 0,1 1-1 0 0,1 0 1 0 0,0 0-1 0 0,5 15 1 0 0,-6-28 20 0 0,-1-1-1 0 0,1 0 1 0 0,0 0 0 0 0,-1 0-1 0 0,1 0 1 0 0,0 0-1 0 0,0 0 1 0 0,1 0 0 0 0,-1 0-1 0 0,0 0 1 0 0,1-1-1 0 0,-1 1 1 0 0,1 0 0 0 0,-1-1-1 0 0,1 1 1 0 0,0-1-1 0 0,0 0 1 0 0,-1 0 0 0 0,1 1-1 0 0,0-1 1 0 0,0 0-1 0 0,0-1 1 0 0,1 1 0 0 0,-1 0-1 0 0,0 0 1 0 0,0-1 0 0 0,0 1-1 0 0,0-1 1 0 0,1 0-1 0 0,-1 0 1 0 0,0 0 0 0 0,0 0-1 0 0,1 0 1 0 0,-1 0-1 0 0,3-1 1 0 0,0-1-11 0 0,0 1-1 0 0,0-1 1 0 0,0 0 0 0 0,0 0-1 0 0,0-1 1 0 0,0 0 0 0 0,0 0-1 0 0,-1 0 1 0 0,1 0 0 0 0,-1-1-1 0 0,0 1 1 0 0,0-1 0 0 0,4-6-1 0 0,20-28-168 0 0,-2-1 0 0 0,-2-1-1 0 0,34-75 1 0 0,-58 116 182 0 0,0-1 1 0 0,0 0-1 0 0,0 0 0 0 0,0 0 1 0 0,0 0-1 0 0,0 0 1 0 0,0 0-1 0 0,0 1 0 0 0,0-1 1 0 0,0 0-1 0 0,0 0 0 0 0,1 0 1 0 0,-1 0-1 0 0,0 0 1 0 0,0 0-1 0 0,0 0 0 0 0,0 0 1 0 0,0 0-1 0 0,0 1 1 0 0,0-1-1 0 0,1 0 0 0 0,-1 0 1 0 0,0 0-1 0 0,0 0 0 0 0,0 0 1 0 0,0 0-1 0 0,0 0 1 0 0,0 0-1 0 0,1 0 0 0 0,-1 0 1 0 0,0 0-1 0 0,0 0 0 0 0,0 0 1 0 0,0 0-1 0 0,0 0 1 0 0,0 0-1 0 0,1 0 0 0 0,-1 0 1 0 0,0 0-1 0 0,0 0 0 0 0,0 0 1 0 0,0-1-1 0 0,0 1 1 0 0,0 0-1 0 0,1 0 0 0 0,-1 0 1 0 0,0 0-1 0 0,0 0 1 0 0,0 0-1 0 0,0 0 0 0 0,0 0 1 0 0,0 0-1 0 0,0-1 0 0 0,0 1 1 0 0,0 0-1 0 0,0 0 1 0 0,0 0-1 0 0,1 0 0 0 0,-1 0 1 0 0,0 0-1 0 0,0 0 0 0 0,0-1 1 0 0,0 1-1 0 0,0 0 1 0 0,0 0-1 0 0,0 0 0 0 0,4 18 106 0 0,1 25 112 0 0,-5 3-194 0 0,-1-34-218 0 0,1 0 0 0 0,0 0 0 0 0,1 0 0 0 0,0 0 0 0 0,1-1 0 0 0,0 1 0 0 0,0 0 0 0 0,2-1 0 0 0,-1 0 0 0 0,6 12 0 0 0,-6-19-3934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40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6449 0 0,'3'4'1101'0'0,"0"-1"-1"0"0,0 1 1 0 0,-1 0-1 0 0,1 0 1 0 0,-1 1-1 0 0,3 5 1 0 0,13 48 644 0 0,-11-25-1496 0 0,-2-1 0 0 0,-2 1 0 0 0,-1 0 0 0 0,-2 0 0 0 0,-3 35 0 0 0,0 22 375 0 0,6-90-1034 0 0,3-8 54 0 0,5-8-74 0 0,13-40 265 0 0,-21 44 133 0 0,2 1 1 0 0,-1 0-1 0 0,1 0 1 0 0,1 0-1 0 0,0 1 1 0 0,1 0-1 0 0,0 0 1 0 0,0 0-1 0 0,15-14 0 0 0,-4 8 198 0 0,-13 10-36 0 0,0 1-1 0 0,1 0 1 0 0,0 0 0 0 0,0 0 0 0 0,0 1-1 0 0,0 0 1 0 0,1 0 0 0 0,0 0 0 0 0,13-5-1 0 0,-18 9-61 0 0,-1 0 0 0 0,0 0 0 0 0,0 0 0 0 0,0 0 0 0 0,0 0 0 0 0,0 1-1 0 0,1-1 1 0 0,-1 0 0 0 0,0 0 0 0 0,0 1 0 0 0,0-1 0 0 0,0 1-1 0 0,0-1 1 0 0,0 1 0 0 0,0-1 0 0 0,0 1 0 0 0,0 0 0 0 0,0-1 0 0 0,0 1-1 0 0,-1 0 1 0 0,1 0 0 0 0,0 0 0 0 0,0-1 0 0 0,-1 1 0 0 0,1 0-1 0 0,0 0 1 0 0,-1 0 0 0 0,1 0 0 0 0,-1 0 0 0 0,1 0 0 0 0,-1 0-1 0 0,0 1 1 0 0,1-1 0 0 0,-1 0 0 0 0,0 0 0 0 0,0 2 0 0 0,2 6 125 0 0,-1 0 1 0 0,-1 0 0 0 0,0 15 0 0 0,0-15-149 0 0,0-1-200 0 0,-1 3 247 0 0,1-1-1 0 0,1 1 0 0 0,4 20 1 0 0,-5-29-182 0 0,0 0 1 0 0,1-1-1 0 0,0 1 1 0 0,-1 0-1 0 0,1 0 1 0 0,0-1-1 0 0,0 1 1 0 0,0 0-1 0 0,0-1 1 0 0,0 1-1 0 0,1-1 1 0 0,1 3-1 0 0,-2-4-74 0 0,0 1 0 0 0,0-1 0 0 0,0 1 0 0 0,0-1 0 0 0,0 1 0 0 0,0-1 0 0 0,0 0 0 0 0,0 1 0 0 0,0-1-1 0 0,1 0 1 0 0,-1 0 0 0 0,0 0 0 0 0,0 0 0 0 0,0 0 0 0 0,0 0 0 0 0,0 0 0 0 0,1 0 0 0 0,-1 0 0 0 0,0 0-1 0 0,0-1 1 0 0,0 1 0 0 0,2-1 0 0 0,13-11-4335 0 0,-7 3 2194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41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3225 0 0,'1'1'458'0'0,"0"-1"0"0"0,0 0 0 0 0,0 1 1 0 0,0-1-1 0 0,0 1 0 0 0,-1 0 0 0 0,1-1 1 0 0,0 1-1 0 0,0 0 0 0 0,0-1 0 0 0,0 1 1 0 0,-1 0-1 0 0,1 0 0 0 0,1 1 0 0 0,7 18 2406 0 0,0 24-1246 0 0,-9-42-1430 0 0,3 36 956 0 0,-3 73 0 0 0,1 17-1128 0 0,-2-128-37 0 0,1 0 1 0 0,0 0 0 0 0,0 1-1 0 0,0-1 1 0 0,0 0 0 0 0,0 0-1 0 0,0 1 1 0 0,0-1 0 0 0,0 0-1 0 0,0 0 1 0 0,0 1 0 0 0,0-1 0 0 0,0 0-1 0 0,0 0 1 0 0,0 1 0 0 0,0-1-1 0 0,0 0 1 0 0,0 0 0 0 0,0 1-1 0 0,0-1 1 0 0,0 0 0 0 0,0 0-1 0 0,0 1 1 0 0,1-1 0 0 0,-1 0-1 0 0,0 0 1 0 0,0 0 0 0 0,0 1-1 0 0,0-1 1 0 0,1 0 0 0 0,-1 0-1 0 0,0 0 1 0 0,0 0 0 0 0,0 1 0 0 0,1-1-1 0 0,-1 0 1 0 0,0 0 0 0 0,0 0-1 0 0,0 0 1 0 0,1 0 0 0 0,-1 0-1 0 0,0 0 1 0 0,0 0 0 0 0,1 0-1 0 0,-1 1 1 0 0,0-1 0 0 0,0 0-1 0 0,1 0 1 0 0,-1 0 0 0 0,0 0-1 0 0,0-1 1 0 0,1 1 0 0 0,-1 0-1 0 0,0 0 1 0 0,0 0 0 0 0,1 0 0 0 0,-1 0-1 0 0,0 0 1 0 0,0 0 0 0 0,1 0-1 0 0,-1-1 1 0 0,11-12-2174 0 0,-5 2-2774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41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13107 0 0,'2'3'576'0'0,"-2"-2"128"0"0,0 1-568 0 0,0-1-136 0 0,0 2 0 0 0,2-1 0 0 0,-2 2 416 0 0,2 2 64 0 0,-2 3 0 0 0,0 3 9 0 0,0 0-489 0 0,-2 1-225 0 0,0 1 25 0 0,-1-1 0 0 0,-2 1-648 0 0,2-2-128 0 0,-1 1-24 0 0,1-3-8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42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1 299 3225 0 0,'8'42'3462'0'0,"-2"0"1"0"0,-2 1 0 0 0,-1 51 0 0 0,-3-83-3463 0 0,1-40 61 0 0,2 0 0 0 0,0 0 1 0 0,2 1-1 0 0,2-1 0 0 0,0 1 1 0 0,2 1-1 0 0,12-28 0 0 0,-18 49-52 0 0,1-1-1 0 0,0 1 1 0 0,0 0-1 0 0,7-9 1 0 0,-9 13 3 0 0,0 0 0 0 0,0 0 1 0 0,0 0-1 0 0,0 0 1 0 0,0 0-1 0 0,0 1 0 0 0,1-1 1 0 0,-1 0-1 0 0,1 1 0 0 0,-1 0 1 0 0,1 0-1 0 0,-1 0 1 0 0,1 0-1 0 0,3-1 0 0 0,-5 2 1 0 0,0 0-1 0 0,1 0 0 0 0,-1 1 0 0 0,0-1 0 0 0,0 0 0 0 0,0 1 0 0 0,0-1 0 0 0,0 1 0 0 0,0-1 0 0 0,0 1 1 0 0,0-1-1 0 0,0 1 0 0 0,0 0 0 0 0,0-1 0 0 0,0 1 0 0 0,0 0 0 0 0,0 0 0 0 0,-1 0 0 0 0,1 0 0 0 0,0 0 0 0 0,-1 0 1 0 0,1 0-1 0 0,0 0 0 0 0,-1 0 0 0 0,1 0 0 0 0,-1 0 0 0 0,0 0 0 0 0,1 0 0 0 0,-1 2 0 0 0,10 41 2 0 0,-7-30-89 0 0,-3-10 55 0 0,1-1-1 0 0,0 1 1 0 0,0-1 0 0 0,0 1 0 0 0,1-1-1 0 0,-1 1 1 0 0,1-1 0 0 0,0 0-1 0 0,0 1 1 0 0,3 2 0 0 0,-4-5-7 0 0,0 0 1 0 0,1 0-1 0 0,-1 0 1 0 0,0 0-1 0 0,1-1 0 0 0,-1 1 1 0 0,1 0-1 0 0,-1-1 0 0 0,1 1 1 0 0,0-1-1 0 0,-1 0 1 0 0,1 1-1 0 0,-1-1 0 0 0,1 0 1 0 0,0 0-1 0 0,-1 0 1 0 0,1 0-1 0 0,0-1 0 0 0,-1 1 1 0 0,1 0-1 0 0,-1-1 0 0 0,1 1 1 0 0,-1-1-1 0 0,1 1 1 0 0,2-2-1 0 0,11-5-44 0 0,0-1 1 0 0,0 0-1 0 0,22-18 1 0 0,-22 16 9 0 0,0-1 0 0 0,28-13 0 0 0,-21 15 294 0 0,-1-1 0 0 0,-1-1 0 0 0,35-24 0 0 0,-49 30-172 0 0,0 0-1 0 0,0 0 1 0 0,0-1 0 0 0,-1 1 0 0 0,0-1-1 0 0,0 0 1 0 0,0-1 0 0 0,-1 1 0 0 0,0-1-1 0 0,0 0 1 0 0,-1 0 0 0 0,0 0 0 0 0,0 0-1 0 0,0-1 1 0 0,1-9 0 0 0,-4 14-9 0 0,1 0 0 0 0,-1-1 0 0 0,0 1 0 0 0,0-1 0 0 0,-1 1 1 0 0,1 0-1 0 0,-1-1 0 0 0,1 1 0 0 0,-1 0 0 0 0,0-1 0 0 0,0 1 0 0 0,-1 0 0 0 0,1 0 0 0 0,-1 0 1 0 0,-2-4-1 0 0,3 6-22 0 0,0 0 0 0 0,0 0 0 0 0,0 0 0 0 0,0 0 0 0 0,0 0 0 0 0,0 0 0 0 0,0 0 0 0 0,0 1 0 0 0,0-1 0 0 0,0 0 0 0 0,0 1 0 0 0,-1-1 0 0 0,1 1 1 0 0,0-1-1 0 0,0 1 0 0 0,-1 0 0 0 0,1 0 0 0 0,0-1 0 0 0,0 1 0 0 0,-1 0 0 0 0,1 0 0 0 0,0 0 0 0 0,-1 0 0 0 0,1 1 0 0 0,0-1 0 0 0,-1 0 0 0 0,1 0 0 0 0,0 1 1 0 0,0-1-1 0 0,-1 1 0 0 0,1-1 0 0 0,0 1 0 0 0,0 0 0 0 0,0-1 0 0 0,0 1 0 0 0,0 0 0 0 0,0 0 0 0 0,0 0 0 0 0,0-1 0 0 0,0 1 0 0 0,-1 2 0 0 0,-11 10-63 0 0,2-1-1 0 0,0 1 0 0 0,0 1 0 0 0,2 0 0 0 0,-1 1 0 0 0,2-1 0 0 0,0 2 0 0 0,1-1 0 0 0,0 1 1 0 0,1 0-1 0 0,1 1 0 0 0,1-1 0 0 0,0 1 0 0 0,1 0 0 0 0,1 0 0 0 0,-1 20 0 0 0,4-32 16 0 0,-1 0 0 0 0,1 1 0 0 0,-1-1 0 0 0,2 0-1 0 0,-1 0 1 0 0,0-1 0 0 0,1 1 0 0 0,0 0 0 0 0,0 0-1 0 0,0-1 1 0 0,1 1 0 0 0,-1-1 0 0 0,1 0 0 0 0,0 0 0 0 0,1 0-1 0 0,4 5 1 0 0,-6-7-16 0 0,1 0 1 0 0,-1-1-1 0 0,1 1 0 0 0,-1 0 0 0 0,1-1 1 0 0,0 0-1 0 0,0 0 0 0 0,-1 0 0 0 0,1 0 1 0 0,0 0-1 0 0,0 0 0 0 0,0-1 0 0 0,0 1 0 0 0,0-1 1 0 0,0 0-1 0 0,1 0 0 0 0,-1 0 0 0 0,0 0 1 0 0,0-1-1 0 0,0 1 0 0 0,0-1 0 0 0,0 0 1 0 0,0 0-1 0 0,-1 0 0 0 0,1 0 0 0 0,0 0 1 0 0,0-1-1 0 0,3-2 0 0 0,1-1-5 0 0,0 0 0 0 0,0 0-1 0 0,-1-1 1 0 0,0 0 0 0 0,0 0 0 0 0,-1 0 0 0 0,1-1 0 0 0,-2 0-1 0 0,9-13 1 0 0,1-8 199 0 0,14-38 0 0 0,-22 50-63 0 0,3-10 55 0 0,-1-1-1 0 0,-1 0 0 0 0,-2 0 0 0 0,3-37 1 0 0,3 126 621 0 0,-1-13-786 0 0,28 134-42 0 0,3 20-448 0 0,-35-168 335 0 0,0-5 194 0 0,-2 1 0 0 0,0 0 1 0 0,-3 0-1 0 0,-3 58 0 0 0,2-87-38 0 0,0 1-1 0 0,0-1 1 0 0,-1 0 0 0 0,1 1-1 0 0,-1-1 1 0 0,1 0 0 0 0,-1 0 0 0 0,0 1-1 0 0,0-1 1 0 0,0 0 0 0 0,0 0-1 0 0,0 0 1 0 0,-1 0 0 0 0,1 0 0 0 0,-1 0-1 0 0,1-1 1 0 0,-1 1 0 0 0,0 0-1 0 0,1-1 1 0 0,-1 1 0 0 0,0-1 0 0 0,0 0-1 0 0,0 1 1 0 0,0-1 0 0 0,0 0-1 0 0,0 0 1 0 0,-1-1 0 0 0,1 1 0 0 0,0 0-1 0 0,-1-1 1 0 0,1 1 0 0 0,0-1-1 0 0,-1 0 1 0 0,1 1 0 0 0,0-1 0 0 0,-1-1-1 0 0,1 1 1 0 0,0 0 0 0 0,-1 0-1 0 0,1-1 1 0 0,0 1 0 0 0,-3-2 0 0 0,-7-1-16 0 0,1-1 0 0 0,-1-1 0 0 0,1 0 0 0 0,0 0 0 0 0,0-1 0 0 0,-17-13 0 0 0,11 6 109 0 0,1 0 0 0 0,0-2 0 0 0,1 0 0 0 0,1 0 1 0 0,1-2-1 0 0,0 0 0 0 0,-16-28 0 0 0,27 43-74 0 0,1-1-1 0 0,-1 1 1 0 0,1-1-1 0 0,0 0 1 0 0,0 1-1 0 0,0-1 1 0 0,0 0-1 0 0,1 0 1 0 0,-1 0-1 0 0,1 1 1 0 0,-1-1-1 0 0,1 0 1 0 0,0 0-1 0 0,0 0 1 0 0,1 0-1 0 0,-1 0 1 0 0,1 1-1 0 0,-1-1 1 0 0,1 0-1 0 0,0 0 1 0 0,0 0 0 0 0,0 1-1 0 0,0-1 1 0 0,0 1-1 0 0,1-1 1 0 0,-1 1-1 0 0,1-1 1 0 0,3-3-1 0 0,2 0 25 0 0,0 0-1 0 0,0 0 0 0 0,0 0 1 0 0,1 1-1 0 0,0 0 1 0 0,0 0-1 0 0,15-5 0 0 0,24-14 734 0 0,87-58-1 0 0,-118 71-755 0 0,-14 10-141 0 0,1-1 0 0 0,0 1-1 0 0,0 0 1 0 0,-1 0-1 0 0,1 0 1 0 0,0 0 0 0 0,0 1-1 0 0,0-1 1 0 0,7 0 0 0 0,5 2-5914 0 0,-8 0-110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44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83 9730 0 0,'-8'-14'565'0'0,"6"9"197"0"0,5 10 2416 0 0,23 37-2336 0 0,-3-6-605 0 0,-2 1 1 0 0,-1 0 0 0 0,23 63-1 0 0,-30-49-76 0 0,-10-34-84 0 0,11 31-1 0 0,-11-46 59 0 0,0-9-181 0 0,0-10-179 0 0,17-202-259 0 0,-19 199 530 0 0,1 1 0 0 0,1 0 1 0 0,1 0-1 0 0,0 0 0 0 0,2 0 0 0 0,12-29 1 0 0,-18 47-28 0 0,1 0 1 0 0,0 0 0 0 0,-1 0-1 0 0,1 0 1 0 0,0 1-1 0 0,-1-1 1 0 0,1 0-1 0 0,0 0 1 0 0,0 1 0 0 0,0-1-1 0 0,-1 1 1 0 0,1-1-1 0 0,0 0 1 0 0,0 1-1 0 0,0 0 1 0 0,0-1 0 0 0,0 1-1 0 0,0-1 1 0 0,0 1-1 0 0,0 0 1 0 0,0 0 0 0 0,0 0-1 0 0,0 0 1 0 0,1 0-1 0 0,-1 0 1 0 0,0 0-1 0 0,0 0 1 0 0,0 0 0 0 0,0 0-1 0 0,0 0 1 0 0,0 1-1 0 0,0-1 1 0 0,0 0-1 0 0,0 1 1 0 0,0-1 0 0 0,0 1-1 0 0,0-1 1 0 0,0 1-1 0 0,-1-1 1 0 0,2 2 0 0 0,6 4 56 0 0,0-1 1 0 0,-1 1 0 0 0,11 12 0 0 0,-11-12-44 0 0,2 4 14 0 0,0 0 0 0 0,-1 0 1 0 0,0 1-1 0 0,-1 0 0 0 0,0 0 1 0 0,-1 1-1 0 0,0 0 0 0 0,0 0 0 0 0,5 22 1 0 0,-5-12-3 0 0,-1 1 1 0 0,-1 0 0 0 0,-1 0-1 0 0,0 39 1 0 0,-3-61-43 0 0,0 0 0 0 0,0-1 1 0 0,0 1-1 0 0,0 0 0 0 0,0-1 0 0 0,0 1 0 0 0,0 0 0 0 0,0-1 1 0 0,1 1-1 0 0,-1 0 0 0 0,0-1 0 0 0,0 1 0 0 0,0 0 0 0 0,1-1 0 0 0,-1 1 1 0 0,0-1-1 0 0,1 1 0 0 0,-1 0 0 0 0,1 0 0 0 0,0-1-2 0 0,-1 0 0 0 0,0 0 0 0 0,1 0 0 0 0,-1 0 0 0 0,0 0-1 0 0,1 0 1 0 0,-1 0 0 0 0,1 0 0 0 0,-1 0 0 0 0,0 0 0 0 0,1 0 0 0 0,-1 0-1 0 0,0 0 1 0 0,1-1 0 0 0,-1 1 0 0 0,0 0 0 0 0,1 0 0 0 0,-1 0 0 0 0,0 0-1 0 0,0-1 1 0 0,1 1 0 0 0,-1 0 0 0 0,0 0 0 0 0,0-1 0 0 0,1 1 0 0 0,1-3-14 0 0,0 1 1 0 0,0 0 0 0 0,0-1 0 0 0,0 1 0 0 0,-1-1 0 0 0,1 0-1 0 0,1-3 1 0 0,2-17 2 0 0,0 0 1 0 0,-1 0-1 0 0,-1 0 0 0 0,-1-1 0 0 0,-2-28 0 0 0,0 23 331 0 0,1 1-1 0 0,9-51 1 0 0,-10 76-268 0 0,0 1 0 0 0,1-1 0 0 0,0 1 1 0 0,0-1-1 0 0,0 1 0 0 0,0 0 0 0 0,0-1 0 0 0,0 1 0 0 0,1 0 0 0 0,-1 0 0 0 0,3-3 1 0 0,-4 5-31 0 0,1-1 0 0 0,0 1 0 0 0,0-1 0 0 0,0 1 0 0 0,-1 0 0 0 0,1-1 0 0 0,0 1 0 0 0,0 0 0 0 0,0-1 0 0 0,0 1 0 0 0,0 0 0 0 0,0 0 0 0 0,-1 0 0 0 0,1 0 0 0 0,0 0 1 0 0,0 0-1 0 0,0 0 0 0 0,0 0 0 0 0,0 0 0 0 0,0 1 0 0 0,0-1 0 0 0,-1 0 0 0 0,1 1 0 0 0,0-1 0 0 0,0 0 0 0 0,0 1 0 0 0,0-1 0 0 0,-1 1 0 0 0,1-1 0 0 0,0 1 0 0 0,-1-1 1 0 0,1 1-1 0 0,1 1 0 0 0,10 10 26 0 0,0 1 1 0 0,-1 0-1 0 0,0 0 1 0 0,12 22-1 0 0,-19-30-34 0 0,4 9-46 0 0,-4-8-31 0 0,0 1 0 0 0,0-1 0 0 0,0 0 0 0 0,1-1-1 0 0,9 9 1 0 0,-8-12-2249 0 0,-3-2 941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44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0 388 8842 0 0,'2'0'98'0'0,"0"0"0"0"0,-1 0 0 0 0,1 0-1 0 0,-1 0 1 0 0,1 0 0 0 0,0 0 0 0 0,-1-1 0 0 0,1 1 0 0 0,-1-1 0 0 0,1 1 0 0 0,-1-1 0 0 0,1 1-1 0 0,-1-1 1 0 0,1 0 0 0 0,-1 0 0 0 0,0 0 0 0 0,3-1 0 0 0,24-22 1190 0 0,-21 18-1091 0 0,7-8 302 0 0,0 0 0 0 0,-1-1 0 0 0,-1 0 0 0 0,0-1 0 0 0,-1 0 0 0 0,13-24 0 0 0,-19 31-362 0 0,-1-1 0 0 0,0 1 0 0 0,0-1 1 0 0,-1 1-1 0 0,0-1 0 0 0,-1 0 0 0 0,0 0 0 0 0,0 0 0 0 0,-1-1 0 0 0,-1 1 0 0 0,0 0 0 0 0,0 0 0 0 0,-1-1 0 0 0,-1-10 0 0 0,1 17-89 0 0,-1 1 0 0 0,1-1 0 0 0,0 0 0 0 0,-1 1 0 0 0,1-1 0 0 0,-1 1 0 0 0,0 0 0 0 0,-1-1 0 0 0,1 1 0 0 0,0 0 0 0 0,-1 0-1 0 0,0 0 1 0 0,1 1 0 0 0,-7-5 0 0 0,8 6-29 0 0,-1 0 0 0 0,1 1 0 0 0,-1-1 0 0 0,1 0 0 0 0,-1 1-1 0 0,0-1 1 0 0,1 1 0 0 0,-1 0 0 0 0,0 0 0 0 0,1-1 0 0 0,-1 1 0 0 0,0 0-1 0 0,1 0 1 0 0,-1 1 0 0 0,0-1 0 0 0,1 0 0 0 0,-1 0 0 0 0,0 1 0 0 0,1-1-1 0 0,-1 1 1 0 0,0 0 0 0 0,1-1 0 0 0,-1 1 0 0 0,1 0 0 0 0,0 0-1 0 0,-1 0 1 0 0,1 0 0 0 0,0 0 0 0 0,-1 0 0 0 0,1 0 0 0 0,0 1 0 0 0,0-1-1 0 0,0 0 1 0 0,0 1 0 0 0,-1 1 0 0 0,-7 11-57 0 0,0-1 0 0 0,1 1 0 0 0,1 0-1 0 0,0 1 1 0 0,1 0 0 0 0,1 0 0 0 0,-7 30 0 0 0,8-23-16 0 0,1 0 1 0 0,0 0-1 0 0,2 0 0 0 0,1 0 1 0 0,2 27-1 0 0,-1-42 38 0 0,0-1 0 0 0,0 0 0 0 0,1 1 0 0 0,-1-1 0 0 0,1 0 0 0 0,1 0 0 0 0,-1 0-1 0 0,6 9 1 0 0,-6-12 8 0 0,0-1 0 0 0,0 1 0 0 0,0-1 0 0 0,0 0 0 0 0,0 1 0 0 0,1-1 0 0 0,-1 0 0 0 0,1 0 0 0 0,-1-1 0 0 0,1 1 0 0 0,0 0 0 0 0,0-1 0 0 0,0 0 0 0 0,0 1 0 0 0,0-1 0 0 0,0 0 0 0 0,0-1 0 0 0,0 1 0 0 0,3 0 0 0 0,6-1 42 0 0,0 1 1 0 0,-1-2-1 0 0,1 0 1 0 0,-1 0-1 0 0,0-1 1 0 0,23-6-1 0 0,16-10-1326 0 0,-4-3-4365 0 0,-32 15 742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45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29 226 3681 0 0,'7'-12'-184'0'0,"9"-13"3111"0"0,18-36 0 0 0,-30 53-2303 0 0,-1 0 1 0 0,0-1-1 0 0,0 1 1 0 0,-1-1 0 0 0,0 1-1 0 0,0-1 1 0 0,-1 1-1 0 0,0-1 1 0 0,-1-11 0 0 0,0 19-486 0 0,0-1 0 0 0,0 1 0 0 0,0-1-1 0 0,0 1 1 0 0,0 0 0 0 0,0-1 0 0 0,-1 1 0 0 0,1-1 0 0 0,-1 1 0 0 0,1-1 0 0 0,-1 1 0 0 0,1 0 0 0 0,-1-1 0 0 0,0 1 0 0 0,0 0 0 0 0,1 0 0 0 0,-1 0 0 0 0,0-1 0 0 0,0 1 0 0 0,-2-1 0 0 0,2 1-67 0 0,0 1 0 0 0,0 0 1 0 0,0-1-1 0 0,-1 1 0 0 0,1 0 1 0 0,0 0-1 0 0,0 0 0 0 0,0 0 0 0 0,0 0 1 0 0,0 0-1 0 0,0 0 0 0 0,-1 0 1 0 0,1 0-1 0 0,0 1 0 0 0,0-1 0 0 0,0 0 1 0 0,0 1-1 0 0,0-1 0 0 0,0 1 1 0 0,-1 0-1 0 0,-3 2-25 0 0,1 0 0 0 0,0 0 0 0 0,-1 0-1 0 0,2 1 1 0 0,-1-1 0 0 0,0 1 0 0 0,1 0 0 0 0,-1 0 0 0 0,1 0 0 0 0,-3 6-1 0 0,1 1-54 0 0,1 0 0 0 0,0 1-1 0 0,1-1 1 0 0,0 1 0 0 0,0-1-1 0 0,2 1 1 0 0,-1 0 0 0 0,1 19-1 0 0,1-23-2 0 0,1 0 0 0 0,-1 0 0 0 0,1-1 0 0 0,1 1 0 0 0,-1-1-1 0 0,1 1 1 0 0,0-1 0 0 0,1 1 0 0 0,0-1 0 0 0,0 0-1 0 0,1 0 1 0 0,0-1 0 0 0,0 1 0 0 0,7 8 0 0 0,-9-13-23 0 0,0 0 1 0 0,0 0 0 0 0,1 1 0 0 0,-1-1 0 0 0,1-1-1 0 0,-1 1 1 0 0,1 0 0 0 0,0 0 0 0 0,0-1 0 0 0,0 0-1 0 0,-1 0 1 0 0,1 0 0 0 0,1 0 0 0 0,-1 0 0 0 0,0 0-1 0 0,0-1 1 0 0,0 1 0 0 0,0-1 0 0 0,0 0 0 0 0,1 0-1 0 0,-1 0 1 0 0,0-1 0 0 0,0 1 0 0 0,0-1-1 0 0,0 1 1 0 0,0-1 0 0 0,0 0 0 0 0,5-2 0 0 0,-2-1-23 0 0,1 1 0 0 0,-1-1 0 0 0,0 0 0 0 0,0-1 0 0 0,-1 1 0 0 0,1-1 0 0 0,-1 0 1 0 0,0-1-1 0 0,0 1 0 0 0,-1-1 0 0 0,6-8 0 0 0,-6 7 7 0 0,9-14-300 0 0,0 0 0 0 0,-2-1 0 0 0,10-24 1 0 0,-19 38-6 0 0,-1 5 340 0 0,0 0-1 0 0,-1 0 1 0 0,1 1-1 0 0,0-1 1 0 0,0 0-1 0 0,0 1 1 0 0,1-1-1 0 0,-1 1 1 0 0,1 0-1 0 0,-1-1 1 0 0,1 1-1 0 0,0 0 1 0 0,0 0-1 0 0,0 0 1 0 0,0 0-1 0 0,4-3 1 0 0,-3 3 20 0 0,1 1 1 0 0,0 0 0 0 0,-1-1 0 0 0,1 1 0 0 0,0 0-1 0 0,0 0 1 0 0,0 1 0 0 0,0-1 0 0 0,0 1-1 0 0,4 0 1 0 0,-7 0 30 0 0,0-1 0 0 0,-1 1 1 0 0,1-1-1 0 0,0 1 0 0 0,0-1 0 0 0,-1 1 0 0 0,1-1 0 0 0,-1 0 0 0 0,1 1 0 0 0,-1-1 0 0 0,1 0 0 0 0,-1 1 0 0 0,1-1 1 0 0,-1 0-1 0 0,1 0 0 0 0,-1 0 0 0 0,0 1 0 0 0,0-1 0 0 0,1 0 0 0 0,-1 0 0 0 0,0 0 0 0 0,0-1 0 0 0,4-9 228 0 0,2-2-29 0 0,3-3 1037 0 0,-6 17-690 0 0,-2 10-339 0 0,-1-11-247 0 0,0 1-1 0 0,1-1 1 0 0,-1 1-1 0 0,0-1 1 0 0,0 0 0 0 0,0 1-1 0 0,1-1 1 0 0,-1 0-1 0 0,0 1 1 0 0,1-1-1 0 0,-1 0 1 0 0,0 1-1 0 0,1-1 1 0 0,-1 0-1 0 0,1 0 1 0 0,-1 1-1 0 0,0-1 1 0 0,1 0 0 0 0,-1 0-1 0 0,1 0 1 0 0,-1 0-1 0 0,0 0 1 0 0,1 1-1 0 0,-1-1 1 0 0,1 0-1 0 0,-1 0 1 0 0,1 0-1 0 0,-1 0 1 0 0,1 0-1 0 0,-1 0 1 0 0,0 0 0 0 0,1-1-1 0 0,-1 1 1 0 0,1 0-1 0 0,19-3-178 0 0,-17 2 157 0 0,10 0-282 0 0,10-4-3716 0 0,-17 2 2248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45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6449 0 0,'-2'69'6134'0'0,"-2"-1"-4394"0"0,-2 67-1076 0 0,6-133-630 0 0,1 27 152 0 0,-1-28-152 0 0,0 0 0 0 0,0 0 1 0 0,0-1-1 0 0,0 1 1 0 0,0 0-1 0 0,0 0 1 0 0,0 0-1 0 0,1 0 0 0 0,-1 0 1 0 0,0-1-1 0 0,0 1 1 0 0,1 0-1 0 0,-1 0 1 0 0,0 0-1 0 0,1-1 1 0 0,-1 1-1 0 0,1 0 0 0 0,-1-1 1 0 0,1 1-1 0 0,-1 0 1 0 0,1-1-1 0 0,0 1 1 0 0,-1-1-1 0 0,2 2 0 0 0,0-4 38 0 0,0 0 0 0 0,-1 0 0 0 0,0 0 0 0 0,1 0 0 0 0,-1 0-1 0 0,0 0 1 0 0,0-1 0 0 0,0 1 0 0 0,0 0 0 0 0,0 0 0 0 0,-1-1-1 0 0,1 1 1 0 0,0-4 0 0 0,0 1 4 0 0,31-135-360 0 0,-21 80 271 0 0,0 23 111 0 0,-11 35-61 0 0,1 1-1 0 0,-1-1 0 0 0,0 1 0 0 0,1 0 0 0 0,0-1 1 0 0,-1 1-1 0 0,1 0 0 0 0,0-1 0 0 0,0 1 1 0 0,0 0-1 0 0,-1 0 0 0 0,1 0 0 0 0,0 0 1 0 0,1 0-1 0 0,-1 0 0 0 0,0 0 0 0 0,0 0 0 0 0,0 0 1 0 0,1 1-1 0 0,-1-1 0 0 0,0 0 0 0 0,0 1 1 0 0,2-1-1 0 0,-2 1 17 0 0,0 0 0 0 0,0 1 1 0 0,0-1-1 0 0,0 1 0 0 0,0-1 0 0 0,0 1 1 0 0,0-1-1 0 0,-1 1 0 0 0,1-1 0 0 0,0 1 1 0 0,0 0-1 0 0,-1 0 0 0 0,1-1 0 0 0,0 1 1 0 0,-1 0-1 0 0,1 0 0 0 0,-1 0 0 0 0,1 0 1 0 0,-1-1-1 0 0,1 1 0 0 0,-1 0 0 0 0,1 2 1 0 0,8 24 60 0 0,-8-22-24 0 0,17 76-47 0 0,-13-53-303 0 0,13 41 0 0 0,-17-67 189 0 0,0 0 0 0 0,0 0 0 0 0,0 0 1 0 0,0 0-1 0 0,0 0 0 0 0,0 0 0 0 0,0 0 0 0 0,1 0 0 0 0,-1 0 1 0 0,4 2-1 0 0,-5-3-152 0 0,1-1 0 0 0,0 0 1 0 0,-1 1-1 0 0,1-1 0 0 0,0 0 0 0 0,0 1 1 0 0,-1-1-1 0 0,1 0 0 0 0,0 0 1 0 0,0 0-1 0 0,0 0 0 0 0,-1 0 1 0 0,1 0-1 0 0,0 0 0 0 0,0 0 0 0 0,0 0 1 0 0,-1 0-1 0 0,1 0 0 0 0,0 0 1 0 0,0 0-1 0 0,0-1 0 0 0,-1 1 1 0 0,1 0-1 0 0,0-1 0 0 0,-1 1 0 0 0,1-1 1 0 0,0 1-1 0 0,-1-1 0 0 0,1 1 1 0 0,0-1-1 0 0,0 0 0 0 0,9-6-4466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45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0 242 7946 0 0,'0'-1'63'0'0,"0"1"1"0"0,1-1 0 0 0,-1 0 0 0 0,0 1 0 0 0,0-1-1 0 0,0 0 1 0 0,1 1 0 0 0,-1-1 0 0 0,0 1 0 0 0,1-1-1 0 0,-1 1 1 0 0,1-1 0 0 0,-1 0 0 0 0,0 1-1 0 0,1 0 1 0 0,-1-1 0 0 0,1 1 0 0 0,-1-1 0 0 0,1 1-1 0 0,0-1 1 0 0,-1 1 0 0 0,1 0 0 0 0,-1 0 0 0 0,1-1-1 0 0,0 1 1 0 0,-1 0 0 0 0,1 0 0 0 0,0 0-1 0 0,0-1 1 0 0,0 2 94 0 0,0 0 0 0 0,0 0 0 0 0,-1 0 0 0 0,1 0 1 0 0,0 1-1 0 0,-1-1 0 0 0,1 0 0 0 0,-1 0 0 0 0,1 0 0 0 0,-1 1 0 0 0,1-1 0 0 0,-1 0 0 0 0,0 0 0 0 0,0 1 0 0 0,1 1 0 0 0,4 33 886 0 0,0 65 0 0 0,-4-67-1178 0 0,1 0-1 0 0,9 48 0 0 0,-11-81 92 0 0,0 0-1 0 0,0 1 0 0 0,1-1 0 0 0,-1 0 0 0 0,0 0 1 0 0,1 0-1 0 0,-1 1 0 0 0,1-1 0 0 0,-1 0 0 0 0,1 0 1 0 0,0 0-1 0 0,-1 0 0 0 0,1 0 0 0 0,0 0 0 0 0,0 0 1 0 0,0 0-1 0 0,-1 0 0 0 0,1-1 0 0 0,2 2 1 0 0,-2-2-19 0 0,-1 0 0 0 0,1 0 1 0 0,0 0-1 0 0,-1-1 0 0 0,1 1 1 0 0,0 0-1 0 0,-1 0 0 0 0,1-1 1 0 0,0 1-1 0 0,-1 0 1 0 0,1-1-1 0 0,-1 1 0 0 0,1-1 1 0 0,-1 1-1 0 0,1-1 0 0 0,-1 1 1 0 0,1-1-1 0 0,-1 1 1 0 0,1-1-1 0 0,-1 1 0 0 0,1-1 1 0 0,-1 0-1 0 0,0 1 0 0 0,0-1 1 0 0,1 1-1 0 0,-1-1 0 0 0,0 0 1 0 0,0 0-1 0 0,0 1 1 0 0,1-1-1 0 0,-1 0 0 0 0,0 1 1 0 0,0-2-1 0 0,6-27-1214 0 0,-3 9 621 0 0</inkml:trace>
  <inkml:trace contextRef="#ctx0" brushRef="#br0" timeOffset="1">39 50 3225 0 0,'-1'-3'31'0'0,"-3"-22"154"0"0,3 24-174 0 0,1 0 1 0 0,0 0-1 0 0,0 0 0 0 0,0 0 1 0 0,0 0-1 0 0,0 0 0 0 0,0 0 0 0 0,0 0 1 0 0,0 0-1 0 0,0 0 0 0 0,0 0 1 0 0,0 0-1 0 0,1 0 0 0 0,-1 0 0 0 0,0 0 1 0 0,1 1-1 0 0,-1-1 0 0 0,1 0 1 0 0,-1 0-1 0 0,1-1 0 0 0,0 2 168 0 0,0 0 1 0 0,0 0-1 0 0,0 0 0 0 0,0 0 1 0 0,0 0-1 0 0,0 0 1 0 0,0 0-1 0 0,0 1 0 0 0,0-1 1 0 0,0 0-1 0 0,0 1 0 0 0,-1-1 1 0 0,1 0-1 0 0,0 1 0 0 0,0-1 1 0 0,0 1-1 0 0,-1-1 0 0 0,1 1 1 0 0,0 0-1 0 0,0-1 0 0 0,-1 1 1 0 0,1 0-1 0 0,-1-1 0 0 0,1 1 1 0 0,0 1-1 0 0,14 20 1410 0 0,-10-12-1335 0 0,-1 1-1 0 0,0 0 0 0 0,0 1 1 0 0,-2-1-1 0 0,3 16 1 0 0,2 7-1440 0 0,-5-25 651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46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5 180 8498 0 0,'2'27'1522'0'0,"-1"0"0"0"0,-4 53 0 0 0,-1-2 153 0 0,5-70-1290 0 0,4-14-216 0 0,5-17-25 0 0,-9 19-24 0 0,15-42 411 0 0,-13 37-501 0 0,-1 0 0 0 0,1 0-1 0 0,0 1 1 0 0,1-1 0 0 0,0 1 0 0 0,9-14 0 0 0,-12 21-32 0 0,-1 0 1 0 0,1 0-1 0 0,-1 0 0 0 0,1 0 1 0 0,0 1-1 0 0,0-1 0 0 0,-1 0 1 0 0,1 0-1 0 0,0 0 0 0 0,0 1 1 0 0,0-1-1 0 0,0 0 0 0 0,0 1 1 0 0,0-1-1 0 0,0 1 0 0 0,0-1 1 0 0,0 1-1 0 0,0 0 1 0 0,0-1-1 0 0,1 1 0 0 0,-1 0 1 0 0,0 0-1 0 0,0-1 0 0 0,0 1 1 0 0,0 0-1 0 0,1 0 0 0 0,-1 1 1 0 0,0-1-1 0 0,0 0 0 0 0,0 0 1 0 0,0 0-1 0 0,0 1 1 0 0,0-1-1 0 0,1 1 0 0 0,-1-1 1 0 0,0 1-1 0 0,0-1 0 0 0,0 1 1 0 0,0-1-1 0 0,-1 1 0 0 0,1 0 1 0 0,0 0-1 0 0,0 0 0 0 0,1 0 1 0 0,3 5 9 0 0,-1 1 1 0 0,1-1 0 0 0,-1 1-1 0 0,0-1 1 0 0,3 10 0 0 0,-4-10 18 0 0,-2-6-24 0 0,-1 1 1 0 0,0-1-1 0 0,0 0 0 0 0,0 1 1 0 0,1-1-1 0 0,-1 0 0 0 0,0 1 1 0 0,0-1-1 0 0,1 0 0 0 0,-1 1 0 0 0,0-1 1 0 0,1 0-1 0 0,-1 0 0 0 0,0 1 1 0 0,1-1-1 0 0,-1 0 0 0 0,0 0 0 0 0,1 0 1 0 0,-1 1-1 0 0,1-1 0 0 0,-1 0 1 0 0,0 0-1 0 0,1 0 0 0 0,-1 0 1 0 0,1 0-1 0 0,-1 0 0 0 0,0 0 0 0 0,1 0 1 0 0,-1 0-1 0 0,1 0 0 0 0,13-8 207 0 0,10-17 336 0 0,-24 25-534 0 0,26-32 445 0 0,31-44 76 0 0,-51 65-481 0 0,0 0 0 0 0,0 0 0 0 0,-1-1 0 0 0,0 1 0 0 0,5-24 1 0 0,-10 34-36 0 0,6-37 121 0 0,-6 37-138 0 0,0 0 0 0 0,0-1 0 0 0,1 1 1 0 0,-1 0-1 0 0,-1-1 0 0 0,1 1 1 0 0,0 0-1 0 0,0-1 0 0 0,0 1 0 0 0,-1 0 1 0 0,1-1-1 0 0,-1 1 0 0 0,1 0 0 0 0,-1-1 1 0 0,1 1-1 0 0,-1 0 0 0 0,0 0 0 0 0,0 0 1 0 0,1 0-1 0 0,-1 0 0 0 0,0 0 0 0 0,0 0 1 0 0,-2-2-1 0 0,2 3 10 0 0,0 0-1 0 0,0 0 1 0 0,0 0 0 0 0,1 0-1 0 0,-1 0 1 0 0,0 1 0 0 0,0-1-1 0 0,0 0 1 0 0,0 0 0 0 0,0 1-1 0 0,0-1 1 0 0,0 0 0 0 0,1 1-1 0 0,-1-1 1 0 0,0 1-1 0 0,0-1 1 0 0,1 1 0 0 0,-1-1-1 0 0,0 1 1 0 0,1 0 0 0 0,-1-1-1 0 0,0 1 1 0 0,1 0 0 0 0,-2 1-1 0 0,-13 18 123 0 0,8-8-107 0 0,1 0-1 0 0,0 1 0 0 0,1-1 0 0 0,0 1 0 0 0,1 0 0 0 0,0 1 1 0 0,1-1-1 0 0,-2 18 0 0 0,5-21-32 0 0,-1 0-1 0 0,2 0 1 0 0,-1 0-1 0 0,1-1 1 0 0,1 1-1 0 0,0 0 1 0 0,0 0 0 0 0,1-1-1 0 0,0 1 1 0 0,1-1-1 0 0,0 0 1 0 0,6 10-1 0 0,14 20-95 0 0,1-2-1 0 0,51 58 1 0 0,-69-87 120 0 0,-1 0 1 0 0,0 0-1 0 0,0 1 1 0 0,-1-1-1 0 0,0 1 0 0 0,-1 0 1 0 0,0 1-1 0 0,0-1 0 0 0,-1 1 1 0 0,0-1-1 0 0,-1 1 1 0 0,0 0-1 0 0,0 0 0 0 0,-1 0 1 0 0,-1 0-1 0 0,0 1 1 0 0,0-1-1 0 0,-1 0 0 0 0,0 0 1 0 0,-4 16-1 0 0,4-24-2 0 0,0 0 0 0 0,0 1 0 0 0,-1-1 0 0 0,1 0 0 0 0,0 0 0 0 0,-1 0 0 0 0,0 0 0 0 0,1 0 0 0 0,-1 0 0 0 0,0-1 0 0 0,0 1 0 0 0,0-1 0 0 0,0 1 0 0 0,0-1 0 0 0,-1 0 0 0 0,1 1 0 0 0,0-1 0 0 0,-1 0 0 0 0,1-1 0 0 0,-1 1 0 0 0,1 0 0 0 0,-1-1 0 0 0,-2 1 0 0 0,-1 0 32 0 0,-1 0 0 0 0,1 0 0 0 0,-1-1 0 0 0,0 0 0 0 0,1 0 0 0 0,-1-1 0 0 0,-11-2 0 0 0,6 0-125 0 0,0-1 1 0 0,1 0-1 0 0,-1-1 0 0 0,1-1 0 0 0,0 0 1 0 0,1 0-1 0 0,0-1 0 0 0,-17-14 0 0 0,19 14-511 0 0,1 0-1 0 0,0-1 1 0 0,0 0-1 0 0,1-1 1 0 0,-1 1-1 0 0,-5-14 1 0 0,2-2-849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47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15 10858 0 0,'0'0'29'0'0,"0"0"1"0"0,0 0-1 0 0,0 1 0 0 0,0-1 0 0 0,0 0 0 0 0,-1 0 0 0 0,1 0 0 0 0,0 0 1 0 0,0 0-1 0 0,0 0 0 0 0,0 0 0 0 0,0 0 0 0 0,0 1 0 0 0,0-1 0 0 0,0 0 1 0 0,0 0-1 0 0,0 0 0 0 0,0 0 0 0 0,0 0 0 0 0,0 0 0 0 0,0 0 1 0 0,0 1-1 0 0,0-1 0 0 0,0 0 0 0 0,0 0 0 0 0,0 0 0 0 0,0 0 0 0 0,0 0 1 0 0,0 0-1 0 0,0 1 0 0 0,0-1 0 0 0,0 0 0 0 0,0 0 0 0 0,0 0 0 0 0,0 0 1 0 0,0 0-1 0 0,0 0 0 0 0,0 0 0 0 0,1 1 0 0 0,-1-1 0 0 0,0 0 0 0 0,0 0 1 0 0,0 0-1 0 0,0 0 0 0 0,0 0 0 0 0,0 0 0 0 0,0 0 0 0 0,0 0 0 0 0,1 0 1 0 0,-1 0-1 0 0,0 0 0 0 0,0 0 0 0 0,0 0 0 0 0,0 0 0 0 0,0 0 0 0 0,0 0 1 0 0,1 0-1 0 0,12 2 1132 0 0,17-3 884 0 0,9-5-351 0 0,-11 0-843 0 0,0 2 0 0 0,0 1 0 0 0,40 2-1 0 0,-66 1-827 0 0,0 0 0 0 0,-1 0 0 0 0,1 0-1 0 0,-1 0 1 0 0,1 0 0 0 0,-1 1 0 0 0,1-1-1 0 0,-1 1 1 0 0,1-1 0 0 0,-1 1 0 0 0,1 0 0 0 0,-1-1-1 0 0,0 1 1 0 0,1 0 0 0 0,-1 0 0 0 0,0 0-1 0 0,0 0 1 0 0,0 0 0 0 0,1 0 0 0 0,-1 0-1 0 0,0 1 1 0 0,1 2 0 0 0,-1-2-17 0 0,0 0 0 0 0,-1 0 0 0 0,1 1 0 0 0,-1-1 0 0 0,1 1 0 0 0,-1-1 0 0 0,0 0 0 0 0,0 1 1 0 0,0-1-1 0 0,0 1 0 0 0,-1-1 0 0 0,1 1 0 0 0,-1 2 0 0 0,-3 7-61 0 0,0 0 1 0 0,-1-1 0 0 0,0 1-1 0 0,-10 15 1 0 0,-17 24-372 0 0,-27 49-60 0 0,54-89 474 0 0,0 0 0 0 0,0 0 0 0 0,2 1 0 0 0,-1-1-1 0 0,1 1 1 0 0,1 0 0 0 0,-2 15 0 0 0,4-25 11 0 0,0 0-1 0 0,0 0 1 0 0,0 0-1 0 0,0 0 0 0 0,0 0 1 0 0,0 0-1 0 0,1 0 1 0 0,-1 0-1 0 0,0 0 0 0 0,1 0 1 0 0,0 0-1 0 0,-1 0 1 0 0,1-1-1 0 0,0 1 0 0 0,0 0 1 0 0,0 0-1 0 0,0-1 1 0 0,1 1-1 0 0,-1 0 0 0 0,3 2 1 0 0,-2-3-7 0 0,0-1 1 0 0,-1 1-1 0 0,1 0 0 0 0,0-1 1 0 0,0 1-1 0 0,0-1 0 0 0,0 1 1 0 0,0-1-1 0 0,-1 0 0 0 0,1 0 1 0 0,0 0-1 0 0,0 0 0 0 0,0 0 1 0 0,0 0-1 0 0,0-1 0 0 0,0 1 1 0 0,0-1-1 0 0,0 1 1 0 0,-1-1-1 0 0,1 0 0 0 0,0 0 1 0 0,2-1-1 0 0,18-10 291 0 0,0-2 1 0 0,-1 0-1 0 0,-1-1 1 0 0,28-27-1 0 0,19-14 1006 0 0,-66 55-1260 0 0,0 1 0 0 0,1-1 1 0 0,-1 0-1 0 0,0 1 0 0 0,0-1 1 0 0,0 0-1 0 0,0 0 0 0 0,0 0 0 0 0,-1 0 1 0 0,1 0-1 0 0,0 0 0 0 0,0 0 0 0 0,0 0 1 0 0,-1 0-1 0 0,1-1 0 0 0,-1 1 1 0 0,1 0-1 0 0,-1 0 0 0 0,1-1 0 0 0,-1 1 1 0 0,0-2-1 0 0,-6-6-1497 0 0,-8-1-5014 0 0,6 4-135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49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93 1376 0 0,'-7'-4'5578'0'0,"-18"-8"-1154"0"0,24 12-4347 0 0,0 0 0 0 0,0 1 0 0 0,-1-1-1 0 0,1 0 1 0 0,0 1 0 0 0,0 0-1 0 0,-1-1 1 0 0,1 1 0 0 0,0 0 0 0 0,0-1-1 0 0,0 1 1 0 0,0 0 0 0 0,0 0-1 0 0,0 0 1 0 0,0 0 0 0 0,0 0 0 0 0,0 0-1 0 0,1 0 1 0 0,-1 0 0 0 0,-1 3 0 0 0,-14 31 289 0 0,9-18-134 0 0,7-17-225 0 0,0 0-1 0 0,0 0 0 0 0,0 1 1 0 0,0-1-1 0 0,0 0 0 0 0,0 1 1 0 0,0-1-1 0 0,0 0 0 0 0,0 1 1 0 0,0-1-1 0 0,0 0 0 0 0,0 0 1 0 0,0 1-1 0 0,0-1 0 0 0,0 0 1 0 0,0 1-1 0 0,0-1 0 0 0,0 0 1 0 0,0 1-1 0 0,0-1 0 0 0,0 0 1 0 0,1 0-1 0 0,-1 1 1 0 0,0-1-1 0 0,0 0 0 0 0,0 0 1 0 0,0 1-1 0 0,1-1 0 0 0,-1 0 1 0 0,0 0-1 0 0,0 1 0 0 0,1-1 1 0 0,-1 0-1 0 0,0 0 0 0 0,0 0 1 0 0,1 0-1 0 0,-1 0 0 0 0,0 1 1 0 0,1-1-1 0 0,-1 0 0 0 0,0 0 1 0 0,1 0-1 0 0,-1 0 0 0 0,0 0 1 0 0,1 0-1 0 0,-1 0 0 0 0,0 0 1 0 0,0 0-1 0 0,1 0 0 0 0,-1 0 1 0 0,0 0-1 0 0,1 0 1 0 0,-1 0-1 0 0,0 0 0 0 0,1-1 1 0 0,-1 1-1 0 0,0 0 0 0 0,1 0 1 0 0,20-6 65 0 0,-16 1-19 0 0,1 0-1 0 0,-1 0 1 0 0,0-1-1 0 0,0 1 1 0 0,-1-1-1 0 0,0 0 1 0 0,6-10-1 0 0,-9 13-35 0 0,1-1 0 0 0,0 1 1 0 0,-1-1-1 0 0,0 1 0 0 0,0-1 0 0 0,0 0 0 0 0,0 1 1 0 0,-1-1-1 0 0,1 0 0 0 0,-1 0 0 0 0,0 0 0 0 0,0 1 0 0 0,0-1 1 0 0,-1 0-1 0 0,1 0 0 0 0,-2-4 0 0 0,1 8-13 0 0,1-1 0 0 0,0 1 0 0 0,0-1 0 0 0,-1 1 0 0 0,1 0 1 0 0,0-1-1 0 0,-1 1 0 0 0,1 0 0 0 0,0-1 0 0 0,-1 1 0 0 0,1 0 0 0 0,-1 0 0 0 0,1-1 0 0 0,0 1 0 0 0,-1 0 0 0 0,1 0 0 0 0,-1 0 0 0 0,1 0 0 0 0,-1 0 0 0 0,1-1 0 0 0,0 1 1 0 0,-1 0-1 0 0,1 0 0 0 0,-1 0 0 0 0,1 0 0 0 0,-1 0 0 0 0,1 0 0 0 0,-1 0 0 0 0,1 1 0 0 0,-1-1 0 0 0,1 0 0 0 0,-1 0 0 0 0,1 0 0 0 0,0 0 0 0 0,-1 1 0 0 0,1-1 0 0 0,-1 0 0 0 0,1 0 1 0 0,0 1-1 0 0,-1-1 0 0 0,1 0 0 0 0,0 0 0 0 0,-1 1 0 0 0,1-1 0 0 0,0 1 0 0 0,-1 0 0 0 0,-17 17 589 0 0,17-16-550 0 0,-17 43 201 0 0,17-43-245 0 0,0 1 0 0 0,0-1 0 0 0,1 1 0 0 0,-1-1 0 0 0,1 1 1 0 0,0 0-1 0 0,-1-1 0 0 0,1 1 0 0 0,1-1 0 0 0,-1 1 0 0 0,0-1 1 0 0,0 1-1 0 0,1-1 0 0 0,0 1 0 0 0,-1-1 0 0 0,3 4 0 0 0,-3-5-2 0 0,0-1-1 0 0,1 1 0 0 0,-1 0 0 0 0,0-1 0 0 0,1 1 0 0 0,-1-1 1 0 0,1 0-1 0 0,-1 1 0 0 0,0-1 0 0 0,1 1 0 0 0,-1-1 1 0 0,1 0-1 0 0,-1 1 0 0 0,1-1 0 0 0,-1 0 0 0 0,1 1 1 0 0,0-1-1 0 0,-1 0 0 0 0,1 0 0 0 0,-1 0 0 0 0,1 1 0 0 0,0-1 1 0 0,-1 0-1 0 0,1 0 0 0 0,-1 0 0 0 0,1 0 0 0 0,1 0 1 0 0,-1-1 5 0 0,1 1 0 0 0,-1-1 1 0 0,0 1-1 0 0,1-1 1 0 0,-1 0-1 0 0,0 1 1 0 0,0-1-1 0 0,1 0 1 0 0,-1 0-1 0 0,0 0 1 0 0,1-1-1 0 0,2-3 54 0 0,0 1 1 0 0,0-1-1 0 0,-1 0 0 0 0,5-9 0 0 0,-3 4 167 0 0,0 0-1 0 0,-1 0 0 0 0,-1 0 1 0 0,0 0-1 0 0,0-1 0 0 0,1-17 1 0 0,-4 27-209 0 0,1 1 0 0 0,-1-1 0 0 0,0 0 0 0 0,0 0 0 0 0,-1 0 0 0 0,1 0 0 0 0,0 0 0 0 0,0 0 0 0 0,0 0 0 0 0,-1 0 0 0 0,1 1 0 0 0,0-1 0 0 0,-1 0 0 0 0,1 0 0 0 0,-2-1 1 0 0,2 2-3 0 0,0 0 0 0 0,0 0 1 0 0,-1-1-1 0 0,1 1 1 0 0,0 0-1 0 0,-1 0 0 0 0,1 0 1 0 0,0 0-1 0 0,-1 0 1 0 0,1 0-1 0 0,0 0 1 0 0,-1 0-1 0 0,1 0 0 0 0,0 0 1 0 0,-1 0-1 0 0,1 0 1 0 0,0 0-1 0 0,-1 0 0 0 0,1 0 1 0 0,0 0-1 0 0,-1 0 1 0 0,1 0-1 0 0,0 0 1 0 0,-1 0-1 0 0,1 0 0 0 0,-1 1 1 0 0,-1 0 30 0 0,0 1 0 0 0,0-1 0 0 0,0 1 1 0 0,0 0-1 0 0,0 0 0 0 0,1 0 0 0 0,-1 0 1 0 0,1 0-1 0 0,-2 2 0 0 0,-1 3-57 0 0,1 0 1 0 0,0 0-1 0 0,0 0 1 0 0,1 0-1 0 0,0 0 0 0 0,0 1 1 0 0,1-1-1 0 0,0 1 1 0 0,-1 13-1 0 0,4-21-108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51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10594 0 0,'0'1'196'0'0,"0"1"0"0"0,-1 0-1 0 0,1-1 1 0 0,0 1-1 0 0,0 0 1 0 0,0-1 0 0 0,0 1-1 0 0,1 0 1 0 0,-1-1 0 0 0,0 1-1 0 0,1 0 1 0 0,0 2 0 0 0,2 8 422 0 0,4 83-237 0 0,-4 96 0 0 0,-3-64-448 0 0,0-112 68 0 0,0 32-160 0 0,3 0-1 0 0,10 59 1 0 0,-8-90-497 0 0,-2-6-187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51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11258 0 0,'1'2'75'0'0,"0"-1"-1"0"0,0 1 0 0 0,1-1 1 0 0,-1 0-1 0 0,1 1 1 0 0,-1-1-1 0 0,1 0 0 0 0,-1 0 1 0 0,1 0-1 0 0,0 0 0 0 0,-1 0 1 0 0,1 0-1 0 0,0-1 0 0 0,0 1 1 0 0,0-1-1 0 0,-1 1 1 0 0,1-1-1 0 0,0 0 0 0 0,0 1 1 0 0,2-1-1 0 0,45 0 226 0 0,-41-1-162 0 0,26-3 212 0 0,1-1 0 0 0,33-10 0 0 0,-31 6 490 0 0,52-5-1 0 0,-88 14-803 0 0,-1-1-1 0 0,1 1 1 0 0,-1 0-1 0 0,1 0 1 0 0,-1 0-1 0 0,1 0 1 0 0,-1 0 0 0 0,1 0-1 0 0,-1 0 1 0 0,1 0-1 0 0,0 0 1 0 0,-1 0-1 0 0,1 1 1 0 0,-1-1-1 0 0,0 0 1 0 0,1 0-1 0 0,-1 0 1 0 0,1 1-1 0 0,-1-1 1 0 0,1 0-1 0 0,-1 0 1 0 0,1 1-1 0 0,-1-1 1 0 0,0 0-1 0 0,1 1 1 0 0,-1-1-1 0 0,0 1 1 0 0,1-1-1 0 0,-1 0 1 0 0,1 1-1 0 0,-1 1 4 0 0,0-1-1 0 0,0 0 0 0 0,0 0 1 0 0,0 0-1 0 0,0 0 0 0 0,0 0 1 0 0,0 0-1 0 0,-1 0 0 0 0,1 1 1 0 0,0-1-1 0 0,-1 0 0 0 0,1 0 1 0 0,-1 1-1 0 0,-25 38 257 0 0,22-34-210 0 0,-77 91 216 0 0,10-11-211 0 0,61-73-236 0 0,2 0 0 0 0,-1 1 1 0 0,2 0-1 0 0,0 0 0 0 0,-5 18 0 0 0,8-9-4847 0 0,4-23 4753 0 0,-1 11-5063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51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3225 0 0,'4'5'1724'0'0,"-1"0"1"0"0,0 0-1 0 0,-1 0 1 0 0,4 10-1 0 0,5 25 1086 0 0,-4 40-2298 0 0,-6-61-460 0 0,0-1 1 0 0,-1 1 0 0 0,-1-1 0 0 0,-1 1-1 0 0,-1-1 1 0 0,-9 34 0 0 0,8-43-299 0 0,2-9 13 0 0,1-15-2336 0 0,1 10 190 0 0,-1-5-1979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52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10594 0 0,'-2'6'472'0'0,"1"-3"96"0"0,1 0-455 0 0,0 0-113 0 0,0-2 0 0 0,1 2 0 0 0,1 2 464 0 0,2 4 72 0 0,2 3 8 0 0,0 5 8 0 0,3 4-1040 0 0,-2-1-216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52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11690 0 0,'80'-23'2556'0'0,"-58"15"-1721"0"0,0 2 0 0 0,32-6 1 0 0,-53 12-782 0 0,-1-1 1 0 0,1 1 0 0 0,0 0-1 0 0,0 0 1 0 0,0 0-1 0 0,0-1 1 0 0,0 1 0 0 0,0 0-1 0 0,0 0 1 0 0,0 0 0 0 0,0 1-1 0 0,0-1 1 0 0,0 0 0 0 0,0 0-1 0 0,0 0 1 0 0,1 1 0 0 0,-10 10 347 0 0,-4 2-389 0 0,4-3 42 0 0,-16 20 31 0 0,-23 35 1 0 0,41-56-69 0 0,1 0 1 0 0,0 0-1 0 0,1 1 0 0 0,0-1 1 0 0,0 1-1 0 0,1 0 1 0 0,1 0-1 0 0,-1 0 1 0 0,0 12-1 0 0,3-20-16 0 0,0-1-1 0 0,-1 0 1 0 0,1 1 0 0 0,0-1-1 0 0,0 1 1 0 0,0-1 0 0 0,0 0-1 0 0,1 1 1 0 0,-1-1 0 0 0,0 1-1 0 0,1-1 1 0 0,-1 0 0 0 0,1 1-1 0 0,-1-1 1 0 0,1 0 0 0 0,-1 0 0 0 0,1 1-1 0 0,0-1 1 0 0,0 0 0 0 0,-1 0-1 0 0,1 0 1 0 0,0 0 0 0 0,0 0-1 0 0,0 0 1 0 0,0 0 0 0 0,1 0-1 0 0,-1 0 1 0 0,0-1 0 0 0,2 2-1 0 0,-1-2-36 0 0,0 0-1 0 0,-1 1 1 0 0,1-1-1 0 0,0 0 0 0 0,0 0 1 0 0,0-1-1 0 0,-1 1 1 0 0,1 0-1 0 0,0-1 0 0 0,-1 1 1 0 0,1-1-1 0 0,0 1 1 0 0,-1-1-1 0 0,1 0 1 0 0,0 1-1 0 0,-1-1 0 0 0,1 0 1 0 0,-1 0-1 0 0,1 0 1 0 0,-1-1-1 0 0,0 1 0 0 0,2-2 1 0 0,7-8-207 0 0,-1 0 0 0 0,0 0 0 0 0,-1 0 0 0 0,0-1 0 0 0,8-19 0 0 0,25-68-2459 0 0,-22 52 546 0 0,-11 27 1141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53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5985 0 0,'1'3'533'0'0,"-1"-1"-1"0"0,0 1 0 0 0,1-1 1 0 0,0 1-1 0 0,0-1 0 0 0,-1 1 1 0 0,2-1-1 0 0,-1 0 0 0 0,1 3 1 0 0,-1-4-410 0 0,1 3 93 0 0,0 0-1 0 0,0 0 1 0 0,1 0 0 0 0,-1 0-1 0 0,1 0 1 0 0,0-1 0 0 0,0 1 0 0 0,1-1-1 0 0,-1 0 1 0 0,1 0 0 0 0,0 0 0 0 0,-1 0-1 0 0,1-1 1 0 0,0 1 0 0 0,1-1-1 0 0,7 3 1 0 0,-6-3-40 0 0,1-1 0 0 0,-1 0 1 0 0,0 0-1 0 0,0-1 0 0 0,1 0 0 0 0,-1 0 0 0 0,0 0 0 0 0,1-1 0 0 0,-1 0 1 0 0,0 0-1 0 0,0-1 0 0 0,7-2 0 0 0,66-24 2646 0 0,-79 28-2819 0 0,1 0 0 0 0,-1 0 0 0 0,0 0 0 0 0,1 0 0 0 0,-1 0-1 0 0,0 0 1 0 0,1 0 0 0 0,-1 0 0 0 0,0 0 0 0 0,1 0 0 0 0,-1 1 0 0 0,0-1 0 0 0,1 0 0 0 0,-1 0 0 0 0,0 0 0 0 0,1 0 0 0 0,-1 0-1 0 0,0 1 1 0 0,1-1 0 0 0,-1 0 0 0 0,0 0 0 0 0,0 1 0 0 0,1-1 0 0 0,-1 0 0 0 0,0 0 0 0 0,0 1 0 0 0,0-1 0 0 0,1 0 0 0 0,-1 1-1 0 0,0-1 1 0 0,0 0 0 0 0,0 1 0 0 0,0-1 0 0 0,0 0 0 0 0,0 1 0 0 0,0-1 0 0 0,1 0 0 0 0,-1 1 0 0 0,0-1 0 0 0,0 0 0 0 0,0 1-1 0 0,-1-1 1 0 0,1 0 0 0 0,0 1 0 0 0,0-1 0 0 0,0 1 0 0 0,0-1 0 0 0,0 0 0 0 0,0 1 0 0 0,0-1 0 0 0,-1 1 0 0 0,-6 26-46 0 0,4-17-2 0 0,-1 7-22 0 0,-1-1 1 0 0,-1 0-1 0 0,-15 29 0 0 0,-8 23-200 0 0,27-61 251 0 0,-1 1 0 0 0,2-1 0 0 0,-1 1 0 0 0,1 0-1 0 0,0-1 1 0 0,1 1 0 0 0,0 9 0 0 0,0-16 9 0 0,0 0 1 0 0,-1 0-1 0 0,1 0 0 0 0,1 0 0 0 0,-1 0 0 0 0,0 0 1 0 0,0 0-1 0 0,0 0 0 0 0,0 0 0 0 0,1 0 0 0 0,-1 0 1 0 0,0-1-1 0 0,1 1 0 0 0,-1 0 0 0 0,1 0 1 0 0,-1 0-1 0 0,1 0 0 0 0,-1-1 0 0 0,1 1 0 0 0,-1 0 1 0 0,1-1-1 0 0,0 1 0 0 0,-1 0 0 0 0,1-1 0 0 0,0 1 1 0 0,0-1-1 0 0,0 1 0 0 0,-1-1 0 0 0,1 1 0 0 0,0-1 1 0 0,0 0-1 0 0,0 1 0 0 0,0-1 0 0 0,0 0 0 0 0,0 0 1 0 0,0 0-1 0 0,0 0 0 0 0,-1 0 0 0 0,1 0 0 0 0,0 0 1 0 0,0 0-1 0 0,2 0 0 0 0,0-1-18 0 0,0 0 0 0 0,-1 0 0 0 0,1 0 0 0 0,0 0 0 0 0,0 0 1 0 0,-1-1-1 0 0,1 1 0 0 0,-1-1 0 0 0,1 0 0 0 0,-1 0 0 0 0,0 0 0 0 0,3-2 0 0 0,5-9-181 0 0,0 2-261 0 0,0 0 0 0 0,0 1 0 0 0,21-17 0 0 0,-10 11-112 0 0,-8 7 82 0 0,0-1 0 0 0,26-13 1 0 0,-13 10 132 0 0,26-19 1 0 0,-27 16 496 0 0,-20 13 43 0 0,0 0 0 0 0,-1 0 0 0 0,1 0 0 0 0,-1 0 0 0 0,0-1 0 0 0,0 0 0 0 0,-1 0 0 0 0,1 0 0 0 0,-1 0 0 0 0,1 0 0 0 0,-1-1 0 0 0,-1 0 1 0 0,1 1-1 0 0,-1-1 0 0 0,1 0 0 0 0,-2 0 0 0 0,1 0 0 0 0,1-8 0 0 0,-2 10-56 0 0,0-2 193 0 0,-1-1-1 0 0,1 1 1 0 0,-1-1 0 0 0,0 1-1 0 0,0-1 1 0 0,-2-6 0 0 0,2 11-270 0 0,0 0 0 0 0,-1 0 1 0 0,1 0-1 0 0,-1 0 1 0 0,1 0-1 0 0,-1 0 1 0 0,1 0-1 0 0,-1 0 1 0 0,1 1-1 0 0,-1-1 1 0 0,0 0-1 0 0,0 0 1 0 0,1 1-1 0 0,-1-1 0 0 0,0 0 1 0 0,0 1-1 0 0,0-1 1 0 0,0 1-1 0 0,0-1 1 0 0,1 1-1 0 0,-1 0 1 0 0,0-1-1 0 0,0 1 1 0 0,0 0-1 0 0,0-1 1 0 0,0 1-1 0 0,0 0 0 0 0,0 0 1 0 0,-1 0-1 0 0,1 0 1 0 0,0 0-1 0 0,0 0 1 0 0,0 0-1 0 0,0 1 1 0 0,0-1-1 0 0,0 0 1 0 0,0 0-1 0 0,0 1 1 0 0,0-1-1 0 0,1 1 1 0 0,-2 0-1 0 0,-4 1 12 0 0,1 0-1 0 0,0 1 1 0 0,1 0-1 0 0,-1 0 1 0 0,0 0-1 0 0,1 0 1 0 0,0 1-1 0 0,0 0 1 0 0,0 0-1 0 0,0 0 1 0 0,-6 8-1 0 0,-4 8-85 0 0,-14 27-1 0 0,26-44 17 0 0,-8 15-67 0 0,1 0 0 0 0,0 0 0 0 0,-10 34-1 0 0,18-48 72 0 0,0 1-1 0 0,-1-1 0 0 0,1 1 1 0 0,1-1-1 0 0,-1 1 0 0 0,1-1 1 0 0,0 1-1 0 0,0 0 0 0 0,0-1 1 0 0,0 1-1 0 0,1 0 0 0 0,0-1 0 0 0,0 1 1 0 0,0-1-1 0 0,0 0 0 0 0,1 1 1 0 0,0-1-1 0 0,0 0 0 0 0,0 0 1 0 0,0 0-1 0 0,1 0 0 0 0,4 5 1 0 0,-5-7 4 0 0,-1 0 1 0 0,1-1-1 0 0,0 0 0 0 0,0 1 1 0 0,0-1-1 0 0,0 0 1 0 0,0 0-1 0 0,0 0 1 0 0,0 0-1 0 0,0-1 1 0 0,0 1-1 0 0,0-1 1 0 0,1 1-1 0 0,-1-1 0 0 0,0 1 1 0 0,4-1-1 0 0,-1-1-23 0 0,-1 1-1 0 0,1-1 1 0 0,-1 0-1 0 0,1 0 0 0 0,-1 0 1 0 0,1-1-1 0 0,7-3 1 0 0,-3 0-21 0 0,0 0 0 0 0,-1 0 0 0 0,0-1 0 0 0,0 0 0 0 0,0-1 0 0 0,12-13 0 0 0,-3 0 136 0 0,23-38 0 0 0,-35 49-4 0 0,1 0 0 0 0,-2 0 0 0 0,0-1-1 0 0,0 0 1 0 0,0 0 0 0 0,-1 0 0 0 0,1-11 0 0 0,-4 19-72 0 0,1 1 1 0 0,-1 0-1 0 0,0 0 1 0 0,0-1-1 0 0,0 1 1 0 0,0 0 0 0 0,0-1-1 0 0,-1 1 1 0 0,1 0-1 0 0,0 0 1 0 0,-1-1-1 0 0,1 1 1 0 0,-1 0-1 0 0,0-2 1 0 0,-4 3 51 0 0,-1 12 23 0 0,2 5-113 0 0,0-1-1 0 0,1 1 1 0 0,1-1 0 0 0,0 1 0 0 0,2 0 0 0 0,0 0 0 0 0,1-1-1 0 0,0 1 1 0 0,1 0 0 0 0,1 0 0 0 0,1-1 0 0 0,0 0 0 0 0,2 0-1 0 0,7 19 1 0 0,-9-24-3377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54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 11258 0 0,'-1'6'12'0'0,"0"1"0"0"0,-1 0-1 0 0,0 0 1 0 0,0-1 0 0 0,0 1-1 0 0,-1-1 1 0 0,0 1 0 0 0,0-1-1 0 0,-1 0 1 0 0,0 0 0 0 0,0-1-1 0 0,0 1 1 0 0,-1-1 0 0 0,1 0-1 0 0,-10 7 1 0 0,14-11-16 0 0,0-1 0 0 0,0 0 0 0 0,-1 0 0 0 0,1 0 0 0 0,0 0 0 0 0,0 1 0 0 0,-1-1 0 0 0,1 0 0 0 0,0 0 0 0 0,0 0 0 0 0,-1 0 0 0 0,1 0 0 0 0,0 0 0 0 0,0 0 1 0 0,-1 0-1 0 0,1 0 0 0 0,0 0 0 0 0,0 0 0 0 0,-1 0 0 0 0,1 0 0 0 0,0 0 0 0 0,0 0 0 0 0,-1 0 0 0 0,1 0 0 0 0,0 0 0 0 0,0 0 0 0 0,-1 0 0 0 0,1 0 0 0 0,0 0 0 0 0,0 0 0 0 0,-1 0 0 0 0,1-1 0 0 0,0 1 0 0 0,0 0 0 0 0,-1 0 0 0 0,-5-12 527 0 0,3-13 967 0 0,5 12-918 0 0,4-15 467 0 0,-6 26-1009 0 0,0 1 0 0 0,1 0 0 0 0,-1 0 0 0 0,1 0-1 0 0,-1 1 1 0 0,1-1 0 0 0,-1 0 0 0 0,1 0 0 0 0,0 0 0 0 0,-1 0 0 0 0,1 0-1 0 0,0 1 1 0 0,0-1 0 0 0,-1 0 0 0 0,1 1 0 0 0,0-1 0 0 0,0 0-1 0 0,0 1 1 0 0,0-1 0 0 0,0 1 0 0 0,0-1 0 0 0,1 1 0 0 0,-1 0-21 0 0,0 0 0 0 0,0 0 0 0 0,0 0 0 0 0,0 0 0 0 0,0 0 0 0 0,0 0 0 0 0,0 0 0 0 0,0 0 0 0 0,0 1 0 0 0,0-1 0 0 0,0 0 0 0 0,-1 1 0 0 0,1-1 0 0 0,0 1 1 0 0,0-1-1 0 0,0 1 0 0 0,0-1 0 0 0,-1 1 0 0 0,1-1 0 0 0,0 1 0 0 0,-1 0 0 0 0,1 0 0 0 0,0-1 0 0 0,-1 1 0 0 0,1 0 0 0 0,-1 0 0 0 0,1 0 0 0 0,-1-1 0 0 0,0 1 0 0 0,1 0 0 0 0,-1 0 1 0 0,0 0-1 0 0,1 0 0 0 0,-1 0 0 0 0,0 0 0 0 0,0 0 0 0 0,0 0 0 0 0,0 0 0 0 0,0 1 0 0 0,0 1 20 0 0,1 0-1 0 0,-1 0 1 0 0,0 0 0 0 0,0 0 0 0 0,0 0-1 0 0,-1 0 1 0 0,1 0 0 0 0,-1 0-1 0 0,0 0 1 0 0,0-1 0 0 0,-1 6-1 0 0,-1-3 19 0 0,0-1 0 0 0,0 1-1 0 0,0-1 1 0 0,-1 0-1 0 0,0 1 1 0 0,1-1-1 0 0,-1-1 1 0 0,-1 1-1 0 0,-5 4 1 0 0,10-8-42 0 0,0 0 0 0 0,0 0 0 0 0,-1 0 0 0 0,1 0-1 0 0,0 0 1 0 0,0 0 0 0 0,0 0 0 0 0,-1 0 0 0 0,1 0 0 0 0,0 0 0 0 0,0 0 0 0 0,0 0 0 0 0,-1 0 0 0 0,1 0 0 0 0,0 0-1 0 0,0 0 1 0 0,0 0 0 0 0,-1 0 0 0 0,1 0 0 0 0,0-1 0 0 0,0 1 0 0 0,0 0 0 0 0,0 0 0 0 0,-1 0 0 0 0,1 0-1 0 0,0 0 1 0 0,0 0 0 0 0,0 0 0 0 0,0-1 0 0 0,-1 1 0 0 0,1 0 0 0 0,0 0 0 0 0,0 0 0 0 0,0 0 0 0 0,0-1 0 0 0,0 1-1 0 0,0 0 1 0 0,-4-13 348 0 0,2-12 143 0 0,6-11-315 0 0,-4 34-172 0 0,1 1 0 0 0,-1-1 0 0 0,0 1 0 0 0,1-1 0 0 0,-1 1 0 0 0,1-1 0 0 0,-1 1 0 0 0,1 0 0 0 0,0-1 0 0 0,-1 1 0 0 0,1 0 0 0 0,0-1 0 0 0,0 1 0 0 0,0 0 0 0 0,0 0 0 0 0,0 0 0 0 0,0 0 0 0 0,0 0 0 0 0,1 0 0 0 0,-1 0 0 0 0,2-1 0 0 0,-3 2-5 0 0,1 0 0 0 0,0 0 0 0 0,0 0 0 0 0,0 0 0 0 0,-1 0 1 0 0,1 0-1 0 0,0 0 0 0 0,0 0 0 0 0,-1 0 0 0 0,1 1 1 0 0,0-1-1 0 0,0 0 0 0 0,-1 0 0 0 0,1 1 0 0 0,0-1 1 0 0,-1 1-1 0 0,1-1 0 0 0,0 0 0 0 0,-1 1 0 0 0,1-1 0 0 0,0 1 1 0 0,-1 0-1 0 0,1-1 0 0 0,-1 1 0 0 0,1-1 0 0 0,-1 1 1 0 0,0 0-1 0 0,1-1 0 0 0,-1 1 0 0 0,1 0 0 0 0,-1 0 1 0 0,0-1-1 0 0,0 1 0 0 0,0 0 0 0 0,1 0 0 0 0,-1-1 0 0 0,0 1 1 0 0,0 0-1 0 0,0 0 0 0 0,0-1 0 0 0,0 1 0 0 0,0 1 1 0 0,0 1-4 0 0,0 1 0 0 0,0-1 1 0 0,0 1-1 0 0,0-1 0 0 0,-1 1 1 0 0,1-1-1 0 0,-1 0 0 0 0,-2 7 1 0 0,-4-12-653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55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7370 0 0,'4'39'4122'0'0,"-1"0"-2685"0"0,-9 190 1933 0 0,6-221-3370 0 0,-2 41 0 0 0,2-46 0 0 0,0 1 0 0 0,0-1 0 0 0,0 1 0 0 0,1-1 0 0 0,0 0 0 0 0,0 1 0 0 0,0-1 0 0 0,0 0 0 0 0,0 0 0 0 0,0 0 0 0 0,3 5 0 0 0,-3-8 0 0 0,0 1 0 0 0,-1-1 0 0 0,1 1 0 0 0,0-1 0 0 0,0 1 0 0 0,0-1 0 0 0,-1 1 0 0 0,1-1 0 0 0,0 0 0 0 0,0 1 0 0 0,0-1 0 0 0,0 0 0 0 0,0 0-1 0 0,-1 0 1 0 0,1 0 0 0 0,0 0 0 0 0,0 0 0 0 0,0 0 0 0 0,0 0 0 0 0,0 0 0 0 0,0 0 0 0 0,0 0 0 0 0,0-1 0 0 0,-1 1 0 0 0,1 0 0 0 0,0-1 0 0 0,0 1-1 0 0,0 0 1 0 0,-1-1 0 0 0,1 1 0 0 0,0-1 0 0 0,0 1 0 0 0,-1-1 0 0 0,1 0 0 0 0,0 1 0 0 0,0-2 0 0 0,27-26 9 0 0,-26 24-5 0 0,10-12 90 0 0,-2-2 1 0 0,0 1-1 0 0,0-2 0 0 0,-2 1 1 0 0,0-1-1 0 0,7-30 0 0 0,-6 14 1369 0 0,-9 41-1454 0 0,0-1 1 0 0,0 1-1 0 0,1-1 0 0 0,0 1 0 0 0,0-1 1 0 0,0 1-1 0 0,3 8 0 0 0,2 8-23 0 0,-3-4-21 0 0,0 0 0 0 0,2-1 0 0 0,7 20 0 0 0,-11-34 35 0 0,0 1 0 0 0,1 0 1 0 0,0 0-1 0 0,0-1 0 0 0,0 1 0 0 0,0-1 0 0 0,1 0 0 0 0,-1 0 0 0 0,1 0 0 0 0,0 0 1 0 0,-1 0-1 0 0,2 0 0 0 0,-1-1 0 0 0,0 1 0 0 0,0-1 0 0 0,1 0 0 0 0,-1 0 1 0 0,1 0-1 0 0,0-1 0 0 0,5 2 0 0 0,-7-2 37 0 0,0-1 1 0 0,1 0-1 0 0,-1 0 1 0 0,0 0-1 0 0,1-1 1 0 0,-1 1-1 0 0,0 0 1 0 0,0-1-1 0 0,1 0 1 0 0,-1 1-1 0 0,0-1 1 0 0,0 0-1 0 0,0 0 1 0 0,0 0-1 0 0,0-1 1 0 0,0 1-1 0 0,0 0 0 0 0,0-1 1 0 0,-1 1-1 0 0,1-1 1 0 0,0 0-1 0 0,-1 1 1 0 0,1-1-1 0 0,-1 0 1 0 0,2-3-1 0 0,3-4 223 0 0,-1 0-1 0 0,0 0 0 0 0,-1-1 1 0 0,5-12-1 0 0,-5 8-80 0 0,-2 0-1 0 0,0 0 1 0 0,0 0-1 0 0,-1 0 1 0 0,-1 0-1 0 0,-1 0 1 0 0,0 0 0 0 0,0 0-1 0 0,-6-23 1 0 0,3 25-390 0 0,4 10 186 0 0,-1 0 0 0 0,1 0-1 0 0,-1 0 1 0 0,1 0 0 0 0,-1 0 0 0 0,1 0-1 0 0,0 0 1 0 0,0 0 0 0 0,0 0-1 0 0,0 0 1 0 0,1 0 0 0 0,-1-2 0 0 0,1 2-558 0 0,0 1 1 0 0,0-1 0 0 0,0 1 0 0 0,0-1 0 0 0,0 1-1 0 0,0-1 1 0 0,0 1 0 0 0,0 0 0 0 0,1 0 0 0 0,-1 0-1 0 0,2-2 1 0 0,7-3-5831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56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95 106 12067 0 0,'-2'-1'112'0'0,"0"0"0"0"0,0 0 1 0 0,0 0-1 0 0,0 0 1 0 0,1 0-1 0 0,-1-1 1 0 0,0 1-1 0 0,0 0 0 0 0,1-1 1 0 0,-1 0-1 0 0,1 1 1 0 0,-1-1-1 0 0,-1-3 0 0 0,-18-32 311 0 0,7 13 439 0 0,-4 2 316 0 0,18 22-1153 0 0,0 0 1 0 0,0 0-1 0 0,0 0 0 0 0,-1 0 1 0 0,1 0-1 0 0,0 0 1 0 0,0-1-1 0 0,0 1 0 0 0,-1 0 1 0 0,1 0-1 0 0,0 0 0 0 0,0 0 1 0 0,-1 0-1 0 0,1 0 0 0 0,0 0 1 0 0,0 0-1 0 0,0 0 1 0 0,-1 0-1 0 0,1 0 0 0 0,0 0 1 0 0,0 0-1 0 0,-1 0 0 0 0,1 0 1 0 0,0 1-1 0 0,0-1 0 0 0,0 0 1 0 0,-1 0-1 0 0,1 0 0 0 0,0 0 1 0 0,0 0-1 0 0,0 0 1 0 0,0 1-1 0 0,-1-1 0 0 0,1 0 1 0 0,-4 16 403 0 0,0 51-500 0 0,8 108 0 0 0,-4-169 80 0 0,5 27 52 0 0,-5-31-72 0 0,0-1-1 0 0,0 1 1 0 0,1-1-1 0 0,-1 0 1 0 0,1 1-1 0 0,-1-1 1 0 0,1 0-1 0 0,0 1 1 0 0,-1-1-1 0 0,1 0 1 0 0,0 0 0 0 0,0 1-1 0 0,0-1 1 0 0,0 0-1 0 0,0 0 1 0 0,0 0-1 0 0,0 0 1 0 0,3 1-1 0 0,-3-2-7 0 0,0 0 0 0 0,0 0 0 0 0,0 0 0 0 0,0 0 0 0 0,0 0 0 0 0,0 0-1 0 0,0 0 1 0 0,0 0 0 0 0,0-1 0 0 0,0 1 0 0 0,0 0 0 0 0,0-1 0 0 0,0 1 0 0 0,0 0-1 0 0,-1-1 1 0 0,1 0 0 0 0,0 1 0 0 0,0-1 0 0 0,0 1 0 0 0,-1-1 0 0 0,1 0 0 0 0,0 1-1 0 0,0-1 1 0 0,-1 0 0 0 0,1 0 0 0 0,-1 0 0 0 0,1 0 0 0 0,-1 0 0 0 0,1 1 0 0 0,0-2-1 0 0,15-33 11 0 0,-15 32 49 0 0,16-44 367 0 0,-12 30-240 0 0,0 1 1 0 0,2 1-1 0 0,0-1 0 0 0,10-15 1 0 0,-17 30-157 0 0,0 1-1 0 0,0 0 1 0 0,0 0 0 0 0,0 0-1 0 0,0 0 1 0 0,0 0 0 0 0,0 0-1 0 0,0-1 1 0 0,1 1 0 0 0,-1 0-1 0 0,0 0 1 0 0,0 0 0 0 0,0 0 0 0 0,0 0-1 0 0,0 0 1 0 0,0 0 0 0 0,1 0-1 0 0,-1 0 1 0 0,0-1 0 0 0,0 1-1 0 0,0 0 1 0 0,0 0 0 0 0,0 0-1 0 0,1 0 1 0 0,-1 0 0 0 0,0 0 0 0 0,0 0-1 0 0,0 0 1 0 0,0 0 0 0 0,1 0-1 0 0,-1 0 1 0 0,0 0 0 0 0,0 0-1 0 0,0 1 1 0 0,0-1 0 0 0,0 0-1 0 0,1 0 1 0 0,-1 0 0 0 0,0 0 0 0 0,0 0-1 0 0,0 0 1 0 0,0 0 0 0 0,0 0-1 0 0,0 0 1 0 0,1 0 0 0 0,-1 1-1 0 0,0-1 1 0 0,6 10 292 0 0,1 13-47 0 0,-6-4-188 0 0,0 1-1 0 0,-4 24 1 0 0,1 6-550 0 0,2-49 453 0 0,0-1 0 0 0,0 0 0 0 0,0 1 1 0 0,0-1-1 0 0,-1 1 0 0 0,1-1 0 0 0,0 0 0 0 0,0 1 0 0 0,0-1 0 0 0,0 0 0 0 0,1 1 0 0 0,-1-1 0 0 0,0 1 0 0 0,0-1 0 0 0,0 0 0 0 0,0 1 0 0 0,0-1 0 0 0,0 0 0 0 0,1 1 0 0 0,-1-1 1 0 0,0 0-1 0 0,0 1 0 0 0,0-1 0 0 0,1 0 0 0 0,-1 1 0 0 0,0-1 0 0 0,1 0 0 0 0,-1 0 0 0 0,0 1 0 0 0,0-1 0 0 0,1 0 0 0 0,0 1 0 0 0,10-8-1225 0 0,7-18-899 0 0,-8 3 770 0 0,0-1 0 0 0,8-32-1 0 0,-12 34 1338 0 0,1 1-1 0 0,1 0 0 0 0,15-27 0 0 0,-23 47 79 0 0,0-1 0 0 0,0 1 0 0 0,0 0 0 0 0,0 0 0 0 0,0 0 0 0 0,0-1 1 0 0,1 1-1 0 0,-1 0 0 0 0,0 0 0 0 0,0 0 0 0 0,0-1 0 0 0,0 1 0 0 0,1 0 0 0 0,-1 0 0 0 0,0 0 0 0 0,0 0 0 0 0,0 0 0 0 0,0 0 0 0 0,1-1 0 0 0,-1 1 0 0 0,0 0 0 0 0,0 0 0 0 0,1 0 0 0 0,-1 0 1 0 0,0 0-1 0 0,0 0 0 0 0,0 0 0 0 0,1 0 0 0 0,-1 0 0 0 0,0 0 0 0 0,0 0 0 0 0,1 0 0 0 0,-1 0 0 0 0,0 0 0 0 0,0 0 0 0 0,1 0 0 0 0,5 8 1134 0 0,4 19 550 0 0,-8-21-1464 0 0,2 7-72 0 0,-1 0 1 0 0,0 0 0 0 0,-1 1 0 0 0,0-1-1 0 0,-2 1 1 0 0,1-1 0 0 0,-1 1-1 0 0,-1-1 1 0 0,-4 23 0 0 0,4-36-176 0 0,1 0 1 0 0,0 0 0 0 0,0 0-1 0 0,0 0 1 0 0,0 1 0 0 0,0-1-1 0 0,0 0 1 0 0,0 0 0 0 0,0 0-1 0 0,-1 1 1 0 0,1-1 0 0 0,0 0-1 0 0,0 0 1 0 0,0 0 0 0 0,0 1-1 0 0,0-1 1 0 0,0 0 0 0 0,0 0-1 0 0,0 1 1 0 0,0-1 0 0 0,0 0-1 0 0,1 0 1 0 0,-1 0 0 0 0,0 1-1 0 0,0-1 1 0 0,0 0 0 0 0,0 0-1 0 0,0 0 1 0 0,0 0 0 0 0,0 1-1 0 0,0-1 1 0 0,1 0 0 0 0,-1 0-1 0 0,0 0 1 0 0,0 0 0 0 0,0 1-1 0 0,0-1 1 0 0,1 0 0 0 0,-1 0-1 0 0,0 0 1 0 0,0 0 0 0 0,0 0-1 0 0,1 0 1 0 0,-1 0 0 0 0,0 0-1 0 0,1 1 1 0 0,9-10 156 0 0,15-23 9 0 0,-22 27-135 0 0,45-75 225 0 0,-38 62-196 0 0,0 0 0 0 0,1 0 0 0 0,1 1 0 0 0,0 1 1 0 0,23-24-1 0 0,-35 40-29 0 0,1-1 1 0 0,-1 0 0 0 0,1 1 0 0 0,0-1-1 0 0,-1 1 1 0 0,1-1 0 0 0,0 1-1 0 0,-1-1 1 0 0,1 1 0 0 0,0-1-1 0 0,-1 1 1 0 0,1 0 0 0 0,0-1 0 0 0,0 1-1 0 0,0 0 1 0 0,-1 0 0 0 0,1 0-1 0 0,0-1 1 0 0,0 1 0 0 0,0 0-1 0 0,0 0 1 0 0,-1 0 0 0 0,1 0 0 0 0,1 1-1 0 0,-1-1-8 0 0,-1 1-1 0 0,1-1 0 0 0,0 1 1 0 0,-1 0-1 0 0,1-1 0 0 0,-1 1 1 0 0,1 0-1 0 0,-1-1 0 0 0,1 1 1 0 0,-1 0-1 0 0,1 0 0 0 0,-1 0 1 0 0,0-1-1 0 0,1 1 0 0 0,-1 0 1 0 0,0 0-1 0 0,0 0 0 0 0,1 1 1 0 0,0 8 32 0 0,-1 0 1 0 0,0 0 0 0 0,-1 11-1 0 0,1-13-87 0 0,-1 4 23 0 0,1 46-68 0 0,0-55 36 0 0,0 0-1 0 0,1-1 1 0 0,-1 1 0 0 0,1 0 0 0 0,0-1 0 0 0,0 1 0 0 0,-1 0 0 0 0,2-1-1 0 0,-1 1 1 0 0,0-1 0 0 0,0 0 0 0 0,1 1 0 0 0,-1-1 0 0 0,1 0 0 0 0,0 0-1 0 0,0 0 1 0 0,2 2 0 0 0,-2-3-79 0 0,-1 0 0 0 0,1 0 0 0 0,0-1-1 0 0,0 1 1 0 0,0-1 0 0 0,0 1 0 0 0,0-1 0 0 0,-1 0-1 0 0,1 0 1 0 0,0 1 0 0 0,0-1 0 0 0,0-1 0 0 0,0 1-1 0 0,0 0 1 0 0,0 0 0 0 0,0-1 0 0 0,0 1 0 0 0,0-1-1 0 0,-1 0 1 0 0,1 1 0 0 0,0-1 0 0 0,0 0 0 0 0,-1 0-1 0 0,1 0 1 0 0,0 0 0 0 0,-1 0 0 0 0,1-1 0 0 0,2-2-1 0 0,3-3-672 0 0,0 0-1 0 0,0 0 0 0 0,0-1 1 0 0,5-9-1 0 0,0-1-595 0 0,0-1-7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57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28 3225 0 0,'4'-6'17'0'0,"5"-6"4415"0"0,-8 11-4156 0 0,-1 0 0 0 0,0 1 0 0 0,1-1 0 0 0,0 1 1 0 0,-1-1-1 0 0,1 0 0 0 0,-1 1 0 0 0,1-1 0 0 0,0 1 0 0 0,-1-1 1 0 0,1 1-1 0 0,0-1 0 0 0,-1 1 0 0 0,1 0 0 0 0,0-1 0 0 0,0 1 1 0 0,0 0-1 0 0,-1 0 0 0 0,1-1 0 0 0,0 1 0 0 0,0 0 0 0 0,1 0 1 0 0,-2 1-173 0 0,1 0 0 0 0,-1-1 1 0 0,0 1-1 0 0,1 0 0 0 0,-1 0 1 0 0,0 0-1 0 0,1 0 0 0 0,-1 0 1 0 0,0-1-1 0 0,0 1 0 0 0,0 0 1 0 0,0 0-1 0 0,0 0 0 0 0,0 0 0 0 0,0 0 1 0 0,0 0-1 0 0,0 0 0 0 0,0 0 1 0 0,0 0-1 0 0,-1-1 0 0 0,1 2 1 0 0,-6 21 607 0 0,6-23-671 0 0,-11 34 403 0 0,2 0 0 0 0,1 0 0 0 0,-3 38 0 0 0,10-59-315 0 0,0-1-1 0 0,1 1 0 0 0,0 0 0 0 0,1 0 0 0 0,1 0 0 0 0,0 0 1 0 0,1-1-1 0 0,0 1 0 0 0,1-1 0 0 0,0 0 0 0 0,10 21 0 0 0,-13-31-178 0 0,0-1 0 0 0,0 1-1 0 0,1 0 1 0 0,-1-1 0 0 0,0 1 0 0 0,0-1-1 0 0,1 1 1 0 0,-1-1 0 0 0,1 0-1 0 0,-1 0 1 0 0,1 1 0 0 0,0-1-1 0 0,-1 0 1 0 0,1 0 0 0 0,0-1 0 0 0,0 1-1 0 0,0 0 1 0 0,0-1 0 0 0,-1 1-1 0 0,1-1 1 0 0,0 1 0 0 0,0-1 0 0 0,0 0-1 0 0,0 0 1 0 0,0 0 0 0 0,0 0-1 0 0,0 0 1 0 0,0 0 0 0 0,0-1-1 0 0,0 1 1 0 0,0-1 0 0 0,0 1 0 0 0,0-1-1 0 0,0 0 1 0 0,-1 0 0 0 0,1 1-1 0 0,0-1 1 0 0,0-1 0 0 0,-1 1-1 0 0,1 0 1 0 0,-1 0 0 0 0,1-1 0 0 0,-1 1-1 0 0,1 0 1 0 0,-1-1 0 0 0,0 1-1 0 0,0-1 1 0 0,2-3 0 0 0,-3 4-2 0 0,1-1 0 0 0,-1 0-1 0 0,1 1 1 0 0,-1-1 0 0 0,0 0 0 0 0,0 0 0 0 0,0 1 0 0 0,0-1 0 0 0,0 0 0 0 0,0 1-1 0 0,0-1 1 0 0,-1 0 0 0 0,1 0 0 0 0,-1 1 0 0 0,1-1 0 0 0,-1 0 0 0 0,1 1 0 0 0,-1-1-1 0 0,0 1 1 0 0,0-1 0 0 0,-2-1 0 0 0,-26-33-926 0 0,20 27 492 0 0,-27-34-1022 0 0,-35-37-564 0 0,64 73 1961 0 0,-1 0 1 0 0,0 0-1 0 0,-1 1 0 0 0,1 0 1 0 0,-1 1-1 0 0,0 0 0 0 0,-17-7 1 0 0,24 11 223 0 0,-1 0 0 0 0,1 1 0 0 0,-1-1 0 0 0,1 1 0 0 0,-1-1 0 0 0,0 1 0 0 0,1 0 0 0 0,-1 0 0 0 0,1 0 0 0 0,-1 0 0 0 0,-3 1 0 0 0,6 0-56 0 0,0-1 1 0 0,-1 0-1 0 0,1 0 1 0 0,-1 0-1 0 0,1 0 1 0 0,0 0-1 0 0,0 1 0 0 0,-1-1 1 0 0,1 0-1 0 0,0 0 1 0 0,-1 0-1 0 0,1 1 1 0 0,0-1-1 0 0,0 0 1 0 0,-1 0-1 0 0,1 1 1 0 0,0-1-1 0 0,0 0 0 0 0,0 1 1 0 0,-1-1-1 0 0,1 0 1 0 0,0 1-1 0 0,0-1 1 0 0,0 0-1 0 0,0 1 1 0 0,0-1-1 0 0,0 0 1 0 0,0 1-1 0 0,0 0 0 0 0,0 0 24 0 0,0 0 0 0 0,1 0 0 0 0,-1 0 0 0 0,1 1 0 0 0,-1-1 0 0 0,1 0 0 0 0,-1 0 0 0 0,1 0 0 0 0,0 0 0 0 0,0 0 0 0 0,0 0 0 0 0,-1 0 0 0 0,3 1 0 0 0,2 2 61 0 0,0 0 0 0 0,0 0 0 0 0,0 0 0 0 0,0-1 0 0 0,1 0 0 0 0,-1 0 0 0 0,1 0 0 0 0,0-1 1 0 0,0 0-1 0 0,0 0 0 0 0,0 0 0 0 0,0-1 0 0 0,1 0 0 0 0,-1 0 0 0 0,0 0 0 0 0,1-1 0 0 0,-1 0 1 0 0,8-1-1 0 0,11-2 489 0 0,0-2 1 0 0,0 0-1 0 0,31-12 0 0 0,-15 5 334 0 0,-29 9-860 0 0,16-5 1402 0 0,-27 6-1731 0 0,-17 4-1799 0 0,10-2-3058 0 0,-1-1-1612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58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56 184 6681 0 0,'1'0'88'0'0,"1"-1"-1"0"0,-1 0 0 0 0,1 1 1 0 0,-1-1-1 0 0,1 0 0 0 0,-1 0 1 0 0,1 1-1 0 0,-1-1 0 0 0,0 0 0 0 0,0 0 1 0 0,1-1-1 0 0,-1 1 0 0 0,0 0 1 0 0,0 0-1 0 0,0 0 0 0 0,0-1 1 0 0,0 1-1 0 0,-1-1 0 0 0,2-1 1 0 0,15-33 671 0 0,-15 32-591 0 0,2-6 281 0 0,0 0 0 0 0,-1-1 0 0 0,4-16-1 0 0,-7 23-248 0 0,1 1 0 0 0,-1-1 0 0 0,0 0 0 0 0,1 1 0 0 0,-2-1 0 0 0,1 1 0 0 0,0-1 0 0 0,-1 0 0 0 0,1 1 0 0 0,-1-1 0 0 0,0 1 0 0 0,0-1 0 0 0,-1 1 0 0 0,-2-5 0 0 0,4 8-154 0 0,0-1 0 0 0,0 1-1 0 0,0 0 1 0 0,-1-1 0 0 0,1 1 0 0 0,0 0 0 0 0,-1-1 0 0 0,1 1 0 0 0,0 0 0 0 0,-1 0 0 0 0,1-1 0 0 0,0 1 0 0 0,-1 0 0 0 0,1 0 0 0 0,0 0 0 0 0,-1 0-1 0 0,1-1 1 0 0,0 1 0 0 0,-1 0 0 0 0,1 0 0 0 0,-1 0 0 0 0,1 0 0 0 0,0 0 0 0 0,-1 0 0 0 0,1 0 0 0 0,-1 0 0 0 0,1 0 0 0 0,0 0 0 0 0,-1 0-1 0 0,0 1 1 0 0,-12 7 670 0 0,-5 16-176 0 0,9-11-545 0 0,1-1 0 0 0,1 1-1 0 0,0 1 1 0 0,1-1 0 0 0,0 1 0 0 0,1 0 0 0 0,-6 26 0 0 0,11-40 3 0 0,0 0 0 0 0,0 1 0 0 0,0-1 0 0 0,0 0 0 0 0,0 0 0 0 0,0 0 0 0 0,0 1 0 0 0,0-1 0 0 0,0 0 0 0 0,0 0 0 0 0,0 1 0 0 0,0-1 0 0 0,0 0 0 0 0,0 0 0 0 0,0 0 0 0 0,0 1 0 0 0,0-1 1 0 0,0 0-1 0 0,0 0 0 0 0,1 0 0 0 0,-1 1 0 0 0,0-1 0 0 0,0 0 0 0 0,0 0 0 0 0,0 0 0 0 0,0 0 0 0 0,0 1 0 0 0,1-1 0 0 0,-1 0 0 0 0,0 0 0 0 0,0 0 0 0 0,0 0 0 0 0,0 0 0 0 0,1 0 0 0 0,-1 0 0 0 0,0 1 0 0 0,0-1 1 0 0,0 0-1 0 0,0 0 0 0 0,1 0 0 0 0,-1 0 0 0 0,0 0 0 0 0,0 0 0 0 0,1 0 0 0 0,-1 0 0 0 0,0 0 0 0 0,13-5-68 0 0,11-13 29 0 0,-14 7 107 0 0,-1-1-1 0 0,10-14 1 0 0,-16 21-16 0 0,-1 1 1 0 0,1-1-1 0 0,-1 1 1 0 0,0-1-1 0 0,0 0 1 0 0,-1 1-1 0 0,1-1 1 0 0,-1 0-1 0 0,0 0 1 0 0,0-6-1 0 0,-1 11-41 0 0,0-1 0 0 0,0 1 0 0 0,0-1 0 0 0,0 1-1 0 0,0-1 1 0 0,0 1 0 0 0,0-1 0 0 0,0 1 0 0 0,0-1 0 0 0,-1 1 0 0 0,1-1 0 0 0,0 1-1 0 0,0-1 1 0 0,-1 1 0 0 0,1 0 0 0 0,0-1 0 0 0,0 1 0 0 0,-1-1 0 0 0,1 1 0 0 0,0 0 0 0 0,-1-1-1 0 0,1 1 1 0 0,0 0 0 0 0,-1-1 0 0 0,1 1 0 0 0,-1 0 0 0 0,1 0 0 0 0,-1-1 0 0 0,1 1-1 0 0,-1 0 1 0 0,1 0 0 0 0,-1-1 0 0 0,-21 4 352 0 0,-17 15 271 0 0,28-15-531 0 0,11-10 235 0 0,13-14 212 0 0,-12 19-568 0 0,0 1 63 0 0,0 0 0 0 0,0 0 0 0 0,-1 0 0 0 0,1 0 0 0 0,0 0 0 0 0,0-1 0 0 0,-1 1 0 0 0,1 0 0 0 0,-1-1 0 0 0,1 1 0 0 0,-1 0 0 0 0,0-1 0 0 0,1 1 0 0 0,-1-1 0 0 0,0-2 0 0 0,-1 4-38 0 0,1 0-1 0 0,-1 0 1 0 0,0-1 0 0 0,0 1 0 0 0,1 0 0 0 0,-1 0 0 0 0,0 0-1 0 0,0 0 1 0 0,0 0 0 0 0,1 0 0 0 0,-1 0 0 0 0,0 0-1 0 0,0 0 1 0 0,1 0 0 0 0,-1 1 0 0 0,0-1 0 0 0,0 0 0 0 0,1 0-1 0 0,-1 1 1 0 0,0-1 0 0 0,0 0 0 0 0,1 1 0 0 0,-1-1 0 0 0,0 1-1 0 0,-23 16-2503 0 0,18-14-3972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59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1 11058 0 0,'-6'7'5648'0'0,"-30"19"-5218"0"0,-7 3-582 0 0,-58 50 0 0 0,99-78 180 0 0,1 0 0 0 0,0 1 0 0 0,-1-1 0 0 0,1 0 0 0 0,0 1 1 0 0,0-1-1 0 0,0 1 0 0 0,0-1 0 0 0,0 1 0 0 0,1-1 0 0 0,-1 1 1 0 0,0 0-1 0 0,1-1 0 0 0,-1 1 0 0 0,1 0 0 0 0,-1 0 0 0 0,1-1 1 0 0,0 1-1 0 0,0 0 0 0 0,0 2 0 0 0,0-1-15 0 0,1-1 0 0 0,0 1 0 0 0,0-1 0 0 0,0 1 0 0 0,0-1 0 0 0,0 0 0 0 0,0 1 0 0 0,0-1 0 0 0,1 0 0 0 0,-1 0 0 0 0,1 0 0 0 0,3 3 0 0 0,5 5-28 0 0,1-1 0 0 0,1-1 0 0 0,-1 0 0 0 0,17 8 0 0 0,-17-9 54 0 0,124 74-17 0 0,-132-79 24 0 0,0 0-1 0 0,-1-1 0 0 0,1 1 1 0 0,-1 0-1 0 0,1 0 0 0 0,-1 1 0 0 0,0-1 1 0 0,1 0-1 0 0,-1 1 0 0 0,-1 0 0 0 0,1-1 1 0 0,0 1-1 0 0,-1 0 0 0 0,1 0 1 0 0,-1 0-1 0 0,0 0 0 0 0,0 0 0 0 0,0 0 1 0 0,0 0-1 0 0,-1 0 0 0 0,1 0 0 0 0,-1 1 1 0 0,0-1-1 0 0,0 0 0 0 0,0 0 1 0 0,0 1-1 0 0,0-1 0 0 0,-1 0 0 0 0,1 0 1 0 0,-1 0-1 0 0,0 0 0 0 0,0 0 1 0 0,0 0-1 0 0,-1 0 0 0 0,1 0 0 0 0,-2 3 1 0 0,-3 3 170 0 0,0 0 0 0 0,0 0 1 0 0,0-1-1 0 0,-1 0 1 0 0,-1 0-1 0 0,1-1 1 0 0,-1 0-1 0 0,0 0 0 0 0,-17 10 1 0 0,6-6-396 0 0,0-1 1 0 0,-23 9-1 0 0,35-16 53 0 0,1-1 0 0 0,-1 0 0 0 0,1 0-1 0 0,-1-1 1 0 0,0 1 0 0 0,1-2 0 0 0,-1 1 0 0 0,0-1 0 0 0,0 0-1 0 0,0 0 1 0 0,-6-2 0 0 0,12 2 28 0 0,1 0-1 0 0,-1 0 0 0 0,0 0 1 0 0,1 0-1 0 0,-1-1 0 0 0,1 1 1 0 0,-1 0-1 0 0,1-1 0 0 0,-1 1 1 0 0,1 0-1 0 0,0-1 1 0 0,-1 1-1 0 0,1 0 0 0 0,-1-1 1 0 0,1 1-1 0 0,0-1 0 0 0,-1 1 1 0 0,1-1-1 0 0,0 1 0 0 0,-1-1 1 0 0,1 1-1 0 0,0-1 1 0 0,0 1-1 0 0,-1-2 0 0 0,1-5-6073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59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 3225 0 0,'-18'8'785'0'0,"16"-7"-247"0"0,0 0 0 0 0,0 1 0 0 0,0-1 1 0 0,1 0-1 0 0,-1 1 0 0 0,1-1 0 0 0,-1 1 1 0 0,1-1-1 0 0,-1 1 0 0 0,1 0 0 0 0,0 0 0 0 0,0-1 1 0 0,0 1-1 0 0,0 0 0 0 0,0 0 0 0 0,0 0 0 0 0,-1 3 1 0 0,0 13-217 0 0,14 129 4087 0 0,-1 3-3722 0 0,-12 172-175 0 0,3-262-724 0 0,3 1 0 0 0,15 76 0 0 0,-16-114-457 0 0,-3-20-125 0 0,0-4 108 0 0,1-8-2521 0 0,-2 7 1296 0 0,1-4-3141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1:59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10594 0 0,'0'1'288'0'0,"0"0"0"0"0,0 0 0 0 0,1 0 0 0 0,-1-1 0 0 0,0 1 0 0 0,1 0 0 0 0,-1 0-1 0 0,1 0 1 0 0,-1 0 0 0 0,1 0 0 0 0,-1 0 0 0 0,1 0 0 0 0,-1-1 0 0 0,1 1 0 0 0,0 0 0 0 0,1 1 0 0 0,15 16 1520 0 0,-5-8-1496 0 0,2-1 0 0 0,-1 0 0 0 0,1 0 1 0 0,1-1-1 0 0,0-1 0 0 0,18 6 0 0 0,-14-5 186 0 0,-1 0 1 0 0,1 1-1 0 0,21 15 0 0 0,-39-22-486 0 0,1-1-1 0 0,0 1 0 0 0,0-1 1 0 0,-1 1-1 0 0,1 0 0 0 0,-1 0 1 0 0,1 0-1 0 0,-1 0 0 0 0,0 0 1 0 0,0 0-1 0 0,0 0 0 0 0,0 0 1 0 0,0 0-1 0 0,0 0 0 0 0,-1 1 1 0 0,1-1-1 0 0,-1 0 0 0 0,1 1 1 0 0,-1-1-1 0 0,0 0 0 0 0,0 1 1 0 0,0-1-1 0 0,0 0 0 0 0,-1 1 1 0 0,1-1-1 0 0,0 0 0 0 0,-1 0 1 0 0,0 1-1 0 0,1-1 0 0 0,-2 3 1 0 0,-4 6 48 0 0,1 1 1 0 0,-1-1-1 0 0,-1 0 1 0 0,-10 13-1 0 0,8-12-144 0 0,-44 72 207 0 0,34-51-138 0 0,-2 0 0 0 0,-37 43 0 0 0,27-35-478 0 0,75-79-3939 0 0,-30 25 3611 0 0,0 0-1 0 0,-1-2 1 0 0,-1 1-1 0 0,12-19 1 0 0,-9 10 53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2:00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33 10226 0 0,'1'1'88'0'0,"-1"-1"0"0"0,1 1-1 0 0,-1 0 1 0 0,1-1 0 0 0,-1 1 0 0 0,0 0-1 0 0,1 0 1 0 0,-1-1 0 0 0,0 1 0 0 0,0 0-1 0 0,1 0 1 0 0,-1-1 0 0 0,0 1-1 0 0,0 0 1 0 0,0 0 0 0 0,0 0 0 0 0,0 0-1 0 0,0-1 1 0 0,0 1 0 0 0,0 0 0 0 0,-1 0-1 0 0,1 0 1 0 0,0-1 0 0 0,0 1 0 0 0,-1 0-1 0 0,1 0 1 0 0,-12 27 1821 0 0,8-19-1655 0 0,-7 16 214 0 0,-33 86 538 0 0,40-99-919 0 0,1 1-1 0 0,0 0 1 0 0,1 0 0 0 0,0 0-1 0 0,1 0 1 0 0,1 0-1 0 0,0 14 1 0 0,0-26-87 0 0,0 0 1 0 0,1 1-1 0 0,-1-1 0 0 0,0 0 1 0 0,0 1-1 0 0,0-1 0 0 0,1 1 1 0 0,-1-1-1 0 0,1 0 0 0 0,-1 0 1 0 0,1 1-1 0 0,0-1 0 0 0,-1 0 1 0 0,1 0-1 0 0,0 0 0 0 0,0 0 1 0 0,0 0-1 0 0,-1 0 0 0 0,1 0 1 0 0,1 0-1 0 0,-1 0 0 0 0,0 0 1 0 0,2 1-1 0 0,-1-1-19 0 0,0-1 1 0 0,0 0-1 0 0,-1 1 0 0 0,1-1 0 0 0,0 0 1 0 0,0 0-1 0 0,0 0 0 0 0,0-1 0 0 0,0 1 1 0 0,0 0-1 0 0,-1-1 0 0 0,1 1 1 0 0,0-1-1 0 0,0 1 0 0 0,2-2 0 0 0,4-2 80 0 0,0 0 0 0 0,-1-1-1 0 0,1 0 1 0 0,-1-1 0 0 0,0 1 0 0 0,7-9-1 0 0,13-15 582 0 0,-2-1-1 0 0,-2-1 0 0 0,0-1 0 0 0,25-52 0 0 0,-47 82-605 0 0,0 0 0 0 0,0 0 0 0 0,0-1 0 0 0,0 1 0 0 0,-1 0 0 0 0,1-1 0 0 0,-1 1 0 0 0,1-1-1 0 0,-1 1 1 0 0,0-1 0 0 0,0 1 0 0 0,0-1 0 0 0,0 1 0 0 0,-1-1 0 0 0,1 1 0 0 0,-1 0 0 0 0,1-1 0 0 0,-1 1 0 0 0,-2-4-1 0 0,1 2 12 0 0,0 0-1 0 0,-1 0 1 0 0,1 1-1 0 0,-1-1 1 0 0,0 1-1 0 0,0 0 1 0 0,0 0-1 0 0,-1 0 1 0 0,1 0-1 0 0,-7-3 1 0 0,5 2-43 0 0,-1 1 1 0 0,0 0 0 0 0,0 0 0 0 0,0 1 0 0 0,0-1 0 0 0,0 1 0 0 0,-1 1-1 0 0,1-1 1 0 0,0 1 0 0 0,-1 0 0 0 0,1 1 0 0 0,-1-1 0 0 0,0 1 0 0 0,1 1-1 0 0,-9 0 1 0 0,4 4-329 0 0,11-5 236 0 0,-1 1 1 0 0,0 0-1 0 0,0-1 1 0 0,0 1-1 0 0,0-1 1 0 0,0 1-1 0 0,0-1 1 0 0,0 1-1 0 0,0-1 1 0 0,0 0-1 0 0,0 0 1 0 0,0 0-1 0 0,0 1 1 0 0,-1-1-1 0 0,1 0 1 0 0,0 0-1 0 0,0 0 1 0 0,0 0-1 0 0,0-1 0 0 0,0 1 1 0 0,-2-1-1 0 0,7 1-885 0 0,0-1-1 0 0,0 1 0 0 0,-1-1 0 0 0,1 0 0 0 0,0 0 0 0 0,3-3 0 0 0,7-3-992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2:00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0 195 8378 0 0,'1'-1'-33'0'0,"33"-8"1286"0"0,-33 9-1098 0 0,1 0 0 0 0,-1 0-1 0 0,1 0 1 0 0,-1 1-1 0 0,1-1 1 0 0,-1 0 0 0 0,1 1-1 0 0,-1-1 1 0 0,1 1 0 0 0,-1-1-1 0 0,1 1 1 0 0,-1 0-1 0 0,0-1 1 0 0,1 1 0 0 0,-1 0-1 0 0,0 0 1 0 0,0 0-1 0 0,0 0 1 0 0,2 2 0 0 0,1 2 212 0 0,0 1 0 0 0,0 0 0 0 0,0 0 0 0 0,-1 0 0 0 0,0 0 0 0 0,0 0 0 0 0,-1 0 0 0 0,0 1 0 0 0,0-1 0 0 0,1 9 0 0 0,1 12 199 0 0,1 34 0 0 0,-2-24-215 0 0,0 1-183 0 0,-2-19-97 0 0,0 0-1 0 0,2 0 1 0 0,7 31-1 0 0,-3-37 1040 0 0,1-22 572 0 0,-8 8-1290 0 0,1-4-192 0 0,12-56 293 0 0,10-43 397 0 0,-19 91-1085 0 0,1 0 0 0 0,0 1 0 0 0,0 0 0 0 0,1 0 0 0 0,15-22 0 0 0,-3 2-815 0 0,-17 27 604 0 0,1 1 1 0 0,0 0 0 0 0,0 0-1 0 0,0 0 1 0 0,1 0 0 0 0,-1 0-1 0 0,1 0 1 0 0,0 1 0 0 0,0-1-1 0 0,1 1 1 0 0,-1 0-1 0 0,6-4 1 0 0,-8 6 172 0 0,1 1 0 0 0,-1 0 0 0 0,1-1 0 0 0,-1 1 0 0 0,0 0 0 0 0,1 0 0 0 0,-1 0 0 0 0,1 0 0 0 0,-1 0 0 0 0,1 0 1 0 0,-1 0-1 0 0,0 1 0 0 0,1-1 0 0 0,-1 1 0 0 0,1-1 0 0 0,-1 1 0 0 0,0-1 0 0 0,1 1 0 0 0,-1-1 0 0 0,0 1 0 0 0,0 0 0 0 0,2 1 0 0 0,28 26-2889 0 0,-22-19 2023 0 0,31 37-856 0 0,-33-37 2281 0 0,0 0-1 0 0,1 0 1 0 0,0-1 0 0 0,0 0 0 0 0,0-1-1 0 0,19 13 1 0 0,-24-19-31 0 0,0 0 0 0 0,-1 0 0 0 0,1 0-1 0 0,0-1 1 0 0,0 1 0 0 0,0-1 0 0 0,-1 0 0 0 0,1 0 0 0 0,0 0-1 0 0,0 0 1 0 0,0 0 0 0 0,0-1 0 0 0,-1 1 0 0 0,1-1 0 0 0,0 0-1 0 0,0 1 1 0 0,-1-1 0 0 0,1-1 0 0 0,0 1 0 0 0,-1 0 0 0 0,1-1-1 0 0,-1 1 1 0 0,0-1 0 0 0,0 0 0 0 0,4-3 0 0 0,1-1 273 0 0,0-1 1 0 0,0 0 0 0 0,0 0-1 0 0,-1-1 1 0 0,0 0 0 0 0,6-10 0 0 0,-3 1-20 0 0,-1-1 0 0 0,-1 0 1 0 0,0 0-1 0 0,-1 0 0 0 0,4-22 1 0 0,-8 28-365 0 0,0 0 1 0 0,0 0 0 0 0,-1-1-1 0 0,-1 1 1 0 0,0-1 0 0 0,-1 1 0 0 0,0 0-1 0 0,-1 0 1 0 0,-3-13 0 0 0,4 24-175 0 0,1 1 1 0 0,0-1 0 0 0,0 0 0 0 0,0 1 0 0 0,-1-1-1 0 0,1 0 1 0 0,0 1 0 0 0,-1-1 0 0 0,1 0-1 0 0,-1 1 1 0 0,1-1 0 0 0,0 1 0 0 0,-1-1-1 0 0,0 0 1 0 0,1 1 0 0 0,-1 0 0 0 0,1-1-1 0 0,-1 1 1 0 0,1-1 0 0 0,-1 1 0 0 0,0 0-1 0 0,1-1 1 0 0,-1 1 0 0 0,0 0 0 0 0,0 0-1 0 0,1-1 1 0 0,-2 1 0 0 0,0 0 1 0 0,1 0 0 0 0,-1 0 0 0 0,0 1 0 0 0,1-1 0 0 0,-1 0 0 0 0,0 1 0 0 0,1-1 0 0 0,-1 1 0 0 0,1 0 0 0 0,-1 0 0 0 0,-2 1 0 0 0,-3 3-30 0 0,-1 0 0 0 0,1 1 0 0 0,-9 9 0 0 0,15-14-2 0 0,-19 20-160 0 0,1 0 0 0 0,1 2 0 0 0,1 0-1 0 0,1 1 1 0 0,1 1 0 0 0,1 0-1 0 0,1 1 1 0 0,1 0 0 0 0,2 1-1 0 0,-13 50 1 0 0,20-61 158 0 0,0-1-1 0 0,1 1 1 0 0,1 26 0 0 0,1-37 9 0 0,0-1 0 0 0,0 0 1 0 0,0 0-1 0 0,1 0 1 0 0,0 1-1 0 0,0-1 0 0 0,0 0 1 0 0,0 0-1 0 0,0 0 0 0 0,1 0 1 0 0,0-1-1 0 0,0 1 0 0 0,0 0 1 0 0,0-1-1 0 0,1 1 0 0 0,-1-1 1 0 0,1 0-1 0 0,6 6 0 0 0,-7-8-17 0 0,1 1 0 0 0,-1-1-1 0 0,1 0 1 0 0,0 0 0 0 0,-1 0-1 0 0,1 0 1 0 0,0-1 0 0 0,0 1-1 0 0,0-1 1 0 0,0 0 0 0 0,-1 1-1 0 0,1-1 1 0 0,0-1 0 0 0,0 1-1 0 0,0 0 1 0 0,0-1 0 0 0,0 1-1 0 0,-1-1 1 0 0,6-2 0 0 0,4-2 40 0 0,0 0-1 0 0,0-1 1 0 0,12-8 0 0 0,-12 6 63 0 0,7-3 37 0 0,-1 0 99 0 0,0 0 1 0 0,0 1-1 0 0,1 1 0 0 0,0 1 0 0 0,0 1 1 0 0,25-6-1 0 0,-37 12 668 0 0,-6 3-499 0 0,-14 6-612 0 0,-21 8-615 0 0,29-15 404 0 0,0 1 0 0 0,0-1 0 0 0,0 0 0 0 0,-1-1-1 0 0,1 1 1 0 0,-7-1 0 0 0,2-2-6753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2:04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3182 0 2304 0 0,'-5'6'519'0'0,"-1"0"-1"0"0,1-1 0 0 0,-1 1 0 0 0,0-1 0 0 0,0 0 0 0 0,0-1 0 0 0,-1 0 0 0 0,0 0 1 0 0,1 0-1 0 0,-1-1 0 0 0,-1 1 0 0 0,1-2 0 0 0,-9 3 0 0 0,-12 1 574 0 0,0 0-1 0 0,-39 1 1 0 0,42-5-302 0 0,0 1 0 0 0,-45 11 0 0 0,38-1-548 0 0,0 1 0 0 0,0 1 0 0 0,-33 23 0 0 0,-16 7-235 0 0,-12 4 63 0 0,-139 67-60 0 0,174-89 144 0 0,-105 65 0 0 0,121-67-140 0 0,-2-1 0 0 0,-45 16 0 0 0,-21 11-2 0 0,47-18-12 0 0,-219 119 0 0 0,208-110-5 0 0,-4 2-26 0 0,-140 105 0 0 0,112-56-81 0 0,60-51 50 0 0,-1-2-1 0 0,-93 61 1 0 0,51-46 119 0 0,3 4 0 0 0,-81 72 0 0 0,136-102 158 0 0,-37 44 1 0 0,-23 22 353 0 0,32-45-190 0 0,32-29-104 0 0,0 2-1 0 0,-28 32 1 0 0,42-45-180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2:05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0 8698 0 0,'-8'6'327'0'0,"-1"-1"0"0"0,1 1 0 0 0,0 0 0 0 0,0 1 0 0 0,1 0 0 0 0,-1 0-1 0 0,2 1 1 0 0,-1 0 0 0 0,1 0 0 0 0,-6 11 0 0 0,-7 15-559 0 0,-20 46-1 0 0,32-66 463 0 0,-3 7-12 0 0,-15 36 949 0 0,24-53-933 0 0,-1 0 1 0 0,1 1-1 0 0,0-1 0 0 0,0 1 0 0 0,0 0 0 0 0,1-1 0 0 0,0 1 0 0 0,0-1 0 0 0,0 1 0 0 0,1 5 0 0 0,-1-8-182 0 0,1 0 0 0 0,0 0 0 0 0,0-1-1 0 0,-1 1 1 0 0,1 0 0 0 0,0-1 0 0 0,1 1-1 0 0,-1-1 1 0 0,0 1 0 0 0,0-1 0 0 0,1 0-1 0 0,-1 1 1 0 0,0-1 0 0 0,1 0 0 0 0,-1 0-1 0 0,1 0 1 0 0,0 0 0 0 0,-1 0 0 0 0,1 0-1 0 0,0-1 1 0 0,0 1 0 0 0,-1-1 0 0 0,1 1-1 0 0,0-1 1 0 0,0 1 0 0 0,0-1 0 0 0,0 0-1 0 0,-1 0 1 0 0,1 0 0 0 0,0 0 0 0 0,3-1-1 0 0,7 1 78 0 0,1-2-1 0 0,-1 0 1 0 0,19-5-1 0 0,-22 5 16 0 0,178-55 1374 0 0,-70 18-829 0 0,-105 35-760 0 0,0-1 0 0 0,-1 0-1 0 0,20-13 1 0 0,4-1-140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2:06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9218 0 0,'1'7'354'0'0,"1"1"0"0"0,0 0 0 0 0,1-1 0 0 0,0 1 0 0 0,0-1-1 0 0,1 0 1 0 0,0 0 0 0 0,6 9 0 0 0,5 10 54 0 0,4 11-327 0 0,-2 0 1 0 0,-2 1-1 0 0,-1 1 1 0 0,-2 0 0 0 0,6 41-1 0 0,-15-72 16 0 0,-1-9 6 0 0,2-15 101 0 0,1-28 92 0 0,0-25-315 0 0,4 1-1 0 0,17-67 1 0 0,-26 135 20 0 0,2-7 84 0 0,-1 1 0 0 0,1 0 0 0 0,1 1-1 0 0,4-11 1 0 0,-7 16-69 0 0,0-1 0 0 0,1 0 0 0 0,-1 1-1 0 0,1-1 1 0 0,-1 0 0 0 0,1 1 0 0 0,-1-1-1 0 0,1 1 1 0 0,-1-1 0 0 0,1 0-1 0 0,-1 1 1 0 0,1 0 0 0 0,0-1 0 0 0,-1 1-1 0 0,1-1 1 0 0,0 1 0 0 0,0 0 0 0 0,-1-1-1 0 0,1 1 1 0 0,0 0 0 0 0,0 0 0 0 0,-1 0-1 0 0,1-1 1 0 0,0 1 0 0 0,0 0 0 0 0,0 0-1 0 0,-1 0 1 0 0,1 0 0 0 0,0 1 0 0 0,0-1-1 0 0,-1 0 1 0 0,1 0 0 0 0,0 0 0 0 0,0 1-1 0 0,-1-1 1 0 0,1 0 0 0 0,0 0 0 0 0,0 1-1 0 0,-1-1 1 0 0,1 1 0 0 0,0-1 0 0 0,-1 1-1 0 0,1-1 1 0 0,-1 1 0 0 0,1-1-1 0 0,0 2 1 0 0,9 7 29 0 0,0 0 1 0 0,-1 1-1 0 0,0 0 0 0 0,0 1 0 0 0,-1 0 0 0 0,0 1 0 0 0,-1-1 0 0 0,-1 1 1 0 0,0 1-1 0 0,0-1 0 0 0,-1 1 0 0 0,-1 0 0 0 0,3 15 0 0 0,-6-23-57 0 0,1-1 104 0 0,4-23-180 0 0,14-94 40 0 0,-14 75 167 0 0,-6 36-81 0 0,0-1 0 0 0,0 1-1 0 0,1 0 1 0 0,0 0 0 0 0,-1 0 0 0 0,1 0-1 0 0,0 0 1 0 0,0 0 0 0 0,0 0 0 0 0,0 0 0 0 0,0 0-1 0 0,1 1 1 0 0,-1-1 0 0 0,3-2 0 0 0,-3 3 20 0 0,0 0-1 0 0,0 0 1 0 0,0 1 0 0 0,1-1 0 0 0,-1 0 0 0 0,1 1 0 0 0,-1-1-1 0 0,0 1 1 0 0,1-1 0 0 0,-1 1 0 0 0,1 0 0 0 0,-1 0 0 0 0,1-1-1 0 0,-1 1 1 0 0,1 0 0 0 0,2 1 0 0 0,0 0 23 0 0,1 0 1 0 0,-1 0-1 0 0,1 1 0 0 0,-1-1 1 0 0,0 1-1 0 0,0 0 0 0 0,0 1 1 0 0,0-1-1 0 0,0 1 0 0 0,0 0 1 0 0,0-1-1 0 0,4 7 0 0 0,-2-3-35 0 0,-1 1 0 0 0,0 0 0 0 0,-1 0 0 0 0,0 0 0 0 0,0 0 0 0 0,0 1 0 0 0,-1-1-1 0 0,0 1 1 0 0,2 11 0 0 0,-2-8-351 0 0,1 1 1 0 0,1-1-1 0 0,7 14 0 0 0,-1-11-2126 0 0,-5-10 1184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2:07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52 257 6913 0 0,'3'-1'228'0'0,"-2"-1"-1"0"0,1 1 0 0 0,0 0 1 0 0,0 0-1 0 0,0-1 0 0 0,0 1 0 0 0,-1-1 1 0 0,1 0-1 0 0,-1 0 0 0 0,1 1 1 0 0,1-4-1 0 0,14-23 779 0 0,-16 27-1047 0 0,5-10 210 0 0,-1 0-1 0 0,0 0 1 0 0,0-1-1 0 0,-1 0 0 0 0,-1 0 1 0 0,5-24-1 0 0,-8 32-67 0 0,1 1 1 0 0,-1-1-1 0 0,1 0 0 0 0,-1 0 0 0 0,0 0 0 0 0,-1 1 0 0 0,1-1 0 0 0,-1 0 1 0 0,1 0-1 0 0,-1 0 0 0 0,0 1 0 0 0,-1-1 0 0 0,1 1 0 0 0,-1-1 1 0 0,1 1-1 0 0,-1-1 0 0 0,0 1 0 0 0,0 0 0 0 0,-1 0 0 0 0,1 0 1 0 0,0 0-1 0 0,-1 0 0 0 0,0 0 0 0 0,0 1 0 0 0,0 0 0 0 0,-5-4 0 0 0,7 5-36 0 0,0 0 0 0 0,-1 1-1 0 0,1-1 1 0 0,0 0 0 0 0,-1 1-1 0 0,1-1 1 0 0,-1 1-1 0 0,1-1 1 0 0,-1 1 0 0 0,1-1-1 0 0,-1 1 1 0 0,1 0-1 0 0,-1 0 1 0 0,0 0 0 0 0,1 0-1 0 0,-1 0 1 0 0,1 0 0 0 0,-1 1-1 0 0,-2 0 1 0 0,2 0-36 0 0,0 0 0 0 0,0 1 0 0 0,1-1 0 0 0,-1 1 0 0 0,1-1 0 0 0,-1 1 0 0 0,1 0 0 0 0,-1 0 0 0 0,1 0 0 0 0,0-1 0 0 0,0 1 0 0 0,0 0 0 0 0,0 1-1 0 0,0 1 1 0 0,-7 19-18 0 0,1-1 0 0 0,1 2 0 0 0,1-1 0 0 0,1 0 0 0 0,1 1 0 0 0,1 0 0 0 0,2 28 0 0 0,0-45-13 0 0,0 0 0 0 0,1-1 0 0 0,0 1 0 0 0,0 0 0 0 0,1 0 0 0 0,0 0 0 0 0,0-1 0 0 0,0 1 0 0 0,7 11-1 0 0,-8-15 2 0 0,1-1-1 0 0,0 1 1 0 0,1-1-1 0 0,-1 0 0 0 0,0 0 1 0 0,1 0-1 0 0,-1 0 0 0 0,1 0 1 0 0,-1 0-1 0 0,1-1 1 0 0,0 1-1 0 0,0-1 0 0 0,0 0 1 0 0,0 0-1 0 0,0 0 0 0 0,0 0 1 0 0,0 0-1 0 0,0-1 1 0 0,0 0-1 0 0,0 1 0 0 0,0-1 1 0 0,1 0-1 0 0,4-1 0 0 0,7-1-200 0 0,-1 0 0 0 0,0-1 0 0 0,1 0-1 0 0,-1-2 1 0 0,0 1 0 0 0,-1-2-1 0 0,20-10 1 0 0,-10 6-381 0 0,2 0-335 0 0,-20 8 539 0 0,0 1 0 0 0,0-1 0 0 0,-1 0 0 0 0,1-1 0 0 0,0 1 0 0 0,-1-1 0 0 0,1 0-1 0 0,-1 0 1 0 0,0 0 0 0 0,0 0 0 0 0,0-1 0 0 0,0 0 0 0 0,-1 1 0 0 0,1-1 0 0 0,4-8 0 0 0,0-4 1135 0 0,-1 0 0 0 0,0 0 0 0 0,-1 0 0 0 0,-1-1 0 0 0,4-21 0 0 0,-7 33-557 0 0,-1 0 0 0 0,0 0 0 0 0,-1 0 0 0 0,0 0 1 0 0,1-1-1 0 0,-2 1 0 0 0,1 0 0 0 0,0 0 0 0 0,-1 0 0 0 0,0 0 1 0 0,-1 0-1 0 0,1 0 0 0 0,-1 0 0 0 0,0 0 0 0 0,0 0 1 0 0,0 0-1 0 0,0 1 0 0 0,-1-1 0 0 0,0 1 0 0 0,0 0 1 0 0,-7-8-1 0 0,9 12-184 0 0,1-1 1 0 0,-1 1 0 0 0,1-1 0 0 0,-1 1-1 0 0,1-1 1 0 0,-1 1 0 0 0,1 0-1 0 0,-1-1 1 0 0,1 1 0 0 0,-1 0-1 0 0,0-1 1 0 0,1 1 0 0 0,-1 0 0 0 0,0 0-1 0 0,1 0 1 0 0,-1-1 0 0 0,0 1-1 0 0,1 0 1 0 0,-1 0 0 0 0,0 0-1 0 0,1 0 1 0 0,-1 0 0 0 0,0 0 0 0 0,1 1-1 0 0,-1-1 1 0 0,0 0 0 0 0,1 0-1 0 0,-1 0 1 0 0,-1 1 0 0 0,1 0 45 0 0,0 0 1 0 0,0 0-1 0 0,0 0 1 0 0,0 0-1 0 0,0 1 1 0 0,0-1-1 0 0,1 0 1 0 0,-1 1-1 0 0,0-1 1 0 0,1 0-1 0 0,-1 1 1 0 0,0 2-1 0 0,-2 5 211 0 0,1 0 1 0 0,1 0-1 0 0,-1 12 0 0 0,0 17-312 0 0,3 42 0 0 0,0-64 19 0 0,0-1-1 0 0,2 0 1 0 0,0 0 0 0 0,0 0 0 0 0,11 25 0 0 0,-13-38 10 0 0,0 0 0 0 0,0 0-1 0 0,0 0 1 0 0,1 0 0 0 0,-1 0 0 0 0,0 0-1 0 0,1 0 1 0 0,0 0 0 0 0,-1-1-1 0 0,1 1 1 0 0,0-1 0 0 0,0 1 0 0 0,0-1-1 0 0,0 0 1 0 0,2 2 0 0 0,-3-3-18 0 0,0 0 1 0 0,1 1-1 0 0,-1-1 1 0 0,0 0-1 0 0,0 0 0 0 0,0 1 1 0 0,1-1-1 0 0,-1 0 1 0 0,0 0-1 0 0,0 0 1 0 0,0 0-1 0 0,1-1 1 0 0,-1 1-1 0 0,0 0 0 0 0,0-1 1 0 0,0 1-1 0 0,0 0 1 0 0,1-1-1 0 0,-1 1 1 0 0,0-1-1 0 0,0 0 1 0 0,0 1-1 0 0,0-1 1 0 0,0 0-1 0 0,0 1 0 0 0,-1-1 1 0 0,1 0-1 0 0,0 0 1 0 0,0 0-1 0 0,0-1 1 0 0,5-6-68 0 0,-1-1-1 0 0,0 1 1 0 0,0-1 0 0 0,-1 0 0 0 0,6-18 0 0 0,9-52 17 0 0,-14 58 99 0 0,1-6 416 0 0,-2 0 0 0 0,3-49 0 0 0,-3 132-123 0 0,-3-45-431 0 0,3 41-126 0 0,-3-50 118 0 0,-1 0-1 0 0,0 0 1 0 0,1 0 0 0 0,-1 0-1 0 0,1 0 1 0 0,0 0 0 0 0,0 0 0 0 0,0 0-1 0 0,-1-1 1 0 0,2 1 0 0 0,-1 0-1 0 0,0-1 1 0 0,0 1 0 0 0,0-1 0 0 0,1 1-1 0 0,-1-1 1 0 0,1 1 0 0 0,-1-1-1 0 0,1 0 1 0 0,0 0 0 0 0,2 2 0 0 0,2-3-833 0 0,0-3-8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2:07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5529 0 0,'0'0'423'0'0,"15"17"5050"0"0,-9-8-5148 0 0,0 1-1 0 0,-2 0 0 0 0,1 0 1 0 0,-1 0-1 0 0,0 0 1 0 0,-1 1-1 0 0,2 14 1 0 0,0 7-406 0 0,0 38 1 0 0,3 24 255 0 0,-8-94-175 0 0,0 1 0 0 0,0 0 0 0 0,0-1 0 0 0,0 1 0 0 0,0-1 0 0 0,0 1 0 0 0,1 0 0 0 0,-1-1 0 0 0,0 1 0 0 0,0-1 0 0 0,0 1 0 0 0,1 0 0 0 0,-1-1 0 0 0,0 1 0 0 0,1-1 0 0 0,-1 1 0 0 0,0-1 0 0 0,1 1 0 0 0,-1-1 0 0 0,1 0 0 0 0,-1 1 0 0 0,1-1 0 0 0,-1 1 0 0 0,2-1 0 0 0,-2 0 0 0 0,1 0 0 0 0,0 0 0 0 0,-1 0 0 0 0,1 0 0 0 0,0 0 0 0 0,-1 0 0 0 0,1-1 0 0 0,0 1 0 0 0,-1 0 0 0 0,1 0 0 0 0,-1-1 0 0 0,1 1 0 0 0,-1 0 0 0 0,1-1 0 0 0,-1 1 0 0 0,1-1 0 0 0,-1 1 0 0 0,2-2 0 0 0,1-1 0 0 0,0-1 0 0 0,-1 0 0 0 0,1 0 0 0 0,-1 0 0 0 0,3-5 0 0 0,10-33 175 0 0,-2 0-1 0 0,12-73 1 0 0,-25 112-139 0 0,12-41 608 0 0,-12 42-535 0 0,1 0 1 0 0,0-1-1 0 0,0 1 1 0 0,0 0-1 0 0,1 1 1 0 0,-1-1-1 0 0,0 0 1 0 0,1 0-1 0 0,-1 0 0 0 0,1 1 1 0 0,0-1-1 0 0,-1 1 1 0 0,1-1-1 0 0,0 1 1 0 0,0 0-1 0 0,4-2 1 0 0,-6 3-71 0 0,1 0 1 0 0,0 0 0 0 0,-1 0 0 0 0,1 0-1 0 0,-1 0 1 0 0,1 0 0 0 0,0 0 0 0 0,-1 0-1 0 0,1 0 1 0 0,-1 0 0 0 0,1 1-1 0 0,-1-1 1 0 0,1 0 0 0 0,0 1 0 0 0,-1-1-1 0 0,1 0 1 0 0,-1 1 0 0 0,1-1 0 0 0,-1 0-1 0 0,0 1 1 0 0,1-1 0 0 0,-1 1-1 0 0,1-1 1 0 0,-1 1 0 0 0,0-1 0 0 0,1 1-1 0 0,11 18 261 0 0,-10-14-264 0 0,2 2 0 0 0,0 0 1 0 0,-1 1-1 0 0,0-1 0 0 0,-1 1 0 0 0,0 0 1 0 0,2 11-1 0 0,8 26-378 0 0,-11-44 299 0 0,-1-1-1 0 0,0 1 1 0 0,0 0 0 0 0,0-1 0 0 0,1 1-1 0 0,-1-1 1 0 0,0 1 0 0 0,1 0 0 0 0,-1-1-1 0 0,1 1 1 0 0,-1-1 0 0 0,0 1 0 0 0,1-1-1 0 0,-1 1 1 0 0,1-1 0 0 0,0 1 0 0 0,-1-1-1 0 0,1 0 1 0 0,-1 1 0 0 0,1-1 0 0 0,-1 0-1 0 0,1 0 1 0 0,0 1 0 0 0,-1-1 0 0 0,1 0-1 0 0,0 0 1 0 0,0 0 0 0 0,1 0-100 0 0,-1 0 0 0 0,0 0-1 0 0,0-1 1 0 0,1 1 0 0 0,-1-1 0 0 0,0 1 0 0 0,0-1-1 0 0,0 1 1 0 0,0-1 0 0 0,0 0 0 0 0,0 0 0 0 0,0 1-1 0 0,2-3 1 0 0,1-2-611 0 0,1 0 0 0 0,-1 0 0 0 0,0 0-1 0 0,5-9 1 0 0,-3-1-381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2:08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0 289 9618 0 0,'1'1'165'0'0,"0"1"0"0"0,0 0 1 0 0,0-1-1 0 0,0 1 0 0 0,0 0 0 0 0,-1-1 0 0 0,1 1 1 0 0,-1 0-1 0 0,1 0 0 0 0,-1 0 0 0 0,0 0 0 0 0,0 0 1 0 0,0-1-1 0 0,0 4 0 0 0,1 4 278 0 0,10 125 755 0 0,-2-9-1726 0 0,-9-123 434 0 0,0 0 0 0 0,0 1 0 0 0,0-1-1 0 0,1 0 1 0 0,-1 1 0 0 0,1-1-1 0 0,0 0 1 0 0,0 0 0 0 0,-1 0-1 0 0,1 0 1 0 0,1 1 0 0 0,-1-1-1 0 0,0 0 1 0 0,0-1 0 0 0,1 1-1 0 0,-1 0 1 0 0,3 2 0 0 0,-1-4-609 0 0,0-4-8 0 0</inkml:trace>
  <inkml:trace contextRef="#ctx0" brushRef="#br0" timeOffset="1">87 0 5985 0 0,'0'2'640'0'0,"0"-1"-640"0"0,1 1 0 0 0,1-1 1297 0 0,-1 3 239 0 0,1 4 40 0 0,2 7 17 0 0,3 4-1401 0 0,1 6-288 0 0,1 2-48 0 0,-3-2-4905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2:08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14 196 5473 0 0,'1'2'97'0'0,"0"-1"0"0"0,-1 0-1 0 0,1 1 1 0 0,0-1 0 0 0,-1 1-1 0 0,1-1 1 0 0,-1 1 0 0 0,1-1-1 0 0,-1 1 1 0 0,0 0 0 0 0,1-1-1 0 0,-1 1 1 0 0,0-1 0 0 0,0 1-1 0 0,0 0 1 0 0,-1-1 0 0 0,1 3-1 0 0,-1-1 46 0 0,-1 0 1 0 0,1 0-1 0 0,0-1 0 0 0,-1 1 0 0 0,1-1 0 0 0,-1 0 1 0 0,0 1-1 0 0,0-1 0 0 0,-3 3 0 0 0,5-5 57 0 0,17-18 1105 0 0,-4 7-1236 0 0,-2 0-1 0 0,0 0 0 0 0,17-24 1 0 0,-21 26 30 0 0,0 0 1 0 0,0 1-1 0 0,0-1 1 0 0,1 2-1 0 0,0-1 1 0 0,1 1-1 0 0,10-7 1 0 0,-18 14-60 0 0,-1-1 1 0 0,1 1-1 0 0,-1 0 0 0 0,1 0 1 0 0,0 0-1 0 0,-1 0 1 0 0,1 0-1 0 0,-1 0 0 0 0,1 0 1 0 0,-1 0-1 0 0,1 0 1 0 0,-1 0-1 0 0,1 0 1 0 0,-1 0-1 0 0,1 1 0 0 0,-1-1 1 0 0,1 0-1 0 0,-1 0 1 0 0,1 0-1 0 0,-1 1 0 0 0,1-1 1 0 0,-1 0-1 0 0,1 1 1 0 0,-1-1-1 0 0,1 0 1 0 0,-1 1-1 0 0,0-1 0 0 0,1 1 1 0 0,-1-1-1 0 0,0 0 1 0 0,1 1-1 0 0,-1-1 0 0 0,0 1 1 0 0,0-1-1 0 0,1 1 1 0 0,-1-1-1 0 0,0 1 1 0 0,0-1-1 0 0,0 1 0 0 0,0 0 1 0 0,0-1-1 0 0,0 1 1 0 0,1-1-1 0 0,-2 2 0 0 0,5 30 789 0 0,-4-28-662 0 0,1 7 37 0 0,0 0 0 0 0,1 0 0 0 0,0 0 0 0 0,5 16 0 0 0,-7-25-210 0 0,1-1 1 0 0,-1 0 0 0 0,0 1-1 0 0,1-1 1 0 0,0 0-1 0 0,-1 1 1 0 0,1-1-1 0 0,0 0 1 0 0,-1 0 0 0 0,1 1-1 0 0,0-1 1 0 0,0 0-1 0 0,0 0 1 0 0,0 0 0 0 0,0 0-1 0 0,0 0 1 0 0,0-1-1 0 0,1 1 1 0 0,-1 0 0 0 0,0 0-1 0 0,0-1 1 0 0,1 1-1 0 0,-1 0 1 0 0,0-1-1 0 0,1 0 1 0 0,-1 1 0 0 0,1-1-1 0 0,-1 0 1 0 0,0 0-1 0 0,1 1 1 0 0,-1-1 0 0 0,1 0-1 0 0,-1-1 1 0 0,1 1-1 0 0,-1 0 1 0 0,0 0 0 0 0,1 0-1 0 0,-1-1 1 0 0,1 1-1 0 0,-1-1 1 0 0,0 1 0 0 0,1-1-1 0 0,-1 0 1 0 0,0 1-1 0 0,0-1 1 0 0,3-2-1 0 0,17-10-118 0 0,-16 11 176 0 0,1-1 1 0 0,-1 0-1 0 0,1 0 1 0 0,-1-1-1 0 0,0 0 1 0 0,-1 0-1 0 0,1 0 1 0 0,-1 0-1 0 0,0-1 1 0 0,0 1-1 0 0,0-1 1 0 0,0 0-1 0 0,-1 0 1 0 0,5-10-1 0 0,-3 2 352 0 0,0 1-1 0 0,-1-1 1 0 0,-1 1 0 0 0,0-1-1 0 0,-1 0 1 0 0,0 0 0 0 0,-1 0-1 0 0,-1-25 1 0 0,1 38-373 0 0,-1 0 0 0 0,0-1 0 0 0,0 1 0 0 0,0-1 0 0 0,0 1 0 0 0,0-1 0 0 0,0 1 0 0 0,0-1 0 0 0,0 1 0 0 0,0 0 0 0 0,0-1 0 0 0,-1 1 0 0 0,1-1 0 0 0,0 1 0 0 0,0 0 0 0 0,0-1 0 0 0,0 1 0 0 0,-1-1 1 0 0,1 1-1 0 0,0 0 0 0 0,0-1 0 0 0,-1 1 0 0 0,1 0 0 0 0,0-1 0 0 0,-1 1 0 0 0,1 0 0 0 0,0-1 0 0 0,-1 1 0 0 0,1 0 0 0 0,0 0 0 0 0,-1-1 0 0 0,1 1 0 0 0,-1 0 0 0 0,1 0 0 0 0,0 0 0 0 0,-1 0 0 0 0,1 0 0 0 0,-1 0 0 0 0,1-1 0 0 0,-1 1 0 0 0,1 0 0 0 0,0 0 1 0 0,-1 0-1 0 0,1 0 0 0 0,-1 1 0 0 0,1-1 0 0 0,-1 0 0 0 0,1 0 0 0 0,-1 0 0 0 0,1 0 0 0 0,0 0 0 0 0,-1 0 0 0 0,1 1 0 0 0,-1-1 0 0 0,1 0 0 0 0,0 0 0 0 0,-1 1 0 0 0,1-1 0 0 0,-2 2 53 0 0,0-1 0 0 0,0 1 0 0 0,0-1-1 0 0,1 1 1 0 0,-1 0 0 0 0,1 0 0 0 0,0-1 0 0 0,-1 1-1 0 0,1 0 1 0 0,-2 4 0 0 0,-3 12-158 0 0,1-1-1 0 0,1 1 1 0 0,-4 30-1 0 0,7-42 34 0 0,1 1 0 0 0,-1-1 0 0 0,1 1 0 0 0,1 0 0 0 0,-1-1 0 0 0,1 1 0 0 0,0-1 0 0 0,0 1 0 0 0,1-1 0 0 0,0 0 0 0 0,0 1 0 0 0,1-1 0 0 0,4 8 0 0 0,-5-11-48 0 0,1 0 0 0 0,-1 0 0 0 0,0-1 0 0 0,1 1 0 0 0,0-1 0 0 0,0 1 0 0 0,0-1 0 0 0,0 0 0 0 0,0 0 0 0 0,0 0 0 0 0,0-1 0 0 0,0 1 0 0 0,1-1 0 0 0,-1 0 0 0 0,1 0 0 0 0,-1 0 0 0 0,7 1 0 0 0,-8-2-6 0 0,1 0-1 0 0,-1 0 0 0 0,0 0 1 0 0,0 0-1 0 0,1 0 0 0 0,-1-1 0 0 0,0 1 1 0 0,0-1-1 0 0,1 0 0 0 0,-1 1 1 0 0,0-1-1 0 0,0 0 0 0 0,0 0 0 0 0,0 0 1 0 0,0-1-1 0 0,0 1 0 0 0,0 0 0 0 0,-1-1 1 0 0,1 1-1 0 0,0-1 0 0 0,-1 0 1 0 0,1 0-1 0 0,-1 1 0 0 0,1-1 0 0 0,-1 0 1 0 0,0 0-1 0 0,0 0 0 0 0,1-3 0 0 0,2-6 270 0 0,-1-1-1 0 0,0 1 1 0 0,0-1-1 0 0,-2 0 0 0 0,1 1 1 0 0,-1-1-1 0 0,-1 0 1 0 0,0 0-1 0 0,-1 0 1 0 0,-3-17-1 0 0,2 19 1221 0 0,3 18-777 0 0,5 17-274 0 0,18 49-213 0 0,22 109 0 0 0,-42-156-124 0 0,0 0-1 0 0,-2 0 1 0 0,0 0-1 0 0,-2 1 1 0 0,-1-1 0 0 0,-2 0-1 0 0,-9 46 1 0 0,11-67 1 0 0,-1-1 0 0 0,0 1-1 0 0,0-1 1 0 0,0 0 0 0 0,0 0 0 0 0,-1 0 0 0 0,0 0 0 0 0,0-1 0 0 0,0 1-1 0 0,0-1 1 0 0,-1 0 0 0 0,0 1 0 0 0,0-2 0 0 0,-5 5 0 0 0,4-4-2 0 0,0-1 1 0 0,-1 0-1 0 0,0-1 1 0 0,1 1-1 0 0,-1-1 1 0 0,0 0-1 0 0,0-1 1 0 0,0 0-1 0 0,0 0 1 0 0,0 0-1 0 0,0 0 1 0 0,-10-1-1 0 0,10 0-69 0 0,0 0-1 0 0,0 0 0 0 0,0 0 0 0 0,0-1 0 0 0,0 0 0 0 0,0 0 0 0 0,0 0 0 0 0,1-1 0 0 0,-1 0 0 0 0,0 0 0 0 0,1-1 0 0 0,-1 1 0 0 0,1-1 0 0 0,0 0 0 0 0,0-1 0 0 0,0 1 0 0 0,0-1 0 0 0,1 0 0 0 0,0 0 0 0 0,-1-1 0 0 0,1 1 0 0 0,1-1 0 0 0,-1 0 0 0 0,1 0 0 0 0,-4-6 0 0 0,-4-17-443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2:09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9 7834 0 0,'9'-3'7196'0'0,"3"-2"-5861"0"0,4 5-1062 0 0,-1 0 1 0 0,0 1 0 0 0,0 1-1 0 0,0 0 1 0 0,0 1-1 0 0,0 1 1 0 0,20 8-1 0 0,-8-4 138 0 0,-21-7-259 0 0,1 1-1 0 0,-1 0 0 0 0,0 1 1 0 0,0-1-1 0 0,0 1 1 0 0,-1 0-1 0 0,1 1 1 0 0,-1 0-1 0 0,10 8 1 0 0,-13-9-82 0 0,1 0 1 0 0,-1 0-1 0 0,1 0 1 0 0,-1 1 0 0 0,0-1-1 0 0,0 1 1 0 0,-1-1-1 0 0,1 1 1 0 0,-1 0-1 0 0,0 0 1 0 0,0 0-1 0 0,0 0 1 0 0,0 0-1 0 0,-1 0 1 0 0,0 0 0 0 0,1 0-1 0 0,-2 5 1 0 0,0 5-52 0 0,-1 0 1 0 0,0 0-1 0 0,-1 0 1 0 0,-1-1-1 0 0,0 1 1 0 0,0-1 0 0 0,-2 0-1 0 0,0 0 1 0 0,-13 21-1 0 0,10-19-116 0 0,-2-1-1 0 0,1 0 0 0 0,-2-1 0 0 0,0 0 0 0 0,0-1 0 0 0,-1-1 1 0 0,-23 17-1 0 0,-15-3 45 0 0,57-25 26 0 0,-1 1 0 0 0,1-1 0 0 0,-1 1 1 0 0,1 0-1 0 0,5 2 0 0 0,-3-2-38 0 0,23 5-19 0 0,0 2-1 0 0,37 14 0 0 0,-56-18 196 0 0,0 1-1 0 0,-1 1 0 0 0,0 0 0 0 0,0 1 0 0 0,0 0 0 0 0,-1 0 0 0 0,0 1 0 0 0,15 15 1 0 0,-22-20-71 0 0,0 1 1 0 0,0 0 0 0 0,-1 0-1 0 0,1 0 1 0 0,-1 0 0 0 0,0 0-1 0 0,0 0 1 0 0,0 1 0 0 0,0-1 0 0 0,-1 0-1 0 0,0 1 1 0 0,0 0 0 0 0,0-1-1 0 0,-1 1 1 0 0,1 0 0 0 0,-1 5-1 0 0,-1-3-6 0 0,0 0-1 0 0,0 0 0 0 0,-1 0 0 0 0,0-1 1 0 0,0 1-1 0 0,0-1 0 0 0,-1 1 1 0 0,0-1-1 0 0,0 0 0 0 0,-6 7 0 0 0,2-2-20 0 0,0-2 0 0 0,-2 1 0 0 0,1-1-1 0 0,-1 0 1 0 0,0 0 0 0 0,-1-1 0 0 0,0-1-1 0 0,0 1 1 0 0,-1-2 0 0 0,0 1 0 0 0,-22 8 0 0 0,22-11-116 0 0,1-1 1 0 0,0-1 0 0 0,-1 0 0 0 0,1 0-1 0 0,-1-1 1 0 0,0-1 0 0 0,1 1 0 0 0,-1-2 0 0 0,0 1-1 0 0,1-2 1 0 0,-16-3 0 0 0,15 2-445 0 0,0 0 1 0 0,0-1-1 0 0,1-1 0 0 0,-1 0 1 0 0,1 0-1 0 0,-14-11 0 0 0,3 0-747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09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44 7426 0 0,'0'-13'408'0'0,"0"11"-60"0"0,0-1 0 0 0,0 1 0 0 0,0 0-1 0 0,0 0 1 0 0,0 0 0 0 0,-1 0-1 0 0,1 0 1 0 0,-1-1 0 0 0,1 1 0 0 0,-1 0-1 0 0,0 0 1 0 0,-1-2 0 0 0,2 4-296 0 0,0 0 0 0 0,0 0 0 0 0,-1 0 0 0 0,1-1 0 0 0,0 1 0 0 0,0 0 1 0 0,0 0-1 0 0,0 0 0 0 0,0 0 0 0 0,-1 0 0 0 0,1 0 0 0 0,0 0 0 0 0,0 0 1 0 0,0 0-1 0 0,0 0 0 0 0,-1 0 0 0 0,1 0 0 0 0,0 0 0 0 0,0 0 0 0 0,0 0 1 0 0,0 1-1 0 0,0-1 0 0 0,-1 0 0 0 0,1 0 0 0 0,0 0 0 0 0,0 0 0 0 0,0 0 1 0 0,0 0-1 0 0,0 0 0 0 0,0 0 0 0 0,-1 0 0 0 0,1 1 0 0 0,0-1 0 0 0,0 0 1 0 0,0 0-1 0 0,0 0 0 0 0,0 0 0 0 0,0 0 0 0 0,0 1 0 0 0,0-1 0 0 0,0 0 0 0 0,0 0 1 0 0,0 0-1 0 0,-6 13 1003 0 0,0 6-785 0 0,4-5-176 0 0,0 0 0 0 0,1 1-1 0 0,0-1 1 0 0,1 1 0 0 0,0-1-1 0 0,1 1 1 0 0,6 24 0 0 0,-2-7-20 0 0,10 94-62 0 0,1 14-11 0 0,39 161 0 0 0,-49-282-22 0 0,1 0 1 0 0,1-1-1 0 0,11 20 1 0 0,-8-17-292 0 0,-11-21 253 0 0,0 1 0 0 0,0-1-1 0 0,1 1 1 0 0,-1-1 0 0 0,0 0 0 0 0,0 1-1 0 0,0-1 1 0 0,0 1 0 0 0,0-1 0 0 0,0 1-1 0 0,0-1 1 0 0,0 1 0 0 0,0-1 0 0 0,0 1-1 0 0,0-1 1 0 0,0 0 0 0 0,0 1 0 0 0,0-1 0 0 0,0 1-1 0 0,0-1 1 0 0,0 1 0 0 0,-1-1 0 0 0,1 1-1 0 0,0-1 1 0 0,0 0 0 0 0,-1 1 0 0 0,1-1-1 0 0,0 0 1 0 0,0 1 0 0 0,-1-1 0 0 0,1 0-1 0 0,-1 1 1 0 0,-2 0-1161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12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0 11090 0 0,'-4'17'380'0'0,"0"0"-1"0"0,1 0 1 0 0,-1 23-1 0 0,0 6-223 0 0,-18 104 774 0 0,8 1 0 0 0,5 171 0 0 0,10-291-899 0 0,0 12 36 0 0,11 75-1 0 0,-8-93-735 0 0,-1 0 0 0 0,-1 32 0 0 0,-4-55-767 0 0,2-3 699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12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 5529 0 0,'12'1'684'0'0,"1"0"-1"0"0,-1 0 1 0 0,0 2 0 0 0,0-1-1 0 0,18 8 1 0 0,61 27 1520 0 0,-26-9-1350 0 0,-50-22-748 0 0,4 1-74 0 0,-1 0-1 0 0,0 1 0 0 0,0 1 1 0 0,25 17-1 0 0,-42-25-23 0 0,0 0-1 0 0,1 0 0 0 0,-1 0 1 0 0,0 1-1 0 0,0-1 1 0 0,0 0-1 0 0,0 1 0 0 0,0-1 1 0 0,0 1-1 0 0,0-1 1 0 0,0 1-1 0 0,0 0 1 0 0,-1-1-1 0 0,1 1 0 0 0,-1 0 1 0 0,1-1-1 0 0,-1 1 1 0 0,0 0-1 0 0,0 0 0 0 0,1-1 1 0 0,-1 1-1 0 0,-1 0 1 0 0,1 0-1 0 0,0-1 0 0 0,0 1 1 0 0,0 0-1 0 0,-1 0 1 0 0,1-1-1 0 0,-1 1 1 0 0,0 0-1 0 0,1-1 0 0 0,-1 1 1 0 0,0-1-1 0 0,0 1 1 0 0,-2 2-1 0 0,-4 5 33 0 0,0 0 0 0 0,0 0 0 0 0,-1-1 1 0 0,-12 11-1 0 0,13-13-12 0 0,-158 137 289 0 0,101-88-211 0 0,-30 17 206 0 0,-14 13-1722 0 0,103-81 942 0 0,5-2-10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13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0 6913 0 0,'-23'65'439'0'0,"-19"62"1320"0"0,37-106-1488 0 0,0 1 0 0 0,2 0-1 0 0,-3 43 1 0 0,9-55-546 0 0,4-14-467 0 0,6-15-1660 0 0,-6 8-516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13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1840 0 0,'11'42'5466'0'0,"-3"23"-3373"0"0,3 14-946 0 0,-9-68-909 0 0,-2-8-120 0 0,1 0 0 0 0,-1 0 0 0 0,1 0 0 0 0,-1-1 0 0 0,1 1 0 0 0,0 0-1 0 0,0 0 1 0 0,0 0 0 0 0,0-1 0 0 0,0 1 0 0 0,1 0 0 0 0,-1-1 0 0 0,1 1 0 0 0,0-1 0 0 0,0 0 0 0 0,0 0 0 0 0,0 0 0 0 0,0 1 0 0 0,0-2 0 0 0,1 1 0 0 0,3 2 0 0 0,1 2-2207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13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9442 0 0,'0'0'859'0'0,"18"21"1064"0"0,-13-18-1762 0 0,0 0 0 0 0,0 0-1 0 0,0 0 1 0 0,1-1 0 0 0,0 1 0 0 0,-1-1 0 0 0,1-1-1 0 0,0 1 1 0 0,0-1 0 0 0,0 0 0 0 0,0 0-1 0 0,6-1 1 0 0,-6 0-121 0 0,0 1-1 0 0,0 0 0 0 0,1 0 1 0 0,-1 0-1 0 0,0 0 0 0 0,-1 1 1 0 0,1 0-1 0 0,0 0 0 0 0,0 1 1 0 0,7 4-1 0 0,-12-6-35 0 0,0 0 0 0 0,-1-1-1 0 0,1 1 1 0 0,-1 0 0 0 0,1-1-1 0 0,0 1 1 0 0,-1 0 0 0 0,1 0-1 0 0,-1-1 1 0 0,1 1 0 0 0,-1 0-1 0 0,0 0 1 0 0,1 0 0 0 0,-1 0-1 0 0,0 0 1 0 0,0-1 0 0 0,1 1-1 0 0,-1 0 1 0 0,0 0 0 0 0,0 0-1 0 0,0 0 1 0 0,0 2 0 0 0,-1-1-8 0 0,1 1 0 0 0,-1-1 0 0 0,0 1 0 0 0,0-1 0 0 0,0 0 0 0 0,0 1 0 0 0,0-1 0 0 0,-3 3 0 0 0,-2 4-73 0 0,-1 0 0 0 0,-16 14-1 0 0,21-21 61 0 0,-40 33-611 0 0,29-24 424 0 0,-1 0 0 0 0,-21 24 0 0 0,25-22 164 0 0,0 0 1 0 0,-12 22 0 0 0,20-32 33 0 0,0 1 0 0 0,0 0 0 0 0,0 0 1 0 0,0 0-1 0 0,1 0 0 0 0,0 0 0 0 0,0 0 0 0 0,0 0 1 0 0,0 1-1 0 0,1-1 0 0 0,0 0 0 0 0,0 0 0 0 0,0 1 1 0 0,0-1-1 0 0,1 4 0 0 0,-1-7 3 0 0,1 0 1 0 0,-1 0-1 0 0,0 0 0 0 0,1 0 0 0 0,-1 0 0 0 0,1 0 0 0 0,-1 0 1 0 0,1 0-1 0 0,-1 0 0 0 0,1 0 0 0 0,-1-1 0 0 0,1 1 1 0 0,0 0-1 0 0,0 0 0 0 0,-1-1 0 0 0,1 1 0 0 0,0-1 0 0 0,0 1 1 0 0,0 0-1 0 0,0-1 0 0 0,0 0 0 0 0,0 1 0 0 0,0-1 1 0 0,0 0-1 0 0,-1 1 0 0 0,1-1 0 0 0,1 0 0 0 0,-1 0 1 0 0,0 0-1 0 0,0 0 0 0 0,0 0 0 0 0,0 0 0 0 0,0 0 0 0 0,0 0 1 0 0,0 0-1 0 0,0 0 0 0 0,0 0 0 0 0,0-1 0 0 0,0 1 1 0 0,1-1-1 0 0,5-2 1 0 0,0 0-1 0 0,0 0 1 0 0,0-1 0 0 0,8-5-1 0 0,-5 3 5 0 0,56-35-51 0 0,27-14 66 0 0,-48 38-1383 0 0,-37 11-2813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14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81 146 2761 0 0,'2'-2'481'0'0,"-1"-1"1"0"0,0 1-1 0 0,0 0 0 0 0,0 0 1 0 0,0 0-1 0 0,-1 0 1 0 0,1-1-1 0 0,-1 1 1 0 0,1 0-1 0 0,-1-1 1 0 0,0 1-1 0 0,0 0 1 0 0,0-4-1 0 0,-3-31 2203 0 0,2 32-2358 0 0,0-1 0 0 0,-1 0-1 0 0,0 1 1 0 0,0-1 0 0 0,0 1 0 0 0,-4-7-1 0 0,4 10-236 0 0,1 0 0 0 0,0 0 0 0 0,-1 0 0 0 0,0 0 0 0 0,1 0 0 0 0,-1 0 0 0 0,0 0 0 0 0,0 0 0 0 0,0 1 0 0 0,0-1 0 0 0,0 1 0 0 0,-1-1 0 0 0,1 1 0 0 0,0 0 0 0 0,-6-2 0 0 0,-16 4 498 0 0,23-1-594 0 0,1 0 1 0 0,0 0-1 0 0,-1 0 1 0 0,1 0-1 0 0,-1 0 1 0 0,1 0-1 0 0,0 1 1 0 0,-1-1-1 0 0,1 0 1 0 0,-1 0-1 0 0,1 0 1 0 0,0 0-1 0 0,-1 0 1 0 0,1 1-1 0 0,0-1 1 0 0,-1 0-1 0 0,1 0 1 0 0,0 1-1 0 0,0-1 1 0 0,-1 0-1 0 0,1 0 1 0 0,0 1-1 0 0,0-1 1 0 0,-1 0-1 0 0,1 1 1 0 0,0-1-1 0 0,0 0 1 0 0,0 1-1 0 0,-1-1 1 0 0,1 1-1 0 0,0-1 1 0 0,0 0 0 0 0,0 1-1 0 0,0-1 1 0 0,0 1-1 0 0,0-1 1 0 0,0 0-1 0 0,0 1 1 0 0,0-1-1 0 0,0 0 1 0 0,0 1-1 0 0,0-1 1 0 0,0 1-1 0 0,0-1 1 0 0,0 0-1 0 0,1 1 1 0 0,-1-1-1 0 0,0 0 1 0 0,0 1-1 0 0,0-1 1 0 0,0 1-1 0 0,1-1 1 0 0,-1 0-1 0 0,0 0 1 0 0,0 1-1 0 0,1-1 1 0 0,-1 0-1 0 0,0 1 1 0 0,1-1-1 0 0,-1 0 1 0 0,0 0-1 0 0,1 0 1 0 0,-1 1-1 0 0,0-1 1 0 0,1 0-1 0 0,3 4 6 0 0,0-1 0 0 0,-1 0 0 0 0,1 0 0 0 0,1 0 0 0 0,-1 0 0 0 0,0-1 0 0 0,1 1 0 0 0,-1-1 0 0 0,1 0 0 0 0,0-1 0 0 0,6 3 0 0 0,13-1-16 0 0,-1-2-1 0 0,1 0 1 0 0,25-3-1 0 0,32 1-16 0 0,-67 2 81 0 0,-11-2-25 0 0,0 1 0 0 0,0 0 0 0 0,0 0 0 0 0,1 0 0 0 0,-1 1 0 0 0,0-1 1 0 0,0 1-1 0 0,0-1 0 0 0,0 1 0 0 0,0 0 0 0 0,0 0 0 0 0,0 1 0 0 0,0-1 0 0 0,0 0 0 0 0,2 3 1 0 0,-4-3-20 0 0,-1 0 1 0 0,0-1 0 0 0,1 1 0 0 0,-1 0 0 0 0,0 0 0 0 0,1 0 0 0 0,-1 0 0 0 0,0 0 0 0 0,0-1 0 0 0,0 1-1 0 0,0 0 1 0 0,0 0 0 0 0,0 0 0 0 0,0 0 0 0 0,0 0 0 0 0,0 0 0 0 0,0 0 0 0 0,-1 0 0 0 0,1 0 0 0 0,0-1-1 0 0,0 1 1 0 0,-1 0 0 0 0,1 0 0 0 0,-1 0 0 0 0,1-1 0 0 0,-1 1 0 0 0,1 0 0 0 0,-1 0 0 0 0,-1 0 0 0 0,-18 22 131 0 0,-102 66-270 0 0,89-67-26 0 0,0 2 0 0 0,1 1 1 0 0,-33 33-1 0 0,64-56 155 0 0,-1 0 0 0 0,0 0-1 0 0,1 0 1 0 0,-1 0 0 0 0,1 0 0 0 0,0 0 0 0 0,0 0-1 0 0,-1 0 1 0 0,1 0 0 0 0,1 1 0 0 0,-1-1 0 0 0,0 0-1 0 0,0 5 1 0 0,1-6 5 0 0,0-1-1 0 0,0 1 0 0 0,0-1 1 0 0,0 0-1 0 0,0 1 1 0 0,0-1-1 0 0,0 1 0 0 0,0-1 1 0 0,1 1-1 0 0,-1-1 0 0 0,0 0 1 0 0,0 1-1 0 0,1-1 1 0 0,-1 1-1 0 0,0-1 0 0 0,0 0 1 0 0,1 1-1 0 0,-1-1 1 0 0,0 0-1 0 0,1 0 0 0 0,-1 1 1 0 0,0-1-1 0 0,1 0 1 0 0,-1 0-1 0 0,1 1 0 0 0,0-1 1 0 0,0 1-1 0 0,1-1 0 0 0,0 0 0 0 0,-1 0 0 0 0,1 0 0 0 0,0 0 0 0 0,-1 0 0 0 0,1 0-1 0 0,0 0 1 0 0,-1 0 0 0 0,1-1 0 0 0,2 0 0 0 0,57-18 458 0 0,-47 14-328 0 0,0 0-1 0 0,-1 1 1 0 0,1 0 0 0 0,1 1 0 0 0,-1 1-1 0 0,0 0 1 0 0,21 0 0 0 0,-32 2-235 0 0,7 1 155 0 0,-1 0 0 0 0,0-1 1 0 0,0-1-1 0 0,15-2 0 0 0,-1-6-2555 0 0,-21 7 1290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14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202 153 6449 0 0,'4'-27'3280'0'0,"-3"22"-2860"0"0,0 0 0 0 0,-1-1 0 0 0,1 1 0 0 0,-1 0 0 0 0,-1-10 0 0 0,1 13-341 0 0,0-1 0 0 0,-1 1 0 0 0,0 0 0 0 0,1 0 0 0 0,-1 0 0 0 0,0 0 0 0 0,0 0 0 0 0,0 0 0 0 0,0 0 0 0 0,0 0 0 0 0,0 0 0 0 0,-1 1 0 0 0,1-1 0 0 0,-1 0 0 0 0,1 1 0 0 0,-1-1 0 0 0,0 1 0 0 0,0-1 0 0 0,1 1 0 0 0,-1 0 0 0 0,0 0 0 0 0,0 0 0 0 0,0 0 0 0 0,0 0 0 0 0,0 0 0 0 0,0 1 0 0 0,-1-1 0 0 0,1 1 0 0 0,0-1 0 0 0,0 1 0 0 0,0 0 0 0 0,-1 0 0 0 0,1 0 0 0 0,0 0 0 0 0,0 0 0 0 0,0 0 0 0 0,-1 1 0 0 0,1-1 0 0 0,0 1 0 0 0,0 0 0 0 0,0-1 0 0 0,0 1 0 0 0,0 0 0 0 0,0 0 0 0 0,0 0 0 0 0,-3 3 0 0 0,-6 4-115 0 0,1 0 0 0 0,0 1 0 0 0,0 0 0 0 0,1 1-1 0 0,1 0 1 0 0,-1 1 0 0 0,1 0 0 0 0,1 0 0 0 0,0 0 0 0 0,1 1 0 0 0,-6 13 0 0 0,9-16-10 0 0,-1 0 0 0 0,2 0 0 0 0,-1 1 0 0 0,1-1 0 0 0,0 1 0 0 0,1-1 0 0 0,0 1 0 0 0,1-1 0 0 0,0 1 0 0 0,0 0 0 0 0,1-1 0 0 0,0 1 0 0 0,1 0 0 0 0,0-1 0 0 0,1 0 0 0 0,3 10 0 0 0,-5-17 36 0 0,-1-1 0 0 0,1 0 0 0 0,0 0 0 0 0,0 0 0 0 0,-1 0 0 0 0,1 1 1 0 0,0-1-1 0 0,0 0 0 0 0,0 0 0 0 0,0-1 0 0 0,0 1 0 0 0,0 0 0 0 0,1 0 0 0 0,-1 0 0 0 0,0-1 0 0 0,0 1 0 0 0,0-1 0 0 0,1 1 0 0 0,-1-1 0 0 0,2 1 0 0 0,1 0 6 0 0,0-1-1 0 0,-1 0 0 0 0,1 0 0 0 0,0 0 1 0 0,-1 0-1 0 0,1 0 0 0 0,6-2 1 0 0,0-1-10 0 0,1 0 1 0 0,-1-1 0 0 0,0 0 0 0 0,14-7 0 0 0,25-20 484 0 0,-1-3-1 0 0,61-56 1 0 0,-82 67-275 0 0,-18 17-158 0 0,-2-1 0 0 0,1-1 0 0 0,-1 1 0 0 0,0-1 0 0 0,0-1-1 0 0,5-9 1 0 0,-9 13-19 0 0,-1 0 0 0 0,1-1 0 0 0,-1 1 0 0 0,-1 0 0 0 0,1 0 0 0 0,-1-1 0 0 0,0 1 0 0 0,0-1 0 0 0,-1 1 0 0 0,1-1 0 0 0,-1 1 0 0 0,0-1 0 0 0,-2-7 0 0 0,-3-9 12 0 0,-1 19 67 0 0,-1 13 107 0 0,2 3-173 0 0,0-1 1 0 0,2 1 0 0 0,-1 0 0 0 0,2 0-1 0 0,-1 0 1 0 0,2 0 0 0 0,0 0 0 0 0,1 21 0 0 0,2-8-39 0 0,1 1 0 0 0,1-1 0 0 0,9 31 1 0 0,26 57-67 0 0,-30-103 176 0 0,-5-9-30 0 0,-8-6-446 0 0,4 4 204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18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4 6737 0 0,'0'0'51'0'0,"-1"-1"0"0"0,1 1 0 0 0,-1-1-1 0 0,0 1 1 0 0,1 0 0 0 0,-1 0 0 0 0,0-1-1 0 0,0 1 1 0 0,1 0 0 0 0,-1 0 0 0 0,0 0-1 0 0,1 0 1 0 0,-1 0 0 0 0,0-1 0 0 0,0 2-1 0 0,1-1 1 0 0,-1 0 0 0 0,0 0 0 0 0,0 0-1 0 0,1 0 1 0 0,-1 0 0 0 0,0 1 0 0 0,1-1-1 0 0,-1 0 1 0 0,0 0 0 0 0,1 1-1 0 0,-1-1 1 0 0,0 1 0 0 0,1-1 0 0 0,-1 0-1 0 0,1 1 1 0 0,-1-1 0 0 0,1 1 0 0 0,-1 0-1 0 0,1-1 1 0 0,-1 1 0 0 0,1-1 0 0 0,-1 1-1 0 0,1 0 1 0 0,0-1 0 0 0,-1 2 0 0 0,0 0 56 0 0,1-1 0 0 0,-1 1 1 0 0,1 0-1 0 0,-1 0 0 0 0,1 0 0 0 0,0 0 1 0 0,0 0-1 0 0,0 0 0 0 0,0 0 1 0 0,0 0-1 0 0,0 0 0 0 0,1 3 1 0 0,4 8 222 0 0,-1-1 1 0 0,-1 2 0 0 0,3 22-1 0 0,-4 0 27 0 0,-7 68-1 0 0,3-83-344 0 0,-10 75 769 0 0,11-86-707 0 0,0-4 43 0 0,0 0 1 0 0,0 0 0 0 0,1 0 0 0 0,-1-1 0 0 0,1 1 0 0 0,1 0 0 0 0,-1 0 0 0 0,1 0 0 0 0,0 0 0 0 0,1 0 0 0 0,-1-1 0 0 0,3 7 0 0 0,6 13-153 0 0,-6-16 17 0 0,-1-1-1 0 0,1 1 0 0 0,0-1 1 0 0,10 13-1 0 0,-13-19 70 0 0,0 0 1 0 0,0 0-1 0 0,0 0 0 0 0,0 0 0 0 0,0 0 1 0 0,-1 0-1 0 0,1 0 0 0 0,-1 1 1 0 0,1 2-1 0 0,-1-3 12 0 0,1 0 0 0 0,-1 0 0 0 0,0-1 0 0 0,1 1 0 0 0,0 0 0 0 0,-1 0 0 0 0,1-1 0 0 0,0 1 0 0 0,0 0 0 0 0,0-1 0 0 0,0 1 0 0 0,0-1 0 0 0,1 3 0 0 0,-1-3-428 0 0,-2-1-97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21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467 25 9938 0 0,'-4'-3'244'0'0,"0"0"0"0"0,0 1 0 0 0,0-1 0 0 0,0 1 0 0 0,0 0 0 0 0,-1 0-1 0 0,1 1 1 0 0,-1-1 0 0 0,1 1 0 0 0,-1 0 0 0 0,1 0 0 0 0,-1 0 0 0 0,0 1 0 0 0,1-1 0 0 0,-1 1 0 0 0,0 1-1 0 0,-8 0 1 0 0,-9 2 95 0 0,0 1 0 0 0,-29 9 0 0 0,45-11-281 0 0,-23 6 36 0 0,1 1 0 0 0,0 1-1 0 0,-36 18 1 0 0,55-23-103 0 0,0 0 0 0 0,1 1 0 0 0,0 0 0 0 0,0 0 0 0 0,1 1 0 0 0,-1 0 0 0 0,1 0 0 0 0,1 1 0 0 0,-1 0 0 0 0,1 0-1 0 0,1 0 1 0 0,-1 1 0 0 0,-6 15 0 0 0,8-14-2 0 0,0 0-1 0 0,1 0 1 0 0,0 0-1 0 0,0 1 0 0 0,-2 19 1 0 0,5-27-12 0 0,0-1 0 0 0,0 0 1 0 0,0 0-1 0 0,0 1 0 0 0,0-1 1 0 0,1 0-1 0 0,-1 0 0 0 0,1 1 1 0 0,-1-1-1 0 0,1 0 0 0 0,0 0 1 0 0,0 0-1 0 0,0 0 0 0 0,0 0 1 0 0,0 0-1 0 0,1 0 0 0 0,-1 0 1 0 0,0 0-1 0 0,1 0 0 0 0,-1-1 1 0 0,1 1-1 0 0,0-1 0 0 0,0 1 1 0 0,0-1-1 0 0,0 0 0 0 0,-1 1 1 0 0,2-1-1 0 0,-1 0 0 0 0,0-1 1 0 0,0 1-1 0 0,0 0 0 0 0,0 0 1 0 0,4 0-1 0 0,22 3-161 0 0,1-1 0 0 0,0-1-1 0 0,43-3 1 0 0,-22 0 193 0 0,-7 1 2 0 0,-20-2-26 0 0,0 2-1 0 0,-1 1 1 0 0,1 0 0 0 0,-1 2 0 0 0,35 8 0 0 0,-56-11 24 0 0,0 1-1 0 0,1-1 1 0 0,-1 0 0 0 0,0 1 0 0 0,0-1-1 0 0,0 1 1 0 0,0-1 0 0 0,0 1 0 0 0,0-1-1 0 0,0 1 1 0 0,-1 0 0 0 0,1-1 0 0 0,0 1-1 0 0,0 0 1 0 0,0 0 0 0 0,-1 0 0 0 0,1 0-1 0 0,0 0 1 0 0,-1-1 0 0 0,1 1-1 0 0,-1 0 1 0 0,1 0 0 0 0,-1 1 0 0 0,1 0-1 0 0,-1-1 10 0 0,0 1-1 0 0,0 0 1 0 0,0-1-1 0 0,-1 1 0 0 0,1-1 1 0 0,0 1-1 0 0,-1-1 0 0 0,1 1 1 0 0,-1-1-1 0 0,1 1 1 0 0,-1-1-1 0 0,0 1 0 0 0,0-1 1 0 0,0 0-1 0 0,-1 2 0 0 0,-3 3 78 0 0,0 0 0 0 0,-1 0-1 0 0,0 0 1 0 0,-1-1 0 0 0,-8 7-1 0 0,-23 9 1 0 0,-1-1-1 0 0,0-2 1 0 0,-1-2-1 0 0,-53 14 1 0 0,8-2-536 0 0,75-24 296 0 0,6-2-28 0 0,0 0 0 0 0,-1-1-1 0 0,1 1 1 0 0,-1-1 0 0 0,1 0 0 0 0,-1 0 0 0 0,0-1 0 0 0,1 1 0 0 0,-7-1 0 0 0,5-3-583 0 0,4-4-4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22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6913 0 0,'4'67'7948'0'0,"5"-2"-6206"0"0,-3-25-1926 0 0,1 52 0 0 0,-21 318-2113 0 0,14-407 2204 0 0,0 6-358 0 0,0-1 1 0 0,0 1-1 0 0,1 0 0 0 0,0-1 1 0 0,0 1-1 0 0,1 0 0 0 0,0-1 0 0 0,5 13 1 0 0,-1-12-3218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22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 5065 0 0,'0'-4'461'0'0,"1"0"0"0"0,0 0 0 0 0,0 0 0 0 0,0 1 0 0 0,0-1 0 0 0,1 1 0 0 0,-1-1 0 0 0,1 1 0 0 0,0-1 0 0 0,0 1-1 0 0,1 0 1 0 0,-1 0 0 0 0,5-5 0 0 0,-3 3-159 0 0,0 1-1 0 0,1 0 1 0 0,-1 0-1 0 0,1 0 0 0 0,0 0 1 0 0,0 1-1 0 0,11-6 1 0 0,-8 7-94 0 0,0-1 1 0 0,-1 1-1 0 0,1 1 1 0 0,0-1-1 0 0,1 2 1 0 0,-1-1 0 0 0,0 1-1 0 0,0 0 1 0 0,0 0-1 0 0,9 2 1 0 0,10 4 63 0 0,44 13-1 0 0,0 0-61 0 0,-58-16-210 0 0,-1 0 1 0 0,0 1-1 0 0,15 6 1 0 0,-25-10 3 0 0,1 1 1 0 0,-1 0-1 0 0,0 0 1 0 0,0 0-1 0 0,0 0 1 0 0,-1 0-1 0 0,1 0 1 0 0,0 0-1 0 0,0 1 1 0 0,-1-1-1 0 0,1 1 0 0 0,-1-1 1 0 0,1 1-1 0 0,-1 0 1 0 0,1 0-1 0 0,-1-1 1 0 0,0 1-1 0 0,0 0 1 0 0,0 0-1 0 0,0 0 1 0 0,0 0-1 0 0,-1 0 1 0 0,1 1-1 0 0,-1-1 1 0 0,1 0-1 0 0,0 4 1 0 0,-2-2 21 0 0,0 0 0 0 0,0 0 0 0 0,-1 0 1 0 0,1 0-1 0 0,-1 0 0 0 0,0-1 1 0 0,0 1-1 0 0,0-1 0 0 0,0 1 0 0 0,-1-1 1 0 0,-3 5-1 0 0,-36 33 198 0 0,36-35-203 0 0,-25 18 73 0 0,0-1 0 0 0,-2-2 0 0 0,-42 21 0 0 0,-31 21-610 0 0,94-55-20 0 0,14-9-775 0 0,18-13-1643 0 0,-7 5 1285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22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42 135 2761 0 0,'-7'17'369'0'0,"0"0"0"0"0,1 1-1 0 0,0-1 1 0 0,2 1 0 0 0,0 0 0 0 0,1 0 0 0 0,1 0 0 0 0,0 19 0 0 0,2-35-336 0 0,0-1 0 0 0,0 1 0 0 0,0 0 0 0 0,0 0 0 0 0,0-1 0 0 0,1 1 0 0 0,-1 0 0 0 0,1-1 0 0 0,-1 1 0 0 0,1 0 0 0 0,-1-1 0 0 0,1 1 0 0 0,0-1 0 0 0,0 1 0 0 0,0-1 0 0 0,0 1 0 0 0,0-1 1 0 0,0 0-1 0 0,0 1 0 0 0,0-1 0 0 0,1 0 0 0 0,-1 0 0 0 0,0 0 0 0 0,1 0 0 0 0,-1 0 0 0 0,1 0 0 0 0,-1 0 0 0 0,1-1 0 0 0,-1 1 0 0 0,1 0 0 0 0,0-1 0 0 0,-1 1 0 0 0,1-1 0 0 0,0 0 0 0 0,-1 0 0 0 0,1 1 0 0 0,0-1 0 0 0,0 0 0 0 0,-1-1 0 0 0,1 1 0 0 0,0 0 0 0 0,-1 0 0 0 0,1-1 0 0 0,0 1 0 0 0,3-2 0 0 0,5-1 250 0 0,1-1 0 0 0,0-1 0 0 0,-1 1 0 0 0,0-2 0 0 0,16-10 0 0 0,19-18 1891 0 0,47-45 1 0 0,-87 76-2038 0 0,-1-1 0 0 0,0 0 0 0 0,0-1 0 0 0,-1 1 0 0 0,1-1 0 0 0,-1 1 0 0 0,0-1 0 0 0,0 0 0 0 0,-1 0 0 0 0,4-9 0 0 0,-5 11-84 0 0,-1 0 1 0 0,1 0 0 0 0,-1-1-1 0 0,1 1 1 0 0,-1 0 0 0 0,0-1-1 0 0,-1 1 1 0 0,1 0 0 0 0,-1 0 0 0 0,1-1-1 0 0,-1 1 1 0 0,0 0 0 0 0,0 0-1 0 0,0 0 1 0 0,0 0 0 0 0,-1 0-1 0 0,1 0 1 0 0,-1 0 0 0 0,-3-3-1 0 0,0-1 45 0 0,0 1-1 0 0,0 0 0 0 0,-1 0 1 0 0,0 0-1 0 0,0 1 0 0 0,0 0 0 0 0,-1 0 1 0 0,0 0-1 0 0,0 1 0 0 0,0 0 1 0 0,0 0-1 0 0,-1 1 0 0 0,0 0 1 0 0,-8-2-1 0 0,12 4-182 0 0,0 0 1 0 0,0 1-1 0 0,0-1 0 0 0,0 1 1 0 0,-1 0-1 0 0,1 0 1 0 0,0 0-1 0 0,0 1 1 0 0,0-1-1 0 0,-1 1 0 0 0,1 0 1 0 0,0 0-1 0 0,0 1 1 0 0,0-1-1 0 0,0 1 0 0 0,1 0 1 0 0,-1 0-1 0 0,0 0 1 0 0,1 0-1 0 0,-1 1 1 0 0,1-1-1 0 0,0 1 0 0 0,0 0 1 0 0,0 0-1 0 0,0 0 1 0 0,1 1-1 0 0,-1-1 1 0 0,-3 7-1 0 0,-1 2-1410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23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3225 0 0,'23'2'6831'0'0,"-6"4"-3337"0"0,-15-4-3334 0 0,-1-1 1 0 0,1 1-1 0 0,-1-1 1 0 0,0 1 0 0 0,1-1-1 0 0,-1 1 1 0 0,0 0-1 0 0,0-1 1 0 0,0 1 0 0 0,0 0-1 0 0,0 0 1 0 0,-1 0-1 0 0,1 0 1 0 0,0 0-1 0 0,-1 0 1 0 0,0 0 0 0 0,1 0-1 0 0,-1 3 1 0 0,2 25 352 0 0,-2 35-1 0 0,-1-34-466 0 0,4 35 1 0 0,-1-56-71 0 0,-1-1 0 0 0,1 0 0 0 0,0 1 1 0 0,1-1-1 0 0,0 0 0 0 0,1-1 1 0 0,0 1-1 0 0,5 8 0 0 0,30 40 91 0 0,-33-131 2157 0 0,-4 50-1852 0 0,2 1 0 0 0,9-31-1 0 0,-10 42-303 0 0,1 0-1 0 0,1 0 1 0 0,0 0-1 0 0,1 0 1 0 0,13-20 0 0 0,-16 28-108 0 0,0 0 0 0 0,0 1 1 0 0,0 0-1 0 0,1-1 1 0 0,0 1-1 0 0,-1 0 1 0 0,1 1-1 0 0,0-1 1 0 0,0 0-1 0 0,7-2 1 0 0,7-1-2780 0 0,1 3-3782 0 0,-14 2 1644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23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1 299 6361 0 0,'2'1'146'0'0,"0"0"-1"0"0,0-1 1 0 0,1 1-1 0 0,-1 0 0 0 0,1-1 1 0 0,-1 0-1 0 0,1 1 0 0 0,-1-1 1 0 0,0 0-1 0 0,1 0 1 0 0,-1-1-1 0 0,1 1 0 0 0,-1 0 1 0 0,1-1-1 0 0,-1 1 0 0 0,0-1 1 0 0,3-1-1 0 0,44-20 2739 0 0,-33 14-2630 0 0,28-16 1753 0 0,67-48 0 0 0,-48 30-813 0 0,-61 41-1136 0 0,1-1 0 0 0,-1 1 0 0 0,0-1 0 0 0,0 0 0 0 0,0 1 0 0 0,1-1 0 0 0,-2 0 0 0 0,1 0 0 0 0,0-1 1 0 0,0 1-1 0 0,-1 0 0 0 0,1 0 0 0 0,-1-1 0 0 0,0 1 0 0 0,0-1 0 0 0,0 1 0 0 0,0-1 0 0 0,0 0 0 0 0,0 1 0 0 0,-1-1 1 0 0,1 0-1 0 0,-1-3 0 0 0,0 4-23 0 0,-1-1 0 0 0,1 0 0 0 0,-1 0 0 0 0,0 0 0 0 0,0 0 0 0 0,0 0 0 0 0,-1 1 0 0 0,1-1 0 0 0,-1 1 0 0 0,1-1 0 0 0,-1 1 1 0 0,0-1-1 0 0,0 1 0 0 0,0 0 0 0 0,0 0 0 0 0,0 0 0 0 0,-1 0 0 0 0,1 0 0 0 0,-1 1 0 0 0,-3-3 0 0 0,0 0-30 0 0,1 1-1 0 0,-1 0 1 0 0,0 0-1 0 0,0 1 1 0 0,0 0-1 0 0,0 0 1 0 0,-1 0 0 0 0,1 1-1 0 0,0 0 1 0 0,-1 0-1 0 0,1 1 1 0 0,0-1-1 0 0,-1 1 1 0 0,1 1-1 0 0,-1-1 1 0 0,1 1 0 0 0,-1 0-1 0 0,1 1 1 0 0,0-1-1 0 0,0 1 1 0 0,0 1-1 0 0,0-1 1 0 0,-9 6-1 0 0,6-2-48 0 0,-1 0 0 0 0,1 1-1 0 0,1 0 1 0 0,-1 1 0 0 0,1 0 0 0 0,1 0-1 0 0,-1 0 1 0 0,2 1 0 0 0,-1 0-1 0 0,1 1 1 0 0,0 0 0 0 0,-8 19-1 0 0,4-1-243 0 0,1 0-1 0 0,2 0 0 0 0,1 1 0 0 0,1 0 0 0 0,1 1 0 0 0,0 40 1 0 0,4-65 211 0 0,0 0 0 0 0,0 0 1 0 0,0 0-1 0 0,0-1 1 0 0,1 1-1 0 0,0 0 0 0 0,0 0 1 0 0,0-1-1 0 0,1 1 0 0 0,-1 0 1 0 0,1-1-1 0 0,0 0 1 0 0,0 1-1 0 0,1-1 0 0 0,-1 0 1 0 0,1 0-1 0 0,0 0 1 0 0,0-1-1 0 0,1 1 0 0 0,-1-1 1 0 0,1 1-1 0 0,-1-1 0 0 0,1 0 1 0 0,0-1-1 0 0,0 1 1 0 0,0-1-1 0 0,1 1 0 0 0,-1-1 1 0 0,1-1-1 0 0,-1 1 0 0 0,1-1 1 0 0,-1 1-1 0 0,1-1 1 0 0,0 0-1 0 0,0-1 0 0 0,0 1 1 0 0,-1-1-1 0 0,1 0 1 0 0,8-1-1 0 0,23-4 412 0 0,0-2 0 0 0,0-1 0 0 0,50-19 0 0 0,-58 18-187 0 0,39-16 1190 0 0,-73 26-1651 0 0,-14 4-704 0 0,7-1-3213 0 0,4 0-558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30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 2304 0 0,'-10'28'8727'0'0,"6"-13"-7885"0"0,-8 16 1366 0 0,-11 43-1 0 0,-10 92-2001 0 0,24-117 128 0 0,-18 141-82 0 0,25-156-313 0 0,0 0 0 0 0,3 0 1 0 0,7 56-1 0 0,-7-86 30 0 0,0 1 1 0 0,0-1-1 0 0,0 1 1 0 0,0-1-1 0 0,1 0 0 0 0,-1 0 1 0 0,1 0-1 0 0,1 0 1 0 0,-1 0-1 0 0,0 0 0 0 0,1 0 1 0 0,5 6-1 0 0,-6-9 8 0 0,-1 0-1 0 0,1 0 1 0 0,-1 0 0 0 0,1 0-1 0 0,0 0 1 0 0,0-1-1 0 0,-1 1 1 0 0,1 0-1 0 0,0-1 1 0 0,0 1 0 0 0,0-1-1 0 0,-1 0 1 0 0,1 0-1 0 0,0 1 1 0 0,0-1 0 0 0,0-1-1 0 0,0 1 1 0 0,0 0-1 0 0,0 0 1 0 0,-1-1 0 0 0,1 1-1 0 0,0-1 1 0 0,0 1-1 0 0,0-1 1 0 0,-1 0 0 0 0,1 0-1 0 0,0 1 1 0 0,-1-1-1 0 0,1-1 1 0 0,-1 1 0 0 0,1 0-1 0 0,-1 0 1 0 0,2-2-1 0 0,7-6-186 0 0,0 0-1 0 0,-1-1 1 0 0,1 0-1 0 0,-2-1 1 0 0,0 0 0 0 0,0 0-1 0 0,-1 0 1 0 0,0-1-1 0 0,-1 0 1 0 0,-1-1-1 0 0,0 1 1 0 0,0-1-1 0 0,-1 0 1 0 0,-1 0-1 0 0,3-25 1 0 0,-6 21-2881 0 0,-4 1-877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30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6273 0 0,'2'1'228'0'0,"0"1"-1"0"0,0-1 1 0 0,0 0-1 0 0,0 0 1 0 0,0 0-1 0 0,1 0 1 0 0,-1 0-1 0 0,0 0 1 0 0,1 0-1 0 0,-1-1 1 0 0,0 1 0 0 0,1-1-1 0 0,-1 0 1 0 0,1 0-1 0 0,-1 0 1 0 0,4 0-1 0 0,44-8 2495 0 0,-32 5-2361 0 0,83-22 2583 0 0,-77 18-2709 0 0,1 0 1 0 0,1 1 0 0 0,38-3-1 0 0,-54 8-341 0 0,-1 0 0 0 0,1-1 0 0 0,-1-1 0 0 0,1 0 1 0 0,-1 0-1 0 0,0 0 0 0 0,0-1 0 0 0,0-1 0 0 0,-1 0 0 0 0,15-10 0 0 0,-20 14-629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31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72 3225 0 0,'12'-5'863'0'0,"-11"-3"8927"0"0,-12 6-9722 0 0,-2-1 159 0 0,0 0 1 0 0,-1 1 0 0 0,1 0-1 0 0,-1 1 1 0 0,-16 2-1 0 0,26-1-184 0 0,0 0-1 0 0,0 1 1 0 0,0 0-1 0 0,0 0 1 0 0,0 0-1 0 0,0 1 1 0 0,1-1-1 0 0,-1 1 1 0 0,0 0-1 0 0,1 0 1 0 0,0 0-1 0 0,-1 0 1 0 0,1 1-1 0 0,0 0 1 0 0,0-1-1 0 0,0 1 1 0 0,1 0-1 0 0,-1 0 1 0 0,1 0-1 0 0,-1 1 1 0 0,1-1-1 0 0,0 1 1 0 0,-2 5-1 0 0,-4 9-40 0 0,1 1-1 0 0,1 0 0 0 0,1 0 0 0 0,-4 24 0 0 0,7-31-5 0 0,1 1 1 0 0,0 0 0 0 0,1-1-1 0 0,0 1 1 0 0,1 0 0 0 0,0-1-1 0 0,6 22 1 0 0,-7-33-3 0 0,1 1-1 0 0,-1-1 1 0 0,0 1-1 0 0,1-1 1 0 0,-1 1-1 0 0,1-1 1 0 0,0 0-1 0 0,-1 0 1 0 0,1 1-1 0 0,0-1 1 0 0,0 0-1 0 0,0 0 1 0 0,0 0 0 0 0,0 0-1 0 0,0 0 1 0 0,0 0-1 0 0,0 0 1 0 0,0 0-1 0 0,0 0 1 0 0,1 0-1 0 0,-1-1 1 0 0,3 2-1 0 0,-2-2-3 0 0,0 1-1 0 0,0-1 1 0 0,0 0-1 0 0,0 0 1 0 0,0-1-1 0 0,0 1 1 0 0,0 0-1 0 0,-1-1 1 0 0,1 1-1 0 0,0-1 1 0 0,0 0-1 0 0,0 1 1 0 0,0-1-1 0 0,2-2 1 0 0,6-4 45 0 0,0 0 1 0 0,-1 0-1 0 0,-1-1 0 0 0,11-11 1 0 0,-4 3-17 0 0,1 0-61 0 0,19-25 0 0 0,-31 36 46 0 0,-1-1 0 0 0,1 1 0 0 0,-1 0 0 0 0,0-1 0 0 0,-1 0 0 0 0,1 0 0 0 0,-1 0 0 0 0,-1 0-1 0 0,3-11 1 0 0,-4 17-3 0 0,0-1 0 0 0,0 1 0 0 0,0 0 0 0 0,0-1 0 0 0,0 1 0 0 0,-1 0-1 0 0,1-1 1 0 0,0 1 0 0 0,0 0 0 0 0,1-1 0 0 0,-1 1 0 0 0,0-1-1 0 0,0 1 1 0 0,0 0 0 0 0,0-1 0 0 0,0 1 0 0 0,0 0 0 0 0,0-1 0 0 0,0 1-1 0 0,1 0 1 0 0,-1-1 0 0 0,0 1 0 0 0,0 0 0 0 0,0-1 0 0 0,1 1-1 0 0,-1 0 1 0 0,0 0 0 0 0,1-1 0 0 0,-1 1 0 0 0,0 0 0 0 0,0 0 0 0 0,1 0-1 0 0,-1-1 1 0 0,0 1 0 0 0,1 0 0 0 0,-1 0 0 0 0,1 0 0 0 0,-1 0-9 0 0,1 1 0 0 0,-1-1 0 0 0,1 1 1 0 0,-1 0-1 0 0,0-1 0 0 0,1 1 1 0 0,-1-1-1 0 0,0 1 0 0 0,1 0 0 0 0,-1-1 1 0 0,0 1-1 0 0,0 0 0 0 0,0-1 0 0 0,0 1 1 0 0,0 0-1 0 0,0 0 0 0 0,0-1 0 0 0,0 2 1 0 0,0-1 108 0 0,1 3-1 0 0,3 18-26 0 0,-2-9-98 0 0,0 1 0 0 0,2-1 1 0 0,7 25-1 0 0,-10-37-18 0 0,0 0 1 0 0,0 1-1 0 0,0-1 0 0 0,0 1 1 0 0,0-1-1 0 0,0 0 1 0 0,0 0-1 0 0,0 1 1 0 0,0-1-1 0 0,1 0 0 0 0,-1 0 1 0 0,0 0-1 0 0,1 0 1 0 0,-1-1-1 0 0,1 1 1 0 0,-1 0-1 0 0,1 0 0 0 0,-1-1 1 0 0,1 1-1 0 0,0-1 1 0 0,-1 0-1 0 0,1 1 1 0 0,0-1-1 0 0,-1 0 0 0 0,1 0 1 0 0,0 0-1 0 0,-1 0 1 0 0,1 0-1 0 0,0-1 0 0 0,1 1 1 0 0,0-1-195 0 0,-1 0 0 0 0,1 1 0 0 0,-1-1 1 0 0,0 0-1 0 0,1-1 0 0 0,-1 1 0 0 0,0 0 0 0 0,0-1 1 0 0,1 1-1 0 0,-1-1 0 0 0,0 1 0 0 0,0-1 0 0 0,-1 0 1 0 0,1 0-1 0 0,0 0 0 0 0,-1 0 0 0 0,1 0 0 0 0,1-4 1 0 0,3-9-1556 0 0,0-1 0 0 0,-1 0 0 0 0,5-28 1 0 0,2-51 2642 0 0,-10 87 958 0 0,0 8-417 0 0,4 15 382 0 0,2 29-541 0 0,-1 12 651 0 0,-5-48-1708 0 0,-1-1 1 0 0,1 1 0 0 0,-1-1-1 0 0,0 1 1 0 0,-1-1 0 0 0,0 1-1 0 0,0 0 1 0 0,-1-1 0 0 0,0 1-1 0 0,0-1 1 0 0,-1 1-1 0 0,-3 9 1 0 0,5-17-162 0 0,0 0 0 0 0,0 0-1 0 0,0 1 1 0 0,0-1 0 0 0,0 0 0 0 0,0 0-1 0 0,0 0 1 0 0,0 0 0 0 0,0 1 0 0 0,0-1-1 0 0,0 0 1 0 0,0 0 0 0 0,0 0 0 0 0,0 0 0 0 0,0 1-1 0 0,0-1 1 0 0,0 0 0 0 0,0 0 0 0 0,0 0-1 0 0,-1 0 1 0 0,1 0 0 0 0,0 0 0 0 0,0 1-1 0 0,0-1 1 0 0,0 0 0 0 0,0 0 0 0 0,-1 0-1 0 0,1 0 1 0 0,0 0 0 0 0,0 0 0 0 0,0 0-1 0 0,0 0 1 0 0,-1 0 0 0 0,1 0 0 0 0,0 0-1 0 0,0 0 1 0 0,0 1 0 0 0,0-1 0 0 0,-1 0 0 0 0,1 0-1 0 0,0 0 1 0 0,0-1 0 0 0,0 1 0 0 0,0 0-1 0 0,-1 0 1 0 0,1 0 0 0 0,0 0 0 0 0,0 0-1 0 0,-2-16 1710 0 0,3 9-1690 0 0,-1-4 97 0 0,0 1 0 0 0,1 0 0 0 0,1 0 0 0 0,0 0 0 0 0,4-12 0 0 0,-5 20-126 0 0,0 0-1 0 0,0-1 1 0 0,0 1 0 0 0,0 0 0 0 0,0 0-1 0 0,1 0 1 0 0,-1 0 0 0 0,1 0 0 0 0,-1 0-1 0 0,1 0 1 0 0,0 1 0 0 0,0-1-1 0 0,-1 0 1 0 0,1 1 0 0 0,1 0 0 0 0,-1-1-1 0 0,0 1 1 0 0,0 0 0 0 0,0 0 0 0 0,1 0-1 0 0,-1 0 1 0 0,0 1 0 0 0,1-1 0 0 0,-1 1-1 0 0,1-1 1 0 0,-1 1 0 0 0,1 0-1 0 0,2 0 1 0 0,2-1-300 0 0,0 0-1 0 0,0-1 1 0 0,0 0-1 0 0,0 0 1 0 0,0 0-1 0 0,-1-1 1 0 0,1 0-1 0 0,-1-1 0 0 0,0 1 1 0 0,1-1-1 0 0,-2 0 1 0 0,10-8-1 0 0,-7 6 102 0 0,0 0 1 0 0,1 0-1 0 0,0 1 0 0 0,0 0 0 0 0,15-6 0 0 0,-16 9 66 0 0,-1 1 0 0 0,1 0 0 0 0,0 1 0 0 0,-1-1 0 0 0,1 1 0 0 0,8 1 0 0 0,-10 0 113 0 0,1 0 0 0 0,-1-1 0 0 0,0 0 0 0 0,0 0-1 0 0,1-1 1 0 0,-1 0 0 0 0,0 0 0 0 0,0 0 0 0 0,0-1 0 0 0,6-2 0 0 0,-11 4 85 0 0,-1-1 0 0 0,1 1 0 0 0,-1-1 0 0 0,1 1 0 0 0,-1-1 0 0 0,1 1 0 0 0,-1-1 0 0 0,0 1 0 0 0,1-1 0 0 0,-1 0 0 0 0,0 1 0 0 0,1-1 0 0 0,-1 0 0 0 0,0 1 0 0 0,0-1 0 0 0,1 0 0 0 0,-1 1 0 0 0,0-1 0 0 0,0 0 0 0 0,0 1 0 0 0,0-1 0 0 0,0 0 0 0 0,0 1 0 0 0,0-1 0 0 0,0 0 0 0 0,0 1 0 0 0,-1-1 0 0 0,1 0 0 0 0,0 1 0 0 0,0-1 0 0 0,0 0 0 0 0,-1 1 0 0 0,1-1 0 0 0,0 1 0 0 0,-1-1 1 0 0,1 0-1 0 0,-1 1 0 0 0,0-2 0 0 0,-22-29 1462 0 0,13 18-583 0 0,9 13-926 0 0,1 0 0 0 0,0-1 1 0 0,-1 1-1 0 0,1-1 1 0 0,0 1-1 0 0,-1 0 0 0 0,1-1 1 0 0,-1 1-1 0 0,1 0 1 0 0,-1-1-1 0 0,1 1 0 0 0,0 0 1 0 0,-1 0-1 0 0,1-1 0 0 0,-1 1 1 0 0,0 0-1 0 0,1 0 1 0 0,-1 0-1 0 0,1 0 0 0 0,-1 0 1 0 0,1 0-1 0 0,-1 0 0 0 0,1 0 1 0 0,-1 0-1 0 0,1 0 1 0 0,-1 0-1 0 0,1 0 0 0 0,-2 0 1 0 0,-16 11 143 0 0,-12 19-203 0 0,21-19 35 0 0,1 0 0 0 0,0 0 0 0 0,0 1 0 0 0,2 0 0 0 0,-1 0 0 0 0,1 0 0 0 0,1 1 0 0 0,-4 15 0 0 0,4-13-16 0 0,-2 10-41 0 0,-6 34-1 0 0,12-52 47 0 0,1-1-1 0 0,-1 1 1 0 0,1-1 0 0 0,0 1-1 0 0,0-1 1 0 0,1 1-1 0 0,0-1 1 0 0,0 1 0 0 0,1-1-1 0 0,3 11 1 0 0,-4-15 4 0 0,0-1 0 0 0,-1 0 0 0 0,1 0 0 0 0,0 1 0 0 0,-1-1 0 0 0,1 0 0 0 0,0 0 0 0 0,0 0 0 0 0,0 0 0 0 0,0 0 0 0 0,0 0 0 0 0,0 0 0 0 0,1 0 0 0 0,-1-1-1 0 0,0 1 1 0 0,0 0 0 0 0,0-1 0 0 0,1 1 0 0 0,-1-1 0 0 0,0 1 0 0 0,1-1 0 0 0,1 1 0 0 0,0-1-2 0 0,-1 0-1 0 0,1 0 1 0 0,0 0-1 0 0,0-1 1 0 0,0 1-1 0 0,0-1 1 0 0,-1 1-1 0 0,1-1 1 0 0,0 0-1 0 0,3-2 1 0 0,6-3-5 0 0,-1 0-1 0 0,0-1 1 0 0,17-14 0 0 0,-25 18 17 0 0,15-11-7 0 0,0-1 0 0 0,-1-1-1 0 0,0-1 1 0 0,20-26 0 0 0,-33 37 32 0 0,0 1 0 0 0,-1-1 0 0 0,1 0 0 0 0,-1 0 0 0 0,0 0 0 0 0,0 0 0 0 0,-1-1 0 0 0,0 1 0 0 0,0-1 1 0 0,0 0-1 0 0,-1 1 0 0 0,0-1 0 0 0,0 0 0 0 0,-1 0 0 0 0,0 0 0 0 0,0 1 0 0 0,-1-1 0 0 0,0 0 0 0 0,-2-11 0 0 0,-1 4 172 0 0,4 12-143 0 0,0-1 0 0 0,-1 0 0 0 0,0 0 0 0 0,1 1 0 0 0,-1-1 0 0 0,0 0 0 0 0,0 1 0 0 0,-1-1-1 0 0,1 1 1 0 0,0-1 0 0 0,-1 1 0 0 0,-3-4 0 0 0,5 6-42 0 0,-1 0 1 0 0,1 0-1 0 0,-1-1 1 0 0,1 1-1 0 0,-1 0 0 0 0,1 0 1 0 0,-1 0-1 0 0,1 0 0 0 0,-1 0 1 0 0,0 0-1 0 0,1 0 1 0 0,-1 0-1 0 0,1 0 0 0 0,-1 0 1 0 0,1 0-1 0 0,-1 0 1 0 0,1 0-1 0 0,-1 1 0 0 0,1-1 1 0 0,-1 0-1 0 0,1 0 0 0 0,-1 1 1 0 0,1-1-1 0 0,-1 0 1 0 0,1 0-1 0 0,-1 1 0 0 0,1-1 1 0 0,-1 1-1 0 0,1-1 0 0 0,0 0 1 0 0,-1 1-1 0 0,1-1 1 0 0,0 1-1 0 0,-1-1 0 0 0,1 1 1 0 0,0-1-1 0 0,-1 1 0 0 0,1-1 1 0 0,0 1-1 0 0,0-1 1 0 0,0 1-1 0 0,0 0 0 0 0,-8 25 28 0 0,8-15-55 0 0,1-1 0 0 0,0 1 0 0 0,1 0 1 0 0,0-1-1 0 0,5 13 0 0 0,-1-1-29 0 0,14 61-101 0 0,34 146-1244 0 0,-50-212 1210 0 0,-1 1-1 0 0,-1 0 1 0 0,0 0 0 0 0,-1 19-1 0 0,-1-32 177 0 0,-1-1-1 0 0,1 1 1 0 0,-1 0-1 0 0,0-1 0 0 0,0 1 1 0 0,0 0-1 0 0,-1-1 1 0 0,0 1-1 0 0,0-1 0 0 0,0 0 1 0 0,0 0-1 0 0,-1 0 1 0 0,1 0-1 0 0,-1 0 0 0 0,0 0 1 0 0,0-1-1 0 0,-1 1 1 0 0,1-1-1 0 0,-8 6 0 0 0,-14 7 141 0 0,1 0 0 0 0,-32 13-1 0 0,49-26-148 0 0,-1 0-1 0 0,1 0 1 0 0,-1-1-1 0 0,1 0 0 0 0,-1 0 1 0 0,0-1-1 0 0,0 0 1 0 0,0 0-1 0 0,0-1 1 0 0,0 0-1 0 0,0 0 1 0 0,-16-3-1 0 0,23 2-63 0 0,-1 1 0 0 0,0-1 0 0 0,0 0-1 0 0,0 0 1 0 0,1 0 0 0 0,-1 1 0 0 0,0-2 0 0 0,1 1 0 0 0,-1 0 0 0 0,1 0-1 0 0,-1 0 1 0 0,1-1 0 0 0,0 1 0 0 0,-1-1 0 0 0,1 1 0 0 0,0-1 0 0 0,0 1-1 0 0,0-1 1 0 0,0 0 0 0 0,0 1 0 0 0,0-1 0 0 0,1 0 0 0 0,-1 0 0 0 0,1 0-1 0 0,-1 0 1 0 0,1 0 0 0 0,0 1 0 0 0,-1-1 0 0 0,1 0 0 0 0,0 0 0 0 0,0 0-1 0 0,1 0 1 0 0,-1 0 0 0 0,0 0 0 0 0,0 0 0 0 0,1 0 0 0 0,0 0 0 0 0,1-3-1 0 0,5-11-1475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32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0 357 6913 0 0,'4'-2'528'0'0,"-1"0"-1"0"0,1 0 1 0 0,-1 0-1 0 0,1 0 0 0 0,-1 0 1 0 0,1 1-1 0 0,0-1 0 0 0,5 0 1 0 0,14-6 1088 0 0,-8-1-1055 0 0,0 0-1 0 0,-1-1 1 0 0,-1 0-1 0 0,1-1 1 0 0,-2 0-1 0 0,18-21 1 0 0,-28 30-529 0 0,-1 1 1 0 0,1 0-1 0 0,-1-1 1 0 0,0 0-1 0 0,1 1 1 0 0,-1-1 0 0 0,0 0-1 0 0,0 0 1 0 0,0 1-1 0 0,0-1 1 0 0,0 0-1 0 0,-1 0 1 0 0,1 0-1 0 0,-1 0 1 0 0,1 0-1 0 0,-1 0 1 0 0,0 0 0 0 0,1 0-1 0 0,-1 0 1 0 0,0 0-1 0 0,0 0 1 0 0,-1-1-1 0 0,1 1 1 0 0,0 0-1 0 0,-1 0 1 0 0,1 0-1 0 0,-1 0 1 0 0,0 0 0 0 0,1 1-1 0 0,-1-1 1 0 0,0 0-1 0 0,0 0 1 0 0,0 0-1 0 0,-1 1 1 0 0,1-1-1 0 0,-2-1 1 0 0,0 0 28 0 0,0 0 0 0 0,0 0-1 0 0,0 0 1 0 0,-1 0 0 0 0,1 1 0 0 0,-1-1 0 0 0,1 1 0 0 0,-1 0 0 0 0,0 0-1 0 0,0 1 1 0 0,0-1 0 0 0,0 1 0 0 0,0 0 0 0 0,-1 0 0 0 0,1 0-1 0 0,0 1 1 0 0,0-1 0 0 0,-5 1 0 0 0,6 0-49 0 0,0 1 1 0 0,0-1-1 0 0,0 1 0 0 0,0-1 1 0 0,0 1-1 0 0,0 0 0 0 0,1 0 0 0 0,-1 1 1 0 0,0-1-1 0 0,1 0 0 0 0,-1 1 1 0 0,1 0-1 0 0,-1 0 0 0 0,1-1 1 0 0,0 1-1 0 0,0 0 0 0 0,0 1 0 0 0,0-1 1 0 0,0 0-1 0 0,0 1 0 0 0,0-1 1 0 0,1 1-1 0 0,-1-1 0 0 0,1 1 1 0 0,0 0-1 0 0,-2 5 0 0 0,0 8-87 0 0,0 0-1 0 0,0 0 0 0 0,2 0 1 0 0,0 0-1 0 0,1 0 0 0 0,0 1 1 0 0,1-1-1 0 0,1 0 0 0 0,1 0 1 0 0,7 24-1 0 0,-9-36 27 0 0,0-1 0 0 0,0 1 0 0 0,0 0-1 0 0,1-1 1 0 0,0 1 0 0 0,0-1 0 0 0,0 0 0 0 0,0 1 0 0 0,0-1 0 0 0,1 0-1 0 0,-1 0 1 0 0,1-1 0 0 0,0 1 0 0 0,0 0 0 0 0,0-1 0 0 0,0 0 0 0 0,0 0-1 0 0,0 0 1 0 0,5 2 0 0 0,-3-2 3 0 0,-1-1 1 0 0,0 0-1 0 0,1 0 0 0 0,0-1 0 0 0,-1 0 1 0 0,1 1-1 0 0,-1-2 0 0 0,1 1 1 0 0,-1 0-1 0 0,1-1 0 0 0,-1 0 0 0 0,1 0 1 0 0,-1 0-1 0 0,1 0 0 0 0,-1-1 0 0 0,4-2 1 0 0,4-2-11 0 0,0 0-1 0 0,-1-1 1 0 0,1-1 0 0 0,-2 0 0 0 0,15-12 0 0 0,45-53-251 0 0,-59 61 319 0 0,5-7 37 0 0,0-2 1 0 0,-2 0-1 0 0,0-1 1 0 0,-2 0 0 0 0,0-1-1 0 0,-2-1 1 0 0,0 1-1 0 0,-2-2 1 0 0,8-29 0 0 0,-15 49 62 0 0,0 1 1 0 0,0-1 0 0 0,1 1 0 0 0,0 0 0 0 0,0-1 0 0 0,0 1-1 0 0,0 0 1 0 0,1 0 0 0 0,5-6 0 0 0,-11 16 148 0 0,0 0 0 0 0,1-1 0 0 0,-1 1 0 0 0,2 0 0 0 0,-1 0 0 0 0,-1 10 0 0 0,1-7-160 0 0,-6 21-6 0 0,-14 29 0 0 0,12-33-190 0 0,1 1 0 0 0,-5 28 0 0 0,12-47 50 0 0,1 0-1 0 0,0 1 1 0 0,0-1-1 0 0,1 1 1 0 0,0-1-1 0 0,1 1 0 0 0,0-1 1 0 0,0 1-1 0 0,1-1 1 0 0,0 0-1 0 0,3 9 1 0 0,-3-13 15 0 0,0-1 0 0 0,0 1 0 0 0,0 0 0 0 0,0-1-1 0 0,1 1 1 0 0,0-1 0 0 0,-1 0 0 0 0,1 0 0 0 0,0 0 0 0 0,1 0 0 0 0,-1 0 0 0 0,0-1 0 0 0,1 1 0 0 0,0-1 0 0 0,-1 0 0 0 0,1 0-1 0 0,0-1 1 0 0,0 1 0 0 0,0-1 0 0 0,6 2 0 0 0,-7-3 6 0 0,-1 1-1 0 0,1-1 1 0 0,0 0-1 0 0,-1 1 1 0 0,1-1 0 0 0,0-1-1 0 0,-1 1 1 0 0,1 0-1 0 0,0-1 1 0 0,-1 1-1 0 0,1-1 1 0 0,-1 0 0 0 0,1 0-1 0 0,-1 0 1 0 0,1 0-1 0 0,-1 0 1 0 0,0 0 0 0 0,1-1-1 0 0,-1 1 1 0 0,0-1-1 0 0,0 0 1 0 0,0 0-1 0 0,0 1 1 0 0,0-1 0 0 0,-1 0-1 0 0,1-1 1 0 0,0 1-1 0 0,-1 0 1 0 0,0 0-1 0 0,1-1 1 0 0,-1 1 0 0 0,1-4-1 0 0,-1 3-16 0 0,-1 0 1 0 0,0 1-1 0 0,1-1 0 0 0,-1 1 0 0 0,0-1 0 0 0,0 1 1 0 0,-1-1-1 0 0,1 0 0 0 0,0 1 0 0 0,-1-1 0 0 0,0 1 0 0 0,1-1 1 0 0,-1 1-1 0 0,-2-4 0 0 0,-20-37-425 0 0,14 27 319 0 0,6 10 59 0 0,0 1 1 0 0,0 0 0 0 0,0-1 0 0 0,-1 1 0 0 0,0 1-1 0 0,0-1 1 0 0,0 1 0 0 0,-1-1 0 0 0,1 1 0 0 0,-1 1-1 0 0,0-1 1 0 0,0 1 0 0 0,0-1 0 0 0,-1 1 0 0 0,1 1-1 0 0,-1-1 1 0 0,0 1 0 0 0,0 0 0 0 0,0 1-1 0 0,0-1 1 0 0,0 1 0 0 0,-11-1 0 0 0,9 1-193 0 0,-1 1 0 0 0,1 0 0 0 0,-1 0-1 0 0,-13 2 1 0 0,20-2 271 0 0,-1 1 0 0 0,1-1 0 0 0,0 1 0 0 0,-1 0 0 0 0,1-1-1 0 0,0 1 1 0 0,0 0 0 0 0,0 0 0 0 0,0 1 0 0 0,0-1 0 0 0,0 0 0 0 0,0 1 0 0 0,0-1-1 0 0,0 1 1 0 0,1-1 0 0 0,-1 1 0 0 0,0 0 0 0 0,1 0 0 0 0,0 0 0 0 0,-3 4 0 0 0,4-6 16 0 0,0 0 1 0 0,0 0 0 0 0,-1 1 0 0 0,1-1 0 0 0,0 0 0 0 0,0 0 0 0 0,0 1-1 0 0,0-1 1 0 0,0 0 0 0 0,0 1 0 0 0,0-1 0 0 0,0 0 0 0 0,0 1 0 0 0,0-1-1 0 0,0 0 1 0 0,0 0 0 0 0,0 1 0 0 0,0-1 0 0 0,0 0 0 0 0,0 1 0 0 0,0-1-1 0 0,0 0 1 0 0,0 1 0 0 0,0-1 0 0 0,0 0 0 0 0,1 0 0 0 0,-1 1 0 0 0,0-1 0 0 0,0 0-1 0 0,0 0 1 0 0,0 1 0 0 0,1-1 0 0 0,-1 0 0 0 0,0 0 0 0 0,0 1 0 0 0,1-1-1 0 0,-1 0 1 0 0,0 0 0 0 0,1 0 0 0 0,15 1 759 0 0,15-9 733 0 0,64-40 585 0 0,-67 32-1537 0 0,1 2 0 0 0,35-13 0 0 0,-60 26-472 0 0,0-1 0 0 0,1 1 1 0 0,-1 1-1 0 0,0-1 0 0 0,0 1 0 0 0,1 0 0 0 0,-1 0 0 0 0,1 0 0 0 0,-1 0 1 0 0,7 2-1 0 0,-11-2-73 0 0,0 0 1 0 0,0 0 0 0 0,0 0 0 0 0,0 0-1 0 0,1 0 1 0 0,-1 0 0 0 0,0 0 0 0 0,0 0-1 0 0,0 1 1 0 0,0-1 0 0 0,0 0 0 0 0,0 0-1 0 0,0 0 1 0 0,1 0 0 0 0,-1 0 0 0 0,0 0-1 0 0,0 0 1 0 0,0 0 0 0 0,0 1 0 0 0,0-1-1 0 0,0 0 1 0 0,0 0 0 0 0,0 0 0 0 0,0 0-1 0 0,0 0 1 0 0,0 1 0 0 0,0-1 0 0 0,0 0-1 0 0,0 0 1 0 0,0 0 0 0 0,0 0 0 0 0,0 0-1 0 0,0 1 1 0 0,0-1 0 0 0,0 0 0 0 0,0 0-1 0 0,0 0 1 0 0,0 0 0 0 0,0 0 0 0 0,0 0-1 0 0,0 1 1 0 0,0-1 0 0 0,0 0 0 0 0,0 0-1 0 0,0 0 1 0 0,0 0 0 0 0,-1 0 0 0 0,1 0-1 0 0,0 0 1 0 0,0 1 0 0 0,-9 7 236 0 0,-3-4-1156 0 0,12-4 832 0 0,0 0 0 0 0,-1 0 0 0 0,1 0-1 0 0,0 0 1 0 0,0 0 0 0 0,-1 0 0 0 0,1 0 0 0 0,0 0 0 0 0,0 0 0 0 0,-1 0 0 0 0,1 0 0 0 0,0-1 0 0 0,0 1 0 0 0,0 0 0 0 0,-1 0 0 0 0,1 0 0 0 0,0 0 0 0 0,0-1 0 0 0,0 1 0 0 0,0 0 0 0 0,-1 0 0 0 0,1 0 0 0 0,0-1 0 0 0,0 1 0 0 0,0 0 0 0 0,0 0 0 0 0,0-1 0 0 0,0 1 0 0 0,0 0 0 0 0,0 0 0 0 0,-1 0 0 0 0,1-1 0 0 0,0 1 0 0 0,0 0 0 0 0,0 0 0 0 0,0-1 0 0 0,0 1 0 0 0,1-1 0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34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1 140 4145 0 0,'14'3'6789'0'0,"16"3"-4539"0"0,-8-4-1597 0 0,-1-1-1 0 0,1-1 0 0 0,0 0 1 0 0,-1-2-1 0 0,35-7 1 0 0,26-1 53 0 0,89-14 132 0 0,-128 15-739 0 0,1 3 0 0 0,0 1 0 0 0,0 2 0 0 0,70 4-1 0 0,-14 9-45 0 0,1-5 0 0 0,0-4 0 0 0,0-4 0 0 0,160-26-1 0 0,-150 14 387 0 0,139 0 0 0 0,-89 7 32 0 0,14 0-103 0 0,57-5-196 0 0,-131 4 143 0 0,-197 15-1082 0 0,49-6-1698 0 0,24-1 1032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35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67 1376 0 0,'-8'-7'7671'0'0,"-7"-11"-4683"0"0,14 16-2771 0 0,-1-1 1 0 0,1 0 0 0 0,0 1 0 0 0,-1 0 0 0 0,1-1 0 0 0,-1 1 0 0 0,0 0 0 0 0,0 0 0 0 0,0 0 0 0 0,0 0 0 0 0,0 0 0 0 0,0 0-1 0 0,-1 1 1 0 0,1-1 0 0 0,0 1 0 0 0,-1-1 0 0 0,1 1 0 0 0,-1 0 0 0 0,0 0 0 0 0,1 0 0 0 0,-1 0 0 0 0,-5 0 0 0 0,4 1-148 0 0,0 0 1 0 0,0 1 0 0 0,0-1 0 0 0,1 1 0 0 0,-1 0 0 0 0,0 0 0 0 0,0 1 0 0 0,1-1 0 0 0,-1 1 0 0 0,1-1-1 0 0,-1 1 1 0 0,1 0 0 0 0,0 1 0 0 0,0-1 0 0 0,0 1 0 0 0,-4 3 0 0 0,-4 5-48 0 0,1 0 1 0 0,0 1 0 0 0,0 0-1 0 0,2 1 1 0 0,-1 0-1 0 0,1 0 1 0 0,1 0-1 0 0,-7 21 1 0 0,10-24-28 0 0,0 1 1 0 0,1 0 0 0 0,1 0-1 0 0,-1 0 1 0 0,2 0 0 0 0,0 0-1 0 0,0 0 1 0 0,1 0-1 0 0,0 1 1 0 0,1-1 0 0 0,0 0-1 0 0,3 13 1 0 0,-3-22-27 0 0,0 1 0 0 0,-1-1 0 0 0,1 0 1 0 0,0 1-1 0 0,0-1 0 0 0,0 0 0 0 0,0 0 0 0 0,1 1 0 0 0,-1-1 0 0 0,1 0 1 0 0,-1 0-1 0 0,1 0 0 0 0,0-1 0 0 0,0 1 0 0 0,-1 0 0 0 0,1-1 0 0 0,0 1 1 0 0,1-1-1 0 0,3 3 0 0 0,-3-3-37 0 0,1 0 1 0 0,-1 0-1 0 0,1-1 1 0 0,-1 1-1 0 0,1-1 1 0 0,-1 0-1 0 0,0 0 1 0 0,1 0-1 0 0,-1 0 1 0 0,1-1-1 0 0,-1 1 1 0 0,7-3-1 0 0,0 0-165 0 0,-1-1 0 0 0,0 0-1 0 0,0 0 1 0 0,0-1 0 0 0,0 0-1 0 0,-1-1 1 0 0,1 0 0 0 0,-2 0-1 0 0,9-8 1 0 0,21-26-1158 0 0,111-106-2053 0 0,-144 142 3409 0 0,0 0 28 0 0,-1 0 1 0 0,1 1-1 0 0,0 0 0 0 0,0 0 0 0 0,0 0 1 0 0,1 0-1 0 0,-1 1 0 0 0,1 0 1 0 0,-1 0-1 0 0,1 0 0 0 0,0 0 1 0 0,5-1-1 0 0,-10 4 27 0 0,1-1 0 0 0,-1 1 0 0 0,0-1 0 0 0,1 0 0 0 0,-1 1 0 0 0,0-1 0 0 0,1 1 0 0 0,-1-1 0 0 0,0 1 0 0 0,0-1 0 0 0,1 1 0 0 0,-1-1 0 0 0,0 1 0 0 0,0 0 0 0 0,0-1 0 0 0,0 1 0 0 0,0-1 0 0 0,0 1 0 0 0,0-1 0 0 0,0 1 0 0 0,0 0 0 0 0,0-1 0 0 0,0 1 0 0 0,0-1 0 0 0,0 1 0 0 0,0-1 0 0 0,0 1 0 0 0,-1 0 0 0 0,1-1 0 0 0,-1 1 0 0 0,-4 21 476 0 0,-6 4 40 0 0,6-14-366 0 0,0 0 0 0 0,0 1 1 0 0,1-1-1 0 0,1 1 1 0 0,0 0-1 0 0,-1 15 1 0 0,4-27-143 0 0,0 0-1 0 0,0 0 1 0 0,0-1 0 0 0,0 1 0 0 0,0 0 0 0 0,0 0 0 0 0,1 0-1 0 0,-1 0 1 0 0,0 0 0 0 0,0-1 0 0 0,1 1 0 0 0,-1 0 0 0 0,0 0 0 0 0,1 0-1 0 0,-1-1 1 0 0,1 1 0 0 0,-1 0 0 0 0,1 0 0 0 0,-1-1 0 0 0,1 1 0 0 0,-1-1-1 0 0,1 1 1 0 0,0 0 0 0 0,-1-1 0 0 0,1 1 0 0 0,0-1 0 0 0,1 1-1 0 0,0 0 47 0 0,0-1-1 0 0,0 1 0 0 0,0-1 0 0 0,0 0 1 0 0,0 0-1 0 0,0 0 0 0 0,1 0 0 0 0,-1 0 1 0 0,0-1-1 0 0,0 1 0 0 0,3-2 0 0 0,5-1 274 0 0,0-1-1 0 0,0 0 1 0 0,12-7-1 0 0,-3 0 129 0 0,19-10 307 0 0,38-28 0 0 0,-73 48-759 0 0,-1-1 0 0 0,0 1 0 0 0,0-1 0 0 0,-1 0 0 0 0,1 1 0 0 0,0-1 0 0 0,-1 0 0 0 0,1 0 0 0 0,-1 0 0 0 0,1 0 0 0 0,-1-1 0 0 0,0 1-1 0 0,0 0 1 0 0,0 0 0 0 0,0-1 0 0 0,-1 1 0 0 0,1-1 0 0 0,0 1 0 0 0,-1-1 0 0 0,0 1 0 0 0,0-1 0 0 0,1 1 0 0 0,-2-5 0 0 0,1 5 3 0 0,-1-1 0 0 0,0 0 0 0 0,0 1 0 0 0,0-1 0 0 0,-1 1-1 0 0,1 0 1 0 0,0-1 0 0 0,-1 1 0 0 0,0 0 0 0 0,1 0 0 0 0,-1 0 0 0 0,0 0 0 0 0,0 0 0 0 0,0 0 0 0 0,-1 0 0 0 0,1 1-1 0 0,0-1 1 0 0,-1 1 0 0 0,1-1 0 0 0,0 1 0 0 0,-6-2 0 0 0,3 2-101 0 0,-1 0-1 0 0,1 0 1 0 0,-1 0 0 0 0,0 1-1 0 0,1-1 1 0 0,-1 1 0 0 0,0 0 0 0 0,1 1-1 0 0,-1 0 1 0 0,0 0 0 0 0,1 0-1 0 0,-1 0 1 0 0,1 1 0 0 0,-1 0-1 0 0,1 0 1 0 0,0 1 0 0 0,-8 4-1 0 0,12-7-23 0 0,1 1-1 0 0,0-1 0 0 0,-1 0 0 0 0,1 0 0 0 0,0 1 0 0 0,-1-1 0 0 0,1 0 0 0 0,0 1 0 0 0,0-1 1 0 0,-1 1-1 0 0,1-1 0 0 0,0 0 0 0 0,0 1 0 0 0,0-1 0 0 0,0 1 0 0 0,-1-1 0 0 0,1 0 1 0 0,0 1-1 0 0,0-1 0 0 0,0 1 0 0 0,0-1 0 0 0,0 1 0 0 0,0-1 0 0 0,0 0 0 0 0,0 1 0 0 0,0-1 1 0 0,0 1-1 0 0,0-1 0 0 0,1 1 0 0 0,-1-1 0 0 0,0 0 0 0 0,0 1 0 0 0,1 0 0 0 0,1 3-1090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35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1840 0 0,'2'3'615'0'0,"-1"-1"0"0"0,1 1-1 0 0,0-1 1 0 0,-1 1-1 0 0,0 0 1 0 0,1 0 0 0 0,-1 0-1 0 0,0 0 1 0 0,1 5-1 0 0,4 31 1303 0 0,-5-29-1874 0 0,1 2 227 0 0,-1-4 12 0 0,1-1 1 0 0,-1 1-1 0 0,-1 0 0 0 0,0 0 0 0 0,0 0 0 0 0,0 0 1 0 0,-1 0-1 0 0,-2 11 0 0 0,23-67 3743 0 0,46-75-3653 0 0,-63 117-292 0 0,1 1 1 0 0,-1 0-1 0 0,1 0 0 0 0,0 0 1 0 0,1 0-1 0 0,-1 1 0 0 0,1 0 1 0 0,0 0-1 0 0,7-5 0 0 0,-10 8-26 0 0,-1 0-1 0 0,1 1 0 0 0,-1-1 0 0 0,1 0 0 0 0,-1 1 1 0 0,1-1-1 0 0,-1 1 0 0 0,1 0 0 0 0,0 0 0 0 0,-1-1 0 0 0,1 1 1 0 0,-1 0-1 0 0,1 0 0 0 0,0 0 0 0 0,-1 1 0 0 0,4 0 1 0 0,-3 0-3 0 0,0 0 0 0 0,0 0 0 0 0,-1 0 1 0 0,1 0-1 0 0,0 0 0 0 0,-1 1 1 0 0,1-1-1 0 0,-1 0 0 0 0,1 1 0 0 0,-1 0 1 0 0,0-1-1 0 0,1 1 0 0 0,-1 0 0 0 0,0-1 1 0 0,0 1-1 0 0,1 4 0 0 0,2 5 10 0 0,0 0 1 0 0,-1 1-1 0 0,-1 0 0 0 0,0-1 1 0 0,0 1-1 0 0,-1 16 0 0 0,4 23-463 0 0,-5-51 367 0 0,0 1 1 0 0,0-1-1 0 0,0 0 1 0 0,0 0-1 0 0,0 0 0 0 0,0 0 1 0 0,0 0-1 0 0,0 1 1 0 0,0-1-1 0 0,0 0 1 0 0,0 0-1 0 0,0 0 0 0 0,0 0 1 0 0,1 1-1 0 0,-1-1 1 0 0,0 0-1 0 0,0 0 0 0 0,0 0 1 0 0,0 0-1 0 0,0 0 1 0 0,0 0-1 0 0,0 1 1 0 0,0-1-1 0 0,1 0 0 0 0,-1 0 1 0 0,0 0-1 0 0,0 0 1 0 0,0 0-1 0 0,0 0 0 0 0,0 0 1 0 0,1 0-1 0 0,-1 0 1 0 0,0 0-1 0 0,0 0 1 0 0,0 0-1 0 0,0 0 0 0 0,1 0 1 0 0,-1 1-1 0 0,0-1 1 0 0,0-1-1 0 0,0 1 0 0 0,0 0 1 0 0,1 0-1 0 0,-1 0 1 0 0,0 0-1 0 0,9-7-992 0 0,11-18-2516 0 0,-15 19 666 0 0,5-6-1763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36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2304 0 0,'2'-1'1485'0'0,"-2"2"-1315"0"0,-1-1 0 0 0,1 0 0 0 0,0 0 0 0 0,0 0 0 0 0,0 0 0 0 0,0 1-1 0 0,0-1 1 0 0,0 0 0 0 0,0 0 0 0 0,0 0 0 0 0,0 1 0 0 0,0-1 0 0 0,0 0 0 0 0,0 0-1 0 0,0 1 1 0 0,0-1 0 0 0,0 0 0 0 0,0 0 0 0 0,0 0 0 0 0,0 1 0 0 0,0-1 0 0 0,0 0 0 0 0,0 0-1 0 0,0 0 1 0 0,0 1 0 0 0,0-1 0 0 0,0 0 0 0 0,0 0 0 0 0,1 0 0 0 0,-1 1 0 0 0,0-1-1 0 0,0 0 1 0 0,0 0 0 0 0,0 0 0 0 0,0 0 0 0 0,1 1 0 0 0,-1-1 0 0 0,0 0 0 0 0,0 0-1 0 0,0 0 1 0 0,0 0 0 0 0,1 0 0 0 0,-1 0 0 0 0,0 0 0 0 0,0 0 0 0 0,1 0 0 0 0,-1 0 0 0 0,0 0-1 0 0,0 0 1 0 0,0 0 0 0 0,1 1 0 0 0,-1-2 0 0 0,0 1 0 0 0,0 0 0 0 0,0 0 0 0 0,1 0-1 0 0,-1 0 1 0 0,0 0 0 0 0,0 0 0 0 0,0 0 0 0 0,1 0 0 0 0,-1 0 0 0 0,0 0 0 0 0,0 0-1 0 0,0 0 1 0 0,1-1 0 0 0,-5 14 129 0 0,-2 8-209 0 0,0-1 0 0 0,2 2 0 0 0,0-1 0 0 0,1 0 0 0 0,1 1 0 0 0,1-1 0 0 0,4 37 0 0 0,-2-47-570 0 0,1 0 0 0 0,0 0 0 0 0,1-1 1 0 0,0 1-1 0 0,8 15 0 0 0,-11-26 400 0 0,0 0 1 0 0,1 0-1 0 0,-1 1 1 0 0,0-1-1 0 0,0 0 0 0 0,1 1 1 0 0,-1-1-1 0 0,0 0 1 0 0,0 1-1 0 0,0-1 1 0 0,1 1-1 0 0,-1-1 0 0 0,0 0 1 0 0,0 1-1 0 0,0-1 1 0 0,0 1-1 0 0,0-1 1 0 0,0 0-1 0 0,0 1 0 0 0,0-1 1 0 0,0 1-1 0 0,0-1 1 0 0,0 0-1 0 0,0 1 1 0 0,0-1-1 0 0,0 1 0 0 0,0-1 1 0 0,0 0-1 0 0,0 1 1 0 0,-1-1-1 0 0,1 1 1 0 0,0-1-1 0 0,0 0 0 0 0,0 1 1 0 0,-1-1-1 0 0,1 0 1 0 0,0 1-1 0 0,-1-1 1 0 0,1 0-1 0 0,0 1 0 0 0,0-1 1 0 0,-1 0-1 0 0,1 0 1 0 0,0 0-1 0 0,-1 1 0 0 0,1-1 1 0 0,-1 0-1 0 0,1 0 1 0 0,0 0-1 0 0,-1 0 1 0 0,1 1-1 0 0,-1-1 0 0 0,1 0 1 0 0,0 0-1 0 0,-1 0 1 0 0,1 0-1 0 0,-1 0 1 0 0,1 0-1 0 0,-1 0 0 0 0,1 0 1 0 0,0 0-1 0 0,-1-1 1 0 0,-6 0-417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36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 2304 0 0,'0'0'267'0'0,"0"1"0"0"0,0-1 0 0 0,1 1 0 0 0,-1-1-1 0 0,1 1 1 0 0,-1-1 0 0 0,0 0 0 0 0,1 1-1 0 0,-1-1 1 0 0,1 0 0 0 0,-1 1 0 0 0,0-1-1 0 0,1 0 1 0 0,-1 0 0 0 0,1 1 0 0 0,-1-1 0 0 0,1 0-1 0 0,0 0 1 0 0,-1 0 0 0 0,1 0 0 0 0,-1 1-1 0 0,1-1 1 0 0,-1 0 0 0 0,1 0 0 0 0,-1 0-1 0 0,1 0 1 0 0,-1 0 0 0 0,1-1 0 0 0,-1 1 0 0 0,1 0-1 0 0,0 0 1 0 0,-1 0 0 0 0,1 0 0 0 0,0-1-1 0 0,29-5 1686 0 0,-21 4-667 0 0,4-1-382 0 0,0-1-1 0 0,17-7 1 0 0,-23 8-762 0 0,0-1-1 0 0,0 2 0 0 0,1-1 0 0 0,-1 1 1 0 0,1 0-1 0 0,0 1 0 0 0,0 0 1 0 0,-1 0-1 0 0,1 0 0 0 0,12 2 0 0 0,-16 0-303 0 0,-1 0 0 0 0,0 0 0 0 0,0 0 0 0 0,0 0 1 0 0,0 1-1 0 0,0 0 0 0 0,0-1 0 0 0,0 1 0 0 0,0 0 0 0 0,-1 1 0 0 0,1-1 0 0 0,-1 0 0 0 0,4 4 0 0 0,0 1-2623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37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53 161 8034 0 0,'10'-6'823'0'0,"-1"-1"0"0"0,1 0 0 0 0,-1 0 1 0 0,-1-1-1 0 0,1 0 0 0 0,-1 0 0 0 0,-1-1 1 0 0,1 0-1 0 0,8-16 0 0 0,-15 23-778 0 0,0 1-1 0 0,-1-1 1 0 0,1 1 0 0 0,-1-1-1 0 0,0 1 1 0 0,1-1 0 0 0,-1 1-1 0 0,0-1 1 0 0,0 1 0 0 0,0-1-1 0 0,0 1 1 0 0,0-1 0 0 0,0 1-1 0 0,-1-1 1 0 0,1 1 0 0 0,0-1-1 0 0,-1 1 1 0 0,1-1 0 0 0,-1 1-1 0 0,0-1 1 0 0,1 1 0 0 0,-1 0-1 0 0,0 0 1 0 0,0-1-1 0 0,0 1 1 0 0,0 0 0 0 0,0 0-1 0 0,0 0 1 0 0,0 0 0 0 0,-2-1-1 0 0,1-1 24 0 0,0 1 0 0 0,0 0 0 0 0,-1 0-1 0 0,1 0 1 0 0,-1 1 0 0 0,0-1 0 0 0,0 0-1 0 0,1 1 1 0 0,-1 0 0 0 0,0 0-1 0 0,0 0 1 0 0,0 0 0 0 0,-6-1 0 0 0,7 2-81 0 0,0 1 0 0 0,0 0 1 0 0,0-1-1 0 0,0 1 1 0 0,0 0-1 0 0,0 0 1 0 0,0 0-1 0 0,0 0 0 0 0,0 0 1 0 0,0 0-1 0 0,0 1 1 0 0,1-1-1 0 0,-1 1 0 0 0,1-1 1 0 0,-1 1-1 0 0,1-1 1 0 0,-2 3-1 0 0,-20 32-348 0 0,18-26 255 0 0,0 0 1 0 0,0 0 0 0 0,1 1 0 0 0,0 0 0 0 0,1 0-1 0 0,0 0 1 0 0,1 0 0 0 0,0 0 0 0 0,1 0 0 0 0,0 0 0 0 0,1 1-1 0 0,0-1 1 0 0,1 0 0 0 0,2 14 0 0 0,-2-19 14 0 0,1 0 1 0 0,0 0-1 0 0,0 0 1 0 0,0 0-1 0 0,0 0 1 0 0,1 0-1 0 0,0-1 1 0 0,1 0-1 0 0,-1 1 1 0 0,6 5-1 0 0,-8-9 70 0 0,1-1 0 0 0,0 1 0 0 0,0-1 0 0 0,0 1 0 0 0,-1-1 0 0 0,1 1-1 0 0,1-1 1 0 0,-1 0 0 0 0,0 0 0 0 0,0 0 0 0 0,0 0 0 0 0,1 0 0 0 0,-1-1-1 0 0,0 1 1 0 0,1-1 0 0 0,-1 0 0 0 0,0 1 0 0 0,1-1 0 0 0,-1 0 0 0 0,1 0-1 0 0,-1 0 1 0 0,1-1 0 0 0,-1 1 0 0 0,0-1 0 0 0,1 1 0 0 0,-1-1 0 0 0,0 0-1 0 0,0 0 1 0 0,5-2 0 0 0,-3 1 10 0 0,0 0-1 0 0,0-1 1 0 0,0 1-1 0 0,0-1 1 0 0,-1 0-1 0 0,1 0 1 0 0,-1-1-1 0 0,0 1 1 0 0,1-1-1 0 0,-2 1 1 0 0,1-1-1 0 0,0 0 1 0 0,-1 0 0 0 0,4-7-1 0 0,-2 0-257 0 0,-1-1 0 0 0,1 0 0 0 0,2-25 1 0 0,6-20 482 0 0,-12 55-133 0 0,1-1 0 0 0,0 1 1 0 0,0 0-1 0 0,0-1 1 0 0,0 1-1 0 0,1 0 1 0 0,-1 0-1 0 0,1-1 0 0 0,-1 1 1 0 0,1 1-1 0 0,0-1 1 0 0,0 0-1 0 0,-1 0 1 0 0,1 0-1 0 0,1 1 0 0 0,-1 0 1 0 0,0-1-1 0 0,3-1 1 0 0,-1 2 52 0 0,0 0 0 0 0,0 0 0 0 0,0 0 0 0 0,0 0 0 0 0,0 0 0 0 0,0 1 0 0 0,0 0 0 0 0,0 0 0 0 0,1 0 1 0 0,6 1-1 0 0,-2 1-26 0 0,1 1-1 0 0,-1-1 1 0 0,0 1 0 0 0,0 1 0 0 0,0 0 0 0 0,0 0 0 0 0,-1 0 0 0 0,1 1 0 0 0,8 8-1 0 0,0 1-78 0 0,0-1-65 0 0,-1 0 0 0 0,0 2 0 0 0,22 26-1 0 0,-27-18-13 0 0,-10-22 26 0 0,-1 0-1 0 0,1 0 1 0 0,-1-1-1 0 0,0 1 1 0 0,1 0 0 0 0,-1 0-1 0 0,0-1 1 0 0,0 1-1 0 0,0 0 1 0 0,1 0-1 0 0,-1 0 1 0 0,0 0 0 0 0,0-1-1 0 0,0 1 1 0 0,0 0-1 0 0,-1 0 1 0 0,1 0-1 0 0,0 0 1 0 0,0-1 0 0 0,0 1-1 0 0,-1 0 1 0 0,1 0-1 0 0,0-1 1 0 0,-1 1-1 0 0,0 1 1 0 0,1-2-100 0 0,-1 0-1 0 0,1-1 1 0 0,-1 1 0 0 0,1 0-1 0 0,-1 0 1 0 0,1-1 0 0 0,0 1-1 0 0,-1 0 1 0 0,1-1 0 0 0,-1 1-1 0 0,1 0 1 0 0,0-1 0 0 0,-1 1-1 0 0,1-1 1 0 0,0 1 0 0 0,0-1 0 0 0,-1 1-1 0 0,1-1 1 0 0,0 1 0 0 0,0-1-1 0 0,0 1 1 0 0,0-1 0 0 0,0 1-1 0 0,-1-1 1 0 0,1 1 0 0 0,0-1-1 0 0,0 1 1 0 0,0-1 0 0 0,0 0-1 0 0,-2-18-1029 0 0,2 18 1220 0 0,0-7-386 0 0,0 0 1 0 0,1 1 0 0 0,1-1 0 0 0,0 0 0 0 0,3-10-1 0 0,0 1 91 0 0,29-130 2031 0 0,-34 147-1743 0 0,0 0 0 0 0,0 0-1 0 0,0-1 1 0 0,0 1 0 0 0,0 0 0 0 0,0 0 0 0 0,0 0 0 0 0,0-1 0 0 0,0 1-1 0 0,-1 0 1 0 0,1 0 0 0 0,0 0 0 0 0,0-1 0 0 0,0 1 0 0 0,0 0 0 0 0,0 0-1 0 0,0 0 1 0 0,0 0 0 0 0,0-1 0 0 0,-1 1 0 0 0,1 0 0 0 0,0 0 0 0 0,0 0-1 0 0,0 0 1 0 0,0 0 0 0 0,0-1 0 0 0,-1 1 0 0 0,1 0 0 0 0,0 0 0 0 0,0 0-1 0 0,0 0 1 0 0,-1 0 0 0 0,1 0 0 0 0,0 0 0 0 0,0 0 0 0 0,0 0 0 0 0,-1 0 0 0 0,1 0-1 0 0,0 0 1 0 0,0 0 0 0 0,0 0 0 0 0,-1 0 0 0 0,1 0 0 0 0,0 0 0 0 0,0 0-1 0 0,-18 3 1449 0 0,-15 11-11 0 0,19-4-1386 0 0,0-1-1 0 0,1 2 1 0 0,0 0-1 0 0,1 0 1 0 0,0 1-1 0 0,1 1 1 0 0,0 0-1 0 0,1 0 1 0 0,1 1-1 0 0,0 0 1 0 0,-9 21-1 0 0,17-34-130 0 0,0 1 0 0 0,1-1 0 0 0,-1 0 0 0 0,0 0 0 0 0,1 0 0 0 0,0 1 0 0 0,-1-1 0 0 0,1 0-1 0 0,0 1 1 0 0,0-1 0 0 0,-1 0 0 0 0,1 1 0 0 0,0-1 0 0 0,0 0 0 0 0,1 1 0 0 0,-1-1 0 0 0,0 0 0 0 0,0 1 0 0 0,1-1 0 0 0,-1 0 0 0 0,0 0 0 0 0,1 1 0 0 0,0-1 0 0 0,-1 0-1 0 0,1 0 1 0 0,0 0 0 0 0,-1 0 0 0 0,1 0 0 0 0,0 0 0 0 0,0 0 0 0 0,0 0 0 0 0,0 0 0 0 0,0 0 0 0 0,0 0 0 0 0,0 0 0 0 0,0-1 0 0 0,0 1 0 0 0,1 0 0 0 0,1 0-1 0 0,1 0-231 0 0,0 0-1 0 0,0 0 0 0 0,0 0 0 0 0,0-1 0 0 0,0 0 0 0 0,0 0 0 0 0,0 0 0 0 0,0 0 0 0 0,0 0 0 0 0,0-1 0 0 0,8-2 0 0 0,1-1-593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37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3 6913 0 0,'0'0'112'0'0,"1"0"0"0"0,-1-1 0 0 0,0 1 0 0 0,1 0 0 0 0,-1 0 0 0 0,1-1 0 0 0,-1 1 0 0 0,0 0 0 0 0,1 0 0 0 0,-1 0 0 0 0,1-1 0 0 0,-1 1 0 0 0,1 0 0 0 0,-1 0 0 0 0,1 0 0 0 0,-1 0 0 0 0,1 0 0 0 0,-1 0 0 0 0,1 0 0 0 0,-1 0 0 0 0,1 0 0 0 0,-1 0 0 0 0,1 0 0 0 0,-1 0 0 0 0,0 1 0 0 0,1-1 0 0 0,0 0 145 0 0,-1 1 0 0 0,1-1-1 0 0,-1 1 1 0 0,0-1 0 0 0,1 1 0 0 0,-1-1-1 0 0,0 1 1 0 0,0-1 0 0 0,1 1 0 0 0,-1-1-1 0 0,0 1 1 0 0,0-1 0 0 0,0 1 0 0 0,0-1 0 0 0,0 1-1 0 0,0-1 1 0 0,0 1 0 0 0,0-1 0 0 0,0 1-1 0 0,0 0 1 0 0,0-1 0 0 0,0 1 0 0 0,0 0-1 0 0,-4 18 196 0 0,0-1-1 0 0,-2 1 0 0 0,0-1 0 0 0,-1-1 0 0 0,-11 21 0 0 0,10-23-596 0 0,1 1-1 0 0,0 0 1 0 0,1 0-1 0 0,1 1 1 0 0,1-1-1 0 0,0 1 1 0 0,-3 32-1 0 0,7-46 86 0 0,0 0 0 0 0,0 0-1 0 0,1 1 1 0 0,-1-1-1 0 0,1 0 1 0 0,0 0-1 0 0,-1 0 1 0 0,1 0 0 0 0,1 0-1 0 0,-1 0 1 0 0,0-1-1 0 0,1 1 1 0 0,-1 0-1 0 0,1-1 1 0 0,0 1-1 0 0,0-1 1 0 0,0 1 0 0 0,0-1-1 0 0,0 0 1 0 0,1 0-1 0 0,-1 0 1 0 0,1 0-1 0 0,-1 0 1 0 0,1-1 0 0 0,0 1-1 0 0,0-1 1 0 0,0 1-1 0 0,-1-1 1 0 0,1 0-1 0 0,0 0 1 0 0,1-1-1 0 0,-1 1 1 0 0,0-1 0 0 0,0 1-1 0 0,0-1 1 0 0,5 0-1 0 0,-3 0 51 0 0,0 0 0 0 0,-1 0 0 0 0,1-1 1 0 0,-1 0-1 0 0,1 1 0 0 0,-1-2 0 0 0,1 1 0 0 0,-1 0 0 0 0,0-1 0 0 0,1 0 0 0 0,-1 0 0 0 0,0 0 0 0 0,0 0 0 0 0,0-1 0 0 0,0 0 0 0 0,-1 0 0 0 0,1 0 0 0 0,-1 0 1 0 0,0 0-1 0 0,0-1 0 0 0,0 1 0 0 0,0-1 0 0 0,-1 0 0 0 0,5-7 0 0 0,-7 9-71 0 0,1-1 1 0 0,-1 0-1 0 0,1 0 0 0 0,-1 0 1 0 0,0 1-1 0 0,0-1 0 0 0,0 0 1 0 0,0 0-1 0 0,-1 0 0 0 0,1 1 1 0 0,-1-1-1 0 0,0 0 0 0 0,0 0 1 0 0,0 1-1 0 0,-2-5 0 0 0,-24-40-1077 0 0,21 38 973 0 0,-11-17-411 0 0,-30-36 1 0 0,38 52 479 0 0,1 1 0 0 0,-1 0 0 0 0,0 1 0 0 0,-1 0 0 0 0,0 1 0 0 0,-19-11 0 0 0,29 17 110 0 0,-1 1 1 0 0,1 0-1 0 0,-1-1 0 0 0,1 1 1 0 0,-1 0-1 0 0,1 0 1 0 0,-1 0-1 0 0,1-1 0 0 0,-1 1 1 0 0,1 0-1 0 0,-1 0 1 0 0,1 0-1 0 0,-1 0 0 0 0,1 0 1 0 0,-1 0-1 0 0,1 0 1 0 0,-1 0-1 0 0,1 0 0 0 0,-1 0 1 0 0,1 0-1 0 0,-1 0 1 0 0,0 0-1 0 0,1 0 0 0 0,-1 1 1 0 0,1-1-1 0 0,-1 0 0 0 0,1 0 1 0 0,-1 0-1 0 0,1 1 1 0 0,0-1-1 0 0,-1 1 0 0 0,0 0-11 0 0,1 0-1 0 0,-1 0 0 0 0,1 0 1 0 0,0 0-1 0 0,-1 0 0 0 0,1 0 1 0 0,0 0-1 0 0,0 0 0 0 0,0 0 1 0 0,0 0-1 0 0,0 0 0 0 0,0 0 1 0 0,0 0-1 0 0,0 0 0 0 0,0 2 0 0 0,1 0-10 0 0,-1-1-1 0 0,1 1 0 0 0,0 0 0 0 0,0 0 0 0 0,0-1 0 0 0,0 1 0 0 0,0 0 0 0 0,1-1 0 0 0,-1 1 0 0 0,1-1 0 0 0,-1 1 0 0 0,5 3 0 0 0,-3-4 232 0 0,0-1-1 0 0,0 0 1 0 0,0 0 0 0 0,0 0-1 0 0,0 0 1 0 0,0 0 0 0 0,0-1-1 0 0,0 1 1 0 0,1-1 0 0 0,-1 0-1 0 0,0 0 1 0 0,6 0 0 0 0,43-9 3973 0 0,-31 4-3275 0 0,0 1-111 0 0,-14 2-504 0 0,0 0 0 0 0,1 0 1 0 0,-1 1-1 0 0,0 0 1 0 0,0 1-1 0 0,1 0 0 0 0,-1 0 1 0 0,0 0-1 0 0,0 1 1 0 0,11 2-1 0 0,-18-3-268 0 0,0 0 0 0 0,0 0-1 0 0,0 0 1 0 0,0 0 0 0 0,0 0 0 0 0,0 0 0 0 0,0 0 0 0 0,1 0-1 0 0,-1 0 1 0 0,0 0 0 0 0,0 0 0 0 0,0 0 0 0 0,0 0 0 0 0,0 0-1 0 0,0 0 1 0 0,0 0 0 0 0,0 0 0 0 0,0 0 0 0 0,1 0 0 0 0,-1 1-1 0 0,0-1 1 0 0,0 0 0 0 0,0 0 0 0 0,0 0 0 0 0,0 0 0 0 0,0 0-1 0 0,0 0 1 0 0,0 0 0 0 0,0 0 0 0 0,0 0 0 0 0,0 1 0 0 0,0-1 0 0 0,0 0-1 0 0,0 0 1 0 0,0 0 0 0 0,0 0 0 0 0,0 0 0 0 0,0 0 0 0 0,0 0-1 0 0,0 1 1 0 0,0-1 0 0 0,0 0 0 0 0,0 0 0 0 0,0 0 0 0 0,0 0-1 0 0,0 0 1 0 0,0 0 0 0 0,0 0 0 0 0,0 0 0 0 0,0 1 0 0 0,-7 3 226 0 0,-10 1-519 0 0,5-8-762 0 0,11 3 916 0 0,1 0 0 0 0,0 0 0 0 0,-1 0 0 0 0,1 0 0 0 0,0-1 0 0 0,0 1 0 0 0,-1 0 0 0 0,1 0 0 0 0,0-1 0 0 0,0 1 0 0 0,0 0 0 0 0,-1 0 0 0 0,1-1 0 0 0,0 1 0 0 0,0 0 0 0 0,0-1 0 0 0,0 1 0 0 0,0 0 0 0 0,-1-1 0 0 0,1 1 0 0 0,0 0 0 0 0,0-1 0 0 0,0 1 0 0 0,0 0 0 0 0,0-1 0 0 0,0 1 0 0 0,0 0 0 0 0,0-1 0 0 0,0 1 0 0 0,0 0 0 0 0,0-1 1 0 0,1 1-1 0 0,-1 0 0 0 0,0-1 0 0 0,0 1 0 0 0,0-1 0 0 0,4-4-1512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09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14 106 5529 0 0,'-5'-6'402'0'0,"-3"-4"4683"0"0,8 4-323 0 0,9 5-3000 0 0,-5 1-1529 0 0,0 0 0 0 0,0 0 0 0 0,0-1 0 0 0,0 1-1 0 0,0-1 1 0 0,0 0 0 0 0,0 0 0 0 0,0 0 0 0 0,6-4 0 0 0,-5 3 5 0 0,0 0-1 0 0,0 0 1 0 0,0 1 0 0 0,0 0-1 0 0,0 0 1 0 0,6-1 0 0 0,64 9 404 0 0,-57-5-518 0 0,0 0 0 0 0,-1 0 0 0 0,1-2 0 0 0,23-2 1 0 0,146-16 728 0 0,-154 18-764 0 0,-1 1 0 0 0,0 1 0 0 0,58 13 0 0 0,-84-14-113 0 0,0 0-1 0 0,1 0 1 0 0,-1 0 0 0 0,0 0 0 0 0,0-1-1 0 0,0 0 1 0 0,0-1 0 0 0,1 0-1 0 0,11-2 1 0 0,-15 2 51 0 0,0 0 0 0 0,1-1-1 0 0,-1 1 1 0 0,0-1 0 0 0,0 0 0 0 0,0 0 0 0 0,0 0 0 0 0,0 0-1 0 0,-1 0 1 0 0,1-1 0 0 0,-1 1 0 0 0,1-1 0 0 0,-1 0 0 0 0,0 1-1 0 0,0-1 1 0 0,0 0 0 0 0,0 0 0 0 0,2-6 0 0 0,-3 7-45 0 0,-1 0 49 0 0,1 1 1 0 0,0-1-1 0 0,-1 0 0 0 0,1 0 1 0 0,0 1-1 0 0,0-1 1 0 0,1 1-1 0 0,-1-1 0 0 0,0 1 1 0 0,0-1-1 0 0,1 1 0 0 0,-1 0 1 0 0,3-2-1 0 0,-13 14-9 0 0,9-10-209 0 0,-2-1 103 0 0,1 1 0 0 0,-1-1 1 0 0,1 1-1 0 0,0 0 0 0 0,0 0 0 0 0,-1 0 0 0 0,1-1 0 0 0,0 1 1 0 0,0 0-1 0 0,0 0 0 0 0,-2 3 0 0 0,1-2-516 0 0,-6 2-5010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11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46 107 10594 0 0,'-2'-1'148'0'0,"0"1"-1"0"0,0-1 0 0 0,0 1 1 0 0,0-1-1 0 0,1 1 1 0 0,-1 0-1 0 0,0 0 0 0 0,0 0 1 0 0,0 0-1 0 0,0 0 1 0 0,0 0-1 0 0,0 1 0 0 0,-3 0 1 0 0,4 0-79 0 0,0 0 1 0 0,0 0 0 0 0,0 0-1 0 0,0 0 1 0 0,0 0-1 0 0,0 0 1 0 0,0 0 0 0 0,0 1-1 0 0,1-1 1 0 0,-1 0-1 0 0,0 1 1 0 0,1-1 0 0 0,-1 0-1 0 0,1 1 1 0 0,0-1-1 0 0,-1 1 1 0 0,1-1-1 0 0,0 1 1 0 0,0 1 0 0 0,-2 9 93 0 0,1 0 0 0 0,1 1 0 0 0,0-1 0 0 0,1 0 0 0 0,4 22 0 0 0,19 60 757 0 0,1 5 440 0 0,-24-92-1238 0 0,3 17 329 0 0,-4-24-420 0 0,0 1 0 0 0,0 0 0 0 0,0 0 0 0 0,0 0-1 0 0,0-1 1 0 0,0 1 0 0 0,0 0 0 0 0,0 0-1 0 0,-1-1 1 0 0,1 1 0 0 0,0 0 0 0 0,0 0-1 0 0,-1-1 1 0 0,1 1 0 0 0,0 0 0 0 0,-1 0 0 0 0,1-1-1 0 0,-1 1 1 0 0,1 0 0 0 0,-1-1 0 0 0,1 1-1 0 0,-1-1 1 0 0,-1 2 0 0 0,1-2 0 0 0,1-1 1 0 0,-1 1-1 0 0,0 0 0 0 0,1 0 0 0 0,-1 0 1 0 0,0 0-1 0 0,1-1 0 0 0,-1 1 0 0 0,0 0 1 0 0,1-1-1 0 0,-1 1 0 0 0,1-1 0 0 0,-1 1 1 0 0,0 0-1 0 0,1-1 0 0 0,-1 1 0 0 0,1-1 1 0 0,-1 0-1 0 0,1 1 0 0 0,0-1 0 0 0,-1 1 1 0 0,1-1-1 0 0,0 0 0 0 0,-1 1 0 0 0,1-1 1 0 0,0 1-1 0 0,0-1 0 0 0,-1 0 0 0 0,1 0 1 0 0,0 1-1 0 0,0-2 0 0 0,-7-23 301 0 0,2-11-256 0 0,2 0 0 0 0,2-1 0 0 0,1 0 0 0 0,8-53 0 0 0,-7 83-68 0 0,0 0 0 0 0,0 0-1 0 0,1 0 1 0 0,0-1 0 0 0,1 2-1 0 0,-1-1 1 0 0,1 0-1 0 0,0 0 1 0 0,8-10 0 0 0,-10 15-9 0 0,1 0 1 0 0,0 0-1 0 0,0 0 1 0 0,-1 0-1 0 0,1 1 1 0 0,0-1-1 0 0,0 1 1 0 0,0-1-1 0 0,1 1 1 0 0,-1 0-1 0 0,0 0 1 0 0,1 0-1 0 0,-1 0 1 0 0,0 0-1 0 0,1 0 1 0 0,-1 1-1 0 0,1-1 1 0 0,-1 1-1 0 0,1 0 1 0 0,-1 0 0 0 0,1-1-1 0 0,-1 2 1 0 0,1-1-1 0 0,-1 0 1 0 0,1 0-1 0 0,-1 1 1 0 0,1 0-1 0 0,-1-1 1 0 0,1 1-1 0 0,3 2 1 0 0,1 1 14 0 0,0-1 0 0 0,-1 1 0 0 0,0 1 0 0 0,1-1 0 0 0,-2 1 0 0 0,1 0-1 0 0,0 0 1 0 0,-1 1 0 0 0,0-1 0 0 0,-1 1 0 0 0,1 1 0 0 0,-1-1 0 0 0,0 0 0 0 0,0 1 0 0 0,-1 0 0 0 0,0 0 0 0 0,0 0 0 0 0,3 15 0 0 0,-4-13 5 0 0,0 1 0 0 0,0 0-1 0 0,-1 0 1 0 0,0 0 0 0 0,-1 0 0 0 0,0 0-1 0 0,0 0 1 0 0,-1 0 0 0 0,0 0 0 0 0,-1-1-1 0 0,0 1 1 0 0,-1 0 0 0 0,0-1 0 0 0,-5 11-1 0 0,8-20-17 0 0,0 0 0 0 0,0 0-1 0 0,0 0 1 0 0,0 1-1 0 0,0-1 1 0 0,0 0 0 0 0,0 0-1 0 0,0 0 1 0 0,0 0-1 0 0,0 1 1 0 0,0-1 0 0 0,-1 0-1 0 0,1 0 1 0 0,0 0-1 0 0,0 0 1 0 0,0 0 0 0 0,0 0-1 0 0,0 1 1 0 0,-1-1 0 0 0,1 0-1 0 0,0 0 1 0 0,0 0-1 0 0,0 0 1 0 0,0 0 0 0 0,0 0-1 0 0,-1 0 1 0 0,1 0-1 0 0,0 0 1 0 0,0 0 0 0 0,0 0-1 0 0,-1 0 1 0 0,1 0-1 0 0,0 0 1 0 0,0 0 0 0 0,0 0-1 0 0,0 0 1 0 0,-1 0-1 0 0,1 0 1 0 0,0 0 0 0 0,0 0-1 0 0,0 0 1 0 0,-1 0-1 0 0,-5-8 62 0 0,-1-13 74 0 0,7 21-135 0 0,-3-16 31 0 0,0 1 1 0 0,1-1 0 0 0,1 0-1 0 0,1-28 1 0 0,10-64 91 0 0,-9 103-123 0 0,0-4-12 0 0,1 0 0 0 0,-1 0 0 0 0,2 1 0 0 0,-1-1 1 0 0,1 1-1 0 0,1-1 0 0 0,-1 1 0 0 0,1 0 0 0 0,10-13 1 0 0,-13 19 6 0 0,1-1 1 0 0,0 1 0 0 0,0 0-1 0 0,0 0 1 0 0,1 0 0 0 0,-1 0 0 0 0,0 0-1 0 0,1 1 1 0 0,-1-1 0 0 0,1 1 0 0 0,-1-1-1 0 0,1 1 1 0 0,0 0 0 0 0,0 0-1 0 0,0 0 1 0 0,-1 1 0 0 0,1-1 0 0 0,0 1-1 0 0,0-1 1 0 0,0 1 0 0 0,0 0 0 0 0,0 0-1 0 0,0 0 1 0 0,0 1 0 0 0,0-1-1 0 0,0 1 1 0 0,0-1 0 0 0,-1 1 0 0 0,1 0-1 0 0,0 0 1 0 0,0 0 0 0 0,4 3 0 0 0,5 4 62 0 0,-1-1 0 0 0,0 2 0 0 0,0-1 1 0 0,-1 1-1 0 0,0 1 0 0 0,-1 0 0 0 0,0 0 1 0 0,14 22-1 0 0,-21-28-32 0 0,0 0-1 0 0,1 0 1 0 0,-1 0 0 0 0,-1 0-1 0 0,1 0 1 0 0,0 1 0 0 0,-1-1-1 0 0,0 0 1 0 0,0 1 0 0 0,-1-1-1 0 0,1 6 1 0 0,-1 1 45 0 0,-1 0 1 0 0,0-1-1 0 0,-4 14 0 0 0,-2 23-462 0 0,7-41-268 0 0,1-1 0 0 0,0 1 0 0 0,0 0 0 0 0,0-1 0 0 0,0 1 0 0 0,1-1 0 0 0,3 8 0 0 0,1 0-5609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12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165 195 9674 0 0,'-17'-40'4277'0'0,"13"33"-4117"0"0,1 1-1 0 0,-2 0 1 0 0,1 1 0 0 0,-1-1 0 0 0,1 1-1 0 0,-2 0 1 0 0,1 0 0 0 0,0 0-1 0 0,-9-5 1 0 0,11 8-30 0 0,-1 0-1 0 0,1 0 0 0 0,-1 0 1 0 0,1 1-1 0 0,-1-1 0 0 0,0 1 1 0 0,0 0-1 0 0,1 0 1 0 0,-1 0-1 0 0,0 0 0 0 0,0 1 1 0 0,0-1-1 0 0,0 1 1 0 0,0 0-1 0 0,0 1 0 0 0,0-1 1 0 0,0 1-1 0 0,-6 1 1 0 0,9-2-98 0 0,0 1 1 0 0,0-1-1 0 0,1 1 1 0 0,-1 0 0 0 0,1-1-1 0 0,-1 1 1 0 0,0 0 0 0 0,1-1-1 0 0,-1 1 1 0 0,1 0-1 0 0,-1 0 1 0 0,1 0 0 0 0,0-1-1 0 0,-1 1 1 0 0,1 0 0 0 0,0 0-1 0 0,0 0 1 0 0,-1 0-1 0 0,1-1 1 0 0,0 1 0 0 0,0 0-1 0 0,0 0 1 0 0,0 0 0 0 0,0 0-1 0 0,0 0 1 0 0,1 1-1 0 0,3 33-51 0 0,-1-18 43 0 0,-3 9 1 0 0,-6 50 1 0 0,3-56 53 0 0,1-1 1 0 0,1 1-1 0 0,0 0 1 0 0,5 34-1 0 0,-4-53-75 0 0,0 0 0 0 0,0 1 0 0 0,0-1 0 0 0,0 0 0 0 0,1 0 1 0 0,-1 0-1 0 0,0 0 0 0 0,0 0 0 0 0,1 0 0 0 0,-1 1 0 0 0,1-1 0 0 0,-1 0 0 0 0,1 0 0 0 0,-1 0 0 0 0,1 0 0 0 0,0-1 0 0 0,0 1 0 0 0,-1 0 0 0 0,1 0 1 0 0,0 0-1 0 0,0 0 0 0 0,0-1 0 0 0,0 1 0 0 0,0 0 0 0 0,0-1 0 0 0,0 1 0 0 0,0-1 0 0 0,0 1 0 0 0,0-1 0 0 0,0 0 0 0 0,0 1 0 0 0,0-1 0 0 0,0 0 1 0 0,0 0-1 0 0,1 0 0 0 0,-1 0 0 0 0,0 0 0 0 0,0 0 0 0 0,0 0 0 0 0,0 0 0 0 0,0 0 0 0 0,1 0 0 0 0,-1-1 0 0 0,0 1 0 0 0,0 0 0 0 0,0-1 0 0 0,0 1 1 0 0,0-1-1 0 0,0 1 0 0 0,0-1 0 0 0,1-1 0 0 0,3 0 5 0 0,-1-1 0 0 0,0 0 0 0 0,0 0 0 0 0,-1 0 0 0 0,1-1 0 0 0,-1 1 0 0 0,1-1 0 0 0,-1 0 0 0 0,0 0 0 0 0,0 0 0 0 0,2-5 0 0 0,1-7 37 0 0,-1 0 0 0 0,4-18 0 0 0,8-26 72 0 0,-1 30-118 0 0,-12 23 0 0 0,0 0 0 0 0,0-1 0 0 0,4-13 0 0 0,-5 13 31 0 0,-2 6-22 0 0,0 0 0 0 0,0 1 1 0 0,0-1-1 0 0,0 0 0 0 0,0 0 0 0 0,-1 0 0 0 0,1 0 0 0 0,-1 0 0 0 0,1 0 0 0 0,-1 0 0 0 0,0 0 0 0 0,0 0 0 0 0,0 0 0 0 0,0 0 0 0 0,0-3 0 0 0,-2 10 7 0 0,0-1 0 0 0,1 1 0 0 0,0 0 0 0 0,-1 9 0 0 0,0-7-89 0 0,1 0-1 0 0,1 0 0 0 0,-1 0 1 0 0,1 1-1 0 0,0-1 1 0 0,1 0-1 0 0,-1 0 0 0 0,2 0 1 0 0,-1 1-1 0 0,1-1 1 0 0,0 0-1 0 0,0-1 0 0 0,1 1 1 0 0,0 0-1 0 0,0-1 0 0 0,0 1 1 0 0,1-1-1 0 0,0 0 1 0 0,7 7-1 0 0,-11-12-21 0 0,1-1 0 0 0,0 1 0 0 0,0-1 0 0 0,0 1 0 0 0,-1-1 0 0 0,1 1 0 0 0,0-1 0 0 0,0 0 0 0 0,0 1 0 0 0,0-1 0 0 0,0 0 0 0 0,0 0 0 0 0,0 0 0 0 0,0 1 0 0 0,0-1 0 0 0,0 0 0 0 0,0 0 0 0 0,0-1 0 0 0,0 1 0 0 0,0 0 0 0 0,-1 0 0 0 0,1 0 0 0 0,0-1 0 0 0,0 1 0 0 0,0 0 0 0 0,0-1 0 0 0,0 1 0 0 0,0-1 0 0 0,-1 1 0 0 0,1-1 0 0 0,0 1 0 0 0,0-1 0 0 0,-1 0 0 0 0,1 1 0 0 0,0-1 0 0 0,-1 0 0 0 0,1 0 0 0 0,0 1 0 0 0,0-3 0 0 0,22-31-2013 0 0,-3-10-509 0 0,21-63-1 0 0,-16 39 3248 0 0,-16 48 1932 0 0,-6 23-48 0 0,-3 12-1502 0 0,-7 34 42 0 0,4-28-777 0 0,0 1 0 0 0,1 28-1 0 0,2-45-193 0 0,1 0-1 0 0,-1 0 0 0 0,1 0 0 0 0,-1 0 1 0 0,2-1-1 0 0,-1 1 0 0 0,0 0 0 0 0,1 0 1 0 0,0-1-1 0 0,0 1 0 0 0,0-1 1 0 0,1 1-1 0 0,-1-1 0 0 0,1 0 0 0 0,4 5 1 0 0,-6-8-64 0 0,1 0-1 0 0,-1 1 1 0 0,0-1 0 0 0,0 0 0 0 0,0 0-1 0 0,1 0 1 0 0,-1 0 0 0 0,0 0 0 0 0,1 0 0 0 0,-1 0-1 0 0,1-1 1 0 0,-1 1 0 0 0,1 0 0 0 0,0-1 0 0 0,-1 1-1 0 0,1-1 1 0 0,-1 0 0 0 0,1 1 0 0 0,0-1 0 0 0,-1 0-1 0 0,1 0 1 0 0,0 0 0 0 0,-1 0 0 0 0,1 0 0 0 0,0-1-1 0 0,-1 1 1 0 0,1 0 0 0 0,0-1 0 0 0,-1 1 0 0 0,1-1-1 0 0,-1 0 1 0 0,1 1 0 0 0,-1-1 0 0 0,3-1-1 0 0,0-2 7 0 0,0 0 0 0 0,-1 0-1 0 0,1 0 1 0 0,-1 0 0 0 0,0 0-1 0 0,0-1 1 0 0,0 1 0 0 0,0-1-1 0 0,2-7 1 0 0,5-14-39 0 0,-1-2 0 0 0,-1 1 0 0 0,5-42 0 0 0,-2 15-242 0 0,-6 39 226 0 0,-5 15 30 0 0,0 0 1 0 0,0 0 0 0 0,0 0-1 0 0,0 0 1 0 0,0 0 0 0 0,0-1 0 0 0,0 1-1 0 0,0 0 1 0 0,0 0 0 0 0,0 0-1 0 0,1 0 1 0 0,-1 0 0 0 0,0 0-1 0 0,0 0 1 0 0,0 0 0 0 0,0 0 0 0 0,0 0-1 0 0,0 0 1 0 0,0 0 0 0 0,1-1-1 0 0,-1 1 1 0 0,0 0 0 0 0,0 0-1 0 0,0 0 1 0 0,0 0 0 0 0,0 0 0 0 0,0 0-1 0 0,0 0 1 0 0,1 0 0 0 0,-1 0-1 0 0,0 0 1 0 0,0 0 0 0 0,0 0-1 0 0,0 0 1 0 0,0 1 0 0 0,0-1 0 0 0,0 0-1 0 0,1 0 1 0 0,-1 0 0 0 0,0 0-1 0 0,0 0 1 0 0,0 0 0 0 0,0 0-1 0 0,0 0 1 0 0,0 0 0 0 0,0 0 0 0 0,1 1-1 0 0,8 21 175 0 0,-3-5-56 0 0,14 31-86 0 0,-2 1 0 0 0,-2 1 1 0 0,-2 1-1 0 0,-3 0 0 0 0,10 101 0 0 0,-20-128 100 0 0,0-1 0 0 0,-2 1-1 0 0,0-1 1 0 0,-10 45 0 0 0,7-51-8 0 0,0-1-1 0 0,-2 1 1 0 0,0-1 0 0 0,0 0 0 0 0,-2-1-1 0 0,0 1 1 0 0,-1-2 0 0 0,0 1-1 0 0,-1-1 1 0 0,-1 0 0 0 0,0-1-1 0 0,-1-1 1 0 0,-15 13 0 0 0,17-16-154 0 0,-1 1 76 0 0,-1 0 0 0 0,0-1 0 0 0,-1 0 0 0 0,0-1 0 0 0,-19 10 1 0 0,29-17-81 0 0,1 0 1 0 0,-1 0 0 0 0,0 0 0 0 0,1-1 0 0 0,-1 1 0 0 0,0 0 0 0 0,0-1 0 0 0,1 0-1 0 0,-1 0 1 0 0,0 0 0 0 0,0 0 0 0 0,1 0 0 0 0,-1-1 0 0 0,0 1 0 0 0,0-1 0 0 0,1 1-1 0 0,-1-1 1 0 0,1 0 0 0 0,-1 0 0 0 0,0 0 0 0 0,1-1 0 0 0,0 1 0 0 0,-1-1 0 0 0,1 1-1 0 0,0-1 1 0 0,0 0 0 0 0,0 0 0 0 0,0 1 0 0 0,0-2 0 0 0,0 1 0 0 0,0 0 0 0 0,1 0-1 0 0,-1 0 1 0 0,1-1 0 0 0,0 1 0 0 0,-3-6 0 0 0,1 1-662 0 0,0-1-1 0 0,1 0 1 0 0,0 0-1 0 0,0 0 1 0 0,0 0 0 0 0,0-9-1 0 0,2 15 598 0 0,-3-29-1757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13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8754 0 0,'2'-6'-26'0'0,"3"-6"2986"0"0,-5 12-2878 0 0,1 0 0 0 0,-1 0 0 0 0,1 0 0 0 0,-1 0 0 0 0,1 0-1 0 0,-1 0 1 0 0,1 0 0 0 0,-1 0 0 0 0,1 0 0 0 0,-1 0 0 0 0,1 1-1 0 0,-1-1 1 0 0,1 0 0 0 0,-1 0 0 0 0,0 1 0 0 0,1-1 0 0 0,-1 0 0 0 0,1 1-1 0 0,-1-1 1 0 0,0 0 0 0 0,1 1 0 0 0,-1-1 0 0 0,0 0 0 0 0,1 1 0 0 0,-1-1-1 0 0,0 1 1 0 0,0-1 0 0 0,0 1 0 0 0,1-1 0 0 0,-1 1 0 0 0,5 7 147 0 0,-1 0 1 0 0,1 0 0 0 0,-2 0-1 0 0,1 1 1 0 0,-1-1 0 0 0,3 13 0 0 0,9 56 607 0 0,-13-59-647 0 0,27 173 1154 0 0,24 132 47 0 0,-51-317-1374 0 0,-1 0 0 0 0,0 0 0 0 0,0 1 0 0 0,0-1-1 0 0,-1 0 1 0 0,0 0 0 0 0,-1 9 0 0 0,-17-43 534 0 0,7-7-410 0 0,1 1 1 0 0,1-2 0 0 0,2 1 0 0 0,2-1 0 0 0,-1-67 0 0 0,6 102-142 0 0,2-37 32 0 0,-2 36-30 0 0,0 0 0 0 0,0 1 0 0 0,0-1-1 0 0,0 0 1 0 0,1 0 0 0 0,-1 1 0 0 0,1-1-1 0 0,0 0 1 0 0,-1 1 0 0 0,1-1-1 0 0,0 0 1 0 0,0 1 0 0 0,0-1 0 0 0,0 1-1 0 0,0-1 1 0 0,0 1 0 0 0,2-2 0 0 0,-2 3-3 0 0,1-1 1 0 0,-1 1 0 0 0,0 0 0 0 0,0 0-1 0 0,0 0 1 0 0,0 0 0 0 0,0 0 0 0 0,0 0 0 0 0,0 0-1 0 0,0 0 1 0 0,0 0 0 0 0,0 1 0 0 0,0-1-1 0 0,1 0 1 0 0,-1 1 0 0 0,0-1 0 0 0,0 1 0 0 0,-1-1-1 0 0,1 1 1 0 0,2 1 0 0 0,20 16-72 0 0,-16-11 41 0 0,20 13 30 0 0,-15-11-25 0 0,0 0-1 0 0,0 1 1 0 0,0 0 0 0 0,-2 1-1 0 0,12 13 1 0 0,-20-21 47 0 0,0 0 1 0 0,0 0-1 0 0,-1 0 1 0 0,1 0 0 0 0,-1 0-1 0 0,1 0 1 0 0,-1 0 0 0 0,0 0-1 0 0,0 1 1 0 0,-1-1-1 0 0,1 0 1 0 0,-1 1 0 0 0,0-1-1 0 0,1 0 1 0 0,-1 1 0 0 0,-1-1-1 0 0,1 1 1 0 0,0-1-1 0 0,-1 0 1 0 0,0 1 0 0 0,0-1-1 0 0,0 0 1 0 0,0 0 0 0 0,0 0-1 0 0,-1 0 1 0 0,1 0-1 0 0,-1 0 1 0 0,-3 5 0 0 0,-8 7 212 0 0,0 0 0 0 0,0-1 0 0 0,-2-1 0 0 0,-18 15 1 0 0,19-17-515 0 0,0 0 0 0 0,1 2 1 0 0,0-1-1 0 0,1 2 0 0 0,-13 17 1 0 0,22-24-4896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13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77 319 5065 0 0,'54'-12'5336'0'0,"-38"9"-4936"0"0,0-2 0 0 0,0 1 1 0 0,-1-2-1 0 0,1 0 0 0 0,27-17 1 0 0,-36 17-78 0 0,0-1 1 0 0,0 0 0 0 0,0 0-1 0 0,-1 0 1 0 0,0-1 0 0 0,0 0 0 0 0,-1 0-1 0 0,0-1 1 0 0,0 0 0 0 0,-1 0-1 0 0,0 0 1 0 0,-1 0 0 0 0,5-17-1 0 0,-8 21-242 0 0,0 0 0 0 0,-1 0 0 0 0,1 0 0 0 0,-1 0 1 0 0,0 0-1 0 0,0 0 0 0 0,0 0 0 0 0,-1 0 0 0 0,0 0 0 0 0,0 0 0 0 0,0 1 0 0 0,0-1 0 0 0,-1 1 0 0 0,0-1 0 0 0,0 1 0 0 0,0 0 0 0 0,0 0 0 0 0,-5-4 0 0 0,4 5-42 0 0,0-1 0 0 0,1 1-1 0 0,-1 0 1 0 0,-1 0 0 0 0,1 0 0 0 0,0 0 0 0 0,-1 1 0 0 0,1 0 0 0 0,-1-1-1 0 0,1 2 1 0 0,-1-1 0 0 0,0 1 0 0 0,0-1 0 0 0,0 1 0 0 0,0 1 0 0 0,0-1-1 0 0,0 1 1 0 0,-7 0 0 0 0,3 1 13 0 0,0 1 0 0 0,0 1 0 0 0,0 0-1 0 0,0 0 1 0 0,1 0 0 0 0,-1 1 0 0 0,1 1-1 0 0,0-1 1 0 0,0 1 0 0 0,0 1 0 0 0,1-1 0 0 0,0 1-1 0 0,0 1 1 0 0,0-1 0 0 0,1 1 0 0 0,0 0-1 0 0,-8 13 1 0 0,7-9-18 0 0,0 1 0 0 0,0 0 0 0 0,2 0 0 0 0,-1 1 0 0 0,2 0 0 0 0,-1 0 0 0 0,2 0 0 0 0,0 0-1 0 0,0 0 1 0 0,1 1 0 0 0,0 19 0 0 0,2-12 14 0 0,2 1 0 0 0,0-1 0 0 0,1 0 0 0 0,1 0 0 0 0,9 30 0 0 0,-10-42-17 0 0,1-1 0 0 0,0 0 1 0 0,0 1-1 0 0,0-1 0 0 0,1-1 1 0 0,10 13-1 0 0,-11-16-22 0 0,-1 0 0 0 0,1 0 1 0 0,0-1-1 0 0,0 0 0 0 0,0 0 0 0 0,1 0 1 0 0,-1 0-1 0 0,1-1 0 0 0,-1 0 0 0 0,1 1 0 0 0,0-2 1 0 0,9 3-1 0 0,-7-3 10 0 0,0 0-1 0 0,1-1 1 0 0,-1 1 0 0 0,0-2 0 0 0,0 1-1 0 0,1-1 1 0 0,-1 0 0 0 0,0-1 0 0 0,0 0-1 0 0,0 0 1 0 0,0 0 0 0 0,0-1 0 0 0,-1 0-1 0 0,1 0 1 0 0,6-5 0 0 0,7-5-887 0 0,0-1-1 0 0,-1-1 1 0 0,20-19 0 0 0,-29 24-704 0 0,-4 2-18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14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12 304 14715 0 0,'-1'0'61'0'0,"1"0"0"0"0,-1 0 0 0 0,0 0 0 0 0,1-1 0 0 0,-1 1 0 0 0,1 0 0 0 0,-1 0 0 0 0,1 0 0 0 0,0-1 0 0 0,-1 1 0 0 0,1 0 0 0 0,-1-1 0 0 0,1 1 0 0 0,-1 0 0 0 0,1-1 0 0 0,0 1 0 0 0,-1-1 0 0 0,1 1 0 0 0,0 0 0 0 0,-1-1 0 0 0,1 1 0 0 0,0-1 0 0 0,0 1 0 0 0,-1-1 0 0 0,1 1 0 0 0,0-1 0 0 0,0 1 0 0 0,0-1 0 0 0,0 1 0 0 0,-1-1 0 0 0,1 0 0 0 0,0 1 0 0 0,0-1 0 0 0,0 1 0 0 0,0-1 0 0 0,1 0 0 0 0,0-1 53 0 0,0 0 1 0 0,0 1-1 0 0,0-1 0 0 0,0 0 0 0 0,0 1 0 0 0,1 0 0 0 0,-1-1 0 0 0,1 1 1 0 0,-1 0-1 0 0,4-3 0 0 0,4-2 206 0 0,1 0 0 0 0,19-8 0 0 0,12 0 158 0 0,1 1 0 0 0,61-11 0 0 0,90-3 739 0 0,-119 18-589 0 0,195-6 188 0 0,-187 14-786 0 0,-1-4 0 0 0,103-18 0 0 0,-162 19 121 0 0,0-2-1 0 0,0 0 1 0 0,0-2 0 0 0,-1 0-1 0 0,0-1 1 0 0,27-16 0 0 0,-46 23-126 0 0,0 0 1 0 0,1 1-1 0 0,-1-1 1 0 0,0 0-1 0 0,-1 0 1 0 0,1 0-1 0 0,0 0 0 0 0,1-3 1 0 0,-2 5-19 0 0,-1-1 1 0 0,0 1 0 0 0,0-1-1 0 0,0 1 1 0 0,1-1-1 0 0,-1 1 1 0 0,0-1-1 0 0,0 1 1 0 0,0-1-1 0 0,0 1 1 0 0,0-1-1 0 0,0 1 1 0 0,0 0 0 0 0,0-1-1 0 0,0 1 1 0 0,0-1-1 0 0,0 1 1 0 0,0-1-1 0 0,0 1 1 0 0,0-1-1 0 0,0 1 1 0 0,-1-1-1 0 0,1 1 1 0 0,0-1 0 0 0,0 1-1 0 0,-1-1 1 0 0,1 1-1 0 0,0 0 1 0 0,0-1-1 0 0,-1 1 1 0 0,1 0-1 0 0,0-1 1 0 0,-1 1 0 0 0,1 0-1 0 0,-1-1 1 0 0,1 1-1 0 0,0 0 1 0 0,-1 0-1 0 0,1-1 1 0 0,-1 1-1 0 0,1 0 1 0 0,-1 0-1 0 0,1 0 1 0 0,-1 0 0 0 0,1 0-1 0 0,-1-1 1 0 0,1 1-1 0 0,-2 0 1 0 0,-37-8 133 0 0,21 7-7252 0 0,10 1-648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16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43 11346 0 0,'-1'-1'91'0'0,"1"1"-1"0"0,-1-1 0 0 0,1 1 0 0 0,0-1 1 0 0,-1 1-1 0 0,1-1 0 0 0,0 0 0 0 0,-1 1 0 0 0,1-1 1 0 0,0 1-1 0 0,0-1 0 0 0,-1 0 0 0 0,1 1 1 0 0,0-1-1 0 0,0 0 0 0 0,0 1 0 0 0,0-1 0 0 0,0 0 1 0 0,0 1-1 0 0,0-1 0 0 0,0 0 0 0 0,0 1 1 0 0,0-1-1 0 0,0 0 0 0 0,0 1 0 0 0,1-1 0 0 0,-1 0 1 0 0,0 1-1 0 0,0-1 0 0 0,1 0 0 0 0,-1 0 1 0 0,2 0 62 0 0,-1 1 1 0 0,0-1-1 0 0,0 0 1 0 0,1 1-1 0 0,-1-1 1 0 0,0 0-1 0 0,1 1 1 0 0,-1 0-1 0 0,1-1 1 0 0,-1 1-1 0 0,1 0 1 0 0,-1 0-1 0 0,3 0 1 0 0,6 0 309 0 0,-1 0 0 0 0,1 1 1 0 0,15 4-1 0 0,9 2-64 0 0,0-1 0 0 0,1-2 0 0 0,-1-1 1 0 0,57-3-1 0 0,138-25 606 0 0,-46 9-259 0 0,-148 15-566 0 0,0 2 0 0 0,0 2 0 0 0,42 8 1 0 0,-8 7 72 0 0,-64-17-1491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10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54 6049 0 0,'0'-1'149'0'0,"0"0"-1"0"0,0 0 1 0 0,0 0-1 0 0,0 1 1 0 0,-1-1-1 0 0,1 0 0 0 0,0 0 1 0 0,-1 1-1 0 0,1-1 1 0 0,-1 0-1 0 0,1 1 1 0 0,-1-1-1 0 0,1 0 1 0 0,-1 1-1 0 0,1-1 1 0 0,-1 1-1 0 0,0-2 0 0 0,0 2-52 0 0,1 1 0 0 0,0-1 0 0 0,-1 0 0 0 0,1 0 0 0 0,0 0-1 0 0,0 1 1 0 0,-1-1 0 0 0,1 0 0 0 0,0 0 0 0 0,-1 1-1 0 0,1-1 1 0 0,0 0 0 0 0,0 0 0 0 0,0 1 0 0 0,-1-1-1 0 0,1 0 1 0 0,0 1 0 0 0,0-1 0 0 0,0 0 0 0 0,0 1-1 0 0,0-1 1 0 0,0 0 0 0 0,0 1 0 0 0,0-1 0 0 0,0 1-1 0 0,-1 4 133 0 0,0 0-1 0 0,0 0 1 0 0,1 0-1 0 0,0 0 1 0 0,1 6-1 0 0,18 90 1165 0 0,-9-56-1185 0 0,4 57-1 0 0,-9-45-122 0 0,16 70 1 0 0,-21-126-81 0 0,0 0 1 0 0,0-1-1 0 0,1 1 0 0 0,-1 0 1 0 0,0 0-1 0 0,0 0 0 0 0,0-1 0 0 0,1 1 1 0 0,-1 0-1 0 0,0 0 0 0 0,1 0 1 0 0,-1-1-1 0 0,1 1 0 0 0,-1 0 0 0 0,1-1 1 0 0,-1 1-1 0 0,1 0 0 0 0,-1-1 1 0 0,1 1-1 0 0,0-1 0 0 0,-1 1 0 0 0,1-1 1 0 0,0 1-1 0 0,0-1 0 0 0,-1 0 1 0 0,2 1-1 0 0,0-1-8 0 0,-1 0 0 0 0,0 0 0 0 0,0 0-1 0 0,0-1 1 0 0,0 1 0 0 0,1 0 0 0 0,-1-1 0 0 0,0 1 0 0 0,0-1 0 0 0,0 1 0 0 0,0-1-1 0 0,0 1 1 0 0,0-1 0 0 0,0 0 0 0 0,0 1 0 0 0,1-2 0 0 0,3-4 10 0 0,1 1 0 0 0,-1-1 1 0 0,0-1-1 0 0,6-9 0 0 0,-2 0 110 0 0,-1-1-1 0 0,-1 0 0 0 0,0-1 0 0 0,-1 1 0 0 0,-1-1 0 0 0,6-34 1 0 0,0-111 861 0 0,-10 113-897 0 0,-1 46-63 0 0,3-27 461 0 0,-3 29-453 0 0,0 1 0 0 0,0-1 1 0 0,1 1-1 0 0,-1 0 1 0 0,0-1-1 0 0,1 1 1 0 0,-1 0-1 0 0,1-1 1 0 0,-1 1-1 0 0,1 0 1 0 0,0-1-1 0 0,0 1 1 0 0,-1 0-1 0 0,1 0 1 0 0,0 0-1 0 0,0 0 1 0 0,2-1-1 0 0,-2 2-21 0 0,-1 0 0 0 0,1 0 0 0 0,-1 0 0 0 0,1 0 0 0 0,0 0 0 0 0,-1 1 0 0 0,1-1 1 0 0,-1 0-1 0 0,1 1 0 0 0,-1-1 0 0 0,1 0 0 0 0,-1 1 0 0 0,1-1 0 0 0,-1 1 0 0 0,1-1 0 0 0,-1 1 0 0 0,1-1 0 0 0,-1 1 0 0 0,0-1 0 0 0,1 1 0 0 0,-1-1 0 0 0,0 1 0 0 0,1-1 1 0 0,-1 1-1 0 0,0 0 0 0 0,0 0 0 0 0,9 19 40 0 0,-9-20-43 0 0,30 110 154 0 0,-11-37-93 0 0,-14-51-103 0 0,10 28-259 0 0,-14-46 277 0 0,1-1 1 0 0,-1 0-1 0 0,1 0 0 0 0,-1 0 1 0 0,1 0-1 0 0,0 0 0 0 0,0 0 1 0 0,1 0-1 0 0,-1-1 0 0 0,1 1 0 0 0,3 2 1 0 0,-5-4 20 0 0,-1-1 0 0 0,1 1 0 0 0,0-1-1 0 0,-1 1 1 0 0,1-1 0 0 0,-1 0 0 0 0,1 0 0 0 0,0 1 0 0 0,0-1 0 0 0,-1 0 0 0 0,1 0 0 0 0,0 0 0 0 0,-1 1 0 0 0,1-1 0 0 0,0 0 0 0 0,0 0 0 0 0,-1 0 0 0 0,1 0 0 0 0,0 0 0 0 0,0-1 0 0 0,-1 1-1 0 0,1 0 1 0 0,0 0 0 0 0,-1 0 0 0 0,1-1 0 0 0,0 1 0 0 0,-1 0 0 0 0,1-1 0 0 0,1 0 0 0 0,-1 0-18 0 0,1-1 0 0 0,-1 0 0 0 0,0 1 0 0 0,1-1 0 0 0,-1 0 0 0 0,0 0 0 0 0,0 0 0 0 0,0 0 0 0 0,0 0 0 0 0,0-3 0 0 0,2-6 164 0 0,0 0 0 0 0,1-21 0 0 0,-4 31-101 0 0,4-74 1213 0 0,-9-142-1 0 0,5 216-1275 0 0,-1 1-1 0 0,1 0 0 0 0,0-1 1 0 0,0 1-1 0 0,0-1 1 0 0,0 1-1 0 0,0-1 0 0 0,0 1 1 0 0,0-1-1 0 0,0 1 0 0 0,0-1 1 0 0,0 1-1 0 0,0-1 1 0 0,0 1-1 0 0,0-1 0 0 0,0 1 1 0 0,0-1-1 0 0,0 1 1 0 0,1-1-1 0 0,-1 1 0 0 0,0-1 1 0 0,0 1-1 0 0,1 0 1 0 0,-1-1-1 0 0,0 1 0 0 0,1-1 1 0 0,0 0-1 0 0,-1 2-125 0 0,1-1-1 0 0,0 1 1 0 0,-1 0-1 0 0,1-1 1 0 0,-1 1-1 0 0,1 0 1 0 0,-1 0-1 0 0,1-1 1 0 0,-1 1-1 0 0,0 0 1 0 0,1 0-1 0 0,-1 0 1 0 0,0 0 0 0 0,1-1-1 0 0,-1 3 1 0 0,3 8-1575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11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78 3225 0 0,'-19'-22'3425'0'0,"13"15"-2800"0"0,0 0 0 0 0,0 0 0 0 0,0 1 0 0 0,-1 0 0 0 0,-14-10 1 0 0,19 15-578 0 0,0 0 0 0 0,0 0 0 0 0,0 0 0 0 0,0 0 0 0 0,0 1 0 0 0,0-1 0 0 0,0 1 0 0 0,0-1 0 0 0,0 1 0 0 0,0 0 0 0 0,0 0 0 0 0,0 0 0 0 0,-1 0 0 0 0,1 0 0 0 0,0 1 1 0 0,0-1-1 0 0,0 1 0 0 0,0-1 0 0 0,0 1 0 0 0,0 0 0 0 0,0-1 0 0 0,0 1 0 0 0,1 0 0 0 0,-1 0 0 0 0,0 1 0 0 0,0-1 0 0 0,1 0 0 0 0,-1 0 0 0 0,1 1 0 0 0,-4 3 1 0 0,1 0 3 0 0,0 1 1 0 0,0-1 0 0 0,0 1-1 0 0,1 0 1 0 0,0 1 0 0 0,0-1-1 0 0,0 0 1 0 0,1 1 0 0 0,-3 11 0 0 0,0 4-8 0 0,-3 36 0 0 0,5-35-44 0 0,2-1-1 0 0,0 1 1 0 0,2-1-1 0 0,0 1 1 0 0,2-1-1 0 0,9 40 1 0 0,-10-57-8 0 0,0 0 1 0 0,1 1-1 0 0,0-1 0 0 0,0 0 0 0 0,0-1 1 0 0,0 1-1 0 0,1 0 0 0 0,0-1 0 0 0,8 8 1 0 0,-10-10 9 0 0,1 0 1 0 0,0 0-1 0 0,0 0 0 0 0,-1 0 1 0 0,1 0-1 0 0,0 0 1 0 0,1-1-1 0 0,-1 1 1 0 0,0-1-1 0 0,0 0 1 0 0,1 0-1 0 0,-1 0 0 0 0,1-1 1 0 0,-1 1-1 0 0,0-1 1 0 0,1 0-1 0 0,6 0 1 0 0,-7-1-1 0 0,0 0 1 0 0,0 0 0 0 0,1-1 0 0 0,-1 1 0 0 0,-1-1 0 0 0,1 0-1 0 0,0 0 1 0 0,0 0 0 0 0,-1 0 0 0 0,1 0 0 0 0,-1-1-1 0 0,1 1 1 0 0,1-4 0 0 0,26-36 175 0 0,-21 26-94 0 0,-1 0 0 0 0,0 0 1 0 0,-1 0-1 0 0,-1-1 0 0 0,7-30 1 0 0,-6 11 549 0 0,2-64 1 0 0,-5 80-404 0 0,-1 19-283 0 0,1 13-100 0 0,-1 14 292 0 0,-2-1-1 0 0,-2 48 0 0 0,-1-16-72 0 0,2-42-179 0 0,0 1 0 0 0,0-1 0 0 0,2 0 0 0 0,0 1 0 0 0,0-1 0 0 0,10 27 0 0 0,-12-42 73 0 0,0 0-1 0 0,0 0 0 0 0,0 0 0 0 0,0 0 1 0 0,0 0-1 0 0,0 0 0 0 0,0 0 1 0 0,0 0-1 0 0,0 0 0 0 0,1 0 0 0 0,-1 1 1 0 0,0-1-1 0 0,0 0 0 0 0,0 0 0 0 0,0 0 1 0 0,0 0-1 0 0,0 0 0 0 0,0 0 1 0 0,0 0-1 0 0,1 0 0 0 0,-1 0 0 0 0,0 0 1 0 0,0 0-1 0 0,0 0 0 0 0,0 0 0 0 0,0 0 1 0 0,0 0-1 0 0,0 0 0 0 0,1 0 1 0 0,-1 0-1 0 0,0 0 0 0 0,0 0 0 0 0,0 0 1 0 0,0 0-1 0 0,0 0 0 0 0,0 0 0 0 0,0-1 1 0 0,1 1-1 0 0,-1 0 0 0 0,0 0 0 0 0,0 0 1 0 0,0 0-1 0 0,0 0 0 0 0,0 0 1 0 0,0 0-1 0 0,0 0 0 0 0,0 0 0 0 0,0 0 1 0 0,0-1-1 0 0,0 1 0 0 0,0 0 0 0 0,0 0 1 0 0,0 0-1 0 0,0 0 0 0 0,0 0 1 0 0,1 0-1 0 0,-1 0 0 0 0,0 0 0 0 0,0-1 1 0 0,0 1-1 0 0,0 0 0 0 0,0 0 0 0 0,-1 0 1 0 0,8-15-878 0 0,1-18 266 0 0,31-211-3049 0 0,-38 240 3698 0 0,7-29 27 0 0,-8 32-18 0 0,1 1 0 0 0,-1-1 0 0 0,0 0 1 0 0,0 1-1 0 0,0-1 0 0 0,1 1 0 0 0,-1-1 1 0 0,0 1-1 0 0,0-1 0 0 0,1 1 0 0 0,-1-1 1 0 0,1 1-1 0 0,-1-1 0 0 0,0 1 0 0 0,1-1 1 0 0,-1 1-1 0 0,1 0 0 0 0,-1-1 0 0 0,1 1 0 0 0,-1 0 1 0 0,1-1-1 0 0,-1 1 0 0 0,1 0 0 0 0,-1 0 1 0 0,1 0-1 0 0,-1-1 0 0 0,1 1 0 0 0,0 0 1 0 0,-1 0-1 0 0,1 0 0 0 0,-1 0 0 0 0,1 0 1 0 0,0 0-1 0 0,-1 0 0 0 0,1 0 0 0 0,-1 0 1 0 0,1 0-1 0 0,0 1 0 0 0,-1-1 0 0 0,1 0 1 0 0,-1 0-1 0 0,1 0 0 0 0,-1 1 0 0 0,1-1 1 0 0,-1 0-1 0 0,1 1 0 0 0,-1-1 0 0 0,2 1 0 0 0,0 3 30 0 0,1 0-1 0 0,-1 1 0 0 0,1-1 1 0 0,-1 1-1 0 0,0-1 0 0 0,-1 1 0 0 0,1 0 1 0 0,-1 0-1 0 0,0-1 0 0 0,0 1 1 0 0,0 8-1 0 0,2 1 96 0 0,19 108 3507 0 0,-23-88-3105 0 0,1-32-506 0 0,0-1 1 0 0,0 1 0 0 0,-1-1-1 0 0,1 1 1 0 0,0 0-1 0 0,-1-1 1 0 0,0 1-1 0 0,1-1 1 0 0,-1 0 0 0 0,0 1-1 0 0,0-1 1 0 0,0 0-1 0 0,1 1 1 0 0,-1-1-1 0 0,-1 0 1 0 0,1 0 0 0 0,0 0-1 0 0,-2 2 1 0 0,4-30 1583 0 0,10-1-1518 0 0,0 1 1 0 0,1 0-1 0 0,18-27 0 0 0,1-4-225 0 0,-26 47 119 0 0,1 0 1 0 0,0 1-1 0 0,0 0 0 0 0,1 0 1 0 0,12-13-1 0 0,-18 22 10 0 0,-1 0 0 0 0,1 1 1 0 0,0-1-1 0 0,0 1 0 0 0,-1-1 0 0 0,1 0 0 0 0,0 1 0 0 0,0 0 1 0 0,0-1-1 0 0,0 1 0 0 0,0-1 0 0 0,0 1 0 0 0,-1 0 1 0 0,1 0-1 0 0,0-1 0 0 0,0 1 0 0 0,0 0 0 0 0,0 0 0 0 0,0 0 1 0 0,0 0-1 0 0,0 0 0 0 0,0 0 0 0 0,2 1 0 0 0,-2 0-2 0 0,1-1 0 0 0,-1 1 0 0 0,1 0 0 0 0,-1 0 0 0 0,0 0 0 0 0,1 0 0 0 0,-1 0 0 0 0,0 0 0 0 0,0 1 0 0 0,0-1 0 0 0,0 0 0 0 0,2 3 0 0 0,1 5 48 0 0,1-1 1 0 0,-2 1 0 0 0,6 16 0 0 0,-8-22 6 0 0,11 38 79 0 0,-1 0 0 0 0,5 42 0 0 0,-16-81-232 0 0,0 0-1 0 0,0 0 1 0 0,1 0-1 0 0,-1 0 1 0 0,1-1-1 0 0,0 1 0 0 0,0 0 1 0 0,-1 0-1 0 0,3 2 1 0 0,-3-4 7 0 0,0 1 0 0 0,1-1 0 0 0,-1 1-1 0 0,1-1 1 0 0,-1 0 0 0 0,1 1 0 0 0,-1-1 0 0 0,1 0 0 0 0,-1 1 0 0 0,1-1 0 0 0,-1 0 0 0 0,1 0 0 0 0,-1 1 0 0 0,1-1 0 0 0,-1 0 0 0 0,1 0 0 0 0,0 0 0 0 0,-1 0 0 0 0,1 0 0 0 0,-1 0 0 0 0,1 0 0 0 0,0 0-1 0 0,-1 0 1 0 0,1 0 0 0 0,-1 0 0 0 0,1 0 0 0 0,-1 0 0 0 0,1-1 0 0 0,0 1 0 0 0,-1 0 0 0 0,1 0 0 0 0,-1-1 0 0 0,1 1 0 0 0,0-1 0 0 0,5-4-953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11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2304 0 0,'2'13'1058'0'0,"0"0"-1"0"0,-1 0 0 0 0,-1 1 0 0 0,0-1 0 0 0,-1 0 0 0 0,-3 19 0 0 0,1-11-28 0 0,0 31 1 0 0,4-31-1048 0 0,0-1 0 0 0,2 0 1 0 0,0 0-1 0 0,1 0 1 0 0,11 34-1 0 0,-8-40-4292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8:11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4145 0 0,'0'0'26'0'0,"0"0"0"0"0,0-1 1 0 0,0 1-1 0 0,0 0 0 0 0,0-1 1 0 0,1 1-1 0 0,-1 0 0 0 0,0 0 1 0 0,0-1-1 0 0,0 1 0 0 0,0 0 1 0 0,1 0-1 0 0,-1-1 0 0 0,0 1 0 0 0,0 0 1 0 0,1 0-1 0 0,-1 0 0 0 0,0-1 1 0 0,1 1-1 0 0,-1 0 0 0 0,0 0 1 0 0,0 0-1 0 0,1 0 0 0 0,-1 0 0 0 0,0 0 1 0 0,1 0-1 0 0,-1-1 0 0 0,0 1 1 0 0,1 0-1 0 0,-1 0 0 0 0,0 0 1 0 0,1 0-1 0 0,-1 1 0 0 0,0-1 0 0 0,1 0 1 0 0,-1 0-1 0 0,0 0 0 0 0,1 0 1 0 0,-1 0-1 0 0,0 0 0 0 0,0 0 1 0 0,1 0-1 0 0,-1 1 0 0 0,0-1 1 0 0,1 0-1 0 0,-1 0 0 0 0,0 0 0 0 0,0 1 1 0 0,1-1-1 0 0,24 14 1415 0 0,-13-7-1019 0 0,0-3 96 0 0,-1 0 1 0 0,1-1 0 0 0,-1 0-1 0 0,1 0 1 0 0,0-2-1 0 0,0 1 1 0 0,0-2 0 0 0,20 0-1 0 0,9-4 698 0 0,46-9 0 0 0,-78 11-1117 0 0,5 0 126 0 0,0-1 0 0 0,0 0-1 0 0,0-1 1 0 0,-1 0-1 0 0,15-8 1 0 0,-28 12-216 0 0,1 0 0 0 0,-1 0 0 0 0,0 0 1 0 0,1 0-1 0 0,-1 0 0 0 0,0 0 0 0 0,1-1 1 0 0,-1 1-1 0 0,0 0 0 0 0,1 0 0 0 0,-1 0 1 0 0,0-1-1 0 0,0 1 0 0 0,1 0 0 0 0,-1 0 1 0 0,0-1-1 0 0,0 1 0 0 0,1 0 0 0 0,-1 0 1 0 0,0-1-1 0 0,0 1 0 0 0,0 0 0 0 0,0-1 1 0 0,1 1-1 0 0,-1 0 0 0 0,0-1 0 0 0,0 1 1 0 0,0 0-1 0 0,0-1 0 0 0,0 1 0 0 0,0 0 1 0 0,0-1-1 0 0,0 1 0 0 0,0 0 0 0 0,0-1 1 0 0,0 1-1 0 0,0-1 0 0 0,0 1 0 0 0,-1-1 1 0 0,1 1-58 0 0,-1-1 1 0 0,1 1-1 0 0,-1 0 1 0 0,0-1-1 0 0,1 1 1 0 0,-1 0-1 0 0,0-1 1 0 0,1 1-1 0 0,-1 0 1 0 0,0 0-1 0 0,0-1 1 0 0,1 1-1 0 0,-1 0 1 0 0,0 0-1 0 0,1 0 1 0 0,-1 0-1 0 0,0 0 1 0 0,0 0-1 0 0,-1 1 1 0 0,-4 0-391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22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55 271 8322 0 0,'-8'-25'1302'0'0,"7"24"-1124"0"0,1 0 0 0 0,0 0 0 0 0,-1-1 0 0 0,1 1-1 0 0,0 0 1 0 0,0 0 0 0 0,0-1 0 0 0,0 1 0 0 0,1 0-1 0 0,-1 0 1 0 0,0-1 0 0 0,0 1 0 0 0,1 0 0 0 0,-1 0 0 0 0,1 0-1 0 0,-1-1 1 0 0,1 1 0 0 0,0-1 0 0 0,0 3 89 0 0,0 1 1 0 0,-1 0 0 0 0,1-1 0 0 0,-1 1-1 0 0,1 0 1 0 0,-1-1 0 0 0,0 1-1 0 0,1 0 1 0 0,-1 0 0 0 0,0 1-1 0 0,-14 188 3262 0 0,22 96-2534 0 0,20-104-489 0 0,-17-125-533 0 0,-2 0 0 0 0,1 71-1 0 0,-10-123 99 0 0,0 0 0 0 0,-1 0 0 0 0,0 1 0 0 0,0-1 0 0 0,0 0 0 0 0,-1 0 0 0 0,0 0 0 0 0,0-1 0 0 0,-6 11 0 0 0,9-15-42 0 0,-1-1 0 0 0,1 1 0 0 0,-1-1 1 0 0,1 1-1 0 0,-1-1 0 0 0,1 1 1 0 0,0-1-1 0 0,-1 1 0 0 0,1-1 0 0 0,0 1 1 0 0,-1-1-1 0 0,1 0 0 0 0,0 0 1 0 0,-1 1-1 0 0,1-1 0 0 0,0 0 0 0 0,0 0 1 0 0,-1 0-1 0 0,1 0 0 0 0,0 0 0 0 0,1 0 1 0 0,24 4 558 0 0,34-4-581 0 0,295 6 114 0 0,-174-8-111 0 0,-119-2-3 0 0,112 10 0 0 0,107 17-7 0 0,-222-23 0 0 0,1-1 0 0 0,101-18 0 0 0,-113 10 10 0 0,250-39 172 0 0,-236 44-182 0 0,0 2 0 0 0,-1 3 0 0 0,92 12 0 0 0,-89-1-1 0 0,-36-6 10 0 0,32 3 1 0 0,-51-9 10 0 0,0 1-1 0 0,0-2 1 0 0,0 1 0 0 0,0-1 0 0 0,0 0-1 0 0,0-1 1 0 0,15-5 0 0 0,33-6 439 0 0,-59-1-215 0 0,0 1 0 0 0,1 0 1 0 0,1 0-1 0 0,1-16 0 0 0,0-35-242 0 0,-7-76 0 0 0,2 92-7 0 0,2-1 0 0 0,2 0 0 0 0,9-69 0 0 0,11 21-170 0 0,6-42-24 0 0,-4 5-213 0 0,-16 125 352 0 0,-5 8 56 0 0,0 0 1 0 0,-1-1-1 0 0,1 1 0 0 0,0 0 1 0 0,0 0-1 0 0,-1 0 0 0 0,1 0 1 0 0,-1-1-1 0 0,1 1 1 0 0,-1 0-1 0 0,0-1 0 0 0,1 0 1 0 0,-1 1 56 0 0,-1-3 1 0 0,1 0-47 0 0,0 2-7 0 0,0 1 1 0 0,-1 0 0 0 0,1-1 0 0 0,0 1-1 0 0,-1 0 1 0 0,1-1 0 0 0,-1 1-1 0 0,1 0 1 0 0,-1 0 0 0 0,0 0-1 0 0,0 0 1 0 0,1 0 0 0 0,-1-1 0 0 0,0 1-1 0 0,0 0 1 0 0,0 1 0 0 0,0-1-1 0 0,0 0 1 0 0,-2-1 0 0 0,3 2 252 0 0,-3-4-295 0 0,1 3 47 0 0,1 0-11 0 0,0 0-1 0 0,0 0 1 0 0,1 0 0 0 0,-1 0 0 0 0,0 1 0 0 0,0-1-1 0 0,1 0 1 0 0,-1-1 0 0 0,0 1 0 0 0,1 0 0 0 0,-1 0-1 0 0,1 0 1 0 0,-1 0 0 0 0,1 0 0 0 0,0 0-1 0 0,-1-1 1 0 0,1 1 0 0 0,0 0 0 0 0,0 0 0 0 0,0 0-1 0 0,0-1 1 0 0,0 1 0 0 0,0 0 0 0 0,0 0 0 0 0,1-1-1 0 0,-1 1 1 0 0,0 0 0 0 0,1 0 0 0 0,-1 0 0 0 0,0 0-1 0 0,2-2 1 0 0,8-10-8 0 0,9-12 16 0 0,-18 19-2 0 0,0 0 0 0 0,0-1 0 0 0,0 1 0 0 0,-1 0 0 0 0,-1-12 0 0 0,1-21 0 0 0,1 33 0 0 0,-1 1 0 0 0,0 0 0 0 0,0 0 0 0 0,0-1 0 0 0,-3-8 0 0 0,2 11 0 0 0,1 2 0 0 0,-8 6 0 0 0,-155 37 0 0 0,136-34-16 0 0,0-1 1 0 0,-1-1-1 0 0,-40 2 0 0 0,-88-2-83 0 0,74-5 77 0 0,-62 4 22 0 0,-173 4 0 0 0,-59 9 57 0 0,91-2 14 0 0,-51-21-215 0 0,213 1 151 0 0,51 2-12 0 0,1 4 0 0 0,-128 19 0 0 0,185-19 23 0 0,6-1 8 0 0,0 0-1 0 0,0 1 1 0 0,0 0 0 0 0,0 0 0 0 0,0 1 0 0 0,1 0-1 0 0,-10 5 1 0 0,17-7-18 0 0,-1 0-1 0 0,1 0 1 0 0,-1 0-1 0 0,1 1 0 0 0,-1-1 1 0 0,1 0-1 0 0,-1 1 1 0 0,1-1-1 0 0,0 0 1 0 0,0 1-1 0 0,0-1 1 0 0,0 0-1 0 0,0 1 0 0 0,0-1 1 0 0,0 0-1 0 0,0 1 1 0 0,1-1-1 0 0,0 2 1 0 0,-1 14 50 0 0,-10 89-1683 0 0,10-83-110 0 0,0 0 0 0 0,5 38-1 0 0,-1-36-5852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23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159 173 6913 0 0,'-9'-41'2912'0'0,"8"30"-2335"0"0,-1 0-1 0 0,-1-1 0 0 0,0 1 1 0 0,0 0-1 0 0,-1 1 0 0 0,0-1 1 0 0,-1 1-1 0 0,-12-19 1 0 0,17 28-511 0 0,-1 0 1 0 0,1 0 0 0 0,-1 0-1 0 0,0 0 1 0 0,1 0 0 0 0,-1 0-1 0 0,0 1 1 0 0,0-1 0 0 0,0 0-1 0 0,1 0 1 0 0,-1 1 0 0 0,0-1-1 0 0,0 0 1 0 0,0 1 0 0 0,0-1-1 0 0,0 1 1 0 0,0 0 0 0 0,0-1-1 0 0,0 1 1 0 0,-1 0 0 0 0,1-1-1 0 0,0 1 1 0 0,0 0 0 0 0,0 0 0 0 0,0 0-1 0 0,0 0 1 0 0,0 0 0 0 0,0 0-1 0 0,-1 0 1 0 0,1 1 0 0 0,0-1-1 0 0,0 0 1 0 0,0 0 0 0 0,0 1-1 0 0,0-1 1 0 0,0 1 0 0 0,0-1-1 0 0,0 1 1 0 0,0 0 0 0 0,0-1-1 0 0,0 1 1 0 0,0 0 0 0 0,1-1-1 0 0,-1 1 1 0 0,0 0 0 0 0,0 0-1 0 0,1 0 1 0 0,-1 0 0 0 0,1 0 0 0 0,-1 0-1 0 0,0 2 1 0 0,-4 5 97 0 0,1 0 1 0 0,-1 1 0 0 0,2 0-1 0 0,-5 16 1 0 0,-2 22-73 0 0,2 0 1 0 0,2 0-1 0 0,0 75 1 0 0,5-74-52 0 0,-4 55 155 0 0,17 189 0 0 0,-8-256-160 0 0,2-1 0 0 0,2 1 0 0 0,1-2 1 0 0,26 64-1 0 0,-18-67 7 0 0,-12-21-1624 0 0,-11-23-4323 0 0,1 1 365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24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65 7834 0 0,'-6'0'3565'0'0,"8"2"-1311"0"0,19 10-480 0 0,-11-8-1520 0 0,1 1 0 0 0,-1-1 0 0 0,15 3 1 0 0,-11-6 11 0 0,0-1 0 0 0,0-1 1 0 0,-1 0-1 0 0,1-1 1 0 0,-1 0-1 0 0,1-1 0 0 0,-1 0 1 0 0,0-1-1 0 0,24-11 1 0 0,30-8 701 0 0,19-2-878 0 0,-58 16-2598 0 0,1 0-3660 0 0,-23 7 1199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24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2761 0 0,'-1'0'306'0'0,"1"0"0"0"0,-1 0 1 0 0,1 0-1 0 0,-1 0 0 0 0,0 0 1 0 0,1 0-1 0 0,-1 1 1 0 0,1-1-1 0 0,-1 0 0 0 0,1 0 1 0 0,-1 1-1 0 0,1-1 1 0 0,0 0-1 0 0,-1 0 0 0 0,1 1 1 0 0,-1-1-1 0 0,1 1 0 0 0,0-1 1 0 0,-1 0-1 0 0,1 1 1 0 0,0-1-1 0 0,-1 1 0 0 0,1-1 1 0 0,0 1-1 0 0,-1-1 1 0 0,1 1-1 0 0,-4 19 2297 0 0,8 19-1148 0 0,35 144 2626 0 0,-37-173-3953 0 0,0 3 92 0 0,0 0-1 0 0,1 0 0 0 0,0 0 0 0 0,10 20 0 0 0,-13-33-207 0 0,0 0-1 0 0,0 0 1 0 0,0 0-1 0 0,0 0 1 0 0,0-1-1 0 0,0 1 1 0 0,0 0-1 0 0,0 0 1 0 0,0 0 0 0 0,0 0-1 0 0,1 0 1 0 0,-1 0-1 0 0,0 0 1 0 0,0 0-1 0 0,0 0 1 0 0,0 0-1 0 0,0 0 1 0 0,0 0-1 0 0,0 0 1 0 0,0 0-1 0 0,1 0 1 0 0,-1 0-1 0 0,0 0 1 0 0,0-1-1 0 0,0 1 1 0 0,0 0-1 0 0,0 0 1 0 0,0 0-1 0 0,0 1 1 0 0,0-1-1 0 0,1 0 1 0 0,-1 0-1 0 0,0 0 1 0 0,0 0-1 0 0,0 0 1 0 0,0 0-1 0 0,0 0 1 0 0,0 0 0 0 0,0 0-1 0 0,0 0 1 0 0,1 0-1 0 0,-1 0 1 0 0,0 0-1 0 0,0 0 1 0 0,0 0-1 0 0,0 0 1 0 0,0 0-1 0 0,0 1 1 0 0,0-1-1 0 0,0 0 1 0 0,0 0-1 0 0,0 0 1 0 0,0 0-1 0 0,0 0 1 0 0,0 0-1 0 0,0 0 1 0 0,0 0-1 0 0,0 1 1 0 0,1-1-1 0 0,-1 0 1 0 0,0 0-1 0 0,1-9 546 0 0,-1 8-10 0 0,0-5-252 0 0,2-34 126 0 0,0 13-328 0 0,7-48 1 0 0,-8 68-55 0 0,1-1 0 0 0,0 1 0 0 0,0 0 0 0 0,1-1 0 0 0,0 1 0 0 0,0 0 0 0 0,1 1 0 0 0,0-1 0 0 0,0 1 0 0 0,0 0 0 0 0,7-8 0 0 0,-6 11-157 0 0,-1-1 1 0 0,1 1-1 0 0,-1 0 0 0 0,1 0 1 0 0,0 1-1 0 0,0 0 0 0 0,0-1 1 0 0,0 2-1 0 0,10-4 0 0 0,54-6-2189 0 0,-49 8 1355 0 0,9-1-981 0 0,33 1 0 0 0,-59 4 1554 0 0,-7 1 835 0 0,-7 4-182 0 0,10-5 101 0 0,-3 3 77 0 0,-3 8-217 0 0,0 0 0 0 0,0 0 1 0 0,1 0-1 0 0,1 1 0 0 0,0 0 1 0 0,0 0-1 0 0,-2 18 0 0 0,1-5-90 0 0,2 0 1 0 0,0 1-1 0 0,1 29 0 0 0,4-52-125 0 0,-1 0 0 0 0,0 0 0 0 0,1 0 0 0 0,-1 0 0 0 0,1 1 0 0 0,0-1 0 0 0,1-1 0 0 0,-1 1 0 0 0,1 0 0 0 0,0 0 0 0 0,-1 0 0 0 0,2-1-1 0 0,-1 1 1 0 0,0-1 0 0 0,4 5 0 0 0,-4-7-7 0 0,0 1-1 0 0,0 0 0 0 0,0-1 0 0 0,0 1 1 0 0,0-1-1 0 0,0 0 0 0 0,0 0 0 0 0,0 0 0 0 0,1 0 1 0 0,-1 0-1 0 0,0 0 0 0 0,1-1 0 0 0,-1 1 1 0 0,1-1-1 0 0,-1 1 0 0 0,1-1 0 0 0,-1 0 0 0 0,1 0 1 0 0,-1 0-1 0 0,0 0 0 0 0,1-1 0 0 0,-1 1 1 0 0,1-1-1 0 0,-1 1 0 0 0,1-1 0 0 0,3-2 1 0 0,3 0 92 0 0,0-1 0 0 0,-1-1 0 0 0,1 0 0 0 0,-1 0 0 0 0,0-1 0 0 0,-1 1 0 0 0,1-2 0 0 0,-1 1 0 0 0,-1-1 0 0 0,1 0 0 0 0,-1-1 0 0 0,10-14 0 0 0,-13 17-37 0 0,0-1 0 0 0,-1 1 1 0 0,1-1-1 0 0,-1 0 0 0 0,0 0 1 0 0,-1 0-1 0 0,0 0 0 0 0,1-1 0 0 0,-2 1 1 0 0,1 0-1 0 0,-1 0 0 0 0,0-1 1 0 0,0 1-1 0 0,-1 0 0 0 0,0-1 0 0 0,0 1 1 0 0,0 0-1 0 0,-1 0 0 0 0,0 0 1 0 0,-4-9-1 0 0,2 8 18 0 0,0 0 0 0 0,0 0 1 0 0,0 0-1 0 0,-1 1 0 0 0,-10-11 0 0 0,14 16-159 0 0,0-1-1 0 0,0 1 0 0 0,-1-1 1 0 0,1 1-1 0 0,-1 0 0 0 0,1-1 0 0 0,-1 1 1 0 0,1 0-1 0 0,-1 0 0 0 0,0 0 1 0 0,1 0-1 0 0,-1 1 0 0 0,0-1 0 0 0,0 0 1 0 0,0 1-1 0 0,0-1 0 0 0,0 1 1 0 0,0-1-1 0 0,0 1 0 0 0,0 0 0 0 0,1 0 1 0 0,-1 0-1 0 0,0 0 0 0 0,0 0 1 0 0,0 1-1 0 0,0-1 0 0 0,0 1 1 0 0,0-1-1 0 0,-2 2 0 0 0,4-2-78 0 0,-1 0 0 0 0,1 0 0 0 0,0 0-1 0 0,-1 0 1 0 0,1 0 0 0 0,0 1 0 0 0,0-1 0 0 0,0 0-1 0 0,-1 0 1 0 0,1 0 0 0 0,0 1 0 0 0,0-1 0 0 0,0 0 0 0 0,-1 0-1 0 0,1 0 1 0 0,0 1 0 0 0,0-1 0 0 0,0 0 0 0 0,0 0-1 0 0,0 1 1 0 0,-1-1 0 0 0,1 0 0 0 0,0 1 0 0 0,0-1 0 0 0,0 0-1 0 0,0 0 1 0 0,0 1 0 0 0,0-1 0 0 0,0 0 0 0 0,0 0-1 0 0,0 1 1 0 0,0-1 0 0 0,0 0 0 0 0,0 1 0 0 0,0-1-1 0 0,0 0 1 0 0,1 0 0 0 0,-1 1 0 0 0,0-1 0 0 0,0 0 0 0 0,0 0-1 0 0,0 1 1 0 0,1-1 0 0 0,2 1-1892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25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9762 0 0,'1'1'120'0'0,"-1"-1"0"0"0,1 0 0 0 0,0 1 1 0 0,0-1-1 0 0,0 1 0 0 0,-1-1 0 0 0,1 1 0 0 0,0 0 0 0 0,0-1 0 0 0,-1 1 0 0 0,1 0 0 0 0,-1 0 0 0 0,1-1 1 0 0,0 1-1 0 0,-1 0 0 0 0,1 0 0 0 0,-1 0 0 0 0,0 0 0 0 0,1 0 0 0 0,-1 1 0 0 0,10 24 1275 0 0,-8-20-1164 0 0,6 22 666 0 0,-1-1 1 0 0,-1 1 0 0 0,3 39-1 0 0,-1-9 591 0 0,0-33-443 0 0,-8-25-1012 0 0,0 1 0 0 0,0 0 0 0 0,0 0 0 0 0,1-1 0 0 0,-1 1 0 0 0,0 0 0 0 0,1-1 0 0 0,-1 1 0 0 0,1 0 0 0 0,-1-1 0 0 0,1 1 0 0 0,-1-1 0 0 0,1 1 0 0 0,-1-1 0 0 0,1 1 0 0 0,-1-1 0 0 0,1 1 0 0 0,0-1 0 0 0,-1 0-1 0 0,1 1 1 0 0,0-1 0 0 0,-1 0 0 0 0,1 1 0 0 0,0-1 0 0 0,0 0 0 0 0,-1 0 0 0 0,1 0 0 0 0,0 0 0 0 0,0 1 0 0 0,1-1 0 0 0,-1-1-14 0 0,0 0 0 0 0,0 0-1 0 0,1 0 1 0 0,-1 0 0 0 0,0 1-1 0 0,0-1 1 0 0,0-1 0 0 0,0 1 0 0 0,0 0-1 0 0,0 0 1 0 0,0 0 0 0 0,-1 0-1 0 0,1-1 1 0 0,0 1 0 0 0,0-3 0 0 0,10-26 79 0 0,-5 13-34 0 0,6-13-40 0 0,13-26 84 0 0,31-56 0 0 0,-55 112-106 0 0,-1-1 0 0 0,0 1 0 0 0,0-1 0 0 0,1 1 0 0 0,-1-1 0 0 0,0 1 0 0 0,0-1 0 0 0,1 1 0 0 0,-1-1 0 0 0,1 1 0 0 0,-1 0 0 0 0,0-1 0 0 0,1 1 0 0 0,-1 0 0 0 0,1-1 0 0 0,-1 1 0 0 0,1 0 0 0 0,-1-1 0 0 0,1 1 0 0 0,-1 0 0 0 0,1 0 0 0 0,0 0 0 0 0,-1-1 0 0 0,1 1 0 0 0,-1 0 0 0 0,1 0 0 0 0,-1 0 0 0 0,1 0 0 0 0,-1 0 0 0 0,2 0 0 0 0,-1 1 8 0 0,0-1 0 0 0,0 1 0 0 0,0 0 1 0 0,0 0-1 0 0,0-1 0 0 0,0 1 0 0 0,0 0 0 0 0,0 0 0 0 0,-1 0 0 0 0,1 0 0 0 0,0 0 0 0 0,0 0 1 0 0,0 2-1 0 0,17 40 235 0 0,-17-39-238 0 0,49 173 544 0 0,-45-166-536 0 0,-1-10-31 0 0,4-17-47 0 0,-4 6 48 0 0,26-66 41 0 0,-23 55-9 0 0,0 1 0 0 0,2 1 0 0 0,0-1 1 0 0,16-24-1 0 0,-23 43 13 0 0,-1 0 0 0 0,0 0 0 0 0,0 0 0 0 0,0 0 1 0 0,1 0-1 0 0,-1 0 0 0 0,1 0 0 0 0,-1 1 0 0 0,1-1 0 0 0,-1 0 0 0 0,1 1 0 0 0,-1-1 1 0 0,1 1-1 0 0,-1 0 0 0 0,1-1 0 0 0,-1 1 0 0 0,1 0 0 0 0,0 0 0 0 0,-1 0 1 0 0,1 0-1 0 0,-1 0 0 0 0,1 1 0 0 0,0-1 0 0 0,-1 0 0 0 0,2 2 0 0 0,45 15 322 0 0,-37-12-231 0 0,-4-3-73 0 0,0 1 0 0 0,-1 0-1 0 0,1 0 1 0 0,-1 0 0 0 0,0 1 0 0 0,0 0-1 0 0,0 0 1 0 0,-1 1 0 0 0,1 0-1 0 0,-1 0 1 0 0,0 0 0 0 0,0 1 0 0 0,-1-1-1 0 0,0 1 1 0 0,0 0 0 0 0,0 0 0 0 0,0 1-1 0 0,-1-1 1 0 0,0 1 0 0 0,-1-1 0 0 0,0 1-1 0 0,0 0 1 0 0,0 0 0 0 0,-1 0 0 0 0,0 0-1 0 0,0 1 1 0 0,0-1 0 0 0,-2 8-1 0 0,0 20 296 0 0,0-23-268 0 0,0 0-1 0 0,1-1 1 0 0,1 1 0 0 0,0 0-1 0 0,0 0 1 0 0,4 12 0 0 0,-4-21-702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27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5 206 7570 0 0,'-5'4'8637'0'0,"22"-8"-7604"0"0,0 0 0 0 0,0-1-1 0 0,0 0 1 0 0,-1-2 0 0 0,18-9-1 0 0,-23 12-996 0 0,0-1-1 0 0,0 1 0 0 0,0 1 1 0 0,1 0-1 0 0,-1 1 0 0 0,15-1 0 0 0,-21 2-32 0 0,56-6-3 0 0,82 0 0 0 0,-110 7 15 0 0,1-2-1 0 0,-1-2 1 0 0,40-9 0 0 0,-55 9-6 0 0,0-1 0 0 0,-1-1 1 0 0,1 0-1 0 0,-1-2 0 0 0,0 0 1 0 0,-1 0-1 0 0,21-15 0 0 0,-30 17-7 0 0,0 1-1 0 0,0 1 1 0 0,1 0-1 0 0,-1 0 1 0 0,1 0 0 0 0,0 1-1 0 0,0 0 1 0 0,1 1-1 0 0,-1-1 1 0 0,0 2-1 0 0,1-1 1 0 0,0 1-1 0 0,-1 1 1 0 0,1-1 0 0 0,-1 1-1 0 0,1 1 1 0 0,14 2-1 0 0,-20-2 33 0 0,0 1-1 0 0,-1-1 1 0 0,1 1-1 0 0,0 0 1 0 0,-1 0-1 0 0,1 0 1 0 0,-1 0-1 0 0,3 3 1 0 0,18 13-281 0 0,-8-12 557 0 0,-13-6-250 0 0,-1 1 1 0 0,1-1-1 0 0,0 1 0 0 0,-1 0 1 0 0,1-1-1 0 0,0 1 1 0 0,-1 0-1 0 0,1 0 0 0 0,-1 0 1 0 0,1 0-1 0 0,-1 0 0 0 0,1 0 1 0 0,-1 0-1 0 0,0 0 0 0 0,0 1 1 0 0,0-1-1 0 0,0 1 0 0 0,1-1 1 0 0,-2 1-1 0 0,1-1 1 0 0,0 1-1 0 0,0-1 0 0 0,0 1 1 0 0,0 2-1 0 0,0 0-764 0 0,0 8 1417 0 0,-6-5-7660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34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45 10306 0 0,'-1'-14'1271'0'0,"0"-4"-98"0"0,1 18-1114 0 0,0 0 0 0 0,0-1 0 0 0,0 1 0 0 0,0-1 0 0 0,0 1 0 0 0,-1 0 0 0 0,1-1-1 0 0,0 1 1 0 0,0 0 0 0 0,0-1 0 0 0,0 1 0 0 0,0 0 0 0 0,-1-1 0 0 0,1 1 0 0 0,0 0 0 0 0,0-1 0 0 0,-1 1-1 0 0,1 0 1 0 0,0 0 0 0 0,-1-1 0 0 0,1 1 0 0 0,0 0 0 0 0,0 0 0 0 0,-1 0 0 0 0,1-1 0 0 0,0 1 0 0 0,-1 0 0 0 0,1 0-1 0 0,-1 0 1 0 0,1 0 0 0 0,-1 0 726 0 0,1 0-713 0 0,0 0 0 0 0,-1 0-1 0 0,1 0 1 0 0,0 0 0 0 0,0 0 0 0 0,0 0-1 0 0,-1 1 1 0 0,1-1 0 0 0,0 0-1 0 0,0 0 1 0 0,0 0 0 0 0,0 1-1 0 0,0-1 1 0 0,-1 0 0 0 0,1 0 0 0 0,0 0-1 0 0,0 1 1 0 0,0-1 0 0 0,0 0-1 0 0,0 0 1 0 0,0 0 0 0 0,0 1 0 0 0,0-1-1 0 0,0 0 1 0 0,0 0 0 0 0,0 1-1 0 0,0-1 1 0 0,0 0 0 0 0,0 0-1 0 0,0 1 1 0 0,0-1 0 0 0,0 0 0 0 0,0 0-1 0 0,0 0 1 0 0,0 1 0 0 0,0-1-1 0 0,1 0 1 0 0,-1 0 0 0 0,0 1 0 0 0,0-1-1 0 0,7 28-10 0 0,-2 1 0 0 0,0-1 0 0 0,0 52 0 0 0,3 29 240 0 0,-5-93-240 0 0,0 0-1 0 0,0 0 0 0 0,2-1 1 0 0,9 25-1 0 0,-13-39-25 0 0,-1 1 0 0 0,1 0-1 0 0,0 0 1 0 0,0-1 0 0 0,-1 1 0 0 0,1-1 0 0 0,0 1-1 0 0,1 0 1 0 0,-1-1 0 0 0,0 0 0 0 0,0 1 0 0 0,1-1-1 0 0,-1 0 1 0 0,0 0 0 0 0,1 0 0 0 0,-1 0 0 0 0,1 0-1 0 0,0 0 1 0 0,-1 0 0 0 0,1 0 0 0 0,0 0 0 0 0,-1-1-1 0 0,1 1 1 0 0,0-1 0 0 0,0 0 0 0 0,0 1 0 0 0,3-1-1 0 0,-3-1-3 0 0,1 1-1 0 0,-1-1 0 0 0,1 0 0 0 0,-1 0 0 0 0,0 0 0 0 0,0-1 0 0 0,1 1 0 0 0,-1 0 0 0 0,0-1 0 0 0,0 0 1 0 0,0 1-1 0 0,-1-1 0 0 0,1 0 0 0 0,0 0 0 0 0,-1 0 0 0 0,1 0 0 0 0,-1 0 0 0 0,1 0 0 0 0,1-5 0 0 0,6-16 41 0 0,0-1 0 0 0,-2 0 0 0 0,0 0 0 0 0,-2-1 0 0 0,4-42 0 0 0,-5 41-35 0 0,14-146 39 0 0,-18 172-76 0 0,0 0 0 0 0,0 0 0 0 0,0 0 1 0 0,1 0-1 0 0,-1 0 0 0 0,0 1 1 0 0,0-1-1 0 0,0 0 0 0 0,0 0 1 0 0,0 0-1 0 0,0 0 0 0 0,0 0 0 0 0,0 0 1 0 0,0 0-1 0 0,0 0 0 0 0,1 0 1 0 0,-1 0-1 0 0,0 0 0 0 0,0 1 1 0 0,0-1-1 0 0,0 0 0 0 0,0 0 1 0 0,0 0-1 0 0,0 0 0 0 0,1 0 0 0 0,-1 0 1 0 0,0 0-1 0 0,0 0 0 0 0,0 0 1 0 0,0 0-1 0 0,0 0 0 0 0,0 0 1 0 0,0 0-1 0 0,1 0 0 0 0,-1 0 0 0 0,0 0 1 0 0,0 0-1 0 0,0-1 0 0 0,0 1 1 0 0,0 0-1 0 0,0 0 0 0 0,0 0 1 0 0,0 0-1 0 0,1 0 0 0 0,-1 0 0 0 0,0 0 1 0 0,0 0-1 0 0,0 0 0 0 0,0 0 1 0 0,0 0-1 0 0,0-1 0 0 0,0 1 1 0 0,0 0-1 0 0,0 0 0 0 0,0 0 0 0 0,9 21-86 0 0,6 29-56 0 0,5 58 106 0 0,-15-70 19 0 0,3 0 0 0 0,21 69 0 0 0,-26-100 21 0 0,0-1-1 0 0,0 1 1 0 0,0 0-1 0 0,1-1 1 0 0,0 0-1 0 0,0 0 1 0 0,1 0-1 0 0,5 5 1 0 0,-9-9 0 0 0,1-1 0 0 0,0 1-1 0 0,0-1 1 0 0,0 1 0 0 0,0-1 0 0 0,0 0 0 0 0,1 0 0 0 0,-1 0 0 0 0,0 0-1 0 0,0 0 1 0 0,1-1 0 0 0,-1 1 0 0 0,0-1 0 0 0,1 1 0 0 0,-1-1 0 0 0,1 0 0 0 0,-1 0-1 0 0,1 0 1 0 0,-1 0 0 0 0,0 0 0 0 0,1-1 0 0 0,-1 1 0 0 0,0-1 0 0 0,1 0 0 0 0,-1 1-1 0 0,0-1 1 0 0,3-2 0 0 0,2 0 62 0 0,-1-2 0 0 0,0 1 0 0 0,0 0-1 0 0,0-1 1 0 0,-1 0 0 0 0,0-1 0 0 0,0 1 0 0 0,0-1 0 0 0,0 0-1 0 0,-1 0 1 0 0,0 0 0 0 0,0-1 0 0 0,-1 1 0 0 0,0-1-1 0 0,0 0 1 0 0,-1 0 0 0 0,1 0 0 0 0,0-9 0 0 0,2-8 60 0 0,-1 0 0 0 0,-1 0 0 0 0,-1 0 1 0 0,-1-32-1 0 0,-3 39-18 0 0,-6-33-1 0 0,5 34-138 0 0,0 0-1 0 0,0-23 1 0 0,8 45-4356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35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64 9762 0 0,'-2'-3'59'0'0,"-2"-4"386"0"0,-1 0 1 0 0,1 0-1 0 0,-2 1 1 0 0,1-1-1 0 0,-1 1 1 0 0,-8-6-1 0 0,13 11-368 0 0,-1 0 0 0 0,0 0 0 0 0,1 0 0 0 0,-1 0-1 0 0,0 0 1 0 0,1 1 0 0 0,-1-1 0 0 0,0 1 0 0 0,0 0 0 0 0,1-1 0 0 0,-1 1 0 0 0,0 0 0 0 0,0 0 0 0 0,0 0-1 0 0,1 0 1 0 0,-1 0 0 0 0,0 0 0 0 0,0 1 0 0 0,0-1 0 0 0,1 1 0 0 0,-1-1 0 0 0,0 1 0 0 0,1 0 0 0 0,-1-1-1 0 0,0 1 1 0 0,1 0 0 0 0,-1 0 0 0 0,1 0 0 0 0,-1 0 0 0 0,1 1 0 0 0,0-1 0 0 0,-1 0 0 0 0,1 1 0 0 0,0-1-1 0 0,-1 2 1 0 0,-5 5 17 0 0,1 1 0 0 0,0-1-1 0 0,1 1 1 0 0,0 1 0 0 0,0-1-1 0 0,1 1 1 0 0,0-1 0 0 0,-3 16-1 0 0,-15 84 353 0 0,17-77-55 0 0,0 46 0 0 0,5-65-222 0 0,0-1 0 0 0,1 1 0 0 0,1-1 0 0 0,0 0 0 0 0,1 0 0 0 0,7 22 0 0 0,-10-32-154 0 0,1-1-1 0 0,-1 0 1 0 0,1 0 0 0 0,-1 0-1 0 0,1 1 1 0 0,0-1-1 0 0,-1 0 1 0 0,1 0-1 0 0,0 0 1 0 0,0 0-1 0 0,0 0 1 0 0,0 0 0 0 0,0-1-1 0 0,0 1 1 0 0,0 0-1 0 0,0 0 1 0 0,0-1-1 0 0,0 1 1 0 0,0 0-1 0 0,0-1 1 0 0,1 1-1 0 0,-1-1 1 0 0,2 1 0 0 0,-2-1 6 0 0,1 0 1 0 0,0 0 0 0 0,0-1 0 0 0,-1 1 0 0 0,1 0 0 0 0,0-1 0 0 0,0 1 0 0 0,-1-1-1 0 0,1 0 1 0 0,0 1 0 0 0,-1-1 0 0 0,1 0 0 0 0,-1 0 0 0 0,3-2 0 0 0,2-2 36 0 0,0-1 0 0 0,0 1-1 0 0,0-1 1 0 0,-1 0 0 0 0,0-1 0 0 0,6-11 0 0 0,2-7 18 0 0,-2-2 1 0 0,-1 0-1 0 0,-2 0 0 0 0,10-47 0 0 0,-6 23-153 0 0,-13 57 60 0 0,1 0 0 0 0,1 0-1 0 0,-1 0 1 0 0,3 10 0 0 0,0 12 15 0 0,-3-25-11 0 0,1 24 59 0 0,7 38 0 0 0,-7-59-69 0 0,0 1 1 0 0,1 0-1 0 0,0-1 0 0 0,0 1 0 0 0,1-1 0 0 0,-1 0 1 0 0,2 0-1 0 0,-1 0 0 0 0,0 0 0 0 0,1 0 0 0 0,6 6 1 0 0,-9-11-22 0 0,0-1 0 0 0,-1 1 0 0 0,1-1 0 0 0,0 1 0 0 0,0-1 0 0 0,0 1 0 0 0,0-1 1 0 0,0 0-1 0 0,0 1 0 0 0,0-1 0 0 0,0 0 0 0 0,0 0 0 0 0,0 0 0 0 0,0 0 0 0 0,0 0 1 0 0,0 0-1 0 0,-1 0 0 0 0,1 0 0 0 0,0 0 0 0 0,0 0 0 0 0,0 0 0 0 0,0-1 0 0 0,0 1 1 0 0,0 0-1 0 0,0-1 0 0 0,0 1 0 0 0,0-1 0 0 0,0 1 0 0 0,-1-1 0 0 0,1 1 0 0 0,0-1 0 0 0,0 0 1 0 0,-1 1-1 0 0,1-1 0 0 0,0 0 0 0 0,0-1 0 0 0,24-29-1997 0 0,-25 30 1977 0 0,13-22-939 0 0,-1-1 0 0 0,-1 0 1 0 0,-1 0-1 0 0,-2-1 0 0 0,0-1 1 0 0,5-34-1 0 0,-5 25 578 0 0,-7 32 402 0 0,-1 1 25 0 0,0 0 1 0 0,1 0-1 0 0,-1 0 0 0 0,0 0 1 0 0,1 0-1 0 0,0 0 1 0 0,0 0-1 0 0,-1 0 0 0 0,1 1 1 0 0,0-1-1 0 0,0 0 1 0 0,1 0-1 0 0,-1 1 0 0 0,2-2 1 0 0,-2 5 321 0 0,0 0 1 0 0,0 0-1 0 0,-1 0 1 0 0,1 0-1 0 0,0 1 1 0 0,-1-1-1 0 0,1 0 1 0 0,-1 1-1 0 0,1 4 1 0 0,-1-4-111 0 0,8 61 1513 0 0,-1 67-1 0 0,-4-45 44 0 0,-3-82-1536 0 0,0 0 1 0 0,1-1-1 0 0,-1 1 1 0 0,1-1-1 0 0,-1 1 0 0 0,1 0 1 0 0,0-1-1 0 0,0 1 1 0 0,3 4-1 0 0,-3-10-143 0 0,0 0 1 0 0,0 0-1 0 0,0-1 0 0 0,-1 1 0 0 0,1 0 1 0 0,0-1-1 0 0,-1 1 0 0 0,0 0 0 0 0,0-3 0 0 0,5-40 60 0 0,11-90 47 0 0,-12 108-197 0 0,2 1 0 0 0,1 1 0 0 0,10-29 0 0 0,-16 52-6 0 0,0 0 0 0 0,-1 0 0 0 0,1 0 0 0 0,0 0 0 0 0,0 1 1 0 0,1-1-1 0 0,-1 0 0 0 0,0 0 0 0 0,1 0 0 0 0,-1 1 1 0 0,1-1-1 0 0,-1 1 0 0 0,1-1 0 0 0,0 1 0 0 0,-1 0 0 0 0,1 0 1 0 0,0-1-1 0 0,0 1 0 0 0,0 1 0 0 0,2-2 0 0 0,-2 2 1 0 0,-1 0 0 0 0,1 0 0 0 0,0 0 0 0 0,-1 0 0 0 0,1 0 0 0 0,-1 1 0 0 0,1-1 0 0 0,-1 1-1 0 0,1-1 1 0 0,-1 1 0 0 0,1 0 0 0 0,-1-1 0 0 0,0 1 0 0 0,1 0 0 0 0,-1 0 0 0 0,0 0 0 0 0,0 0 0 0 0,1 0-1 0 0,-1 0 1 0 0,0 0 0 0 0,0 0 0 0 0,0 1 0 0 0,0-1 0 0 0,0 0 0 0 0,-1 1 0 0 0,1-1 0 0 0,0 3-1 0 0,5 7 2 0 0,0 1-1 0 0,-1 0 1 0 0,-1 0-1 0 0,0 1 0 0 0,-1-1 1 0 0,3 23-1 0 0,-3 2 247 0 0,0 40 1 0 0,-3-73-571 0 0,2 33 1110 0 0,3-19-2187 0 0,6-5-4376 0 0,-5-9-548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35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 9674 0 0,'-1'0'131'0'0,"1"0"1"0"0,-1 0-1 0 0,1 0 1 0 0,-1 0-1 0 0,1 0 1 0 0,-1 0-1 0 0,1 0 0 0 0,-1 0 1 0 0,1 0-1 0 0,-1 1 1 0 0,1-1-1 0 0,-1 0 0 0 0,1 0 1 0 0,0 1-1 0 0,-1-1 1 0 0,1 0-1 0 0,-1 1 1 0 0,1-1-1 0 0,0 0 0 0 0,-1 1 1 0 0,1-1-1 0 0,0 1 1 0 0,-1-1-1 0 0,1 0 0 0 0,0 1 1 0 0,0-1-1 0 0,-1 1 1 0 0,1-1-1 0 0,0 1 0 0 0,0-1 1 0 0,0 1-1 0 0,0 0 1 0 0,-9 25 1142 0 0,6-17-804 0 0,-12 34 1441 0 0,1 1 0 0 0,-13 81 1 0 0,24-102-1610 0 0,1 1 1 0 0,0 0 0 0 0,2 0 0 0 0,1-1 0 0 0,1 1 0 0 0,1 0 0 0 0,7 27 0 0 0,-8-43-273 0 0,1-1 1 0 0,0 0 0 0 0,0 0 0 0 0,1 0-1 0 0,0 0 1 0 0,1-1 0 0 0,-1 0-1 0 0,1 1 1 0 0,0-2 0 0 0,0 1-1 0 0,12 9 1 0 0,-14-13-98 0 0,0 1 1 0 0,-1-1-1 0 0,1 0 1 0 0,0 0-1 0 0,0 0 0 0 0,1-1 1 0 0,-1 1-1 0 0,0-1 1 0 0,1 0-1 0 0,-1 0 0 0 0,0 0 1 0 0,1 0-1 0 0,-1-1 1 0 0,1 1-1 0 0,0-1 1 0 0,-1 0-1 0 0,1 0 0 0 0,-1 0 1 0 0,1 0-1 0 0,-1-1 1 0 0,1 1-1 0 0,-1-1 0 0 0,1 0 1 0 0,-1 0-1 0 0,0 0 1 0 0,1-1-1 0 0,-1 1 0 0 0,4-3 1 0 0,-4 2-171 0 0,-1-1-1 0 0,1 1 1 0 0,0-1 0 0 0,-1 1 0 0 0,1-1-1 0 0,-1 0 1 0 0,0 0 0 0 0,0 0 0 0 0,0 0-1 0 0,0 0 1 0 0,0-1 0 0 0,-1 1 0 0 0,3-6-1 0 0,-2 0-1153 0 0,0 1 0 0 0,-1 0 0 0 0,0 0 0 0 0,0-17 0 0 0,-1 4-999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35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13363 0 0,'11'9'3798'0'0,"14"7"-2846"0"0,-17-13-774 0 0,0 0 1 0 0,0-1-1 0 0,0 1 0 0 0,0-2 0 0 0,0 1 1 0 0,0-1-1 0 0,1 0 0 0 0,-1-1 0 0 0,0 0 0 0 0,0 0 1 0 0,11-3-1 0 0,10-2 662 0 0,52-17 0 0 0,-3 1 282 0 0,-40 17-859 0 0,-32 4-270 0 0,0 0 0 0 0,0-1 0 0 0,0 1 0 0 0,0-1 0 0 0,0-1-1 0 0,0 1 1 0 0,0-1 0 0 0,6-3 0 0 0,-12 6-58 0 0,0-1 1 0 0,0 0-1 0 0,0 0 1 0 0,0 0 0 0 0,0 0-1 0 0,0 0 1 0 0,0 0-1 0 0,0 0 1 0 0,0 1-1 0 0,0-1 1 0 0,0 0-1 0 0,0 0 1 0 0,1 0-1 0 0,-1 0 1 0 0,0 0-1 0 0,0 0 1 0 0,0 0-1 0 0,0 1 1 0 0,0-1-1 0 0,0 0 1 0 0,0 0-1 0 0,0 0 1 0 0,0 0-1 0 0,0 0 1 0 0,0 0-1 0 0,0 0 1 0 0,1 0-1 0 0,-1 0 1 0 0,0 0-1 0 0,0 1 1 0 0,0-1-1 0 0,0 0 1 0 0,0 0-1 0 0,0 0 1 0 0,0 0-1 0 0,1 0 1 0 0,-1 0-1 0 0,0 0 1 0 0,0 0-1 0 0,0 0 1 0 0,0 0-1 0 0,0 0 1 0 0,0 0-1 0 0,1 0 1 0 0,-1 0-1 0 0,0 0 1 0 0,0 0-1 0 0,0 0 1 0 0,0 0-1 0 0,0 0 1 0 0,0 0-1 0 0,1-1 1 0 0,-4 4-2095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36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6449 0 0,'-1'0'284'0'0,"0"0"0"0"0,0 1 0 0 0,0-1 0 0 0,0 1 0 0 0,0-1 0 0 0,0 1 0 0 0,0-1 0 0 0,1 1-1 0 0,-1-1 1 0 0,0 1 0 0 0,0 0 0 0 0,1 0 0 0 0,-1-1 0 0 0,0 1 0 0 0,1 0 0 0 0,-1 0 0 0 0,1 0-1 0 0,-1-1 1 0 0,1 1 0 0 0,-1 0 0 0 0,1 0 0 0 0,0 0 0 0 0,-1 0 0 0 0,1 0 0 0 0,0 0 0 0 0,0 0-1 0 0,0 0 1 0 0,0 1 0 0 0,-6 41 915 0 0,5-25-1103 0 0,-14 102 1124 0 0,0 222 0 0 0,16-313-1144 0 0,1 0 0 0 0,1-1 0 0 0,2 1 0 0 0,1-1 0 0 0,13 38 0 0 0,-15-59 83 0 0,-2-7-1327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36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10594 0 0,'27'6'4483'0'0,"2"1"-3733"0"0,279 82 1900 0 0,-300-86-2379 0 0,0 0 1 0 0,-1 0-1 0 0,1 1 0 0 0,-1 0 0 0 0,0 0 0 0 0,11 9 1 0 0,-17-11-244 0 0,1-1 1 0 0,-1 1 0 0 0,0-1-1 0 0,0 1 1 0 0,0-1 0 0 0,0 1 0 0 0,0 0-1 0 0,0-1 1 0 0,0 1 0 0 0,0 0-1 0 0,-1 0 1 0 0,1 0 0 0 0,-1-1 0 0 0,1 1-1 0 0,-1 0 1 0 0,0 0 0 0 0,0 0-1 0 0,0 0 1 0 0,0 0 0 0 0,0 0 0 0 0,0 0-1 0 0,-1 0 1 0 0,1 0 0 0 0,0 0-1 0 0,-1-1 1 0 0,0 1 0 0 0,1 0 0 0 0,-1 0-1 0 0,0 0 1 0 0,0-1 0 0 0,0 1-1 0 0,0-1 1 0 0,0 1 0 0 0,-2 1 0 0 0,-9 15 183 0 0,-2-1 1 0 0,0-1-1 0 0,-30 28 1 0 0,-54 33 589 0 0,16-14 17 0 0,66-47-635 0 0,11-10-444 0 0,11-13-983 0 0,42-36-5689 0 0,-28 25 4614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37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100 338 15667 0 0,'-2'2'123'0'0,"0"-1"0"0"0,0 0 1 0 0,1 1-1 0 0,-1-1 0 0 0,1 1 0 0 0,-1-1 0 0 0,1 1 0 0 0,-1 0 0 0 0,1-1 0 0 0,0 1 0 0 0,0 0 0 0 0,0 0 0 0 0,0 0 0 0 0,-1 2 0 0 0,-9 35-98 0 0,5-17 282 0 0,-2 0-134 0 0,-28 94 602 0 0,31-95-450 0 0,1 0 1 0 0,1 1-1 0 0,-1 35 1 0 0,3-56-313 0 0,1 0 0 0 0,0 0 0 0 0,0 0 0 0 0,0 0 0 0 0,0 0-1 0 0,0 0 1 0 0,0 0 0 0 0,1 0 0 0 0,-1 0 0 0 0,0 0 0 0 0,0 0 0 0 0,1 0 0 0 0,-1 0 0 0 0,1 0 0 0 0,-1 0 0 0 0,1 0 0 0 0,-1 0 0 0 0,1 0-1 0 0,-1-1 1 0 0,2 2 0 0 0,-1-2-67 0 0,-1 0-1 0 0,1 1 1 0 0,-1-1-1 0 0,1 0 0 0 0,0 0 1 0 0,-1 0-1 0 0,1 0 1 0 0,0 0-1 0 0,-1 0 1 0 0,1-1-1 0 0,-1 1 0 0 0,1 0 1 0 0,0 0-1 0 0,-1 0 1 0 0,1-1-1 0 0,-1 1 1 0 0,1 0-1 0 0,-1 0 0 0 0,1-1 1 0 0,0 1-1 0 0,-1-1 1 0 0,1 1-1 0 0,0-1 0 0 0,3-3-774 0 0,1-1 0 0 0,-1 1-1 0 0,0-1 1 0 0,0 0 0 0 0,4-8-1 0 0,4-8-1271 0 0</inkml:trace>
  <inkml:trace contextRef="#ctx0" brushRef="#br0" timeOffset="1">106 2 2761 0 0,'-5'-1'248'0'0,"2"1"-248"0"0,3 1 0 0 0,2 2 2848 0 0,-2 0 513 0 0,0 3 112 0 0,-2 5 15 0 0,1 3-2895 0 0,-1 7-593 0 0,2 5-96 0 0,2 0-4369 0 0,-1 1-873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37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18 13363 0 0,'-2'0'196'0'0,"1"-1"-1"0"0,-1 1 1 0 0,1-1 0 0 0,-1 1 0 0 0,1-1-1 0 0,-1 1 1 0 0,1-1 0 0 0,-1 0-1 0 0,1 0 1 0 0,0 0 0 0 0,0 0 0 0 0,-2-1-1 0 0,6-2 1360 0 0,11 1-861 0 0,3 3-489 0 0,0 0-1 0 0,0 1 1 0 0,-1 1 0 0 0,1 0 0 0 0,-1 1 0 0 0,0 1-1 0 0,0 0 1 0 0,0 2 0 0 0,0-1 0 0 0,25 15-1 0 0,-39-19-190 0 0,0 0 0 0 0,0 0 0 0 0,0 0 0 0 0,0 1 0 0 0,-1-1-1 0 0,1 1 1 0 0,0-1 0 0 0,-1 1 0 0 0,1 0 0 0 0,-1-1 0 0 0,1 1 0 0 0,-1 0-1 0 0,0 0 1 0 0,0 0 0 0 0,0 0 0 0 0,0 0 0 0 0,0 0 0 0 0,-1 0 0 0 0,1 0-1 0 0,0 1 1 0 0,-1-1 0 0 0,0 0 0 0 0,1 0 0 0 0,-1 1 0 0 0,0-1 0 0 0,0 0-1 0 0,0 0 1 0 0,-1 4 0 0 0,-1 0 31 0 0,0-1-1 0 0,0 1 1 0 0,0 0-1 0 0,-1-1 1 0 0,0 1-1 0 0,0-1 1 0 0,0 0-1 0 0,-1 0 1 0 0,-5 6-1 0 0,-3 1 233 0 0,0-1 0 0 0,0 0-1 0 0,-22 14 1 0 0,23-17 77 0 0,0-1-1 0 0,0 1 1 0 0,1 1-1 0 0,1 0 1 0 0,0 1 0 0 0,-10 12-1 0 0,17-19-201 0 0,0 0 1 0 0,0 0-1 0 0,0 0 0 0 0,1 0 0 0 0,0 0 0 0 0,-1 0 0 0 0,1 0 0 0 0,-1 5 0 0 0,2-8-144 0 0,0 1-1 0 0,0 0 0 0 0,0 0 1 0 0,1 0-1 0 0,-1 0 0 0 0,0-1 1 0 0,0 1-1 0 0,0 0 0 0 0,1 0 1 0 0,-1-1-1 0 0,0 1 0 0 0,1 0 1 0 0,-1 0-1 0 0,0-1 1 0 0,1 1-1 0 0,-1 0 0 0 0,1-1 1 0 0,-1 1-1 0 0,1-1 0 0 0,0 1 1 0 0,-1 0-1 0 0,1-1 0 0 0,0 1 1 0 0,-1-1-1 0 0,1 0 0 0 0,0 1 1 0 0,-1-1-1 0 0,1 0 0 0 0,0 1 1 0 0,0-1-1 0 0,0 0 1 0 0,-1 0-1 0 0,1 1 0 0 0,0-1 1 0 0,0 0-1 0 0,0 0 0 0 0,-1 0 1 0 0,1 0-1 0 0,1 0 0 0 0,16 0-153 0 0,0 1-1 0 0,-1-2 0 0 0,1 0 0 0 0,0-1 0 0 0,23-7 0 0 0,85-30-6121 0 0,-96 27-968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37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0 16243 0 0,'-9'1'328'0'0,"-1"-1"0"0"0,1 1-1 0 0,-1 1 1 0 0,1 0-1 0 0,0 0 1 0 0,0 1-1 0 0,0 0 1 0 0,0 0-1 0 0,-8 5 1 0 0,48-6 1534 0 0,-9-3-1772 0 0,93-2 779 0 0,-100 4-771 0 0,0 1-1 0 0,0 0 1 0 0,0 0-1 0 0,-1 2 0 0 0,24 7 1 0 0,-38-11-97 0 0,0 0 0 0 0,1 0 0 0 0,-1 0 0 0 0,0 0 0 0 0,1 0 0 0 0,-1 1 0 0 0,0-1 0 0 0,0 0 0 0 0,1 0 0 0 0,-1 0 0 0 0,0 0 0 0 0,0 0 0 0 0,1 1 0 0 0,-1-1 0 0 0,0 0 0 0 0,0 0 0 0 0,1 1 0 0 0,-1-1 0 0 0,0 0 0 0 0,0 0 0 0 0,0 1 0 0 0,1-1 0 0 0,-1 0 0 0 0,0 0 0 0 0,0 1 0 0 0,0-1 0 0 0,0 0 0 0 0,0 1 0 0 0,0-1 0 0 0,0 0 0 0 0,0 1 0 0 0,0-1 0 0 0,0 0 0 0 0,0 1 0 0 0,0 0 0 0 0,-10 8 89 0 0,-29 10 130 0 0,27-14-157 0 0,-5 3 143 0 0,2 2-1 0 0,-1-1 0 0 0,1 2 0 0 0,0 0 1 0 0,1 1-1 0 0,1 1 0 0 0,0 0 0 0 0,0 0 1 0 0,-11 17-1 0 0,24-29-194 0 0,-1 0-1 0 0,0-1 1 0 0,1 1 0 0 0,-1 0 0 0 0,1 0-1 0 0,-1-1 1 0 0,1 1 0 0 0,-1 0 0 0 0,1 0-1 0 0,0 0 1 0 0,-1 0 0 0 0,1-1 0 0 0,0 1-1 0 0,0 0 1 0 0,-1 0 0 0 0,1 0 0 0 0,0 0-1 0 0,0 0 1 0 0,0 0 0 0 0,0 0 0 0 0,0 0-1 0 0,0 0 1 0 0,1 0 0 0 0,-1-1 0 0 0,0 1-1 0 0,0 0 1 0 0,1 1 0 0 0,0-1-23 0 0,0 0 1 0 0,0 0-1 0 0,0 0 1 0 0,0 0-1 0 0,1-1 0 0 0,-1 1 1 0 0,0 0-1 0 0,0-1 1 0 0,1 1-1 0 0,-1-1 1 0 0,0 1-1 0 0,1-1 1 0 0,-1 0-1 0 0,0 1 1 0 0,3-1-1 0 0,4 1-101 0 0,0-1 0 0 0,0 0 0 0 0,-1-1-1 0 0,1 1 1 0 0,11-4 0 0 0,30-9-619 0 0,123-27-4096 0 0,-117 30-1572 0 0,-29 4 826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38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322 151 3225 0 0,'19'-14'516'0'0,"10"-12"6053"0"0,-5-4-82 0 0,-16 8-6116 0 0,-7 21-248 0 0,-1 0 0 0 0,0-1 0 0 0,0 1 1 0 0,0-1-1 0 0,0 1 0 0 0,0-1 0 0 0,0 1 0 0 0,0-1 1 0 0,0 1-1 0 0,0 0 0 0 0,-1-1 0 0 0,1 1 1 0 0,-1-1-1 0 0,1 1 0 0 0,-1 0 0 0 0,0-1 0 0 0,1 1 1 0 0,-1 0-1 0 0,0 0 0 0 0,-1-3 0 0 0,-1 2 75 0 0,1 0 0 0 0,-1 0 0 0 0,1 0-1 0 0,-1 0 1 0 0,0 0 0 0 0,0 1 0 0 0,1-1-1 0 0,-1 1 1 0 0,-4-2 0 0 0,1 1 83 0 0,-1 0 0 0 0,1 1 0 0 0,0 0 0 0 0,-1 0 0 0 0,1 0 1 0 0,-1 0-1 0 0,1 1 0 0 0,-1 0 0 0 0,-7 2 0 0 0,1 1-82 0 0,-1 2 0 0 0,1 0 0 0 0,0 0 0 0 0,0 1 0 0 0,0 1 0 0 0,1 0 0 0 0,0 1 0 0 0,0 0 0 0 0,-16 16 0 0 0,11-8-163 0 0,1 0-1 0 0,0 2 1 0 0,1 0-1 0 0,1 0 1 0 0,-13 23-1 0 0,20-29-28 0 0,1 0-1 0 0,1 1 1 0 0,-1 0-1 0 0,2 0 1 0 0,0 0-1 0 0,0 0 1 0 0,-1 15 0 0 0,4-22-3 0 0,0 0 1 0 0,1 0-1 0 0,0 1 1 0 0,0-1-1 0 0,0 0 1 0 0,1 0-1 0 0,0 0 1 0 0,0 0-1 0 0,0 0 1 0 0,1 0-1 0 0,0 0 1 0 0,0-1 0 0 0,0 1-1 0 0,1-1 1 0 0,0 1-1 0 0,0-1 1 0 0,0 0-1 0 0,6 7 1 0 0,-6-9-5 0 0,0 0 0 0 0,1 0 0 0 0,-1 0 0 0 0,1-1 0 0 0,-1 1 0 0 0,1-1 0 0 0,0 0 0 0 0,0 0 0 0 0,0 0 1 0 0,0 0-1 0 0,0-1 0 0 0,1 0 0 0 0,-1 0 0 0 0,6 1 0 0 0,-4-1 0 0 0,1-1-1 0 0,-1 0 1 0 0,1-1 0 0 0,0 1-1 0 0,-1-1 1 0 0,1 0 0 0 0,-1-1-1 0 0,11-3 1 0 0,-4 0 7 0 0,0-1 1 0 0,-1 0-1 0 0,0-1 0 0 0,-1-1 1 0 0,1 1-1 0 0,-1-2 0 0 0,-1 1 0 0 0,15-16 1 0 0,-2-4 13 0 0,0-1-1 0 0,-2-1 1 0 0,-1 0 0 0 0,-2-2-1 0 0,-1 0 1 0 0,-1-1 0 0 0,-2-1 0 0 0,16-56-1 0 0,-26 73 229 0 0,-4 15-489 0 0,-1 11 145 0 0,-6 46 214 0 0,3 0 0 0 0,2 1 0 0 0,7 66 0 0 0,-3-100-33 0 0,0 1 0 0 0,1-1 1 0 0,7 24-1 0 0,-7-38-397 0 0,0 0 1 0 0,0 0-1 0 0,0 0 0 0 0,1-1 1 0 0,0 1-1 0 0,1-1 0 0 0,-1 0 0 0 0,1 0 1 0 0,1-1-1 0 0,-1 1 0 0 0,10 7 0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53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1 184 11666 0 0,'2'-7'259'0'0,"0"0"0"0"0,1 0 0 0 0,-1 0-1 0 0,2 1 1 0 0,-1-1 0 0 0,1 1 0 0 0,0 0-1 0 0,0 0 1 0 0,0 1 0 0 0,10-10-1 0 0,-14 16-118 0 0,1-1 1 0 0,-1 1-1 0 0,1-1 0 0 0,-1 1 0 0 0,0-1 0 0 0,1 1 0 0 0,-1-1 0 0 0,1 1 0 0 0,-1 0 0 0 0,0-1 0 0 0,0 1 0 0 0,1 0 0 0 0,-1-1 0 0 0,0 1 0 0 0,0 0 0 0 0,0-1 0 0 0,0 1 0 0 0,0 0 0 0 0,0-1 0 0 0,0 1 0 0 0,0 0 0 0 0,0 0 0 0 0,0-1 0 0 0,0 2 1 0 0,1 22 649 0 0,-1 12-305 0 0,1-1 0 0 0,2 0-1 0 0,9 39 1 0 0,-12-73-476 0 0,0 0 0 0 0,0 1 0 0 0,1-1 0 0 0,-1 0-1 0 0,0 0 1 0 0,1 1 0 0 0,-1-1 0 0 0,1 0 0 0 0,-1 0 0 0 0,1 0-1 0 0,0 0 1 0 0,-1 0 0 0 0,1 0 0 0 0,0 0 0 0 0,0 0 0 0 0,0 0 0 0 0,0 0-1 0 0,0 0 1 0 0,0 0 0 0 0,1 0 0 0 0,-1-1 10 0 0,0 0-1 0 0,-1 0 1 0 0,1 0 0 0 0,0 0 0 0 0,0 0-1 0 0,0 0 1 0 0,0 0 0 0 0,0 0 0 0 0,-1 0-1 0 0,1 0 1 0 0,0-1 0 0 0,0 1 0 0 0,0 0-1 0 0,-1-1 1 0 0,1 1 0 0 0,0-1 0 0 0,0 1-1 0 0,-1-1 1 0 0,1 1 0 0 0,0-1 0 0 0,0-1-1 0 0,5-4 82 0 0,0-1-1 0 0,0 0 0 0 0,-1-1 0 0 0,5-8 1 0 0,-9 14-117 0 0,26-47 107 0 0,-2-1 0 0 0,-2-2 0 0 0,16-54 0 0 0,-34 93-63 0 0,2-12 98 0 0,-7 25-53 0 0,2 26-88 0 0,-2-23 16 0 0,4 53 68 0 0,12 62 0 0 0,-13-101-47 0 0,1 0 0 0 0,1 0 0 0 0,1 0 0 0 0,0-1 0 0 0,2 0 0 0 0,-1 0 0 0 0,20 28 0 0 0,-24-40 22 0 0,0 0 1 0 0,0-1-1 0 0,0 0 0 0 0,1 1 1 0 0,-1-2-1 0 0,1 1 0 0 0,-1 0 1 0 0,1 0-1 0 0,0-1 0 0 0,0 0 1 0 0,6 3-1 0 0,-8-5 8 0 0,-1 1 0 0 0,1-1 0 0 0,0 1 0 0 0,0-1 0 0 0,0 0 0 0 0,0 0 0 0 0,0 0 0 0 0,-1 0 0 0 0,1 0 0 0 0,0 0-1 0 0,0 0 1 0 0,0 0 0 0 0,0-1 0 0 0,0 1 0 0 0,-1-1 0 0 0,1 0 0 0 0,0 1 0 0 0,-1-1 0 0 0,1 0 0 0 0,0 0 0 0 0,-1 0 0 0 0,1 0 0 0 0,-1 0 0 0 0,1 0 0 0 0,-1-1 0 0 0,0 1-1 0 0,1 0 1 0 0,-1-1 0 0 0,2-2 0 0 0,1-3 18 0 0,0 0 0 0 0,-1 0-1 0 0,1-1 1 0 0,-1 1-1 0 0,-1-1 1 0 0,0 0 0 0 0,0 0-1 0 0,0 0 1 0 0,-1 0 0 0 0,0 0-1 0 0,-1 0 1 0 0,0-14 0 0 0,-2-11 377 0 0,-12-56 1 0 0,12 76-432 0 0,-1-1-83 0 0,-4-26-436 0 0,7 37 457 0 0,0 1 0 0 0,-1-1 0 0 0,1 0-1 0 0,1 0 1 0 0,-1 1 0 0 0,0-1 0 0 0,1 0 0 0 0,-1 1 0 0 0,1-1-1 0 0,0 0 1 0 0,1-2 0 0 0,-2 5-55 0 0,0-1-1 0 0,1 1 1 0 0,-1-1 0 0 0,0 1-1 0 0,1-1 1 0 0,-1 1 0 0 0,1-1-1 0 0,-1 1 1 0 0,0 0 0 0 0,1-1-1 0 0,-1 1 1 0 0,1 0 0 0 0,-1 0-1 0 0,1-1 1 0 0,-1 1 0 0 0,1 0-1 0 0,0 0 1 0 0,-1 0 0 0 0,1 0-1 0 0,-1-1 1 0 0,1 1 0 0 0,-1 0-1 0 0,1 0 1 0 0,0 0 0 0 0,-1 0-1 0 0,1 0 1 0 0,-1 1-1 0 0,2-1 1 0 0,14 6-4253 0 0,-14-5 3815 0 0,7 5-6135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53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57 9218 0 0,'-1'-3'274'0'0,"-1"-1"-1"0"0,0 1 1 0 0,0-1 0 0 0,0 1-1 0 0,0 0 1 0 0,0 0-1 0 0,0 0 1 0 0,-1 0 0 0 0,0 0-1 0 0,1 1 1 0 0,-1-1 0 0 0,0 1-1 0 0,0-1 1 0 0,-1 1-1 0 0,1 0 1 0 0,0 1 0 0 0,-1-1-1 0 0,1 0 1 0 0,-1 1 0 0 0,1 0-1 0 0,-1 0 1 0 0,0 0 0 0 0,0 0-1 0 0,1 1 1 0 0,-1-1-1 0 0,0 1 1 0 0,-4 0 0 0 0,2 1-169 0 0,-1 0-1 0 0,0 0 1 0 0,1 0 0 0 0,-1 1 0 0 0,1 0 0 0 0,-1 0-1 0 0,1 1 1 0 0,0-1 0 0 0,0 2 0 0 0,0-1 0 0 0,1 0-1 0 0,-1 1 1 0 0,1 0 0 0 0,-10 9 0 0 0,3 0 102 0 0,1 1 1 0 0,0 0-1 0 0,0 0 0 0 0,2 1 1 0 0,0 1-1 0 0,0-1 0 0 0,-8 25 1 0 0,12-28-43 0 0,1 1 1 0 0,0-1 0 0 0,1 1-1 0 0,1 0 1 0 0,0 0-1 0 0,0 1 1 0 0,1-1 0 0 0,1 0-1 0 0,0 0 1 0 0,4 22 0 0 0,-3-31-148 0 0,0 0-1 0 0,0 0 1 0 0,0 0 0 0 0,0 0 0 0 0,1 0 0 0 0,0-1 0 0 0,-1 1 0 0 0,1 0-1 0 0,1-1 1 0 0,-1 0 0 0 0,0 1 0 0 0,1-1 0 0 0,0 0 0 0 0,0 0 0 0 0,0 0-1 0 0,0-1 1 0 0,0 1 0 0 0,0-1 0 0 0,1 0 0 0 0,-1 0 0 0 0,1 0 0 0 0,0 0-1 0 0,4 2 1 0 0,-3-3-10 0 0,-1-1 0 0 0,0 1 0 0 0,0 0 0 0 0,1-1 0 0 0,-1 0 0 0 0,0 0 0 0 0,1 0 0 0 0,-1-1 0 0 0,0 1 0 0 0,1-1 0 0 0,-1 0 0 0 0,0-1 0 0 0,0 1 0 0 0,0 0 0 0 0,0-1 0 0 0,0 0 0 0 0,0 0 0 0 0,-1 0 0 0 0,1-1 0 0 0,-1 1 0 0 0,7-7 0 0 0,8-8-6 0 0,0-1 0 0 0,-2-1-1 0 0,0 0 1 0 0,-1-2 0 0 0,-1 1 0 0 0,-1-2 0 0 0,-1 0 0 0 0,-1 0 0 0 0,-1-1 0 0 0,0-1 0 0 0,6-30-1 0 0,-15 41 2 0 0,-7 17-38 0 0,-7 18-118 0 0,5 0-90 0 0,2-1 0 0 0,0 1 0 0 0,2 0-1 0 0,0 0 1 0 0,1 1 0 0 0,2-1 0 0 0,0 0 0 0 0,4 39 0 0 0,-3-59 114 0 0,0-1 0 0 0,0 1 0 0 0,0-1 0 0 0,0 1 0 0 0,0-1 1 0 0,1 1-1 0 0,-1-1 0 0 0,0 1 0 0 0,1-1 0 0 0,-1 1 0 0 0,1-1 0 0 0,0 1 1 0 0,-1-1-1 0 0,1 0 0 0 0,0 1 0 0 0,0-1 0 0 0,0 0 0 0 0,0 0 1 0 0,0 0-1 0 0,0 0 0 0 0,0 0 0 0 0,1 0 0 0 0,-1 0 0 0 0,0 0 0 0 0,0 0 1 0 0,1 0-1 0 0,-1-1 0 0 0,1 1 0 0 0,2 1 0 0 0,-2-3-139 0 0,1 1-1 0 0,0 0 0 0 0,-1 0 1 0 0,1-1-1 0 0,-1 0 0 0 0,1 1 1 0 0,-1-1-1 0 0,1 0 0 0 0,-1 0 1 0 0,1 0-1 0 0,-1-1 0 0 0,0 1 1 0 0,0-1-1 0 0,0 1 0 0 0,0-1 1 0 0,3-2-1 0 0,7-9-608 0 0,-3-1 11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53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0 136 8954 0 0,'18'-16'952'0'0,"-18"16"-881"0"0,1 0 1 0 0,-1 0-1 0 0,1 0 0 0 0,-1 0 0 0 0,1 0 0 0 0,-1 0 1 0 0,1 0-1 0 0,-1 0 0 0 0,1 0 0 0 0,-1 0 0 0 0,1 0 1 0 0,-1 1-1 0 0,1-1 0 0 0,-1 0 0 0 0,1 0 0 0 0,-1 0 1 0 0,1 1-1 0 0,-1-1 0 0 0,1 0 0 0 0,-1 1 0 0 0,1-1 1 0 0,-1 0-1 0 0,0 1 0 0 0,1-1 0 0 0,-1 0 0 0 0,0 1 1 0 0,1-1-1 0 0,-1 1 0 0 0,1 0 0 0 0,8 13 1150 0 0,-6-7-1001 0 0,-1 1 0 0 0,0-1 0 0 0,0 1 0 0 0,0-1 1 0 0,-1 1-1 0 0,-1 0 0 0 0,1 0 0 0 0,-1-1 0 0 0,0 1 0 0 0,-1 0 1 0 0,0 0-1 0 0,-3 11 0 0 0,-1 34 2987 0 0,6-58-2940 0 0,1 0-1 0 0,-1 0 1 0 0,1 0-1 0 0,0 0 1 0 0,1 0 0 0 0,3-6-1 0 0,1-4-83 0 0,11-27 8 0 0,28-61-107 0 0,-39 90-84 0 0,0 1 0 0 0,1-1 0 0 0,0 2 0 0 0,1-1-1 0 0,15-15 1 0 0,-22 26 1 0 0,-1 0 0 0 0,0-1 1 0 0,0 1-1 0 0,0 0 0 0 0,0 0 0 0 0,1 0 0 0 0,-1 0 0 0 0,1 0 0 0 0,-1 0 0 0 0,1 1 0 0 0,-1-1 0 0 0,1 0 0 0 0,-1 1 0 0 0,1-1 0 0 0,-1 1 1 0 0,1-1-1 0 0,0 1 0 0 0,-1 0 0 0 0,1 0 0 0 0,0 0 0 0 0,0 0 0 0 0,-1 0 0 0 0,1 0 0 0 0,0 0 0 0 0,-1 0 0 0 0,1 1 0 0 0,-1-1 0 0 0,1 1 1 0 0,0-1-1 0 0,-1 1 0 0 0,1 0 0 0 0,-1-1 0 0 0,3 3 0 0 0,-1 0 0 0 0,0 0 0 0 0,-1 0 1 0 0,1 0-1 0 0,-1 0 0 0 0,0 0 0 0 0,0 0 0 0 0,0 1 0 0 0,0-1 1 0 0,-1 1-1 0 0,1 0 0 0 0,-1-1 0 0 0,0 1 0 0 0,1 7 1 0 0,0 4 88 0 0,-1-1 1 0 0,-1 0-1 0 0,-3 25 1 0 0,2-28-11 0 0,0 0 0 0 0,0 1 0 0 0,2-1 0 0 0,-1 0 0 0 0,1 0-1 0 0,1 0 1 0 0,2 13 0 0 0,-3-22-37 0 0,0 0-1 0 0,0 1 1 0 0,0-1-1 0 0,1 0 1 0 0,-1 0-1 0 0,0 0 1 0 0,1 0 0 0 0,0 0-1 0 0,-1 0 1 0 0,1 0-1 0 0,0-1 1 0 0,0 1-1 0 0,0-1 1 0 0,0 1-1 0 0,0-1 1 0 0,0 0-1 0 0,1 1 1 0 0,-1-1 0 0 0,0 0-1 0 0,1-1 1 0 0,3 2-1 0 0,4 0-173 0 0,0 0 1 0 0,0-1-1 0 0,0-1 0 0 0,10 0 1 0 0,-14 0-117 0 0,4 6-2495 0 0,-5-3 1126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54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16 13451 0 0,'1'-16'1694'0'0,"-7"24"-31"0"0,-6 26-484 0 0,-96 307 1046 0 0,100-314-1923 0 0,1 0-1 0 0,2 0 1 0 0,-4 39-1 0 0,8-58-250 0 0,1-1 0 0 0,0 1-1 0 0,0 0 1 0 0,1-1 0 0 0,0 1-1 0 0,0 0 1 0 0,1-1 0 0 0,-1 1-1 0 0,2-1 1 0 0,-1 0 0 0 0,1 0-1 0 0,0 0 1 0 0,1 0-1 0 0,0 0 1 0 0,0-1 0 0 0,0 1-1 0 0,7 6 1 0 0,-7-9-42 0 0,1-1 0 0 0,-1 1 0 0 0,1-1 0 0 0,0 0 0 0 0,0-1 0 0 0,0 1 0 0 0,0-1 0 0 0,1 0 0 0 0,-1 0 0 0 0,1-1 0 0 0,-1 1 0 0 0,1-1 0 0 0,-1 0 0 0 0,1-1 0 0 0,0 0 0 0 0,-1 0 0 0 0,12-1 1 0 0,-5 0-18 0 0,1-1 1 0 0,-1-1-1 0 0,-1 0 1 0 0,1 0-1 0 0,0-1 1 0 0,-1-1-1 0 0,15-7 1 0 0,-22 10-88 0 0,1-1 1 0 0,-1 0 0 0 0,0 0-1 0 0,0 0 1 0 0,0 0 0 0 0,-1-1-1 0 0,1 0 1 0 0,-1 1 0 0 0,0-1-1 0 0,0 0 1 0 0,0-1 0 0 0,0 1-1 0 0,-1 0 1 0 0,4-10 0 0 0,-5 10-85 0 0,0 1 0 0 0,0-1 0 0 0,-1 1 0 0 0,1-1 0 0 0,-1 1 0 0 0,0-1 0 0 0,0 0 0 0 0,0 1 0 0 0,0-1 0 0 0,-1 1 0 0 0,1-1 0 0 0,-1 0 0 0 0,0 1 0 0 0,0 0 1 0 0,-1-1-1 0 0,1 1 0 0 0,-1 0 0 0 0,1-1 0 0 0,-1 1 0 0 0,0 0 0 0 0,-3-4 0 0 0,-33-33-3060 0 0,13 20 1584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55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41 6913 0 0,'-14'-3'272'0'0,"-13"-3"-53"0"0,10 8 3542 0 0,17-2-3653 0 0,-1 0 1 0 0,1 0-1 0 0,0 0 1 0 0,0 0-1 0 0,0 0 0 0 0,0 0 1 0 0,-1 0-1 0 0,1 0 1 0 0,0 0-1 0 0,0 1 0 0 0,0-1 1 0 0,0 0-1 0 0,-1 0 0 0 0,1 0 1 0 0,0 0-1 0 0,0 0 1 0 0,0 1-1 0 0,0-1 0 0 0,0 0 1 0 0,0 0-1 0 0,0 0 1 0 0,-1 0-1 0 0,1 1 0 0 0,0-1 1 0 0,0 0-1 0 0,0 0 1 0 0,0 0-1 0 0,0 1 0 0 0,0-1 1 0 0,0 0-1 0 0,0 0 0 0 0,0 0 1 0 0,0 1-1 0 0,0-1 1 0 0,0 0-1 0 0,0 0 0 0 0,0 0 1 0 0,0 1-1 0 0,0-1 1 0 0,1 0-1 0 0,6 9 1502 0 0,13 5-558 0 0,-6-7-679 0 0,0 0 1 0 0,1-2 0 0 0,-1 1 0 0 0,1-2-1 0 0,0 0 1 0 0,0-1 0 0 0,1 0 0 0 0,-1-1-1 0 0,1-1 1 0 0,-1 0 0 0 0,1-2 0 0 0,18-1-1 0 0,8-4 178 0 0,0-2 0 0 0,-1-1 0 0 0,50-19 0 0 0,-68 20-315 0 0,0-1 1 0 0,41-23-1 0 0,-63 30-683 0 0,-7 2 141 0 0,-11 6-1090 0 0,7 0 198 0 0,-17 13-6330 0 0,13-6 963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55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41 12587 0 0,'0'-3'231'0'0,"-1"0"1"0"0,0 1-1 0 0,0-1 1 0 0,0 1-1 0 0,0-1 1 0 0,0 1-1 0 0,-1 0 1 0 0,1-1 0 0 0,-1 1-1 0 0,1 0 1 0 0,-4-3-1 0 0,4 4-82 0 0,-1 0 0 0 0,0 0-1 0 0,0 0 1 0 0,0 0 0 0 0,1 0 0 0 0,-1 1 0 0 0,0-1-1 0 0,0 0 1 0 0,0 1 0 0 0,0 0 0 0 0,0-1 0 0 0,0 1-1 0 0,0 0 1 0 0,0 0 0 0 0,0 0 0 0 0,-3 1-1 0 0,-2 0-7 0 0,0 1-1 0 0,1-1 1 0 0,-1 1-1 0 0,1 1 0 0 0,-1-1 1 0 0,1 1-1 0 0,0 1 0 0 0,0-1 1 0 0,0 1-1 0 0,0 0 1 0 0,1 0-1 0 0,-1 0 0 0 0,1 1 1 0 0,-7 8-1 0 0,0 1-33 0 0,1 0 0 0 0,0 0 0 0 0,2 1 0 0 0,-13 24 0 0 0,20-36-101 0 0,1 1-1 0 0,-1 0 0 0 0,0-1 1 0 0,1 1-1 0 0,0 0 1 0 0,0 0-1 0 0,0 0 1 0 0,1 0-1 0 0,-1 0 1 0 0,1 0-1 0 0,0 0 1 0 0,0 0-1 0 0,1 0 1 0 0,0 7-1 0 0,0-8-19 0 0,0-1 1 0 0,0 0-1 0 0,0 1 0 0 0,1-1 1 0 0,-1 0-1 0 0,0 1 0 0 0,1-1 1 0 0,0 0-1 0 0,-1 0 0 0 0,1 0 1 0 0,0 0-1 0 0,0-1 1 0 0,0 1-1 0 0,0 0 0 0 0,0-1 1 0 0,1 1-1 0 0,-1-1 0 0 0,0 0 1 0 0,1 0-1 0 0,-1 0 0 0 0,1 0 1 0 0,4 1-1 0 0,10 1-5 0 0,0 0 0 0 0,0-2 0 0 0,0 0 0 0 0,24-1 0 0 0,-19-1 45 0 0,0 1 0 0 0,25 4 0 0 0,-41-2 0 0 0,1-1-1 0 0,-1 0 0 0 0,1 1 1 0 0,-1 0-1 0 0,0 1 0 0 0,0 0 0 0 0,0 0 1 0 0,0 0-1 0 0,-1 0 0 0 0,1 1 0 0 0,7 6 1 0 0,-12-9-10 0 0,0 0 0 0 0,0 0 0 0 0,1 0 0 0 0,-1 1 0 0 0,0-1 1 0 0,0 0-1 0 0,0 0 0 0 0,0 1 0 0 0,0-1 0 0 0,-1 1 0 0 0,1-1 0 0 0,0 1 1 0 0,-1-1-1 0 0,1 1 0 0 0,-1 0 0 0 0,1-1 0 0 0,-1 1 0 0 0,0 0 0 0 0,0-1 1 0 0,0 1-1 0 0,0 0 0 0 0,0 2 0 0 0,-1-1 26 0 0,0-1 0 0 0,0 1-1 0 0,0-1 1 0 0,0 1 0 0 0,0-1 0 0 0,-1 0-1 0 0,1 0 1 0 0,-1 0 0 0 0,0 1 0 0 0,1-1 0 0 0,-1-1-1 0 0,-4 4 1 0 0,-5 3 171 0 0,0 0 0 0 0,0-1 0 0 0,-1-1 0 0 0,-19 9 0 0 0,26-13-191 0 0,-16 7 192 0 0,-36 10 0 0 0,52-18-216 0 0,0 1 1 0 0,0-1-1 0 0,0-1 0 0 0,-1 1 1 0 0,1-1-1 0 0,0 0 0 0 0,-1 0 1 0 0,1 0-1 0 0,0-1 0 0 0,0 1 1 0 0,-1-1-1 0 0,1-1 0 0 0,-5-1 1 0 0,9 2-59 0 0,0 0-1 0 0,-1 0 1 0 0,1 1 0 0 0,0-2 0 0 0,0 1 0 0 0,0 0 0 0 0,0 0 0 0 0,0 0 0 0 0,0 0 0 0 0,0-1 0 0 0,1 1 0 0 0,-1 0 0 0 0,0-1 0 0 0,1 1 0 0 0,-1 0-1 0 0,1-1 1 0 0,-1 1 0 0 0,1-1 0 0 0,0 1 0 0 0,-1-1 0 0 0,1 1 0 0 0,0-1 0 0 0,0 1 0 0 0,0-1 0 0 0,0 1 0 0 0,1-1 0 0 0,-1 1 0 0 0,0-1 0 0 0,1 1-1 0 0,-1-1 1 0 0,1 1 0 0 0,-1-1 0 0 0,2-1 0 0 0,1-5-751 0 0,0 0 0 0 0,0 0 0 0 0,1 0 0 0 0,7-9 0 0 0,4-4-1189 0 0,5-2-15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56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25 11979 0 0,'0'-1'238'0'0,"0"0"0"0"0,0 0 0 0 0,-1 0 0 0 0,1 0 0 0 0,0 0 0 0 0,0 0 0 0 0,0 0 0 0 0,-1 0 0 0 0,1 0 0 0 0,-1 0 0 0 0,1 1 0 0 0,0-1 0 0 0,-1 0 0 0 0,0 0 0 0 0,1 0 0 0 0,-1 0 0 0 0,1 1 0 0 0,-1-1 0 0 0,0 0 0 0 0,0 1 0 0 0,1-1 0 0 0,-1 0 0 0 0,0 1 0 0 0,-1-1 0 0 0,1 0-124 0 0,0 1 0 0 0,0-1 0 0 0,-1 1 0 0 0,1 0 0 0 0,0-1 0 0 0,0 1 0 0 0,-1 0 0 0 0,1 0 0 0 0,0 0 0 0 0,0 0 0 0 0,-1 0 0 0 0,1 0 0 0 0,0 0 0 0 0,0 0 0 0 0,-1 1 0 0 0,1-1 0 0 0,0 0 0 0 0,0 1 0 0 0,-1-1 0 0 0,1 1 0 0 0,0-1 0 0 0,0 1 0 0 0,0 0 0 0 0,0-1 0 0 0,0 1 0 0 0,0 0 0 0 0,0 0 0 0 0,-1 1 0 0 0,-3 5 113 0 0,0 1-1 0 0,0 0 1 0 0,1 0-1 0 0,0 0 1 0 0,0 0-1 0 0,1 1 0 0 0,0 0 1 0 0,-4 17-1 0 0,2 8 119 0 0,-2 35 0 0 0,6-57-207 0 0,-36 556 1024 0 0,34-537-1255 0 0,0 0-250 0 0,1 0 0 0 0,2 0 0 0 0,0 0 0 0 0,8 43 1 0 0,-8-73 160 0 0,6 21-249 0 0,-6-22 356 0 0,0 0 1 0 0,0 1-1 0 0,0-1 1 0 0,0 0-1 0 0,0 0 1 0 0,0 1-1 0 0,0-1 1 0 0,0 0 0 0 0,0 0-1 0 0,0 1 1 0 0,0-1-1 0 0,0 0 1 0 0,0 0-1 0 0,0 0 1 0 0,1 1 0 0 0,-1-1-1 0 0,0 0 1 0 0,0 0-1 0 0,0 0 1 0 0,0 1-1 0 0,0-1 1 0 0,1 0-1 0 0,-1 0 1 0 0,0 0 0 0 0,0 0-1 0 0,0 1 1 0 0,1-1-1 0 0,-1 0 1 0 0,0 0-1 0 0,0 0 1 0 0,0 0-1 0 0,1 0 1 0 0,-1 0 0 0 0,0 0-1 0 0,0 0 1 0 0,1 0-1 0 0,-1 0 1 0 0,0 0-1 0 0,0 1 1 0 0,1-1 0 0 0,-1-1-1 0 0,0 1 1 0 0,0 0-1 0 0,1 0 1 0 0,-1 0-1 0 0,0 0 1 0 0,0 0-1 0 0,1 0 1 0 0,-1 0 0 0 0,0 0-1 0 0,0 0 1 0 0,0 0-1 0 0,1 0 1 0 0,-1-1-1 0 0,0 1 1 0 0,0 0 0 0 0,0 0-1 0 0,1 0 1 0 0,-1 0-1 0 0,0-1 1 0 0,0 1-1 0 0,0 0 1 0 0,0 0-1 0 0,0 0 1 0 0,0-1 0 0 0,1 1-1 0 0,-1 0 1 0 0,0 0-1 0 0,0-1 1 0 0,3-7-6476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56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14283 0 0,'19'13'4268'0'0,"66"26"-3603"0"0,32-6 892 0 0,-81-24-876 0 0,0 1 0 0 0,40 17 1 0 0,-73-26-640 0 0,0 1-1 0 0,0-1 1 0 0,-1 1-1 0 0,1-1 1 0 0,0 1 0 0 0,0 0-1 0 0,-1 0 1 0 0,1 0 0 0 0,-1 1-1 0 0,0-1 1 0 0,3 3 0 0 0,-5-3-28 0 0,1-1 1 0 0,-1 0-1 0 0,1 0 1 0 0,-1 0-1 0 0,0 0 0 0 0,0 1 1 0 0,1-1-1 0 0,-1 0 1 0 0,0 0-1 0 0,0 0 1 0 0,0 1-1 0 0,0-1 1 0 0,-1 0-1 0 0,1 0 1 0 0,0 0-1 0 0,0 1 1 0 0,-1-1-1 0 0,1 0 1 0 0,-1 0-1 0 0,1 0 1 0 0,-1 0-1 0 0,1 0 1 0 0,-1 0-1 0 0,0 0 1 0 0,0 0-1 0 0,1 0 1 0 0,-1 0-1 0 0,0 0 0 0 0,0 0 1 0 0,0-1-1 0 0,0 1 1 0 0,-1 1-1 0 0,-16 12 165 0 0,-1 0 0 0 0,0-1 0 0 0,-41 20 0 0 0,31-18-10 0 0,-36 26-1 0 0,57-35-173 0 0,0 0 0 0 0,1 0 0 0 0,0 1 0 0 0,1-1 0 0 0,-1 2 0 0 0,1-1 0 0 0,0 1-1 0 0,-9 16 1 0 0,14-21-142 0 0,0 0 0 0 0,0-1-1 0 0,0 1 1 0 0,0 0-1 0 0,0-1 1 0 0,1 1 0 0 0,-1 0-1 0 0,1 0 1 0 0,0 3 0 0 0,0-6 60 0 0,0 1 0 0 0,0-1 0 0 0,0 0 1 0 0,0 1-1 0 0,0-1 0 0 0,0 1 1 0 0,0-1-1 0 0,0 0 0 0 0,0 1 0 0 0,0-1 1 0 0,1 0-1 0 0,-1 1 0 0 0,0-1 0 0 0,0 0 1 0 0,1 1-1 0 0,-1-1 0 0 0,0 0 1 0 0,0 1-1 0 0,1-1 0 0 0,-1 0 0 0 0,0 0 1 0 0,0 1-1 0 0,1-1 0 0 0,-1 0 0 0 0,0 0 1 0 0,1 1-1 0 0,0-1-148 0 0,0 0-1 0 0,0 0 1 0 0,0 0 0 0 0,0 0-1 0 0,0 0 1 0 0,0-1 0 0 0,0 1 0 0 0,0 0-1 0 0,0 0 1 0 0,0-1 0 0 0,0 1-1 0 0,0 0 1 0 0,0-1 0 0 0,0 1-1 0 0,1-1 1 0 0,10-7-4342 0 0,4-1-921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56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73 3225 0 0,'-10'7'7031'0'0,"-1"9"-4008"0"0,-8 19-1899 0 0,19-34-1112 0 0,-5 9 122 0 0,1 0 0 0 0,0 1-1 0 0,1 0 1 0 0,0 0 0 0 0,0 0 0 0 0,1 0 0 0 0,1 0-1 0 0,0 1 1 0 0,1 18 0 0 0,0-26-64 0 0,0-1 0 0 0,0 1 0 0 0,1 0 0 0 0,-1-1 0 0 0,1 1 0 0 0,0-1 0 0 0,0 1 0 0 0,1-1 0 0 0,-1 1 0 0 0,0-1 0 0 0,1 0-1 0 0,0 1 1 0 0,0-1 0 0 0,0 0 0 0 0,0 0 0 0 0,1-1 0 0 0,-1 1 0 0 0,1 0 0 0 0,0-1 0 0 0,-1 1 0 0 0,1-1 0 0 0,0 0 0 0 0,0 0 0 0 0,1 0 0 0 0,-1-1 0 0 0,0 1 0 0 0,1-1 0 0 0,-1 0 0 0 0,1 1 0 0 0,-1-1 0 0 0,1-1 0 0 0,-1 1 0 0 0,7 0 0 0 0,-3-1 91 0 0,1 0 0 0 0,-1 0-1 0 0,1-1 1 0 0,-1 0 0 0 0,1 0 0 0 0,-1-1 0 0 0,0 1-1 0 0,0-2 1 0 0,0 1 0 0 0,0-1 0 0 0,0 0 0 0 0,0-1 0 0 0,-1 1-1 0 0,0-1 1 0 0,0-1 0 0 0,0 1 0 0 0,0-1 0 0 0,0 0-1 0 0,8-10 1 0 0,-10 10-22 0 0,0-1-1 0 0,0 1 0 0 0,0-1 0 0 0,-1 0 0 0 0,1 0 1 0 0,-1 0-1 0 0,-1-1 0 0 0,1 1 0 0 0,-1-1 1 0 0,-1 1-1 0 0,1-1 0 0 0,-1 0 0 0 0,0 0 0 0 0,0 1 1 0 0,-1-1-1 0 0,0 0 0 0 0,0 0 0 0 0,-1 0 1 0 0,0 0-1 0 0,0 1 0 0 0,-4-12 0 0 0,5 17-123 0 0,-7-19 517 0 0,-16-35-1 0 0,21 51-525 0 0,0-1 1 0 0,-1 2-1 0 0,1-1 1 0 0,-1 0-1 0 0,0 0 0 0 0,1 1 1 0 0,-2-1-1 0 0,1 1 1 0 0,0 0-1 0 0,-1 0 0 0 0,1 0 1 0 0,-1 1-1 0 0,0-1 1 0 0,0 1-1 0 0,-6-3 0 0 0,10 5-133 0 0,-1 0-1 0 0,0-1 0 0 0,0 1 0 0 0,0 0 1 0 0,0 0-1 0 0,0 0 0 0 0,0 0 0 0 0,0 0 1 0 0,0 0-1 0 0,0 0 0 0 0,0 0 0 0 0,1 1 1 0 0,-1-1-1 0 0,0 0 0 0 0,0 1 0 0 0,0-1 1 0 0,0 0-1 0 0,0 1 0 0 0,1-1 0 0 0,-1 1 1 0 0,0-1-1 0 0,0 1 0 0 0,1-1 0 0 0,-2 2 0 0 0,1-1-120 0 0,1-1 0 0 0,-1 1 0 0 0,1 0 0 0 0,-1 0-1 0 0,1 0 1 0 0,0-1 0 0 0,-1 1 0 0 0,1 0 0 0 0,0 0-1 0 0,-1 0 1 0 0,1 0 0 0 0,0 0 0 0 0,0-1 0 0 0,0 1-1 0 0,0 0 1 0 0,0 0 0 0 0,0 0 0 0 0,0 0 0 0 0,0 0-1 0 0,0 0 1 0 0,1 0 0 0 0,-1 0 0 0 0,0-1 0 0 0,0 1-1 0 0,1 0 1 0 0,0 1 0 0 0,4 5-1951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57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14283 0 0,'1'1'88'0'0,"0"0"1"0"0,0 0-1 0 0,0 0 1 0 0,0 1-1 0 0,0-1 0 0 0,0 0 1 0 0,0 0-1 0 0,0 1 0 0 0,-1-1 1 0 0,1 1-1 0 0,-1-1 1 0 0,1 1-1 0 0,-1-1 0 0 0,1 1 1 0 0,-1-1-1 0 0,0 1 1 0 0,0-1-1 0 0,1 3 0 0 0,0 0 65 0 0,21 145 30 0 0,-19-109 483 0 0,2-1 1 0 0,21 77-1 0 0,-24-109-381 0 0,-1-4-42 0 0,0 1 0 0 0,0 0 0 0 0,0-1 0 0 0,1 1 0 0 0,-1-1 0 0 0,1 1 0 0 0,0-1 0 0 0,0 0 0 0 0,2 4 0 0 0,-5-40 2383 0 0,-8-30-2169 0 0,2 26 463 0 0,-1-62-1 0 0,8 89-817 0 0,0 0 1 0 0,1 0-1 0 0,0 0 1 0 0,0 0-1 0 0,1 0 1 0 0,1 0 0 0 0,0 0-1 0 0,0 1 1 0 0,1-1-1 0 0,9-17 1 0 0,-11 24-313 0 0,0 0 0 0 0,0 0 0 0 0,1 1 0 0 0,-1-1 0 0 0,1 1 1 0 0,-1-1-1 0 0,1 1 0 0 0,0 0 0 0 0,0 0 0 0 0,0 0 0 0 0,0 0 0 0 0,0 1 0 0 0,0-1 1 0 0,0 1-1 0 0,1 0 0 0 0,-1 0 0 0 0,1 0 0 0 0,6-1 0 0 0,-4 2-449 0 0,0-1 0 0 0,0 2-1 0 0,0-1 1 0 0,0 0 0 0 0,0 1 0 0 0,0 0-1 0 0,0 1 1 0 0,0 0 0 0 0,0-1-1 0 0,6 5 1 0 0,10 4-6185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57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105 283 6913 0 0,'5'-1'1524'0'0,"-1"-1"0"0"0,1 1-1 0 0,0 0 1 0 0,0 0 0 0 0,8 0-1 0 0,15-4 122 0 0,-9-2-1135 0 0,0 0 1 0 0,0-2 0 0 0,-1 0-1 0 0,0-1 1 0 0,0 0 0 0 0,-1-2-1 0 0,-1 0 1 0 0,0-1 0 0 0,0-1-1 0 0,25-30 1 0 0,-38 40-424 0 0,0 0 1 0 0,-1 0-1 0 0,1 0 0 0 0,-1 0 0 0 0,0 0 1 0 0,-1-1-1 0 0,1 1 0 0 0,-1-1 0 0 0,0 1 1 0 0,0-1-1 0 0,0 1 0 0 0,-1-1 1 0 0,1 0-1 0 0,-1 1 0 0 0,-1-9 0 0 0,1 11-56 0 0,-1-1-1 0 0,1 1 0 0 0,-1 0 1 0 0,1 0-1 0 0,-1 0 0 0 0,0 0 1 0 0,0 0-1 0 0,0 0 0 0 0,0 0 1 0 0,0 0-1 0 0,0 0 0 0 0,0 1 1 0 0,-1-1-1 0 0,1 0 0 0 0,-1 1 1 0 0,1-1-1 0 0,-1 1 0 0 0,0-1 1 0 0,1 1-1 0 0,-1 0 0 0 0,0 0 1 0 0,0 0-1 0 0,0 0 0 0 0,0 0 1 0 0,0 0-1 0 0,0 0 0 0 0,0 1 1 0 0,0-1-1 0 0,0 1 0 0 0,-1 0 1 0 0,1-1-1 0 0,0 1 0 0 0,0 0 1 0 0,0 0-1 0 0,-3 1 1 0 0,-7 0-43 0 0,0 1 1 0 0,0 0 0 0 0,0 1 0 0 0,0 1 0 0 0,0 0 0 0 0,1 0 0 0 0,0 1-1 0 0,0 0 1 0 0,-18 13 0 0 0,12-7-6 0 0,0 2 0 0 0,1 0 0 0 0,1 0-1 0 0,-28 32 1 0 0,30-27-38 0 0,0 1 1 0 0,1 0-1 0 0,1 1 0 0 0,1 1 1 0 0,1 0-1 0 0,0 0 0 0 0,2 0 1 0 0,0 1-1 0 0,2 0 0 0 0,0 1 1 0 0,1-1-1 0 0,2 1 0 0 0,0 0 1 0 0,2-1-1 0 0,2 33 0 0 0,-1-48-3 0 0,0-1 0 0 0,0 0-1 0 0,0 0 1 0 0,1 0-1 0 0,0 0 1 0 0,0 0 0 0 0,1 0-1 0 0,-1 0 1 0 0,1-1 0 0 0,0 1-1 0 0,1-1 1 0 0,0 0-1 0 0,-1 0 1 0 0,2 0 0 0 0,4 5-1 0 0,-5-7 44 0 0,0 0 0 0 0,0 0 0 0 0,1 0 0 0 0,-1-1 0 0 0,1 1 0 0 0,-1-1-1 0 0,1 0 1 0 0,0 0 0 0 0,0-1 0 0 0,0 1 0 0 0,0-1 0 0 0,0 0 0 0 0,0-1 0 0 0,0 1 0 0 0,0-1-1 0 0,1 0 1 0 0,-1 0 0 0 0,0-1 0 0 0,6-1 0 0 0,13-4 267 0 0,-1 0 0 0 0,0-2 0 0 0,40-20 0 0 0,11-4-988 0 0,-74 32 676 0 0,7-2-1200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06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11458 0 0,'2'1'254'0'0,"1"0"0"0"0,-1 0 0 0 0,1 0 0 0 0,-1-1 0 0 0,1 1 0 0 0,0-1 0 0 0,-1 1 0 0 0,6-1 0 0 0,4 1 197 0 0,30 7 710 0 0,1-2 0 0 0,0-1 0 0 0,0-3 1 0 0,1-1-1 0 0,49-6 0 0 0,-29-4-744 0 0,0 3-1 0 0,1 3 1 0 0,80 6 0 0 0,-125-1-359 0 0,42 4-22 0 0,1-2 1 0 0,88-6-1 0 0,-48-4 470 0 0,138 11 1 0 0,-221-4-519 0 0,888 26 743 0 0,-777-27-615 0 0,377 8-52 0 0,-97 19 185 0 0,244 19-185 0 0,62-7-64 0 0,-564-34 27 0 0,347 3 157 0 0,-169-29-143 0 0,118-1-5 0 0,-430 22-28 0 0,1 0 0 0 0,-1 2 0 0 0,0 0 0 0 0,0 1 0 0 0,-1 1 0 0 0,1 1 0 0 0,35 13 0 0 0,-48-12-1971 0 0,-5-6 1873 0 0,-1 0-1 0 0,0 0 0 0 0,0 0 1 0 0,0 0-1 0 0,0 0 1 0 0,0 0-1 0 0,0 0 0 0 0,0 1 1 0 0,0-1-1 0 0,0 0 0 0 0,0 0 1 0 0,0 0-1 0 0,0 0 0 0 0,0 0 1 0 0,0 0-1 0 0,0 1 0 0 0,1-1 1 0 0,-1 0-1 0 0,0 0 1 0 0,0 0-1 0 0,0 0 0 0 0,-1 0 1 0 0,1 0-1 0 0,0 1 0 0 0,0-1 1 0 0,0 0-1 0 0,0 0 0 0 0,0 0 1 0 0,0 0-1 0 0,0 0 0 0 0,0 0 1 0 0,0 1-1 0 0,0-1 0 0 0,0 0 1 0 0,0 0-1 0 0,0 0 1 0 0,0 0-1 0 0,0 0 0 0 0,-1 0 1 0 0,1 0-1 0 0,0 0 0 0 0,0 0 1 0 0,0 1-1 0 0,0-1 0 0 0,0 0 1 0 0,0 0-1 0 0,-1 0 0 0 0,1 0 1 0 0,0 0-1 0 0,0 0 1 0 0,0 0-1 0 0,0 0 0 0 0,0 0 1 0 0,0 0-1 0 0,-1 0 0 0 0,1 0 1 0 0,0 0-1 0 0,0 0 0 0 0,0 0 1 0 0,0 0-1 0 0,-1 0 1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23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12 3681 0 0,'-2'-12'7337'0'0,"-2"23"-2527"0"0,-3 23-2566 0 0,4 22-1360 0 0,5 69 0 0 0,1-71-793 0 0,-7 81 1 0 0,1-100 23 0 0,4 37 1 0 0,-1-27-16 0 0,5 143 268 0 0,-20-6-193 0 0,7-104-132 0 0,4-35-27 0 0,2 1 0 0 0,2 0 0 0 0,6 47 0 0 0,2-27-16 0 0,-4-1 0 0 0,-5 107 0 0 0,-3-80 0 0 0,11 114 0 0 0,-1-86 0 0 0,0-22 0 0 0,1 32 0 0 0,-2 302 310 0 0,3-189-110 0 0,-2 99 16 0 0,-3 123 507 0 0,8 52-649 0 0,-10-329-54 0 0,-8 298 14 0 0,3-394-401 0 0,11 135 0 0 0,2 169-10 0 0,-9-281 357 0 0,13 68-355 0 0,-6-118 264 0 0,-4-11-666 0 0,-3-50 0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27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10 102 5529 0 0,'-9'-6'6835'0'0,"8"3"-2670"0"0,19 1-1479 0 0,38 7-3340 0 0,-52-5 1513 0 0,54 5-66 0 0,1-3-1 0 0,78-6 0 0 0,117-25-327 0 0,-174 18-317 0 0,-20 5-21 0 0,88 3 1 0 0,62 14 261 0 0,-81-3-286 0 0,-57-4-97 0 0,251 3 52 0 0,37-10-8 0 0,-202 4-36 0 0,95-11 37 0 0,-149 4-38 0 0,-29 0-13 0 0,-39 2 0 0 0,1 2 0 0 0,51 4 0 0 0,174 18 0 0 0,-159-17-8 0 0,-99-3 5 0 0,-47-23-1218 0 0,24 12 839 0 0,11 5 313 0 0,-1 1 0 0 0,0 0 0 0 0,0 1 0 0 0,0 0 0 0 0,0 0 0 0 0,-1 1 0 0 0,0 0 0 0 0,0 1 0 0 0,-14-2-1 0 0,22 4 84 0 0,1 0 0 0 0,-1 0 0 0 0,0 0 0 0 0,1 0 0 0 0,-1 0 0 0 0,1 1 0 0 0,-1-1-1 0 0,0 1 1 0 0,1-1 0 0 0,-1 1 0 0 0,1 0 0 0 0,-1-1 0 0 0,1 1 0 0 0,0 0 0 0 0,-1 0-1 0 0,1 0 1 0 0,0 0 0 0 0,0 0 0 0 0,-1 0 0 0 0,1 0 0 0 0,0 1 0 0 0,0-1 0 0 0,0 0-1 0 0,0 1 1 0 0,1-1 0 0 0,-1 0 0 0 0,0 1 0 0 0,0 1 0 0 0,-1 4 78 0 0,0 0 1 0 0,1 0 0 0 0,0 0-1 0 0,0 0 1 0 0,1 9-1 0 0,-1-1-41 0 0,-4 108 81 0 0,13 159 0 0 0,-5 87 133 0 0,-6-184-39 0 0,0 24 616 0 0,-52 356 1 0 0,4-210-283 0 0,33-196-390 0 0,3 180-1 0 0,15-329-166 0 0,-5 142 32 0 0,0 80 4 0 0,-9 102-39 0 0,0 0 0 0 0,-4-64 0 0 0,1-75 0 0 0,21 66 0 0 0,0-156 0 0 0,10 238 0 0 0,-11-26 0 0 0,-5 2 0 0 0,3-165 0 0 0,-1-130 0 0 0,-1 9 0 0 0,2 0 0 0 0,1-1 0 0 0,11 58 0 0 0,12 14-72 0 0,-22-83 42 0 0,-1 39-1 0 0,-2-56 28 0 0,0-1 11 0 0,-1 1 0 0 0,1 0 0 0 0,-1 0-1 0 0,0-1 1 0 0,0 1 0 0 0,0-1 0 0 0,0 1-1 0 0,-3 5 1 0 0,3-8-8 0 0,1 0 0 0 0,-1 1-1 0 0,0-1 1 0 0,0 0 0 0 0,0 0 0 0 0,0 1-1 0 0,0-1 1 0 0,0 0 0 0 0,0 0 0 0 0,0 0-1 0 0,0 0 1 0 0,0 0 0 0 0,0 0 0 0 0,-1 0-1 0 0,1-1 1 0 0,0 1 0 0 0,-1 0 0 0 0,1-1-1 0 0,-1 1 1 0 0,1-1 0 0 0,-1 0 0 0 0,-2 1-1 0 0,-6 0 1 0 0,0 1 0 0 0,0 0 0 0 0,0 0 0 0 0,-19 8 0 0 0,-1 0 0 0 0,5-6 36 0 0,0 0-1 0 0,1-1 1 0 0,-1-2-1 0 0,-40-2 1 0 0,-31 2 61 0 0,-32 6-6 0 0,-44 3 60 0 0,-96 32 125 0 0,162-27-223 0 0,-125 2 1 0 0,117-11-21 0 0,-174 19 107 0 0,15-1-28 0 0,169-18-27 0 0,0-3 0 0 0,-177-20 1 0 0,238 12-92 0 0,-54 0 1 0 0,96 5 3 0 0,-1 1 0 0 0,0-1 0 0 0,1 1 0 0 0,0-1 0 0 0,-1 1 0 0 0,1-1 0 0 0,-1 1 0 0 0,1 0 0 0 0,0 0 0 0 0,-1 0 0 0 0,1 0 0 0 0,0 0 0 0 0,0 0 0 0 0,0 0 0 0 0,0 0 0 0 0,0 1 0 0 0,0-1 0 0 0,0 0 0 0 0,0 1 0 0 0,0-1 0 0 0,1 0 0 0 0,-1 1 1 0 0,1-1-1 0 0,-1 3 0 0 0,-1-1-2 0 0,2-2 4 0 0,-5-5 0 0 0,2-1 0 0 0,1-1 0 0 0,-1 0 0 0 0,1 0 0 0 0,1 0 0 0 0,-1 0 0 0 0,1 0-1 0 0,0 0 1 0 0,0 0 0 0 0,0-10 0 0 0,4-65-38 0 0,0 37 13 0 0,-2 14-5 0 0,1-31-180 0 0,-2 0 0 0 0,-11-90 0 0 0,10 146 202 0 0,1 2 7 0 0,0-1 1 0 0,-1 0-1 0 0,0 1 1 0 0,0-1-1 0 0,0 1 1 0 0,0-1-1 0 0,0 1 1 0 0,-4-6 0 0 0,0 21-4296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28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82 5529 0 0,'-3'10'1025'0'0,"1"-1"0"0"0,0 1 0 0 0,0-1-1 0 0,1 1 1 0 0,1 0 0 0 0,-1 0 0 0 0,2-1-1 0 0,1 17 1 0 0,-1-18-1121 0 0,-1 1 382 0 0,1 0 0 0 0,0 0 0 0 0,1 0-1 0 0,0 0 1 0 0,0-1 0 0 0,1 1 0 0 0,0-1-1 0 0,8 16 1 0 0,-9-20-183 0 0,1 0 0 0 0,0-1 0 0 0,0 1 1 0 0,0-1-1 0 0,0 0 0 0 0,1 1 0 0 0,-1-2 0 0 0,1 1 0 0 0,0 0 0 0 0,0-1 1 0 0,0 0-1 0 0,0 1 0 0 0,0-2 0 0 0,0 1 0 0 0,1 0 0 0 0,-1-1 0 0 0,0 0 1 0 0,1 0-1 0 0,7 1 0 0 0,-6-2-2 0 0,1 1 0 0 0,0-1 1 0 0,0 0-1 0 0,-1-1 1 0 0,1 0-1 0 0,0 0 0 0 0,-1 0 1 0 0,1-1-1 0 0,-1 0 0 0 0,1 0 1 0 0,-1 0-1 0 0,0-1 0 0 0,0 0 1 0 0,0 0-1 0 0,0-1 0 0 0,-1 0 1 0 0,1 0-1 0 0,-1 0 0 0 0,0 0 1 0 0,7-8-1 0 0,-7 5 55 0 0,0 1 1 0 0,0-1-1 0 0,-1 0 1 0 0,0 0-1 0 0,0 0 1 0 0,0 0-1 0 0,-1-1 0 0 0,0 1 1 0 0,-1-1-1 0 0,1 0 1 0 0,-2 0-1 0 0,1 0 1 0 0,-1 0-1 0 0,0 0 1 0 0,-1 0-1 0 0,0-13 0 0 0,-1 14-32 0 0,0 1-1 0 0,-1-1 0 0 0,1 1 1 0 0,-1 0-1 0 0,-1-1 0 0 0,1 1 0 0 0,-1 0 1 0 0,0 0-1 0 0,0 1 0 0 0,-1-1 0 0 0,1 1 1 0 0,-1-1-1 0 0,-1 1 0 0 0,1 0 1 0 0,-1 1-1 0 0,0-1 0 0 0,0 1 0 0 0,0 0 1 0 0,-7-5-1 0 0,5 5-90 0 0,-1 0 0 0 0,1 0 0 0 0,-1 1 1 0 0,1 0-1 0 0,-1 0 0 0 0,0 1 0 0 0,0 0 1 0 0,0 1-1 0 0,0-1 0 0 0,-1 1 0 0 0,1 1 0 0 0,0 0 1 0 0,-1 0-1 0 0,1 0 0 0 0,-10 3 0 0 0,15-2-94 0 0,0-1 1 0 0,0 1-1 0 0,0 0 0 0 0,0 0 1 0 0,0 0-1 0 0,0 1 0 0 0,1-1 1 0 0,-1 1-1 0 0,0-1 0 0 0,1 1 1 0 0,-1 0-1 0 0,1 0 0 0 0,0 0 1 0 0,-3 3-1 0 0,4-3-203 0 0,0 0-1 0 0,0-1 1 0 0,0 1 0 0 0,0 0 0 0 0,0-1-1 0 0,0 1 1 0 0,1 0 0 0 0,-1 0 0 0 0,1 0-1 0 0,0 0 1 0 0,-1 0 0 0 0,1 0-1 0 0,0 0 1 0 0,0 0 0 0 0,0 2 0 0 0,3 12-7806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29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0 7370 0 0,'-7'5'6590'0'0,"3"9"-3322"0"0,2 17-1813 0 0,2-25-1247 0 0,7 178 2191 0 0,-1 9-1068 0 0,-6-180-1306 0 0,-2 53 319 0 0,-2-1-1 0 0,-19 93 1 0 0,9-84-1072 0 0,28-96-9681 0 0,-10 6 4967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29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2 4609 0 0,'0'-1'5711'0'0,"-4"5"-1989"0"0,-16 18-518 0 0,-24 31-1673 0 0,10-11-581 0 0,-2-1-1 0 0,-2-3 1 0 0,-1-1-1 0 0,-46 34 1 0 0,74-63-724 0 0,-24 21 572 0 0,33-28-751 0 0,1 1-1 0 0,0-1 1 0 0,-1 0-1 0 0,1 1 1 0 0,0-1 0 0 0,0 1-1 0 0,0-1 1 0 0,0 1 0 0 0,1 0-1 0 0,-1-1 1 0 0,0 1-1 0 0,1 0 1 0 0,-1-1 0 0 0,1 1-1 0 0,-1 0 1 0 0,1 0 0 0 0,0 0-1 0 0,0-1 1 0 0,0 1-1 0 0,0 2 1 0 0,0-3-42 0 0,1 0 0 0 0,-1 0 0 0 0,1 0 1 0 0,-1 0-1 0 0,1 0 0 0 0,-1 0 0 0 0,1 0 0 0 0,0 0 0 0 0,0 0 0 0 0,0 0 0 0 0,-1-1 1 0 0,1 1-1 0 0,0 0 0 0 0,0-1 0 0 0,0 1 0 0 0,0 0 0 0 0,0-1 0 0 0,0 1 0 0 0,0-1 0 0 0,2 1 1 0 0,27 6-19 0 0,-17-4 19 0 0,38 7 24 0 0,1-3-1 0 0,54 2 0 0 0,-39-5 92 0 0,18 1 87 0 0,-37-3 10 0 0,80 14 1 0 0,-108-11-163 0 0,-14-3-8 0 0,0-1-1 0 0,0 1 1 0 0,0-1-1 0 0,9 0 0 0 0,-34-4-420 0 0,10-2-6958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39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58 9674 0 0,'0'0'95'0'0,"-1"0"-1"0"0,1 0 1 0 0,0 0-1 0 0,0 0 1 0 0,0 0-1 0 0,-1 0 1 0 0,1 0-1 0 0,0 0 1 0 0,0 1 0 0 0,0-1-1 0 0,-1 0 1 0 0,1 0-1 0 0,0 0 1 0 0,0 0-1 0 0,0 0 1 0 0,0 0-1 0 0,-1 1 1 0 0,1-1-1 0 0,0 0 1 0 0,0 0 0 0 0,0 0-1 0 0,0 0 1 0 0,0 1-1 0 0,0-1 1 0 0,-1 0-1 0 0,1 0 1 0 0,0 0-1 0 0,0 1 1 0 0,0-1-1 0 0,0 0 1 0 0,0 0 0 0 0,0 1-1 0 0,0-1 1 0 0,0 0-1 0 0,0 0 1 0 0,0 0-1 0 0,0 1 1 0 0,0-1-1 0 0,0 0 1 0 0,0 0-1 0 0,0 0 1 0 0,0 1 0 0 0,0-1-1 0 0,1 0 1 0 0,-1 0-1 0 0,0 0 1 0 0,0 1-1 0 0,1 22 522 0 0,0-1-118 0 0,-1 34 375 0 0,-2-18-400 0 0,3 0 0 0 0,1 0 1 0 0,12 68-1 0 0,-11-91-305 0 0,-2-10-125 0 0,0 1 0 0 0,0-1 0 0 0,1 1 0 0 0,0-1 0 0 0,0 0 0 0 0,4 9 0 0 0,-6-14-38 0 0,1 0-1 0 0,-1 0 0 0 0,0 0 0 0 0,1 0 1 0 0,-1 0-1 0 0,0 0 0 0 0,1 0 0 0 0,-1 0 1 0 0,0 0-1 0 0,1 0 0 0 0,-1-1 1 0 0,0 1-1 0 0,1 0 0 0 0,-1 0 0 0 0,0 0 1 0 0,0 0-1 0 0,1 0 0 0 0,-1 0 0 0 0,0-1 1 0 0,0 1-1 0 0,1 0 0 0 0,-1 0 0 0 0,0-1 1 0 0,0 1-1 0 0,1 0 0 0 0,-1 0 1 0 0,0-1-1 0 0,0 1 0 0 0,0 0 0 0 0,0 0 1 0 0,1-1-1 0 0,-1 1 0 0 0,0 0 0 0 0,0-1 1 0 0,0 1-1 0 0,0-1 0 0 0,7-12 109 0 0,6-25 80 0 0,-2-1 0 0 0,10-67 0 0 0,7-25-70 0 0,11 23 17 0 0,-37 104-106 0 0,-2 4-33 0 0,0 0 0 0 0,0-1 0 0 0,0 1 0 0 0,0 0 0 0 0,0 0 0 0 0,0 0 0 0 0,0 0 0 0 0,0 0 0 0 0,0 0 0 0 0,0 0 0 0 0,0 0 0 0 0,0 0 0 0 0,0 0 0 0 0,0 0 0 0 0,0 0 0 0 0,1-1 0 0 0,-1 1 0 0 0,0 0 0 0 0,0 0 0 0 0,0 0 0 0 0,0 0 0 0 0,0 0 0 0 0,0 0 0 0 0,0 0 0 0 0,0 0 0 0 0,0 0 0 0 0,1 0 0 0 0,-1 0 0 0 0,0 0 0 0 0,0 0 0 0 0,0 0 0 0 0,0 0 0 0 0,0 0-1 0 0,0 0 1 0 0,0 0 0 0 0,0 0 0 0 0,1 0 0 0 0,-1 0 0 0 0,0 0 0 0 0,0 0 0 0 0,0 0 0 0 0,0 1 0 0 0,0-1 0 0 0,0 0 0 0 0,0 0 0 0 0,0 0 0 0 0,0 0 0 0 0,0 0 0 0 0,0 0 0 0 0,1 0 0 0 0,-1 0 0 0 0,0 0 0 0 0,0 0 0 0 0,6 9 66 0 0,4 11 21 0 0,-9-19-88 0 0,7 19 24 0 0,-1 1 0 0 0,-1 0 0 0 0,6 33 0 0 0,-9-35 7 0 0,1 0 0 0 0,1 0 0 0 0,1 0 0 0 0,16 34 0 0 0,-17-44 11 0 0,0-1 1 0 0,1 0-1 0 0,7 8 0 0 0,-11-14 6 0 0,1 1-1 0 0,-1-1 0 0 0,0 1 0 0 0,1-1 0 0 0,0 0 0 0 0,-1 0 1 0 0,1 0-1 0 0,0 0 0 0 0,0-1 0 0 0,0 1 0 0 0,1-1 1 0 0,3 1-1 0 0,-6-2 3 0 0,1 0 0 0 0,-1 0 1 0 0,0 0-1 0 0,1-1 0 0 0,-1 1 1 0 0,1 0-1 0 0,-1-1 0 0 0,0 0 1 0 0,1 1-1 0 0,-1-1 0 0 0,0 0 0 0 0,0 0 1 0 0,1 1-1 0 0,-1-1 0 0 0,0 0 1 0 0,0 0-1 0 0,0 0 0 0 0,0 0 1 0 0,0-1-1 0 0,0 1 0 0 0,-1 0 1 0 0,1 0-1 0 0,0 0 0 0 0,0-3 0 0 0,15-31 628 0 0,-11 14-440 0 0,-1 0 0 0 0,-2-1 0 0 0,0 0 0 0 0,-1 1 0 0 0,-3-42 0 0 0,0-1-62 0 0,2 63-239 0 0,0-1-1 0 0,0 1 1 0 0,1-1-1 0 0,-1 1 0 0 0,0 0 1 0 0,0-1-1 0 0,1 1 1 0 0,-1-1-1 0 0,1 1 1 0 0,-1 0-1 0 0,1-1 1 0 0,0 1-1 0 0,0 0 1 0 0,-1-1-1 0 0,1 1 0 0 0,0 0 1 0 0,0 0-1 0 0,0 0 1 0 0,0 0-1 0 0,0 0 1 0 0,0 0-1 0 0,2-1 1 0 0,0 1-469 0 0,0-1 0 0 0,0 1 0 0 0,0 0 1 0 0,0 0-1 0 0,0 0 0 0 0,0 0 1 0 0,0 1-1 0 0,0-1 0 0 0,5 1 0 0 0,10-1-6120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40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78 14139 0 0,'-21'-20'1230'0'0,"-20"-16"-137"0"0,37 33-1000 0 0,1 1 0 0 0,-1-1 0 0 0,-1 1 0 0 0,1 0 0 0 0,0 0 0 0 0,0 0 0 0 0,-1 0 1 0 0,-8-1-1 0 0,11 3-24 0 0,1 0 0 0 0,-1 0 0 0 0,0 0 0 0 0,1 1 0 0 0,-1-1 1 0 0,0 0-1 0 0,1 1 0 0 0,-1-1 0 0 0,0 1 0 0 0,1 0 0 0 0,-1 0 1 0 0,1 0-1 0 0,-1 0 0 0 0,1-1 0 0 0,0 2 0 0 0,-1-1 0 0 0,1 0 0 0 0,0 0 1 0 0,0 0-1 0 0,0 1 0 0 0,0-1 0 0 0,0 0 0 0 0,0 1 0 0 0,0-1 0 0 0,-1 3 1 0 0,-3 6 181 0 0,1-1 0 0 0,-7 19 1 0 0,10-25-246 0 0,-7 23 193 0 0,0 1 1 0 0,2 0-1 0 0,1 0 1 0 0,-2 43-1 0 0,6-54-130 0 0,1 0-1 0 0,1 0 1 0 0,1 0-1 0 0,0 0 1 0 0,0-1-1 0 0,2 1 1 0 0,0-1 0 0 0,1 0-1 0 0,9 20 1 0 0,-14-33-66 0 0,1-1 1 0 0,-1 1 0 0 0,1-1-1 0 0,0 1 1 0 0,-1-1-1 0 0,1 0 1 0 0,0 1 0 0 0,0-1-1 0 0,0 0 1 0 0,0 0 0 0 0,0 0-1 0 0,1 0 1 0 0,-1 0 0 0 0,0 0-1 0 0,0 0 1 0 0,1 0-1 0 0,-1 0 1 0 0,0 0 0 0 0,1-1-1 0 0,-1 1 1 0 0,1-1 0 0 0,-1 1-1 0 0,1-1 1 0 0,-1 1 0 0 0,1-1-1 0 0,0 0 1 0 0,-1 0-1 0 0,3 0 1 0 0,-1-1 12 0 0,0 0-1 0 0,-1 0 0 0 0,0 0 1 0 0,1 0-1 0 0,-1 0 1 0 0,0-1-1 0 0,1 1 1 0 0,-1-1-1 0 0,0 0 1 0 0,0 1-1 0 0,0-1 0 0 0,0 0 1 0 0,-1 0-1 0 0,1 0 1 0 0,0-1-1 0 0,1-3 1 0 0,27-43 82 0 0,-3-1 1 0 0,-2-1 0 0 0,-2-2-1 0 0,19-68 1 0 0,-27 79-48 0 0,-22 79-105 0 0,-3 70 1 0 0,8-74 24 0 0,1-26-49 0 0,1 0-1 0 0,1 1 1 0 0,0-1 0 0 0,0 0 0 0 0,0 0-1 0 0,1 0 1 0 0,0 0 0 0 0,5 12 0 0 0,-7-17-54 0 0,1-1 1 0 0,-1 1 0 0 0,1 0-1 0 0,0-1 1 0 0,0 1 0 0 0,0-1-1 0 0,0 0 1 0 0,0 1 0 0 0,0-1-1 0 0,0 0 1 0 0,0 1 0 0 0,1-1-1 0 0,-1 0 1 0 0,0 0 0 0 0,1 0 0 0 0,-1 0-1 0 0,1 0 1 0 0,-1-1 0 0 0,1 1-1 0 0,-1 0 1 0 0,1-1 0 0 0,0 1-1 0 0,-1-1 1 0 0,1 1 0 0 0,0-1-1 0 0,-1 0 1 0 0,1 0 0 0 0,0 0-1 0 0,0 0 1 0 0,-1 0 0 0 0,1 0 0 0 0,0 0-1 0 0,0 0 1 0 0,-1-1 0 0 0,1 1-1 0 0,0-1 1 0 0,-1 1 0 0 0,1-1-1 0 0,-1 0 1 0 0,1 0 0 0 0,-1 0-1 0 0,2-1 1 0 0,3-1-408 0 0,-1-1 0 0 0,-1 0-1 0 0,1 0 1 0 0,-1 0 0 0 0,1 0 0 0 0,-1-1-1 0 0,-1 0 1 0 0,5-5 0 0 0,25-47-2472 0 0,-9 12 926 0 0,21-32 1525 0 0,-18 25 4952 0 0,-27 61 1097 0 0,1 30-3846 0 0,-4-2-898 0 0,-2 0 0 0 0,-17 67 0 0 0,20-96-549 0 0,1-1 1 0 0,0 1-1 0 0,0 0 0 0 0,1 8 1 0 0,0-15-155 0 0,0 1 0 0 0,0-1 0 0 0,0 1 0 0 0,0 0 1 0 0,0-1-1 0 0,0 1 0 0 0,1 0 0 0 0,-1-1 0 0 0,0 1 1 0 0,1-1-1 0 0,-1 1 0 0 0,1 0 0 0 0,0-1 0 0 0,0 0 1 0 0,-1 1-1 0 0,1-1 0 0 0,0 1 0 0 0,0-1 0 0 0,0 0 1 0 0,1 0-1 0 0,-1 1 0 0 0,0-1 0 0 0,0 0 0 0 0,2 1 1 0 0,-2-2-29 0 0,0 0 0 0 0,-1 0 0 0 0,1-1 0 0 0,0 1 0 0 0,-1 0 1 0 0,1 0-1 0 0,-1-1 0 0 0,1 1 0 0 0,0-1 0 0 0,-1 1 0 0 0,1 0 1 0 0,-1-1-1 0 0,1 1 0 0 0,-1-1 0 0 0,0 1 0 0 0,1-1 1 0 0,-1 1-1 0 0,1-1 0 0 0,-1 1 0 0 0,0-1 0 0 0,1 0 0 0 0,-1 0 1 0 0,8-15 72 0 0,4-14 61 0 0,8-41-1 0 0,10-24-63 0 0,-26 84-64 0 0,12-23 113 0 0,-16 33-141 0 0,1-1 0 0 0,1 0-1 0 0,-1 1 1 0 0,0-1 0 0 0,0 1-1 0 0,0 0 1 0 0,1-1 0 0 0,-1 1-1 0 0,1 0 1 0 0,-1 0 0 0 0,1 0-1 0 0,0 0 1 0 0,-1 0-1 0 0,1 0 1 0 0,3-1 0 0 0,-4 2 7 0 0,0 0 1 0 0,0 0-1 0 0,0 0 0 0 0,0 0 1 0 0,0 1-1 0 0,0-1 1 0 0,0 0-1 0 0,0 1 1 0 0,0-1-1 0 0,0 1 0 0 0,0-1 1 0 0,0 1-1 0 0,0-1 1 0 0,0 1-1 0 0,-1-1 1 0 0,1 1-1 0 0,0 0 0 0 0,0 0 1 0 0,-1-1-1 0 0,1 1 1 0 0,0 0-1 0 0,-1 0 1 0 0,1 0-1 0 0,-1 0 0 0 0,1 1 1 0 0,14 28 2 0 0,-12-23-1 0 0,8 16-129 0 0,-7-11-164 0 0,1-1 1 0 0,0 0-1 0 0,1-1 0 0 0,1 1 0 0 0,13 17 1 0 0,-18-26 226 0 0,0 0 0 0 0,0 0 0 0 0,0 0 0 0 0,1-1 1 0 0,-1 1-1 0 0,1 0 0 0 0,-1-1 0 0 0,1 0 0 0 0,0 1 1 0 0,-1-1-1 0 0,1 0 0 0 0,0 0 0 0 0,0-1 0 0 0,0 1 1 0 0,0-1-1 0 0,0 1 0 0 0,-1-1 0 0 0,1 0 0 0 0,0 0 1 0 0,0 0-1 0 0,0 0 0 0 0,0-1 0 0 0,0 1 0 0 0,0-1 1 0 0,0 0-1 0 0,0 0 0 0 0,-1 0 0 0 0,1 0 0 0 0,4-3 1 0 0,10-4-1769 0 0,2-1-338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40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 13619 0 0,'-2'20'2204'0'0,"-7"30"0"0"0,0-1-1304 0 0,-33 150 2088 0 0,13-74-1690 0 0,26-110-1197 0 0,0 1-1 0 0,1 0 1 0 0,0 0 0 0 0,2 22 0 0 0,0-33-96 0 0,1 0-1 0 0,-1 1 1 0 0,2-1 0 0 0,-1 0 0 0 0,0 0 0 0 0,1 0 0 0 0,0-1 0 0 0,0 1 0 0 0,0 0 0 0 0,1-1 0 0 0,-1 1 0 0 0,1-1-1 0 0,0 0 1 0 0,0 0 0 0 0,1 0 0 0 0,-1 0 0 0 0,7 5 0 0 0,-9-8-29 0 0,1 0 0 0 0,-1 0 0 0 0,1 0 0 0 0,-1 0 0 0 0,1-1 1 0 0,-1 1-1 0 0,1 0 0 0 0,-1-1 0 0 0,1 1 0 0 0,0-1 0 0 0,-1 1 0 0 0,1-1 0 0 0,0 0 0 0 0,-1 0 0 0 0,1 1 0 0 0,0-1 0 0 0,0 0 0 0 0,-1-1 0 0 0,4 1 1 0 0,-2-1-34 0 0,0 0 1 0 0,-1 0 0 0 0,1-1 0 0 0,0 1 0 0 0,-1-1-1 0 0,1 1 1 0 0,-1-1 0 0 0,1 0 0 0 0,-1 0 0 0 0,3-3 0 0 0,2-3-287 0 0,0 0 0 0 0,-1 0 0 0 0,-1 0 1 0 0,1-1-1 0 0,5-14 0 0 0,-8 16 16 0 0,-1 0 0 0 0,0 0-1 0 0,0 0 1 0 0,-1 0 0 0 0,0 0 0 0 0,1-8-1 0 0,-1-6-565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41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10594 0 0,'-6'0'322'0'0,"-13"2"214"0"0,18-2-478 0 0,1 0 0 0 0,-1 1 0 0 0,1-1 1 0 0,-1 0-1 0 0,1 0 0 0 0,-1 1 0 0 0,1-1 1 0 0,-1 0-1 0 0,1 1 0 0 0,-1-1 0 0 0,1 0 0 0 0,0 1 1 0 0,-1-1-1 0 0,1 1 0 0 0,0-1 0 0 0,-1 1 1 0 0,1-1-1 0 0,0 1 0 0 0,0-1 0 0 0,-1 1 1 0 0,1-1-1 0 0,0 1 0 0 0,0-1 0 0 0,0 1 1 0 0,0-1-1 0 0,0 1 0 0 0,-1-1 0 0 0,1 1 1 0 0,1 1-1 0 0,2 38 5099 0 0,-2-35-4869 0 0,0-1-1 0 0,1 0 1 0 0,-1 1-1 0 0,1-1 0 0 0,4 8 1 0 0,-4-9-218 0 0,0 0 1 0 0,1 0-1 0 0,-1-1 1 0 0,0 1-1 0 0,1 0 1 0 0,0-1-1 0 0,-1 0 1 0 0,1 0-1 0 0,0 0 1 0 0,0 0-1 0 0,1 0 1 0 0,-1 0 0 0 0,0-1-1 0 0,0 0 1 0 0,1 1-1 0 0,-1-1 1 0 0,1-1-1 0 0,-1 1 1 0 0,6 0-1 0 0,4 0 200 0 0,0 0 0 0 0,0-1 0 0 0,0-1 0 0 0,0 0 0 0 0,0-1 0 0 0,21-6 0 0 0,-11 2-62 0 0,0-2 0 0 0,37-18 0 0 0,-57 24-247 0 0,1 1 1 0 0,-1-1-1 0 0,0 0 0 0 0,0 0 0 0 0,0 0 0 0 0,0-1 0 0 0,-1 1 1 0 0,1-1-1 0 0,-1 1 0 0 0,5-6 0 0 0,-2-11-9427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41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4 7370 0 0,'0'0'136'0'0,"0"0"0"0"0,0-1 0 0 0,0 1 0 0 0,-1 0 0 0 0,1 0 0 0 0,0 0 0 0 0,0-1 0 0 0,0 1 0 0 0,-1 0 0 0 0,1 0 0 0 0,0 0 0 0 0,0 0 0 0 0,0 0 0 0 0,-1-1 0 0 0,1 1 0 0 0,0 0 0 0 0,0 0 0 0 0,-1 0 0 0 0,1 0 1 0 0,0 0-1 0 0,0 0 0 0 0,-1 0 0 0 0,1 0 0 0 0,0 0 0 0 0,0 0 0 0 0,-1 0 0 0 0,1 0 0 0 0,0 0 0 0 0,0 0 0 0 0,-1 0 0 0 0,1 0 0 0 0,0 0 0 0 0,0 0 0 0 0,-1 1 0 0 0,1-1 0 0 0,0 0 0 0 0,0 0 0 0 0,-1 0 0 0 0,1 0 0 0 0,0 0 0 0 0,0 1 1 0 0,0-1-1 0 0,-6 15 2849 0 0,1 30-1754 0 0,4-35-1170 0 0,-14 358 2375 0 0,14-277-1461 0 0,-1-61-525 0 0,2 0-1 0 0,1-1 1 0 0,2 1-1 0 0,0 0 1 0 0,13 46-1 0 0,-16-76-447 0 0,0 0-1 0 0,0 0 1 0 0,0 0-1 0 0,0 0 1 0 0,0 0-1 0 0,0 0 1 0 0,0 0-1 0 0,0 0 1 0 0,0 0-1 0 0,0 0 1 0 0,0 1-1 0 0,0-1 1 0 0,0 0-1 0 0,0 0 1 0 0,0 0-1 0 0,0 0 1 0 0,0 0-1 0 0,0 0 1 0 0,0 0-1 0 0,0 0 1 0 0,0 0-1 0 0,0 0 1 0 0,0 0 0 0 0,0 1-1 0 0,0-1 1 0 0,0 0-1 0 0,0 0 1 0 0,0 0-1 0 0,0 0 1 0 0,0 0-1 0 0,0 0 1 0 0,1 0-1 0 0,-1 0 1 0 0,0 0-1 0 0,0 0 1 0 0,0 0-1 0 0,0 0 1 0 0,0 0-1 0 0,0 0 1 0 0,0 0-1 0 0,0 0 1 0 0,0 0-1 0 0,0 0 1 0 0,0 0-1 0 0,1 0 1 0 0,-1 0-1 0 0,0 0 1 0 0,0 0-1 0 0,0 0 1 0 0,0 0 0 0 0,0 0-1 0 0,0 0 1 0 0,0 0-1 0 0,0 0 1 0 0,0 0-1 0 0,0 0 1 0 0,0 0-1 0 0,1 0 1 0 0,-1 0-1 0 0,0 0 1 0 0,0 0-1 0 0,0 0 1 0 0,0 0-1 0 0,0 0 1 0 0,0 0-1 0 0,0 0 1 0 0,0 0-1 0 0,0 0 1 0 0,0-1-1 0 0,3-5 133 0 0,-2 2-157 0 0,-1 4-291 0 0,1-5-1919 0 0,6-21-5447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42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0 208 6913 0 0,'3'-15'5187'0'0,"-2"11"-4664"0"0,0 0 0 0 0,1-1 0 0 0,-1 1 0 0 0,1 0 0 0 0,0 0 0 0 0,1 1 0 0 0,3-6-1 0 0,-3 19 2618 0 0,8 37-2304 0 0,2 101 38 0 0,-12-110-738 0 0,2 0 0 0 0,1-1 0 0 0,2 1 0 0 0,13 40 0 0 0,-19-76-130 0 0,0-1 1 0 0,1 1-1 0 0,-1-1 1 0 0,1 1-1 0 0,-1-1 1 0 0,1 1-1 0 0,0-1 1 0 0,-1 0-1 0 0,1 1 1 0 0,0-1-1 0 0,0 0 1 0 0,0 0-1 0 0,0 1 1 0 0,0-1 0 0 0,2 1-1 0 0,-2-2 8 0 0,0-1 1 0 0,0 1-1 0 0,-1 0 1 0 0,1-1-1 0 0,0 1 0 0 0,0-1 1 0 0,0 1-1 0 0,0-1 1 0 0,-1 1-1 0 0,1-1 0 0 0,0 0 1 0 0,0 1-1 0 0,-1-1 1 0 0,1 0-1 0 0,-1 0 0 0 0,1 0 1 0 0,0 1-1 0 0,-1-1 1 0 0,0 0-1 0 0,1 0 0 0 0,-1 0 1 0 0,1 0-1 0 0,-1 0 1 0 0,0 0-1 0 0,0-1 0 0 0,12-25 116 0 0,-2 0-1 0 0,-2 0 0 0 0,9-44 0 0 0,7-89 9 0 0,-19 116-114 0 0,1-9-10 0 0,-2 17 10 0 0,1-1 1 0 0,14-51-1 0 0,-16 77 24 0 0,2-2-39 0 0,-5 13-7 0 0,1 1 0 0 0,-1-1 0 0 0,1 0 0 0 0,-1 0 0 0 0,1 1 0 0 0,-1-1 1 0 0,1 1-1 0 0,-1-1 0 0 0,0 0 0 0 0,1 1 0 0 0,-1-1 0 0 0,0 1 0 0 0,1-1 0 0 0,-1 1 0 0 0,0-1 0 0 0,1 1 0 0 0,-1-1 0 0 0,0 1 1 0 0,0-1-1 0 0,0 1 0 0 0,0-1 0 0 0,1 1 0 0 0,-1-1 0 0 0,0 1 0 0 0,0-1 0 0 0,0 2 0 0 0,6 24 105 0 0,0 1-1 0 0,-2 0 1 0 0,-1 1-1 0 0,-1-1 0 0 0,-2 33 1 0 0,0-17 69 0 0,7 43 1 0 0,-6-73-148 0 0,2 1 1 0 0,0-1-1 0 0,1 0 0 0 0,0 0 1 0 0,1 0-1 0 0,0 0 1 0 0,10 15-1 0 0,-14-25-11 0 0,1 0-1 0 0,0 0 1 0 0,0 0-1 0 0,0-1 1 0 0,1 1-1 0 0,-1-1 0 0 0,0 0 1 0 0,1 0-1 0 0,0 1 1 0 0,-1-2-1 0 0,1 1 1 0 0,0 0-1 0 0,4 1 1 0 0,-6-2-3 0 0,0-1 0 0 0,1 0 0 0 0,-1 0 0 0 0,1 1 0 0 0,-1-1 0 0 0,1 0 0 0 0,-1 0-1 0 0,1 0 1 0 0,-1 0 0 0 0,1-1 0 0 0,-1 1 0 0 0,1 0 0 0 0,-1-1 0 0 0,0 1 0 0 0,1-1 0 0 0,-1 1 0 0 0,0-1 0 0 0,1 0 0 0 0,-1 1 0 0 0,0-1 0 0 0,0 0 0 0 0,1 0 0 0 0,-1 0 0 0 0,0 0 0 0 0,0 0 0 0 0,0 0 0 0 0,0 0 0 0 0,0 0 0 0 0,0-1 0 0 0,-1 1 0 0 0,1 0 0 0 0,0-2 0 0 0,5-7 79 0 0,-1 0 0 0 0,0 0 1 0 0,-1 0-1 0 0,0-1 0 0 0,-1 0 0 0 0,0 1 0 0 0,-1-1 0 0 0,2-14 1 0 0,-2-8 76 0 0,-3-48 1 0 0,-1 61-240 0 0,2 0-1 0 0,0 0 1 0 0,1 0 0 0 0,0 0 0 0 0,2 0 0 0 0,0 0 0 0 0,10-28 0 0 0,-12 45-47 0 0,0 0 0 0 0,0 1 1 0 0,0-1-1 0 0,1 1 1 0 0,-1-1-1 0 0,1 1 1 0 0,-1-1-1 0 0,1 1 0 0 0,0 0 1 0 0,0 0-1 0 0,0 0 1 0 0,1 0-1 0 0,-1 0 1 0 0,0 0-1 0 0,1 0 0 0 0,-1 1 1 0 0,1-1-1 0 0,3 0 1 0 0,-2 0-474 0 0,1 1 0 0 0,0 1 1 0 0,-1-1-1 0 0,1 0 1 0 0,0 1-1 0 0,-1 0 0 0 0,1 0 1 0 0,0 1-1 0 0,-1-1 1 0 0,8 3-1 0 0,10 1-5927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43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211 143 12411 0 0,'-7'-8'440'0'0,"2"-1"0"0"0,-1 0 1 0 0,2 0-1 0 0,-7-16 0 0 0,8 17-215 0 0,-1-1 0 0 0,1 1 0 0 0,-1 1 0 0 0,-1-1 0 0 0,0 0 0 0 0,0 1 0 0 0,-10-11 0 0 0,15 18-172 0 0,-1-1 1 0 0,0 0-1 0 0,0 0 1 0 0,0 0-1 0 0,0 1 1 0 0,0-1-1 0 0,0 0 1 0 0,0 1-1 0 0,0-1 1 0 0,0 1-1 0 0,-1-1 1 0 0,1 1-1 0 0,0 0 1 0 0,0-1-1 0 0,0 1 1 0 0,0 0-1 0 0,-1 0 1 0 0,1 0-1 0 0,0 0 1 0 0,0 0-1 0 0,-1 0 1 0 0,1 0-1 0 0,0 0 1 0 0,-2 1-1 0 0,1 0 26 0 0,0 0 0 0 0,0 0 0 0 0,0 0 0 0 0,0 1-1 0 0,0-1 1 0 0,1 1 0 0 0,-1-1 0 0 0,0 1 0 0 0,1 0 0 0 0,-1-1 0 0 0,-2 5 0 0 0,-1 4 128 0 0,-1 0 0 0 0,1 0 1 0 0,1 0-1 0 0,-4 12 0 0 0,-5 21 252 0 0,1 1-1 0 0,-9 80 0 0 0,17-92-216 0 0,2 1 0 0 0,2-1 0 0 0,1 1 0 0 0,8 53 0 0 0,-8-81-203 0 0,0 0 0 0 0,1 0 1 0 0,-1 0-1 0 0,1 0 1 0 0,0 0-1 0 0,0 0 0 0 0,4 6 1 0 0,-5-11-38 0 0,-1 1 1 0 0,1 0 0 0 0,0 0 0 0 0,-1 0-1 0 0,1 0 1 0 0,0-1 0 0 0,0 1-1 0 0,0 0 1 0 0,0 0 0 0 0,0-1 0 0 0,-1 1-1 0 0,1-1 1 0 0,0 1 0 0 0,0-1 0 0 0,0 1-1 0 0,0-1 1 0 0,1 0 0 0 0,-1 0-1 0 0,0 1 1 0 0,0-1 0 0 0,0 0 0 0 0,0 0-1 0 0,0 0 1 0 0,0 0 0 0 0,0 0 0 0 0,0 0-1 0 0,0 0 1 0 0,0-1 0 0 0,1 1 0 0 0,-1 0-1 0 0,0 0 1 0 0,0-1 0 0 0,0 1-1 0 0,0-1 1 0 0,0 1 0 0 0,0-1 0 0 0,-1 0-1 0 0,1 1 1 0 0,0-1 0 0 0,1-1 0 0 0,4-2 31 0 0,0-2 1 0 0,-1 1-1 0 0,1-1 1 0 0,-1 0 0 0 0,0 0-1 0 0,-1 0 1 0 0,5-9 0 0 0,25-52 31 0 0,-25 45-17 0 0,20-48-165 0 0,32-119 1 0 0,-40 115-53 0 0,-21 168 172 0 0,-6-31-64 0 0,3-31-65 0 0,-1 33 0 0 0,5-54 81 0 0,-1 0 0 0 0,2 0 0 0 0,-1 0 0 0 0,1 0 0 0 0,1-1 0 0 0,8 21 0 0 0,-11-30-35 0 0,0 0 0 0 0,0 0 1 0 0,1 0-1 0 0,-1 0 0 0 0,1 0 0 0 0,-1 0 0 0 0,1 0 0 0 0,-1-1 0 0 0,1 1 0 0 0,0 0 0 0 0,-1 0 0 0 0,1 0 0 0 0,0-1 0 0 0,0 1 0 0 0,0 0 0 0 0,-1-1 0 0 0,1 1 0 0 0,0-1 0 0 0,0 1 0 0 0,0-1 0 0 0,0 1 0 0 0,0-1 0 0 0,0 0 0 0 0,0 0 0 0 0,0 1 0 0 0,0-1 0 0 0,0 0 0 0 0,0 0 0 0 0,0 0 0 0 0,0 0 1 0 0,0 0-1 0 0,0 0 0 0 0,2 0 0 0 0,0-1-507 0 0,-1 0 0 0 0,0 0 0 0 0,1 0 1 0 0,-1-1-1 0 0,0 1 0 0 0,0-1 0 0 0,0 1 1 0 0,0-1-1 0 0,0 1 0 0 0,0-1 0 0 0,0 0 1 0 0,2-3-1 0 0,6-8-4525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43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4609 0 0,'1'-1'134'0'0,"-1"1"0"0"0,1 0 0 0 0,0 0-1 0 0,-1 0 1 0 0,1 0 0 0 0,-1 0 0 0 0,1 0 0 0 0,-1 0 0 0 0,1 0 0 0 0,0 0-1 0 0,-1 0 1 0 0,1 0 0 0 0,-1 0 0 0 0,1 0 0 0 0,-1 0 0 0 0,1 1 0 0 0,-1-1 0 0 0,1 0-1 0 0,-1 0 1 0 0,1 1 0 0 0,-1-1 0 0 0,1 0 0 0 0,-1 1 0 0 0,1-1 0 0 0,-1 0-1 0 0,1 1 1 0 0,8 18 3778 0 0,-3 24-535 0 0,-6-41-3575 0 0,0 17 666 0 0,-1 0 1 0 0,0 0-1 0 0,-2 0 1 0 0,-4 21-1 0 0,2-18 612 0 0,2 0 0 0 0,-2 33 0 0 0,5-55-1054 0 0,0 0-1 0 0,-1 1 1 0 0,1-1-1 0 0,0 1 0 0 0,0-1 1 0 0,0 0-1 0 0,0 1 1 0 0,0-1-1 0 0,0 1 0 0 0,0-1 1 0 0,0 0-1 0 0,0 1 1 0 0,0-1-1 0 0,0 1 0 0 0,0-1 1 0 0,1 0-1 0 0,-1 1 1 0 0,0-1-1 0 0,0 1 0 0 0,0-1 1 0 0,0 0-1 0 0,1 1 0 0 0,-1-1 1 0 0,0 0-1 0 0,0 1 1 0 0,1-1-1 0 0,-1 0 0 0 0,0 0 1 0 0,1 1-1 0 0,-1-1 1 0 0,0 0-1 0 0,1 0 0 0 0,-1 0 1 0 0,0 1-1 0 0,1-1 1 0 0,-1 0-1 0 0,0 0 0 0 0,1 0 1 0 0,-1 0-1 0 0,1 0 1 0 0,-1 0-1 0 0,0 1 0 0 0,1-1 1 0 0,-1 0-1 0 0,1 0 0 0 0,-1 0 1 0 0,0 0-1 0 0,1-1 1 0 0,-1 1-1 0 0,1 0 0 0 0,0 0 1 0 0,0-1-11 0 0,0 1 0 0 0,0-1 0 0 0,1 0 0 0 0,-1 0 1 0 0,0 1-1 0 0,0-1 0 0 0,0 0 0 0 0,0 0 0 0 0,0 0 0 0 0,0 0 0 0 0,0-1 1 0 0,0 1-1 0 0,1-2 0 0 0,9-23-28 0 0,-2 1 0 0 0,-1-2-1 0 0,8-43 1 0 0,-4 15-60 0 0,-8 39 59 0 0,13-45-76 0 0,-15 55 83 0 0,0 1 0 0 0,0-1-1 0 0,1 1 1 0 0,0-1 0 0 0,0 1-1 0 0,0 0 1 0 0,8-8 0 0 0,-11 12 6 0 0,1 1-1 0 0,0 0 1 0 0,-1-1 0 0 0,1 1 0 0 0,0-1 0 0 0,-1 1 0 0 0,1 0 0 0 0,0 0-1 0 0,0-1 1 0 0,-1 1 0 0 0,1 0 0 0 0,0 0 0 0 0,0 0 0 0 0,0 0 0 0 0,-1 0-1 0 0,1 0 1 0 0,0 0 0 0 0,0 0 0 0 0,-1 0 0 0 0,1 0 0 0 0,0 0-1 0 0,0 0 1 0 0,-1 1 0 0 0,1-1 0 0 0,0 0 0 0 0,0 1 0 0 0,-1-1 0 0 0,1 0-1 0 0,0 1 1 0 0,-1-1 0 0 0,1 1 0 0 0,0-1 0 0 0,-1 1 0 0 0,1-1 0 0 0,-1 1-1 0 0,1 0 1 0 0,-1-1 0 0 0,1 1 0 0 0,-1 0 0 0 0,0-1 0 0 0,1 1 0 0 0,-1 1-1 0 0,18 30-31 0 0,-6 1 291 0 0,14 64-1 0 0,0 3 20 0 0,-25-95-319 0 0,1-1 0 0 0,0 0 0 0 0,0 0 0 0 0,0 0 0 0 0,0 0 0 0 0,1 0 0 0 0,-1 0-1 0 0,1-1 1 0 0,0 1 0 0 0,4 3 0 0 0,-5-6-133 0 0,-1 0 0 0 0,1 1 1 0 0,0-1-1 0 0,-1 0 0 0 0,1 0 0 0 0,0 0 0 0 0,0-1 0 0 0,0 1 0 0 0,0 0 1 0 0,0-1-1 0 0,0 1 0 0 0,0-1 0 0 0,0 0 0 0 0,0 1 0 0 0,0-1 1 0 0,0 0-1 0 0,0 0 0 0 0,0 0 0 0 0,0-1 0 0 0,0 1 0 0 0,0 0 0 0 0,0-1 1 0 0,0 1-1 0 0,3-2 0 0 0,7-5-2238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43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2 6913 0 0,'2'-2'3182'0'0,"2"7"-184"0"0,3 4-797 0 0,-5-2-1904 0 0,0-1-1 0 0,-1 1 1 0 0,0 0 0 0 0,0 0-1 0 0,-1 0 1 0 0,0 0 0 0 0,0 0 0 0 0,-1 10-1 0 0,-14 59 1621 0 0,6-36-906 0 0,-14 71 923 0 0,10-57-1365 0 0,2 1-1 0 0,-5 86 1 0 0,16-123-516 0 0,1-1 0 0 0,0 0 0 0 0,8 32 1 0 0,-7-42-82 0 0,0 1 0 0 0,0-1 0 0 0,0 1 0 0 0,1-1 0 0 0,1 0 0 0 0,-1 0 0 0 0,1-1 0 0 0,0 1 0 0 0,1-1 0 0 0,9 11 0 0 0,-13-15-7 0 0,1-1-1 0 0,0 0 1 0 0,-1 0-1 0 0,1 1 1 0 0,0-1-1 0 0,-1 0 1 0 0,1-1-1 0 0,0 1 1 0 0,0 0-1 0 0,0 0 1 0 0,0-1-1 0 0,0 1 1 0 0,0-1-1 0 0,0 0 1 0 0,0 1-1 0 0,0-1 1 0 0,0 0-1 0 0,0 0 1 0 0,4-1-1 0 0,-2 0-48 0 0,0 0-1 0 0,0 0 1 0 0,-1-1 0 0 0,1 1-1 0 0,-1-1 1 0 0,1 0 0 0 0,-1 0-1 0 0,0 0 1 0 0,1 0-1 0 0,2-4 1 0 0,0 1-189 0 0,0-1 0 0 0,-1 0-1 0 0,0 0 1 0 0,0 0 0 0 0,0-1 0 0 0,-1 0 0 0 0,0 1-1 0 0,0-2 1 0 0,5-13 0 0 0,0-19-1908 0 0,-9 17 498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44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14283 0 0,'-1'1'94'0'0,"0"0"0"0"0,0 0 1 0 0,-1 0-1 0 0,1 1 0 0 0,0-1 0 0 0,0 0 1 0 0,1 1-1 0 0,-1-1 0 0 0,0 1 0 0 0,0-1 0 0 0,1 1 1 0 0,-1-1-1 0 0,1 1 0 0 0,-1 0 0 0 0,1-1 1 0 0,0 1-1 0 0,0 0 0 0 0,-1-1 0 0 0,1 3 0 0 0,1 0 49 0 0,-1 0-1 0 0,1 0 0 0 0,-1 0 0 0 0,1 1 0 0 0,1-1 1 0 0,-1 0-1 0 0,3 6 0 0 0,-1-4 69 0 0,-1-1 1 0 0,1 0-1 0 0,0 0 0 0 0,1 0 1 0 0,-1 0-1 0 0,1-1 1 0 0,0 1-1 0 0,0-1 0 0 0,0 0 1 0 0,1 0-1 0 0,8 6 1 0 0,-8-9-40 0 0,-1 1 0 0 0,1 0 0 0 0,0-1 0 0 0,1 0 0 0 0,-1 0 0 0 0,0-1 0 0 0,0 1 0 0 0,0-1 0 0 0,0 0 0 0 0,1 0 0 0 0,-1-1 0 0 0,6-1 0 0 0,11-2 393 0 0,32-13 1 0 0,-31 10-255 0 0,1 0-72 0 0,39-19 0 0 0,-54 21-1240 0 0,1 0-1 0 0,-1-1 1 0 0,14-11-1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47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62 13363 0 0,'-1'-3'234'0'0,"1"0"1"0"0,-1 0-1 0 0,0 0 1 0 0,1 1-1 0 0,0-1 0 0 0,0 0 1 0 0,0 0-1 0 0,0 0 1 0 0,0 0-1 0 0,0 0 1 0 0,1 0-1 0 0,-1 1 0 0 0,2-4 1 0 0,6 48 1591 0 0,-10 81-735 0 0,0-75-536 0 0,3 1 1 0 0,5 48 0 0 0,7-44-2 0 0,-12-50-525 0 0,0 0 0 0 0,0 0-1 0 0,0 0 1 0 0,1 0 0 0 0,-1 0-1 0 0,1 0 1 0 0,0-1 0 0 0,0 1-1 0 0,0 0 1 0 0,0-1 0 0 0,0 1-1 0 0,1-1 1 0 0,4 4 0 0 0,-6-6-17 0 0,0 0 1 0 0,0 0 0 0 0,0 0-1 0 0,0 0 1 0 0,0 0-1 0 0,0 0 1 0 0,1 0 0 0 0,-1-1-1 0 0,0 1 1 0 0,0 0-1 0 0,0-1 1 0 0,0 1 0 0 0,0 0-1 0 0,0-1 1 0 0,0 1 0 0 0,0-1-1 0 0,-1 0 1 0 0,1 1-1 0 0,0-1 1 0 0,0 0 0 0 0,0 0-1 0 0,-1 1 1 0 0,1-1-1 0 0,0 0 1 0 0,-1 0 0 0 0,1 0-1 0 0,0 0 1 0 0,-1 0-1 0 0,1-1 1 0 0,16-31 373 0 0,-4-6-291 0 0,-2 0 0 0 0,-1-1 0 0 0,5-60 0 0 0,8-30 36 0 0,-22 126-126 0 0,4-19 95 0 0,-4 23-101 0 0,-1-1 0 0 0,0 0 0 0 0,0 0 0 0 0,0 1 0 0 0,1-1 0 0 0,-1 0 0 0 0,0 1-1 0 0,1-1 1 0 0,-1 0 0 0 0,1 1 0 0 0,-1-1 0 0 0,1 0 0 0 0,-1 1 0 0 0,1-1 0 0 0,-1 1 0 0 0,1-1 0 0 0,-1 1 0 0 0,1-1 0 0 0,0 1 0 0 0,-1 0 0 0 0,1-1 0 0 0,0 1 0 0 0,1-1 0 0 0,0 3-6 0 0,0 0 0 0 0,0 1 1 0 0,1-1-1 0 0,-1 0 1 0 0,-1 1-1 0 0,1-1 0 0 0,0 1 1 0 0,-1 0-1 0 0,1-1 0 0 0,-1 1 1 0 0,1 3-1 0 0,0-3 0 0 0,10 25-8 0 0,-1 1 0 0 0,8 32 0 0 0,8 24-12 0 0,-26-84 27 0 0,8 22 75 0 0,18 33 1 0 0,-24-50-63 0 0,1-1 1 0 0,-1 1 0 0 0,1-1-1 0 0,0 0 1 0 0,1 0 0 0 0,-1 0-1 0 0,1-1 1 0 0,0 1 0 0 0,0-1-1 0 0,1 0 1 0 0,5 3 0 0 0,-9-6-2 0 0,-1 0 0 0 0,1-1 0 0 0,-1 1 0 0 0,1-1 1 0 0,0 1-1 0 0,-1-1 0 0 0,1 0 0 0 0,-1 1 0 0 0,1-1 1 0 0,0 0-1 0 0,-1 0 0 0 0,1 0 0 0 0,0 0 0 0 0,-1 0 0 0 0,1-1 1 0 0,0 1-1 0 0,-1 0 0 0 0,1-1 0 0 0,-1 0 0 0 0,3 0 0 0 0,-2-1 36 0 0,1 1-1 0 0,0-1 1 0 0,-1 0-1 0 0,1 0 1 0 0,-1 0-1 0 0,0-1 1 0 0,0 1-1 0 0,1 0 1 0 0,2-6-1 0 0,0 0 54 0 0,-1 0-1 0 0,0-1 0 0 0,0 0 0 0 0,-1 1 1 0 0,0-1-1 0 0,3-11 0 0 0,-4 2 31 0 0,1-1 0 0 0,-2 1 1 0 0,-1-1-1 0 0,0 1 0 0 0,-1 0 0 0 0,-6-29 1 0 0,-32-105-397 0 0,38 142-614 0 0,6 10-941 0 0,12 13-4135 0 0,-13-10 3618 0 0,9 8-4060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47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139 119 12587 0 0,'-8'-31'1224'0'0,"7"24"-996"0"0,0 0 1 0 0,0 0-1 0 0,-1 0 1 0 0,0 1-1 0 0,-1-1 0 0 0,0 1 1 0 0,0 0-1 0 0,0-1 1 0 0,0 1-1 0 0,-9-9 0 0 0,12 14-168 0 0,0 1-1 0 0,-1-1 0 0 0,1 1 0 0 0,-1-1 0 0 0,1 1 1 0 0,-1-1-1 0 0,0 1 0 0 0,1 0 0 0 0,-1-1 0 0 0,1 1 0 0 0,-1 0 1 0 0,0-1-1 0 0,1 1 0 0 0,-1 0 0 0 0,1 0 0 0 0,-1 0 1 0 0,0 0-1 0 0,1 0 0 0 0,-1 0 0 0 0,0 0 0 0 0,1 0 0 0 0,-1 0 1 0 0,0 0-1 0 0,1 0 0 0 0,-1 0 0 0 0,0 0 0 0 0,0 1 0 0 0,-1-1 29 0 0,1 1-1 0 0,0 0 0 0 0,-1 0 0 0 0,1 0 0 0 0,0 0 1 0 0,0 0-1 0 0,0 0 0 0 0,0 1 0 0 0,0-1 0 0 0,0 0 1 0 0,-1 2-1 0 0,-3 6 172 0 0,1 0 0 0 0,0 0 0 0 0,-3 9 0 0 0,6-13-140 0 0,-10 27 259 0 0,2 1 0 0 0,1 0 0 0 0,-3 37 0 0 0,8-49-201 0 0,2-1 0 0 0,0 1 0 0 0,2 0 0 0 0,0 0 0 0 0,1-1 0 0 0,7 28 0 0 0,-8-45-163 0 0,0 1 1 0 0,0-1-1 0 0,0 0 1 0 0,0 0-1 0 0,1 0 1 0 0,-1 0-1 0 0,1 0 0 0 0,0 0 1 0 0,0 0-1 0 0,0 0 1 0 0,0-1-1 0 0,1 1 1 0 0,-1-1-1 0 0,6 5 1 0 0,-7-7-12 0 0,1 1 0 0 0,-1 0 0 0 0,1-1 0 0 0,-1 1 0 0 0,1-1 0 0 0,-1 0 0 0 0,1 1 1 0 0,0-1-1 0 0,-1 0 0 0 0,1 0 0 0 0,-1 0 0 0 0,1 0 0 0 0,-1 0 0 0 0,1-1 0 0 0,0 1 0 0 0,-1 0 1 0 0,1-1-1 0 0,-1 1 0 0 0,1-1 0 0 0,-1 0 0 0 0,0 1 0 0 0,1-1 0 0 0,-1 0 0 0 0,0 0 1 0 0,1 0-1 0 0,-1 0 0 0 0,0 0 0 0 0,0 0 0 0 0,0 0 0 0 0,0 0 0 0 0,0 0 0 0 0,0-1 0 0 0,2-1 1 0 0,5-9 15 0 0,0 0-1 0 0,0 0 1 0 0,-1-1 0 0 0,0 0 0 0 0,-2 0 0 0 0,6-16 0 0 0,20-88-576 0 0,-23 78 60 0 0,17-48 0 0 0,-24 87 495 0 0,11-25-139 0 0,-12 25 141 0 0,0 0 0 0 0,0-1 0 0 0,0 1-1 0 0,0 0 1 0 0,0 0 0 0 0,0 0 0 0 0,0 0 0 0 0,1 0-1 0 0,-1 0 1 0 0,0 0 0 0 0,0 0 0 0 0,0 0-1 0 0,0 0 1 0 0,0 0 0 0 0,1 0 0 0 0,-1 0 0 0 0,0 0-1 0 0,0 0 1 0 0,0 0 0 0 0,0 0 0 0 0,0 0-1 0 0,0 0 1 0 0,1 0 0 0 0,-1 0 0 0 0,0 0 0 0 0,0 0-1 0 0,0 0 1 0 0,0 0 0 0 0,0 0 0 0 0,0 1-1 0 0,0-1 1 0 0,1 0 0 0 0,-1 0 0 0 0,0 0 0 0 0,0 0-1 0 0,0 0 1 0 0,0 0 0 0 0,0 0 0 0 0,0 0-1 0 0,0 1 1 0 0,0-1 0 0 0,0 0 0 0 0,0 0 0 0 0,0 0-1 0 0,0 0 1 0 0,0 0 0 0 0,1 1 0 0 0,3 16 54 0 0,1 23 112 0 0,-1 67 0 0 0,-5-75-144 0 0,2 1-1 0 0,2 0 0 0 0,9 48 0 0 0,-11-77-92 0 0,0 1 0 0 0,1-1-1 0 0,0 0 1 0 0,0 1-1 0 0,0-1 1 0 0,0 0 0 0 0,1 0-1 0 0,-1-1 1 0 0,1 1 0 0 0,5 5-1 0 0,-7-8-30 0 0,0 0 0 0 0,0 0 0 0 0,0 0 0 0 0,1 0 0 0 0,-1-1 0 0 0,0 1-1 0 0,0 0 1 0 0,1-1 0 0 0,-1 1 0 0 0,0-1 0 0 0,1 1 0 0 0,-1-1 0 0 0,1 1 0 0 0,-1-1 0 0 0,0 0 0 0 0,1 0-1 0 0,-1 0 1 0 0,1 0 0 0 0,-1 0 0 0 0,1 0 0 0 0,-1 0 0 0 0,0 0 0 0 0,1-1 0 0 0,-1 1 0 0 0,1 0 0 0 0,-1-1-1 0 0,0 1 1 0 0,1-1 0 0 0,-1 0 0 0 0,0 1 0 0 0,0-1 0 0 0,1 0 0 0 0,-1 0 0 0 0,0 0 0 0 0,0 0 0 0 0,0 0-1 0 0,1-2 1 0 0,5-4-837 0 0,-1-1 0 0 0,0 0-1 0 0,0 0 1 0 0,-1 0 0 0 0,7-17 0 0 0,-1 1-3570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48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99 9506 0 0,'3'-9'-340'0'0,"-2"5"763"0"0,0-1-1 0 0,1 1 0 0 0,0 0 1 0 0,-1 0-1 0 0,5-6 1 0 0,-5 9-342 0 0,-1 1 0 0 0,1-1 0 0 0,-1 1 0 0 0,1-1 1 0 0,-1 1-1 0 0,1 0 0 0 0,-1-1 0 0 0,1 1 0 0 0,-1 0 0 0 0,1-1 1 0 0,-1 1-1 0 0,1 0 0 0 0,0 0 0 0 0,-1-1 0 0 0,1 1 1 0 0,-1 0-1 0 0,1 0 0 0 0,0 0 0 0 0,-1 0 0 0 0,1 0 1 0 0,0 0-1 0 0,-1 0 0 0 0,1 0 0 0 0,-1 0 0 0 0,1 0 1 0 0,0 0-1 0 0,-1 1 0 0 0,1-1 0 0 0,0 0 0 0 0,-1 0 0 0 0,1 1 1 0 0,-1-1-1 0 0,1 0 0 0 0,-1 1 0 0 0,1-1 0 0 0,-1 0 1 0 0,1 1-1 0 0,-1-1 0 0 0,1 1 0 0 0,-1-1 0 0 0,1 1 1 0 0,-1-1-1 0 0,0 1 0 0 0,1-1 0 0 0,-1 2 0 0 0,3 1 79 0 0,0 1-1 0 0,-1 0 1 0 0,0-1-1 0 0,0 1 0 0 0,0 0 1 0 0,0 0-1 0 0,-1 0 1 0 0,1 0-1 0 0,-1 1 0 0 0,0-1 1 0 0,0 5-1 0 0,3 52 923 0 0,-4-44-729 0 0,-1 121 3014 0 0,12-174-3040 0 0,-4 1-382 0 0,2 0 0 0 0,0 0 1 0 0,3 1-1 0 0,1 0 0 0 0,19-37 1 0 0,-29 67 46 0 0,-1 0 0 0 0,1 0 1 0 0,0 0-1 0 0,0 0 1 0 0,0 0-1 0 0,1 1 0 0 0,-1 0 1 0 0,1-1-1 0 0,0 1 0 0 0,6-3 1 0 0,-8 5 5 0 0,-1 0 0 0 0,1 0 0 0 0,-1 1 0 0 0,1-1 1 0 0,-1 0-1 0 0,1 1 0 0 0,0 0 0 0 0,-1-1 0 0 0,1 1 1 0 0,0 0-1 0 0,-1 0 0 0 0,1 0 0 0 0,0 0 0 0 0,-1 0 0 0 0,1 0 1 0 0,0 1-1 0 0,-1-1 0 0 0,1 0 0 0 0,-1 1 0 0 0,1-1 1 0 0,0 1-1 0 0,-1 0 0 0 0,1-1 0 0 0,-1 1 0 0 0,0 0 0 0 0,1 0 1 0 0,-1 0-1 0 0,0 0 0 0 0,1 0 0 0 0,-1 0 0 0 0,0 1 1 0 0,2 1-1 0 0,1 3 3 0 0,0 1 1 0 0,0 0 0 0 0,-1 0 0 0 0,0 0 0 0 0,0 1-1 0 0,0-1 1 0 0,-1 1 0 0 0,0 0 0 0 0,1 13 0 0 0,-2-14-21 0 0,1 1 0 0 0,-1 0 1 0 0,1 0-1 0 0,1-1 1 0 0,-1 1-1 0 0,1-1 0 0 0,0 0 1 0 0,1 0-1 0 0,6 10 1 0 0,-9-16-139 0 0,0 0 1 0 0,1 0-1 0 0,-1 0 0 0 0,0 0 1 0 0,0 0-1 0 0,1 0 1 0 0,-1 0-1 0 0,0-1 1 0 0,1 1-1 0 0,-1 0 0 0 0,1-1 1 0 0,-1 1-1 0 0,1-1 1 0 0,-1 0-1 0 0,1 1 0 0 0,-1-1 1 0 0,1 0-1 0 0,0 0 1 0 0,-1 0-1 0 0,1 0 1 0 0,-1 0-1 0 0,1-1 0 0 0,-1 1 1 0 0,1 0-1 0 0,-1-1 1 0 0,1 1-1 0 0,-1-1 1 0 0,1 1-1 0 0,-1-1 0 0 0,1 0 1 0 0,1-1-1 0 0,13-7-1810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48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10 5065 0 0,'1'-9'5351'0'0,"0"20"-640"0"0,0 20-2478 0 0,-5 7-1229 0 0,-2 0 1 0 0,-12 42 0 0 0,9-49-289 0 0,2 1-1 0 0,2 0 1 0 0,-3 51 0 0 0,8-52-315 0 0,6 43 0 0 0,-5-65-382 0 0,0 1 0 0 0,1-1 0 0 0,1 0 0 0 0,0 0 0 0 0,0 0 0 0 0,0-1 0 0 0,1 1 0 0 0,1-1 0 0 0,6 10 0 0 0,-10-16-39 0 0,0 0-1 0 0,1 0 1 0 0,0 0-1 0 0,-1 0 1 0 0,1 0 0 0 0,0 0-1 0 0,0-1 1 0 0,0 1-1 0 0,0-1 1 0 0,0 1 0 0 0,1-1-1 0 0,-1 0 1 0 0,0 0-1 0 0,1 0 1 0 0,-1 0-1 0 0,1 0 1 0 0,-1 0 0 0 0,1-1-1 0 0,-1 1 1 0 0,1-1-1 0 0,-1 0 1 0 0,1 1-1 0 0,-1-1 1 0 0,1-1 0 0 0,0 1-1 0 0,-1 0 1 0 0,1-1-1 0 0,-1 1 1 0 0,1-1-1 0 0,-1 0 1 0 0,1 1 0 0 0,-1-1-1 0 0,0 0 1 0 0,1-1-1 0 0,-1 1 1 0 0,0 0-1 0 0,0-1 1 0 0,4-2 0 0 0,-2 0-281 0 0,0 1 1 0 0,-1-1 0 0 0,1 0 0 0 0,-1 0 0 0 0,1 0 0 0 0,-1 0 0 0 0,-1-1 0 0 0,4-6-1 0 0,-4 7-451 0 0,0 0-1 0 0,0 0 0 0 0,-1 0 0 0 0,0-1 0 0 0,0 1 0 0 0,0-1 0 0 0,0 1 1 0 0,-1 0-1 0 0,0-10 0 0 0,-2-5-4960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48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76 6913 0 0,'0'0'168'0'0,"0"0"-1"0"0,0 0 0 0 0,0 0 0 0 0,-1 0 0 0 0,1 0 0 0 0,0 0 0 0 0,0 0 0 0 0,0 0 0 0 0,-1 0 0 0 0,1 1 0 0 0,0-1 0 0 0,0 0 0 0 0,0 0 0 0 0,0 0 1 0 0,0 0-1 0 0,-1 0 0 0 0,1 1 0 0 0,0-1 0 0 0,0 0 0 0 0,0 0 0 0 0,0 0 0 0 0,0 0 0 0 0,0 1 0 0 0,0-1 0 0 0,-1 0 0 0 0,1 0 0 0 0,0 0 0 0 0,0 1 0 0 0,0-1 1 0 0,0 0-1 0 0,0 0 0 0 0,0 1 0 0 0,0-1 0 0 0,0 0 0 0 0,0 0 0 0 0,0 0 0 0 0,0 1 0 0 0,0-1 0 0 0,0 0 0 0 0,0 0 0 0 0,1 1 0 0 0,6 11 3923 0 0,15 7-2012 0 0,-17-16-1918 0 0,1-1 0 0 0,0 0 0 0 0,-1 0 0 0 0,1 0 0 0 0,0-1 0 0 0,0 0 1 0 0,0 0-1 0 0,0 0 0 0 0,0-1 0 0 0,0 0 0 0 0,0 0 0 0 0,0-1 0 0 0,0 1 0 0 0,0-1 1 0 0,0-1-1 0 0,10-2 0 0 0,9-5 460 0 0,0-1 1 0 0,34-18 0 0 0,-45 21-282 0 0,102-60 391 0 0,-116 67-777 0 0,0 1 0 0 0,0-1 0 0 0,0 0 0 0 0,0 0 0 0 0,0 0 0 0 0,0 0 0 0 0,0 0 0 0 0,0 0 0 0 0,0 0 0 0 0,0 0 0 0 0,0 1 0 0 0,0-1 0 0 0,0 0 0 0 0,0 0 0 0 0,0 0 0 0 0,0 0 0 0 0,0 0 0 0 0,0 0 0 0 0,0 0 0 0 0,0 0 0 0 0,0 0 0 0 0,0 0 0 0 0,1 0 0 0 0,-1 1 0 0 0,0-1 0 0 0,0 0 0 0 0,0 0 0 0 0,0 0 0 0 0,0 0 0 0 0,0 0 0 0 0,0 0 0 0 0,0 0 0 0 0,0 0 0 0 0,0 0 0 0 0,1 0 0 0 0,-1 0 0 0 0,0 0 0 0 0,0 0 1 0 0,0 0-1 0 0,0 0 0 0 0,0 0 0 0 0,0 0 0 0 0,0 0 0 0 0,0 0 0 0 0,0 0 0 0 0,1 0 0 0 0,-1 0 0 0 0,0 0 0 0 0,0 0 0 0 0,0 0 0 0 0,0 0 0 0 0,0 0 0 0 0,0 0 0 0 0,0 0 0 0 0,0 0 0 0 0,0 0 0 0 0,0-1 0 0 0,1 1 0 0 0,-6 8-4479 0 0,4-7 4292 0 0,-4 7-2102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44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33 14283 0 0,'-3'-3'265'0'0,"-1"0"-28"0"0,1-1 0 0 0,-1 0 0 0 0,0 1 0 0 0,0 0 0 0 0,0 0 0 0 0,-7-4 0 0 0,9 7-195 0 0,1-1 0 0 0,-1 1 0 0 0,0-1-1 0 0,0 1 1 0 0,0 0 0 0 0,0-1 0 0 0,1 1 0 0 0,-1 0 0 0 0,0 0 0 0 0,0 0 0 0 0,0 1 0 0 0,0-1 0 0 0,0 0 0 0 0,1 1 0 0 0,-1-1 0 0 0,0 1 0 0 0,0 0 0 0 0,1-1 0 0 0,-1 1 0 0 0,0 0 0 0 0,1 0 0 0 0,-2 1 0 0 0,-6 5 29 0 0,1-1 0 0 0,0 2-1 0 0,0-1 1 0 0,0 1 0 0 0,1 0 0 0 0,1 0 0 0 0,-1 1 0 0 0,-5 10 0 0 0,-3 7 76 0 0,-19 49 0 0 0,11-8 331 0 0,3 1 1 0 0,2 1-1 0 0,4 1 1 0 0,-6 81-1 0 0,14-87 30 0 0,3 1 0 0 0,3 0 0 0 0,13 103-1 0 0,-12-162-515 0 0,11 53 158 0 0,-11-56-154 0 0,0 0 1 0 0,-1 0 0 0 0,2 0-1 0 0,-1-1 1 0 0,0 1 0 0 0,1 0-1 0 0,-1 0 1 0 0,1-1 0 0 0,0 1-1 0 0,-1-1 1 0 0,1 1 0 0 0,1-1-1 0 0,-1 0 1 0 0,0 0 0 0 0,5 3 0 0 0,-7-4-14 0 0,0-1 0 0 0,1 0 0 0 0,-1 0 0 0 0,0 1 0 0 0,1-1 0 0 0,-1 0 0 0 0,1 0 0 0 0,-1 0 1 0 0,0 0-1 0 0,1 0 0 0 0,-1 1 0 0 0,1-1 0 0 0,-1 0 0 0 0,1 0 0 0 0,-1 0 0 0 0,0 0 0 0 0,1 0 1 0 0,-1 0-1 0 0,1 0 0 0 0,-1-1 0 0 0,1 1 0 0 0,-1 0 0 0 0,0 0 0 0 0,1 0 0 0 0,-1 0 0 0 0,1 0 1 0 0,-1-1-1 0 0,0 1 0 0 0,1 0 0 0 0,-1 0 0 0 0,0-1 0 0 0,1 1 0 0 0,-1 0 0 0 0,0-1 0 0 0,1 1 1 0 0,2-19-673 0 0,-8-21-606 0 0,-14-18-1104 0 0,3 20-1979 0 0,-3-3-1339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46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30 176 11026 0 0,'-7'-14'201'0'0,"-8"-15"600"0"0,7 16 2565 0 0,17 15-867 0 0,2 1-2512 0 0,6 1 388 0 0,0-2 0 0 0,0 0 0 0 0,0-1 0 0 0,1-1 1 0 0,-1 0-1 0 0,0-2 0 0 0,26-4 0 0 0,3-4 91 0 0,68-24 0 0 0,-32 2-405 0 0,20-6-1676 0 0,-78 29 234 0 0,-22 6 589 0 0,-16 4 603 0 0,6 0 287 0 0,0 1-1 0 0,0 1 0 0 0,0-1 1 0 0,0 1-1 0 0,1 1 1 0 0,-1 0-1 0 0,1 0 0 0 0,0 0 1 0 0,0 1-1 0 0,-8 6 1 0 0,4-1 211 0 0,0 0 0 0 0,0 0 0 0 0,1 1 1 0 0,-17 23-1 0 0,26-33-277 0 0,0 1 0 0 0,0 0-1 0 0,0-1 1 0 0,0 1 0 0 0,0 0 0 0 0,0 0-1 0 0,1 0 1 0 0,-1 0 0 0 0,0-1 0 0 0,1 1-1 0 0,0 0 1 0 0,-1 0 0 0 0,1 0 0 0 0,0 0-1 0 0,0 0 1 0 0,0 0 0 0 0,0 0 0 0 0,1 0-1 0 0,-1 2 1 0 0,2 0 57 0 0,0 0 0 0 0,0 0 0 0 0,0-1 0 0 0,0 1 0 0 0,0-1 0 0 0,1 0 0 0 0,2 4 0 0 0,13 18 366 0 0,-10-11-344 0 0,-1 0 1 0 0,-1 1-1 0 0,-1 0 0 0 0,0 0 1 0 0,5 27-1 0 0,-6-14-89 0 0,-1 1 0 0 0,0 35 1 0 0,-3-61 9 0 0,-1 22 52 0 0,1-24-65 0 0,0 0 0 0 0,0 0 1 0 0,-1 0-1 0 0,1 0 0 0 0,0 0 0 0 0,0 0 1 0 0,-1 0-1 0 0,1 0 0 0 0,-1 0 1 0 0,1 0-1 0 0,-1 0 0 0 0,1 0 1 0 0,-1 0-1 0 0,0-1 0 0 0,1 1 0 0 0,-1 0 1 0 0,0 0-1 0 0,-1 1 0 0 0,1-2-1 0 0,1-1 1 0 0,-1 1-1 0 0,0 0 0 0 0,1 0 0 0 0,-1 0 0 0 0,0 0 0 0 0,1 0 0 0 0,-1-1 0 0 0,1 1 0 0 0,-1 0 0 0 0,1-1 1 0 0,-1 1-1 0 0,0 0 0 0 0,1-1 0 0 0,-1 1 0 0 0,1-1 0 0 0,0 1 0 0 0,-1 0 0 0 0,1-1 0 0 0,-1 1 0 0 0,1-1 1 0 0,0 0-1 0 0,-1 1 0 0 0,1-1 0 0 0,0 1 0 0 0,0-1 0 0 0,-1 1 0 0 0,1-2 0 0 0,-9-20 208 0 0,5 1-186 0 0,1 1-1 0 0,1-1 0 0 0,1 1 1 0 0,1-1-1 0 0,1 0 0 0 0,0 1 1 0 0,2-1-1 0 0,0 1 0 0 0,1-1 1 0 0,2 1-1 0 0,7-19 0 0 0,-10 28-54 0 0,2 1-1 0 0,0 0 1 0 0,0 1 0 0 0,0-1-1 0 0,1 1 1 0 0,12-14-1 0 0,-14 19 8 0 0,1-1 0 0 0,-1 1-1 0 0,1 0 1 0 0,0 0 0 0 0,1 0-1 0 0,-1 1 1 0 0,1-1 0 0 0,-1 1-1 0 0,1 1 1 0 0,0-1 0 0 0,0 1 0 0 0,10-3-1 0 0,33-7-33 0 0,17-4-92 0 0,-5 10-2458 0 0,-65 9 2521 0 0,0 0-1 0 0,0 0 1 0 0,0 0 0 0 0,1 0 0 0 0,-1 1 0 0 0,1-1 0 0 0,0 1 0 0 0,-5 8 0 0 0,-6 9 122 0 0,2 0 0 0 0,0 1 1 0 0,1 0-1 0 0,2 1 0 0 0,0 0 1 0 0,2 1-1 0 0,0 0 0 0 0,1 0 1 0 0,2 1-1 0 0,1-1 0 0 0,-1 37 1 0 0,4-57-28 0 0,0 0 1 0 0,1 0 0 0 0,-1 1-1 0 0,1-1 1 0 0,0 0 0 0 0,1 0 0 0 0,-1 0-1 0 0,1-1 1 0 0,-1 1 0 0 0,1 0-1 0 0,0 0 1 0 0,0-1 0 0 0,1 1 0 0 0,-1-1-1 0 0,1 0 1 0 0,6 6 0 0 0,-7-7-14 0 0,0-1 1 0 0,0 0 0 0 0,0 0 0 0 0,0 1-1 0 0,0-1 1 0 0,0 0 0 0 0,1-1 0 0 0,-1 1-1 0 0,0 0 1 0 0,1-1 0 0 0,-1 1 0 0 0,0-1-1 0 0,1 0 1 0 0,-1 0 0 0 0,1 0 0 0 0,-1 0-1 0 0,1 0 1 0 0,-1 0 0 0 0,0-1 0 0 0,1 1-1 0 0,-1-1 1 0 0,0 1 0 0 0,1-1 0 0 0,-1 0-1 0 0,0 0 1 0 0,0 0 0 0 0,0-1 0 0 0,0 1-1 0 0,0 0 1 0 0,3-3 0 0 0,7-5 68 0 0,0-2 1 0 0,0 1-1 0 0,-1-1 0 0 0,-1-1 1 0 0,1 0-1 0 0,-2-1 0 0 0,0 0 1 0 0,0 0-1 0 0,-2-1 1 0 0,11-22-1 0 0,-15 27-34 0 0,0 1 0 0 0,0-1-1 0 0,0 1 1 0 0,-1-1 0 0 0,-1 0 0 0 0,1 0 0 0 0,-1 0-1 0 0,-1 0 1 0 0,0 0 0 0 0,0 0 0 0 0,-1 0 0 0 0,0 0 0 0 0,0 0-1 0 0,-1 1 1 0 0,0-1 0 0 0,-1 0 0 0 0,0 1 0 0 0,0-1-1 0 0,-8-14 1 0 0,9 21-86 0 0,0 0 1 0 0,0 0-1 0 0,0 1 0 0 0,-1-1 0 0 0,1 0 0 0 0,0 1 0 0 0,-1-1 1 0 0,1 1-1 0 0,-1 0 0 0 0,1 0 0 0 0,-1 0 0 0 0,0 0 1 0 0,1 0-1 0 0,-1 1 0 0 0,0-1 0 0 0,0 1 0 0 0,1 0 0 0 0,-1 0 1 0 0,0 0-1 0 0,0 0 0 0 0,1 0 0 0 0,-1 0 0 0 0,0 1 0 0 0,0 0 1 0 0,1-1-1 0 0,-1 1 0 0 0,0 0 0 0 0,1 0 0 0 0,-1 0 1 0 0,1 1-1 0 0,-1-1 0 0 0,1 1 0 0 0,0-1 0 0 0,-1 1 0 0 0,-1 2 1 0 0,4-4-22 0 0,-1 0 0 0 0,1 0 0 0 0,0 0 0 0 0,0 0 0 0 0,0 1 0 0 0,0-1 0 0 0,0 0 0 0 0,-1 0 0 0 0,1 0 0 0 0,0 0 0 0 0,0 1 0 0 0,0-1 0 0 0,0 0 0 0 0,0 0 0 0 0,0 0 0 0 0,0 0 0 0 0,0 1 0 0 0,0-1 0 0 0,0 0 0 0 0,0 0 0 0 0,-1 0 0 0 0,1 1 0 0 0,0-1 0 0 0,0 0 0 0 0,0 0 0 0 0,0 0 0 0 0,1 1 0 0 0,-1-1 0 0 0,0 0 0 0 0,0 0 0 0 0,0 0 0 0 0,0 0 0 0 0,0 1 0 0 0,0-1 0 0 0,0 0 0 0 0,0 0 0 0 0,0 0 0 0 0,0 0 0 0 0,0 1 0 0 0,1-1 0 0 0,-1 0 0 0 0,0 0 0 0 0,0 0 0 0 0,0 0 0 0 0,0 0 0 0 0,0 1 0 0 0,1-1 0 0 0,12 1-1750 0 0,14-7-344 0 0,17-10 708 0 0,-33 10 1008 0 0,2 2 0 0 0,-1-1 0 0 0,13-1 0 0 0,-22 5 487 0 0,0 1 1 0 0,0-1 0 0 0,0 1-1 0 0,0 0 1 0 0,0 0 0 0 0,0 0-1 0 0,0 1 1 0 0,0-1 0 0 0,-1 1-1 0 0,1 0 1 0 0,0-1 0 0 0,0 1-1 0 0,0 0 1 0 0,-1 1 0 0 0,1-1-1 0 0,0 0 1 0 0,3 3 0 0 0,-2 0 145 0 0,-1-1 0 0 0,1 0 0 0 0,-1 1 0 0 0,0 0 0 0 0,0 0 0 0 0,0 0 0 0 0,0 0 0 0 0,-1 1 0 0 0,4 6 0 0 0,0 6 395 0 0,0-1 1 0 0,-2 1-1 0 0,0 1 1 0 0,3 30 0 0 0,-4-9 262 0 0,-4 55 0 0 0,-1-28 890 0 0,16-162-6 0 0,-12 82-1736 0 0,0-15-11 0 0,2 0 0 0 0,2 1 0 0 0,0-1-1 0 0,2 1 1 0 0,17-43 0 0 0,-24 70 13 0 0,-1 0-1 0 0,0 0 1 0 0,1 1-1 0 0,-1-1 0 0 0,0 0 1 0 0,1 0-1 0 0,-1 1 0 0 0,1-1 1 0 0,-1 0-1 0 0,1 1 0 0 0,0-1 1 0 0,-1 1-1 0 0,1-1 1 0 0,0 0-1 0 0,-1 1 0 0 0,1-1 1 0 0,0 1-1 0 0,-1 0 0 0 0,1-1 1 0 0,0 1-1 0 0,0 0 1 0 0,0-1-1 0 0,-1 1 0 0 0,1 0 1 0 0,0 0-1 0 0,0 0 0 0 0,1 0 1 0 0,0 0-5 0 0,0 0-1 0 0,-1 1 1 0 0,1 0 0 0 0,-1-1 0 0 0,0 1 0 0 0,1 0 0 0 0,-1 0-1 0 0,0 0 1 0 0,1 0 0 0 0,-1 0 0 0 0,0 0 0 0 0,0 0 0 0 0,2 2-1 0 0,2 3 9 0 0,-1 0 0 0 0,0 1 0 0 0,0-1 0 0 0,0 0 0 0 0,4 13 0 0 0,6 31 171 0 0,10 68 1 0 0,-4-19 141 0 0,-20-98-313 0 0,0 0 0 0 0,0 0 0 0 0,0 0 0 0 0,1 0 0 0 0,-1 0 0 0 0,0 0 0 0 0,1 0 0 0 0,-1 0 0 0 0,1-1 0 0 0,-1 1 0 0 0,1 0 0 0 0,-1 0 0 0 0,1 0 0 0 0,0 0 0 0 0,1 0 0 0 0,-2-1-2 0 0,0 0-1 0 0,1 0 0 0 0,-1 0 0 0 0,1 0 1 0 0,-1-1-1 0 0,0 1 0 0 0,1 0 0 0 0,-1 0 1 0 0,1-1-1 0 0,-1 1 0 0 0,0 0 0 0 0,0-1 1 0 0,1 1-1 0 0,-1 0 0 0 0,0-1 0 0 0,1 1 1 0 0,-1 0-1 0 0,0-1 0 0 0,0 1 0 0 0,0-1 0 0 0,1 1 1 0 0,-1-1-1 0 0,0 1 0 0 0,0 0 0 0 0,0-1 1 0 0,0 1-1 0 0,0-1 0 0 0,0 1 0 0 0,0-1 1 0 0,0 1-1 0 0,0-1 0 0 0,0 1 0 0 0,0-1 1 0 0,0 0-1 0 0,1-5-1 0 0,31-177 82 0 0,-26 156-91 0 0,2 1 0 0 0,1 0 0 0 0,0 1 0 0 0,25-45 0 0 0,-31 65 24 0 0,0 1-1 0 0,0-1 1 0 0,1 0-1 0 0,-1 1 1 0 0,1 0 0 0 0,0 0-1 0 0,0 0 1 0 0,0 0-1 0 0,1 0 1 0 0,-1 1 0 0 0,8-4-1 0 0,-9 6-4 0 0,-1 0 0 0 0,1 0 0 0 0,0 0 0 0 0,-1 1 0 0 0,1-1 0 0 0,0 1 0 0 0,0-1 0 0 0,-1 1 0 0 0,1 0 0 0 0,0 0 0 0 0,0 1 0 0 0,-1-1 0 0 0,1 0 0 0 0,0 1 0 0 0,-1 0 0 0 0,1-1 0 0 0,0 1 0 0 0,-1 0 0 0 0,1 1 0 0 0,-1-1-1 0 0,1 0 1 0 0,-1 1 0 0 0,0-1 0 0 0,4 4 0 0 0,4 4 98 0 0,-1 0-1 0 0,0 1 1 0 0,0 0 0 0 0,-1 0-1 0 0,-1 1 1 0 0,0 0-1 0 0,0 0 1 0 0,-1 1 0 0 0,6 16-1 0 0,0 4 372 0 0,-1-1 0 0 0,9 50 0 0 0,3 97 319 0 0,-21-171-815 0 0,1 12-169 0 0,-4-18-771 0 0,-4-10-1128 0 0,2 0 92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49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19 14283 0 0,'-3'1'1222'0'0,"3"7"-738"0"0,4 16-485 0 0,-2-12 243 0 0,3 54 466 0 0,-2 0-1 0 0,-4 0 1 0 0,-11 92-1 0 0,5-131 212 0 0,7-27-901 0 0,0 0 0 0 0,0 0 0 0 0,0 0 0 0 0,0 0 0 0 0,0 0 0 0 0,0 1 0 0 0,0-1 0 0 0,0 0 0 0 0,0 0 0 0 0,0 0 0 0 0,0 0 0 0 0,0 0 0 0 0,0 0-1 0 0,0 1 1 0 0,0-1 0 0 0,0 0 0 0 0,-1 0 0 0 0,1 0 0 0 0,0 0 0 0 0,0 0 0 0 0,0 0 0 0 0,0 0 0 0 0,0 0 0 0 0,0 0 0 0 0,0 0 0 0 0,0 1 0 0 0,-1-1 0 0 0,1 0 0 0 0,0 0 0 0 0,0 0 0 0 0,0 0 0 0 0,0 0 0 0 0,0 0 0 0 0,0 0 0 0 0,-1 0 0 0 0,1 0 0 0 0,0 0 0 0 0,0 0 0 0 0,0 0 0 0 0,0 0 0 0 0,0 0 0 0 0,0 0 0 0 0,-1 0 0 0 0,1 0-1 0 0,0 0 1 0 0,0 0 0 0 0,0-1 0 0 0,-3-13 458 0 0,2 0-383 0 0,1 1 1 0 0,1-1 0 0 0,1 1 0 0 0,0 0 0 0 0,5-21 0 0 0,26-62-81 0 0,-23 73-21 0 0,1 0 0 0 0,2 1 0 0 0,0 1 0 0 0,1 0 0 0 0,1 1 0 0 0,1 1 0 0 0,21-21 0 0 0,-36 39 8 0 0,0-1 0 0 0,1 1 0 0 0,-1 0 0 0 0,0 0 0 0 0,0 0 0 0 0,0 0 0 0 0,1 0 0 0 0,-1 0 0 0 0,1 0 0 0 0,-1 0 0 0 0,1 1 0 0 0,-1-1 0 0 0,1 1 0 0 0,-1-1 0 0 0,1 1 0 0 0,-1-1 0 0 0,1 1 0 0 0,0 0 0 0 0,-1 0 0 0 0,4 0 0 0 0,-4 0 0 0 0,1 1 0 0 0,-1 0 0 0 0,0 0 0 0 0,1 0 0 0 0,-1-1 0 0 0,0 1 0 0 0,1 0 0 0 0,-1 1 0 0 0,0-1 0 0 0,0 0 0 0 0,0 0 0 0 0,0 1 0 0 0,0-1 0 0 0,0 0 0 0 0,0 1 0 0 0,-1-1 0 0 0,1 1 0 0 0,0-1 0 0 0,-1 1 0 0 0,1 1 0 0 0,4 12 51 0 0,0 0 1 0 0,-2 0-1 0 0,0 0 1 0 0,-1 0 0 0 0,1 19-1 0 0,-5 79 478 0 0,0-37-351 0 0,3-67-46 0 0,2-15-61 0 0,2-17 62 0 0,0-30-53 0 0,2 1 0 0 0,3 0 0 0 0,28-90 0 0 0,-37 141-80 0 0,13-28 316 0 0,-13 29-308 0 0,-1-1 0 0 0,1 1 0 0 0,-1-1 0 0 0,1 0 0 0 0,-1 1 0 0 0,1-1 0 0 0,-1 1 1 0 0,1-1-1 0 0,-1 1 0 0 0,1 0 0 0 0,-1-1 0 0 0,1 1 0 0 0,0 0 0 0 0,-1-1 0 0 0,1 1 0 0 0,0 0 1 0 0,-1 0-1 0 0,1-1 0 0 0,0 1 0 0 0,0 0 0 0 0,-1 0 0 0 0,1 0 0 0 0,0 0 0 0 0,-1 0 0 0 0,1 0 1 0 0,0 0-1 0 0,0 0 0 0 0,-1 0 0 0 0,1 1 0 0 0,0-1 0 0 0,-1 0 0 0 0,1 0 0 0 0,0 0 0 0 0,-1 1 1 0 0,1-1-1 0 0,0 1 0 0 0,-1-1 0 0 0,1 0 0 0 0,0 1 0 0 0,8 8 37 0 0,0-1-1 0 0,0 1 0 0 0,-1 1 1 0 0,0-1-1 0 0,-1 1 0 0 0,0 1 1 0 0,-1-1-1 0 0,0 1 0 0 0,8 21 1 0 0,-1 6 149 0 0,16 67 0 0 0,-27-95-524 0 0,-1-3 320 0 0,1 0-1 0 0,-1 0 1 0 0,1-1-1 0 0,6 14 1 0 0,-7-19-233 0 0,0 1 0 0 0,0-1 0 0 0,0 0 0 0 0,0 1 0 0 0,0-1 1 0 0,0 0-1 0 0,1 0 0 0 0,-1 0 0 0 0,0 0 0 0 0,0 0 0 0 0,3 1 0 0 0,-3-1-268 0 0,0-1 0 0 0,1 1 0 0 0,-1-1-1 0 0,0 0 1 0 0,1 1 0 0 0,-1-1 0 0 0,1 0 0 0 0,-1 0-1 0 0,1 0 1 0 0,-1 0 0 0 0,1 0 0 0 0,-1 0 0 0 0,1 0 0 0 0,1-1-1 0 0,10-3-5550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50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230 103 1376 0 0,'-2'-30'649'0'0,"1"25"503"0"0,-1 0 0 0 0,1 0 1 0 0,-1 0-1 0 0,0 0 0 0 0,-1 1 0 0 0,1-1 1 0 0,-4-5-1 0 0,4 8-560 0 0,0-1 0 0 0,0 1 0 0 0,0 0 0 0 0,0 0 0 0 0,0 0 0 0 0,0 0 0 0 0,-1 0 0 0 0,1 0 0 0 0,0 1 0 0 0,-1-1 0 0 0,0 1 0 0 0,1 0 0 0 0,-5-2 0 0 0,5 3-669 0 0,-1-1 0 0 0,1 1-1 0 0,0 0 1 0 0,0-1 0 0 0,0 1-1 0 0,-1 0 1 0 0,1 1 0 0 0,0-1 0 0 0,0 0-1 0 0,-1 1 1 0 0,1-1 0 0 0,-2 2 0 0 0,-3 1 224 0 0,0 0 1 0 0,0 1 0 0 0,0 0-1 0 0,1 1 1 0 0,-1 0-1 0 0,1 0 1 0 0,1 0 0 0 0,-1 0-1 0 0,1 1 1 0 0,0 0 0 0 0,0 0-1 0 0,0 1 1 0 0,1-1-1 0 0,-5 10 1 0 0,0 2 233 0 0,0 1 0 0 0,1 0-1 0 0,1 1 1 0 0,-5 25 0 0 0,10-37-270 0 0,0 1 0 0 0,1 0-1 0 0,1 0 1 0 0,-1 0 0 0 0,1 0 0 0 0,3 17 0 0 0,-3-23-86 0 0,1 1-1 0 0,-1-1 1 0 0,1 0 0 0 0,0 0 0 0 0,0 0-1 0 0,0 0 1 0 0,0 0 0 0 0,1 0-1 0 0,-1 0 1 0 0,1-1 0 0 0,0 1-1 0 0,0-1 1 0 0,0 1 0 0 0,0-1 0 0 0,0 1-1 0 0,1-1 1 0 0,-1 0 0 0 0,0 0-1 0 0,1 0 1 0 0,0 0 0 0 0,0-1-1 0 0,4 3 1 0 0,-4-3-36 0 0,0 0 0 0 0,1-1 0 0 0,-1 1 0 0 0,0-1 0 0 0,0 0-1 0 0,0 0 1 0 0,0 0 0 0 0,1 0 0 0 0,-1-1 0 0 0,0 1 0 0 0,0-1 0 0 0,0 0 0 0 0,0 1-1 0 0,0-1 1 0 0,0-1 0 0 0,0 1 0 0 0,0 0 0 0 0,0-1 0 0 0,-1 0 0 0 0,1 1 0 0 0,-1-1 0 0 0,1 0-1 0 0,-1 0 1 0 0,1-1 0 0 0,1-2 0 0 0,4-3-57 0 0,-1-1-1 0 0,0-1 1 0 0,0 1-1 0 0,-1-1 0 0 0,8-15 1 0 0,19-58-385 0 0,2-5 454 0 0,-35 88 1 0 0,0 0 1 0 0,0 0-1 0 0,0 0 0 0 0,-1 0 1 0 0,1 1-1 0 0,0-1 0 0 0,0 0 1 0 0,0 0-1 0 0,0 0 1 0 0,0 0-1 0 0,0 0 0 0 0,0 0 1 0 0,0 0-1 0 0,0 0 0 0 0,0 0 1 0 0,0 0-1 0 0,0 0 0 0 0,0 0 1 0 0,0 1-1 0 0,0-1 1 0 0,0 0-1 0 0,0 0 0 0 0,0 0 1 0 0,1 0-1 0 0,-1 0 0 0 0,0 0 1 0 0,0 0-1 0 0,0 0 0 0 0,0 0 1 0 0,0 0-1 0 0,0 0 1 0 0,0 0-1 0 0,0 0 0 0 0,0 0 1 0 0,0 0-1 0 0,0 1 0 0 0,0-1 1 0 0,0 0-1 0 0,0 0 0 0 0,0 0 1 0 0,0 0-1 0 0,0 0 1 0 0,1 0-1 0 0,-1 0 0 0 0,0 0 1 0 0,0 0-1 0 0,0 0 0 0 0,0 0 1 0 0,0 0-1 0 0,0 0 0 0 0,0 0 1 0 0,0 0-1 0 0,0 0 0 0 0,0 0 1 0 0,0 0-1 0 0,0 0 1 0 0,1 0-1 0 0,-1 0 0 0 0,0 0 1 0 0,0 0-1 0 0,0 0 0 0 0,0 0 1 0 0,0 0-1 0 0,0-1 1 0 0,2 14 76 0 0,-1 16 3 0 0,-10 45 36 0 0,5-59-93 0 0,2 0 1 0 0,0 0 0 0 0,1 0 0 0 0,0 0-1 0 0,1 1 1 0 0,1-1 0 0 0,4 25 0 0 0,-4-39-39 0 0,-1 0 0 0 0,0-1 0 0 0,0 1 0 0 0,0 0 0 0 0,0 0 1 0 0,1-1-1 0 0,-1 1 0 0 0,0 0 0 0 0,1-1 0 0 0,-1 1 0 0 0,1 0 1 0 0,-1-1-1 0 0,1 1 0 0 0,-1 0 0 0 0,1-1 0 0 0,-1 1 0 0 0,1-1 1 0 0,-1 1-1 0 0,1-1 0 0 0,0 1 0 0 0,-1-1 0 0 0,1 0 0 0 0,0 1 1 0 0,-1-1-1 0 0,1 0 0 0 0,0 1 0 0 0,0-1 0 0 0,1 0 0 0 0,-1 0-23 0 0,1 0 0 0 0,0 0 1 0 0,-1-1-1 0 0,1 1 0 0 0,-1-1 0 0 0,1 1 0 0 0,-1-1 0 0 0,0 0 0 0 0,1 0 0 0 0,-1 1 0 0 0,1-1 0 0 0,-1 0 0 0 0,2-1 1 0 0,3-4-168 0 0,1-1 0 0 0,-1 1 0 0 0,10-15 0 0 0,6-14-65 0 0,-2-1 1 0 0,-2-1-1 0 0,-2 0 1 0 0,17-55-1 0 0,-37 124 1114 0 0,1 36 0 0 0,3-64-800 0 0,-1 11 32 0 0,1 1 1 0 0,1-1-1 0 0,4 24 1 0 0,-4-36-72 0 0,-1 0 0 0 0,1 0 1 0 0,-1-1-1 0 0,1 1 0 0 0,0 0 1 0 0,0 0-1 0 0,0 0 0 0 0,0-1 1 0 0,1 1-1 0 0,-1 0 0 0 0,1-1 1 0 0,0 1-1 0 0,0-1 0 0 0,0 0 0 0 0,0 0 1 0 0,0 0-1 0 0,0 0 0 0 0,0 0 1 0 0,1 0-1 0 0,-1 0 0 0 0,1-1 1 0 0,-1 1-1 0 0,1-1 0 0 0,0 0 1 0 0,4 2-1 0 0,-5-3-7 0 0,0 0 1 0 0,0 1 0 0 0,0-2-1 0 0,-1 1 1 0 0,1 0-1 0 0,0 0 1 0 0,0-1-1 0 0,-1 1 1 0 0,1 0 0 0 0,0-1-1 0 0,0 0 1 0 0,-1 1-1 0 0,1-1 1 0 0,-1 0-1 0 0,1 0 1 0 0,-1 0 0 0 0,1 0-1 0 0,-1 0 1 0 0,1 0-1 0 0,-1-1 1 0 0,0 1-1 0 0,0 0 1 0 0,0-1 0 0 0,1 1-1 0 0,-1-1 1 0 0,1-2-1 0 0,3-5 8 0 0,-1 0 0 0 0,0 0 0 0 0,5-16-1 0 0,-6 16 0 0 0,8-19 48 0 0,-2-1 0 0 0,-1 0-1 0 0,-1-1 1 0 0,-1 0 0 0 0,3-54-1 0 0,-9 84-48 0 0,0 0 0 0 0,0 0 0 0 0,0 0-1 0 0,1-1 1 0 0,-1 1 0 0 0,0 0 0 0 0,0 0 0 0 0,0 0-1 0 0,0 0 1 0 0,0-1 0 0 0,0 1 0 0 0,0 0-1 0 0,0 0 1 0 0,0 0 0 0 0,0 0 0 0 0,0-1 0 0 0,0 1-1 0 0,0 0 1 0 0,0 0 0 0 0,0 0 0 0 0,0 0-1 0 0,-1-1 1 0 0,1 1 0 0 0,0 0 0 0 0,0 0 0 0 0,0 0-1 0 0,0 0 1 0 0,0 0 0 0 0,0-1 0 0 0,0 1-1 0 0,0 0 1 0 0,-1 0 0 0 0,1 0 0 0 0,0 0 0 0 0,0 0-1 0 0,0 0 1 0 0,0 0 0 0 0,0 0 0 0 0,-1-1 0 0 0,1 1-1 0 0,0 0 1 0 0,0 0 0 0 0,0 0 0 0 0,0 0-1 0 0,-1 0 1 0 0,1 0 0 0 0,0 0 0 0 0,0 0 0 0 0,0 0-1 0 0,0 0 1 0 0,-1 0 0 0 0,-2 9 656 0 0,4 5-507 0 0,20 264 314 0 0,-20-214-394 0 0,-5 107-86 0 0,2-147 48 0 0,-1-1 0 0 0,-1 0 1 0 0,-1 0-1 0 0,-1 0 0 0 0,-11 27 0 0 0,14-44 35 0 0,0 0 0 0 0,0-1 0 0 0,-1 1 0 0 0,1 0 0 0 0,-1-1-1 0 0,0 0 1 0 0,-1 0 0 0 0,1 0 0 0 0,-1 0 0 0 0,0-1 0 0 0,0 0 0 0 0,-9 6 0 0 0,10-8-69 0 0,1 0 1 0 0,0-1-1 0 0,-1 1 1 0 0,1-1-1 0 0,-1 0 1 0 0,1 0-1 0 0,-1 0 1 0 0,1-1-1 0 0,-1 1 1 0 0,0-1 0 0 0,1 0-1 0 0,-1 0 1 0 0,0 0-1 0 0,1 0 1 0 0,-1-1-1 0 0,1 0 1 0 0,-1 1-1 0 0,0-1 1 0 0,1 0-1 0 0,0-1 1 0 0,-1 1-1 0 0,1-1 1 0 0,0 1-1 0 0,-4-4 1 0 0,3 3-85 0 0,1 0-1 0 0,0 0 1 0 0,0-1 0 0 0,1 0 0 0 0,-1 1 0 0 0,0-1-1 0 0,1 0 1 0 0,0 0 0 0 0,-1-1 0 0 0,1 1 0 0 0,1 0-1 0 0,-1-1 1 0 0,0 1 0 0 0,1-1 0 0 0,0 1 0 0 0,0-1-1 0 0,0 0 1 0 0,-1-4 0 0 0,1-3-1340 0 0,1 0 1 0 0,0 0-1 0 0,0 0 1 0 0,1 0-1 0 0,3-13 1 0 0,3-14-5459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29:51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 7370 0 0,'-1'0'240'0'0,"0"1"1"0"0,0 0 0 0 0,0 0 0 0 0,0-1 0 0 0,0 1-1 0 0,0 0 1 0 0,0 0 0 0 0,0 0 0 0 0,1 0 0 0 0,-1 0-1 0 0,0 0 1 0 0,1 1 0 0 0,-1-1 0 0 0,1 0 0 0 0,-1 0-1 0 0,1 0 1 0 0,-1 1 0 0 0,1-1 0 0 0,0 0 0 0 0,0 0-1 0 0,0 1 1 0 0,-1 1 0 0 0,4 34 7713 0 0,-1-15-8418 0 0,-16 341 1179 0 0,-1-110 910 0 0,15-239-1521 0 0,1 51 402 0 0,-1-59-457 0 0,1 0 0 0 0,0 0 0 0 0,0 0 0 0 0,1 0-1 0 0,-1-1 1 0 0,1 1 0 0 0,1 0 0 0 0,3 7 0 0 0,-6-13-44 0 0,0 1 0 0 0,0-1 0 0 0,1 0 1 0 0,-1 1-1 0 0,0-1 0 0 0,0 0 0 0 0,0 0 1 0 0,0 1-1 0 0,1-1 0 0 0,-1 0 0 0 0,0 1 0 0 0,0-1 1 0 0,1 0-1 0 0,-1 0 0 0 0,0 1 0 0 0,0-1 1 0 0,1 0-1 0 0,-1 0 0 0 0,0 0 0 0 0,1 0 1 0 0,-1 1-1 0 0,0-1 0 0 0,0 0 0 0 0,1 0 0 0 0,-1 0 1 0 0,0 0-1 0 0,1 0 0 0 0,-1 0 0 0 0,1 0 1 0 0,-1 0-1 0 0,0 0 0 0 0,1 0 0 0 0,-1 0 0 0 0,0 0 1 0 0,1 0-1 0 0,-1 0 0 0 0,0 0 0 0 0,1 0 1 0 0,-1 0-1 0 0,9-15-50 0 0,-1-23-59 0 0,0-20 188 0 0,17-104-48 0 0,-17 124-28 0 0,1 1 0 0 0,19-45 0 0 0,-28 80 35 0 0,1 0 0 0 0,0-1 1 0 0,0 1-1 0 0,0 0 0 0 0,0 0 0 0 0,0 0 1 0 0,0 0-1 0 0,1 0 0 0 0,-1 1 0 0 0,1-1 1 0 0,-1 0-1 0 0,1 1 0 0 0,0-1 1 0 0,0 1-1 0 0,-1-1 0 0 0,1 1 0 0 0,3-2 1 0 0,-3 3-15 0 0,-1 0 1 0 0,1 0-1 0 0,0 0 1 0 0,-1 0-1 0 0,1 0 1 0 0,-1 0 0 0 0,1 0-1 0 0,0 1 1 0 0,-1-1-1 0 0,1 0 1 0 0,-1 1-1 0 0,1 0 1 0 0,-1-1-1 0 0,1 1 1 0 0,-1 0-1 0 0,0 0 1 0 0,1 0 0 0 0,-1-1-1 0 0,0 1 1 0 0,1 1-1 0 0,-1-1 1 0 0,0 0-1 0 0,0 0 1 0 0,2 3-1 0 0,4 5-10 0 0,0 0 0 0 0,0 1-1 0 0,-1 0 1 0 0,-1 1-1 0 0,1-1 1 0 0,-2 1-1 0 0,1 0 1 0 0,-1 0-1 0 0,-1 1 1 0 0,2 12-1 0 0,0 2 46 0 0,-2-1-1 0 0,-1 1 0 0 0,-1 41 0 0 0,-2-54 83 0 0,-1 0 0 0 0,0 0 0 0 0,0 0 0 0 0,-1 0 0 0 0,-6 13 0 0 0,8-21-93 0 0,-2 1 1 0 0,1-1 0 0 0,-1 1 0 0 0,0-1-1 0 0,0 0 1 0 0,0 0 0 0 0,0 0 0 0 0,-1-1-1 0 0,0 1 1 0 0,0-1 0 0 0,-1 0-1 0 0,1 0 1 0 0,-8 5 0 0 0,10-8-79 0 0,-1 0 1 0 0,0 0-1 0 0,1 0 0 0 0,-1 0 1 0 0,0 0-1 0 0,0-1 0 0 0,0 1 1 0 0,1-1-1 0 0,-1 0 1 0 0,0 0-1 0 0,0 0 0 0 0,0 0 1 0 0,1-1-1 0 0,-1 1 0 0 0,0-1 1 0 0,0 1-1 0 0,1-1 1 0 0,-1 0-1 0 0,0 0 0 0 0,1 0 1 0 0,-1-1-1 0 0,1 1 0 0 0,-1-1 1 0 0,1 1-1 0 0,-4-4 1 0 0,0 0-456 0 0,-1-1 0 0 0,1 0 0 0 0,0 0 1 0 0,0 0-1 0 0,1-1 0 0 0,0 0 0 0 0,-5-9 1 0 0,-4-11-992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01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15203 0 0,'-1'0'66'0'0,"0"0"0"0"0,0 0-1 0 0,0 0 1 0 0,0 0 0 0 0,0 0-1 0 0,0 1 1 0 0,1-1 0 0 0,-1 0-1 0 0,0 0 1 0 0,0 1 0 0 0,0-1 0 0 0,0 1-1 0 0,1-1 1 0 0,-1 1 0 0 0,0-1-1 0 0,0 1 1 0 0,1-1 0 0 0,-1 1-1 0 0,0 0 1 0 0,1-1 0 0 0,-1 1-1 0 0,1 0 1 0 0,-2 1 0 0 0,2 0-6 0 0,0 0 0 0 0,-1 0 0 0 0,1 0 0 0 0,0 0 0 0 0,0 0 0 0 0,0 0 0 0 0,1 0 0 0 0,-1 0-1 0 0,1 2 1 0 0,0 8 287 0 0,42 492 2779 0 0,-37-440-2701 0 0,18 83-1 0 0,-15-125-124 0 0,-8-21-304 0 0,-1-1-1 0 0,0 1 1 0 0,1-1 0 0 0,-1 1-1 0 0,1 0 1 0 0,-1-1-1 0 0,1 1 1 0 0,-1-1 0 0 0,1 1-1 0 0,-1-1 1 0 0,1 1-1 0 0,0-1 1 0 0,-1 0 0 0 0,1 1-1 0 0,0-1 1 0 0,-1 0 0 0 0,1 1-1 0 0,0-1 1 0 0,-1 0-1 0 0,1 0 1 0 0,0 0 0 0 0,0 0-1 0 0,-1 1 1 0 0,1-1 0 0 0,0 0-1 0 0,0 0 1 0 0,-1-1-1 0 0,2 1 1 0 0,-2 0-139 0 0,1 0 0 0 0,-1-1 0 0 0,1 1 1 0 0,-1-1-1 0 0,0 1 0 0 0,1 0 0 0 0,-1-1 0 0 0,0 1 0 0 0,1-1 0 0 0,-1 1 0 0 0,0-1 1 0 0,0 1-1 0 0,0-1 0 0 0,1 1 0 0 0,-1-1 0 0 0,0 1 0 0 0,0-1 0 0 0,0 1 1 0 0,0-1-1 0 0,0 1 0 0 0,0-1 0 0 0,0 0 0 0 0,0 0 0 0 0,0-1-138 0 0,1-12-1536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01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13 16676 0 0,'-6'-2'1799'0'0,"17"5"-1278"0"0,21 4-25 0 0,-8-7 265 0 0,-1-1-1 0 0,45-8 0 0 0,-41 5-204 0 0,45-2 0 0 0,-62 6-452 0 0,0 0 1 0 0,0 1 0 0 0,-1 0-1 0 0,1 1 1 0 0,0 0-1 0 0,0 0 1 0 0,16 8-1 0 0,-23-9-87 0 0,0 1 0 0 0,0-1 0 0 0,0 1-1 0 0,0 0 1 0 0,0 0 0 0 0,0 0 0 0 0,0 1-1 0 0,-1-1 1 0 0,1 1 0 0 0,-1-1 0 0 0,1 1-1 0 0,-1 0 1 0 0,0 0 0 0 0,0 0-1 0 0,-1 0 1 0 0,1 0 0 0 0,-1 0 0 0 0,1 1-1 0 0,-1-1 1 0 0,0 1 0 0 0,0-1 0 0 0,-1 0-1 0 0,1 1 1 0 0,0 4 0 0 0,-2 1 11 0 0,1-1 0 0 0,-1 0-1 0 0,-1 0 1 0 0,1 0 0 0 0,-1 0 0 0 0,-1 0 0 0 0,0-1 0 0 0,0 1 0 0 0,0 0 0 0 0,-1-1-1 0 0,0 0 1 0 0,0 0 0 0 0,-1 0 0 0 0,-10 11 0 0 0,-8 6 65 0 0,0-1 0 0 0,-34 27 0 0 0,55-48-85 0 0,-71 49 179 0 0,46-34-169 0 0,-23 21 0 0 0,43-29-497 0 0,13-7-1262 0 0,17-11-2456 0 0,-10 0 1891 0 0,4-5-20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02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110 175 5065 0 0,'1'-1'203'0'0,"-1"1"1"0"0,0 0-1 0 0,0-1 1 0 0,0 1-1 0 0,1 0 0 0 0,-1-1 1 0 0,0 1-1 0 0,0-1 1 0 0,0 1-1 0 0,0 0 0 0 0,0-1 1 0 0,1 1-1 0 0,-1-1 0 0 0,0 1 1 0 0,0 0-1 0 0,0-1 1 0 0,0 1-1 0 0,0-1 0 0 0,0 1 1 0 0,-1-1-1 0 0,1 1 1 0 0,0 0-1 0 0,0-1 0 0 0,0 1 1 0 0,0-1-1 0 0,0 1 1 0 0,-1 0-1 0 0,1-1 0 0 0,0 0 1 0 0,-11 7 4543 0 0,-12 17-2558 0 0,18-15-1984 0 0,-10 14 543 0 0,-22 42 0 0 0,34-58-615 0 0,0 0 0 0 0,0 0 0 0 0,1 1 0 0 0,0-1 0 0 0,0 1 0 0 0,1-1 0 0 0,0 1 0 0 0,0 0 0 0 0,0 0 0 0 0,1-1 0 0 0,0 1 0 0 0,1 10 0 0 0,0-15-98 0 0,-1 1 0 0 0,1-1 0 0 0,0 1 0 0 0,0-1 0 0 0,0 1 0 0 0,1-1 0 0 0,-1 0 0 0 0,0 1 1 0 0,1-1-1 0 0,-1 0 0 0 0,1 0 0 0 0,0 0 0 0 0,0 0 0 0 0,0-1 0 0 0,0 1 0 0 0,0 0 0 0 0,0-1 0 0 0,0 1 1 0 0,1-1-1 0 0,-1 0 0 0 0,0 0 0 0 0,1 0 0 0 0,-1 0 0 0 0,1 0 0 0 0,-1 0 0 0 0,1-1 0 0 0,0 1 0 0 0,4-1 1 0 0,1 1-10 0 0,-1-1 0 0 0,0 0 0 0 0,0 0 0 0 0,1-1 1 0 0,-1 0-1 0 0,0-1 0 0 0,0 1 0 0 0,0-1 1 0 0,8-4-1 0 0,-9 3-19 0 0,0 0 0 0 0,0-1 0 0 0,0 0 1 0 0,-1 0-1 0 0,0 0 0 0 0,1-1 0 0 0,-2 1 0 0 0,1-1 1 0 0,-1-1-1 0 0,8-9 0 0 0,-7 7 64 0 0,0-1 0 0 0,0 1 0 0 0,-1-1 0 0 0,0 0 0 0 0,-1-1 1 0 0,0 1-1 0 0,3-16 0 0 0,-5 19 3 0 0,0 0 0 0 0,0 0 0 0 0,-1 0 0 0 0,0-1 0 0 0,0 1 0 0 0,-1 0 0 0 0,1 0 0 0 0,-1 0 0 0 0,-1 0 0 0 0,1 0 0 0 0,-1 0 0 0 0,-3-7 0 0 0,3 9-7 0 0,0 0-1 0 0,-1 1 0 0 0,1-1 1 0 0,-1 1-1 0 0,0-1 1 0 0,0 1-1 0 0,0 0 0 0 0,0 0 1 0 0,0 0-1 0 0,-1 0 0 0 0,1 1 1 0 0,-1 0-1 0 0,0-1 0 0 0,0 1 1 0 0,0 0-1 0 0,0 1 0 0 0,0-1 1 0 0,-7-1-1 0 0,7 3-45 0 0,0-1 0 0 0,-1 1-1 0 0,1 0 1 0 0,0 0 0 0 0,0 0 0 0 0,-1 0-1 0 0,1 1 1 0 0,0-1 0 0 0,0 1-1 0 0,0 1 1 0 0,0-1 0 0 0,0 0 0 0 0,0 1-1 0 0,-6 3 1 0 0,8-4-79 0 0,0 0-1 0 0,1 0 0 0 0,-1 0 1 0 0,1 0-1 0 0,-1 0 1 0 0,1 0-1 0 0,0 0 1 0 0,-1 0-1 0 0,1 1 1 0 0,0-1-1 0 0,0 1 1 0 0,0-1-1 0 0,0 1 0 0 0,0-1 1 0 0,0 1-1 0 0,1-1 1 0 0,-1 1-1 0 0,0 0 1 0 0,1-1-1 0 0,-1 1 1 0 0,1 0-1 0 0,0 0 1 0 0,-1-1-1 0 0,1 1 0 0 0,0 0 1 0 0,0 0-1 0 0,0 0 1 0 0,0-1-1 0 0,1 1 1 0 0,-1 0-1 0 0,0 0 1 0 0,1-1-1 0 0,-1 1 1 0 0,1 0-1 0 0,0-1 0 0 0,0 1 1 0 0,0 1-1 0 0,1 0-119 0 0,0 0-1 0 0,0-1 0 0 0,0 0 0 0 0,0 1 0 0 0,0-1 1 0 0,1 0-1 0 0,-1 0 0 0 0,1 0 0 0 0,-1 0 1 0 0,1 0-1 0 0,0-1 0 0 0,0 1 0 0 0,-1-1 0 0 0,1 0 1 0 0,0 0-1 0 0,0 0 0 0 0,0 0 0 0 0,1 0 1 0 0,-1-1-1 0 0,0 1 0 0 0,0-1 0 0 0,0 0 0 0 0,0 0 1 0 0,1 0-1 0 0,-1-1 0 0 0,5 0 0 0 0,4-1-440 0 0,0-1 0 0 0,-1 0-1 0 0,1 0 1 0 0,-1-1 0 0 0,20-10-1 0 0,-16 6 131 0 0,39-19-1149 0 0,-1-2 0 0 0,64-47-1 0 0,-112 71 1856 0 0,0 0 0 0 0,1-1 0 0 0,-2 1-1 0 0,9-12 1 0 0,9-11 4081 0 0,-34 42-2373 0 0,0 0 0 0 0,-15 25 1 0 0,16-22-1744 0 0,-1-1 0 0 0,-15 17 0 0 0,9-15 58 0 0,10-11-98 0 0,0 1 0 0 0,1 0-1 0 0,0 0 1 0 0,0 1 0 0 0,0 0 0 0 0,1 0-1 0 0,-8 18 1 0 0,13-26-134 0 0,1 0 0 0 0,0 0 0 0 0,-1 0-1 0 0,1 0 1 0 0,0-1 0 0 0,0 1 0 0 0,0 0 0 0 0,0 0 0 0 0,0 0 0 0 0,0 0 0 0 0,0 0-1 0 0,0 0 1 0 0,0 0 0 0 0,0 0 0 0 0,0 0 0 0 0,1 0 0 0 0,-1 0 0 0 0,0 0 0 0 0,1 0-1 0 0,-1 0 1 0 0,1 0 0 0 0,-1 0 0 0 0,2 1 0 0 0,-1-1-14 0 0,1 1 0 0 0,0-1 0 0 0,-1 1 0 0 0,1-1 0 0 0,0 0 0 0 0,0 0 0 0 0,0 0 1 0 0,0 0-1 0 0,0 0 0 0 0,3 0 0 0 0,5 2-62 0 0,0-2 0 0 0,0 1 0 0 0,16 0 0 0 0,-26-2 68 0 0,27-1-8 0 0,-1 0 1 0 0,30-6-1 0 0,-26 3 65 0 0,34-1 1 0 0,-51 8 514 0 0,-15 5-121 0 0,-24 12 221 0 0,13-12-341 0 0,-5 9-1 0 0,-5 2-60 0 0,-27 31-1 0 0,44-43-315 0 0,0 1 1 0 0,1-1-1 0 0,0 1 0 0 0,0 0 1 0 0,0 0-1 0 0,1 0 1 0 0,1 1-1 0 0,-6 15 0 0 0,9-23-1 0 0,0-1 0 0 0,0 0 0 0 0,0 0 0 0 0,0 0 0 0 0,0 1 0 0 0,0-1 0 0 0,0 0-1 0 0,0 0 1 0 0,0 1 0 0 0,0-1 0 0 0,0 0 0 0 0,0 0 0 0 0,0 1 0 0 0,0-1 0 0 0,0 0 0 0 0,0 0-1 0 0,0 0 1 0 0,0 1 0 0 0,0-1 0 0 0,0 0 0 0 0,0 0 0 0 0,0 1 0 0 0,1-1 0 0 0,-1 0-1 0 0,0 0 1 0 0,0 0 0 0 0,0 1 0 0 0,0-1 0 0 0,0 0 0 0 0,1 0 0 0 0,-1 0 0 0 0,0 0-1 0 0,0 1 1 0 0,0-1 0 0 0,1 0 0 0 0,-1 0 0 0 0,0 0 0 0 0,0 0 0 0 0,0 0 0 0 0,1 0 0 0 0,-1 0-1 0 0,0 0 1 0 0,0 0 0 0 0,1 0 0 0 0,-1 0 0 0 0,0 0 0 0 0,0 0 0 0 0,1 0 0 0 0,-1 0-1 0 0,0 0 1 0 0,0 0 0 0 0,1 0 0 0 0,-1 0 0 0 0,0 0 0 0 0,0 0 0 0 0,0 0 0 0 0,1 0-1 0 0,-1 0 1 0 0,0 0 0 0 0,0-1 0 0 0,0 1 0 0 0,1 0 0 0 0,-1 0 0 0 0,0 0 0 0 0,0 0 0 0 0,0 0-1 0 0,0-1 1 0 0,1 1 0 0 0,14-10-2852 0 0,-10 4 2173 0 0,0 1 1 0 0,-1-1 0 0 0,0 0-1 0 0,-1-1 1 0 0,5-9-1 0 0,-3 7 39 0 0,9-19-1025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03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1 213 12643 0 0,'0'-1'79'0'0,"1"1"1"0"0,-1-1 0 0 0,0 1 0 0 0,1-1 0 0 0,-1 1-1 0 0,1 0 1 0 0,0-1 0 0 0,-1 1 0 0 0,1-1 0 0 0,-1 1-1 0 0,1 0 1 0 0,0 0 0 0 0,-1-1 0 0 0,1 1 0 0 0,-1 0-1 0 0,1 0 1 0 0,0 0 0 0 0,-1 0 0 0 0,1 0 0 0 0,0 0-1 0 0,-1 0 1 0 0,1 0 0 0 0,0 0 0 0 0,-1 0-1 0 0,1 0 1 0 0,0 0 0 0 0,-1 0 0 0 0,1 1 0 0 0,0-1-1 0 0,-1 0 1 0 0,1 0 0 0 0,1 1 0 0 0,0 1 97 0 0,-1 0-1 0 0,1-1 1 0 0,0 1 0 0 0,0 0 0 0 0,-1 0 0 0 0,1 0-1 0 0,-1 0 1 0 0,0 1 0 0 0,2 2 0 0 0,2 6 227 0 0,-1 0 0 0 0,0 0 0 0 0,3 14 0 0 0,2 38 620 0 0,-6-43-740 0 0,0 0-1 0 0,0-1 1 0 0,2 1 0 0 0,9 22 0 0 0,-11-33-2846 0 0</inkml:trace>
  <inkml:trace contextRef="#ctx0" brushRef="#br0" timeOffset="1">82 0 14747 0 0,'-1'3'1312'0'0,"0"-2"-1056"0"0,2 1-256 0 0,0 1 0 0 0,1 0 457 0 0,-2 3 39 0 0,0 4 8 0 0,0 5 0 0 0,0 9-696 0 0,0 3-144 0 0,0 4-24 0 0,0-3-4329 0 0,0-1-864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03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1 6913 0 0,'-2'5'1142'0'0,"0"0"-1"0"0,0 1 0 0 0,1-1 1 0 0,-1 1-1 0 0,1-1 0 0 0,0 1 1 0 0,1-1-1 0 0,-1 12 0 0 0,0 2-86 0 0,-15 149 1419 0 0,-18 142-259 0 0,30-247-1464 0 0,4-63-757 0 0,0 1 0 0 0,0-1 0 0 0,0 0 0 0 0,0 0-1 0 0,0 0 1 0 0,0 0 0 0 0,0 0 0 0 0,-1 0 0 0 0,1 0 0 0 0,0 0 0 0 0,0 0 0 0 0,0 0 0 0 0,0 0 0 0 0,0 0 0 0 0,0 1 0 0 0,0-1 0 0 0,0 0 0 0 0,0 0 0 0 0,0 0 0 0 0,0 0 0 0 0,0 0-1 0 0,0 0 1 0 0,0 0 0 0 0,-1 0 0 0 0,1 0 0 0 0,0 0 0 0 0,0 0 0 0 0,0 0 0 0 0,0 0 0 0 0,0 0 0 0 0,0 0 0 0 0,0 0 0 0 0,0 0 0 0 0,0 0 0 0 0,0 0 0 0 0,-1 0 0 0 0,1 0 0 0 0,0 0 0 0 0,0 0-1 0 0,0 0 1 0 0,0 0 0 0 0,0 0 0 0 0,0 0 0 0 0,0 0 0 0 0,0 0 0 0 0,0 0 0 0 0,0-1 0 0 0,0 1 0 0 0,0 0 0 0 0,-1 0 0 0 0,1 0 0 0 0,0 0 0 0 0,0 0 0 0 0,0 0 0 0 0,0 0 0 0 0,0 0 0 0 0,0 0-1 0 0,0 0 1 0 0,0 0 0 0 0,0 0 0 0 0,0-1 0 0 0,0 1 0 0 0,0 0 0 0 0,0 0 0 0 0,0 0 0 0 0,0 0 0 0 0,0 0 0 0 0,0 0 0 0 0,0 0 0 0 0,-8-11-685 0 0,-8-12-773 0 0,-43-91-5211 0 0,-9-15 3038 0 0,49 96 3100 0 0,15 19 6544 0 0,4 14-5872 0 0,9 7 371 0 0,0-1 0 0 0,0 0 0 0 0,1 0 0 0 0,0-1-1 0 0,0 0 1 0 0,1-1 0 0 0,10 3 0 0 0,6 3 81 0 0,-17-6-567 0 0,1 0 0 0 0,-1-1 0 0 0,1 0 0 0 0,0-1 0 0 0,0 0 0 0 0,0-1 0 0 0,0 0 0 0 0,1-1 0 0 0,-1 0 0 0 0,0-1 0 0 0,0 0 0 0 0,0-1 0 0 0,0 0 0 0 0,0-1 0 0 0,-1 0 0 0 0,1-1 0 0 0,11-5 0 0 0,-10 3-716 0 0,-1 0-1 0 0,0-1 1 0 0,-1 0 0 0 0,0 0 0 0 0,0-1 0 0 0,0-1 0 0 0,-1 0 0 0 0,0 0 0 0 0,8-13 0 0 0,-6 7-4689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03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59 182 2208 0 0,'0'0'282'0'0,"-1"11"3096"0"0,-10 65 5600 0 0,-5 0-5052 0 0,7-42-3126 0 0,2 0 0 0 0,1 1 0 0 0,2 0 1 0 0,0 46-1 0 0,4-80-792 0 0,0 6-149 0 0,0 0 0 0 0,1 0 0 0 0,0 0 0 0 0,0 0 0 0 0,5 12 0 0 0,-6-19 88 0 0,0 0-1 0 0,0 0 1 0 0,0 0-1 0 0,0 0 0 0 0,0 0 1 0 0,0 1-1 0 0,0-1 0 0 0,0 0 1 0 0,0 0-1 0 0,0 0 1 0 0,0 0-1 0 0,0 0 0 0 0,0 0 1 0 0,0 0-1 0 0,0 0 1 0 0,0 0-1 0 0,1 0 0 0 0,-1 1 1 0 0,0-1-1 0 0,0 0 0 0 0,0 0 1 0 0,0 0-1 0 0,0 0 1 0 0,0 0-1 0 0,0 0 0 0 0,0 0 1 0 0,1 0-1 0 0,-1 0 1 0 0,0 0-1 0 0,0 0 0 0 0,0 0 1 0 0,0 0-1 0 0,0 0 0 0 0,0 0 1 0 0,0 0-1 0 0,1 0 1 0 0,-1 0-1 0 0,0 0 0 0 0,0 0 1 0 0,0 0-1 0 0,0 0 1 0 0,0 0-1 0 0,0 0 0 0 0,0 0 1 0 0,0 0-1 0 0,1 0 1 0 0,-1 0-1 0 0,0-1 0 0 0,0 1 1 0 0,0 0-1 0 0,0 0 0 0 0,5-8-1846 0 0,0-9-789 0 0,-2 1 588 0 0,2-3-10 0 0</inkml:trace>
  <inkml:trace contextRef="#ctx0" brushRef="#br0" timeOffset="1">32 0 10138 0 0,'16'44'8292'0'0,"-13"-31"-8725"0"0,1 0-1 0 0,1 0 1 0 0,0-1-1 0 0,1 1 1 0 0,0-1-1 0 0,0 0 0 0 0,10 12 1 0 0,-6-16-5055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04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3 156 4609 0 0,'-3'60'1299'0'0,"11"82"10141"0"0,-2-93-11714 0 0,-4-43 558 0 0,-1 1 0 0 0,1-1 0 0 0,0 1-1 0 0,0-1 1 0 0,3 6 0 0 0,-4-11-212 0 0,-1 0 1 0 0,0 0-1 0 0,1 0 0 0 0,-1 0 1 0 0,0 0-1 0 0,1 0 1 0 0,-1-1-1 0 0,1 1 0 0 0,0 0 1 0 0,-1 0-1 0 0,1 0 1 0 0,-1-1-1 0 0,1 1 0 0 0,0 0 1 0 0,0-1-1 0 0,-1 1 1 0 0,1-1-1 0 0,0 1 0 0 0,0-1 1 0 0,0 1-1 0 0,0-1 1 0 0,0 0-1 0 0,0 1 1 0 0,0-1-1 0 0,-1 0 0 0 0,1 0 1 0 0,0 0-1 0 0,0 1 1 0 0,0-1-1 0 0,0 0 0 0 0,0 0 1 0 0,0-1-1 0 0,0 1 1 0 0,0 0-1 0 0,0 0 0 0 0,0 0 1 0 0,0-1-1 0 0,0 1 1 0 0,0 0-1 0 0,0-1 0 0 0,0 1 1 0 0,-1-1-1 0 0,1 1 1 0 0,0-1-1 0 0,1 0 0 0 0,2-2 80 0 0,-1-1 1 0 0,1 0-1 0 0,-1 0 0 0 0,0 0 0 0 0,0-1 0 0 0,0 1 0 0 0,0-1 0 0 0,3-7 0 0 0,15-46 469 0 0,-15 39-318 0 0,3-14 196 0 0,-1 0 1 0 0,5-45 0 0 0,-9 45-156 0 0,2 0 1 0 0,15-49-1 0 0,-21 81-360 0 0,2-4-114 0 0,0 0-1 0 0,0 0 1 0 0,0 1 0 0 0,0-1 0 0 0,6-8-1 0 0,6 4-3510 0 0,-12 8 2937 0 0,0 1 0 0 0,-1 0 0 0 0,1 0 0 0 0,-1 0 1 0 0,1 0-1 0 0,-1 0 0 0 0,1 0 0 0 0,0 0 0 0 0,-1 0 1 0 0,1 1-1 0 0,2 0 0 0 0,4 3-5381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04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63 324 8754 0 0,'2'1'332'0'0,"-1"0"1"0"0,1-1-1 0 0,0 1 1 0 0,0 0 0 0 0,0-1-1 0 0,0 1 1 0 0,0-1-1 0 0,0 0 1 0 0,0 0-1 0 0,0 0 1 0 0,0 0-1 0 0,0 0 1 0 0,0 0-1 0 0,0 0 1 0 0,0-1-1 0 0,0 1 1 0 0,0-1-1 0 0,0 1 1 0 0,2-2 0 0 0,3 0 111 0 0,0-1 1 0 0,0 1-1 0 0,0-1 1 0 0,7-5 0 0 0,-2-2-121 0 0,0 0-1 0 0,-1-1 1 0 0,0-1 0 0 0,-1 0 0 0 0,0 0 0 0 0,-1-1-1 0 0,0 0 1 0 0,-1 0 0 0 0,0-1 0 0 0,-1 0 0 0 0,-1-1-1 0 0,0 1 1 0 0,-1-1 0 0 0,3-19 0 0 0,-7 30-253 0 0,0-1 1 0 0,0 1 0 0 0,-1-1-1 0 0,0 1 1 0 0,1 0-1 0 0,-2-1 1 0 0,1 1 0 0 0,0-1-1 0 0,-1 1 1 0 0,0-1-1 0 0,0 1 1 0 0,0 0 0 0 0,-1 0-1 0 0,1-1 1 0 0,-1 1-1 0 0,0 0 1 0 0,0 0-1 0 0,-5-5 1 0 0,6 8-35 0 0,0 0 1 0 0,-1 0-1 0 0,1 0 0 0 0,0 1 1 0 0,-1-1-1 0 0,1 1 0 0 0,0-1 0 0 0,-1 1 1 0 0,1-1-1 0 0,-1 1 0 0 0,1 0 1 0 0,-1 0-1 0 0,1 0 0 0 0,-1-1 0 0 0,1 1 1 0 0,-1 1-1 0 0,1-1 0 0 0,-1 0 1 0 0,1 0-1 0 0,-1 1 0 0 0,-1 0 0 0 0,-2 0 13 0 0,1 0-1 0 0,0 1 1 0 0,0-1-1 0 0,0 1 1 0 0,0 0-1 0 0,-4 3 1 0 0,-8 7-6 0 0,1 1-1 0 0,1 1 1 0 0,0 0-1 0 0,1 1 1 0 0,1 0-1 0 0,0 1 1 0 0,1 0-1 0 0,-15 30 1 0 0,15-25 3 0 0,2 1 0 0 0,0 0 0 0 0,1 0 0 0 0,2 1 0 0 0,0 0 0 0 0,-5 45 1 0 0,10-52-42 0 0,1-1 1 0 0,0 1 0 0 0,1-1 0 0 0,1 1 0 0 0,1-1 0 0 0,0 1 0 0 0,1-1 0 0 0,0 0 0 0 0,1-1 0 0 0,13 27 0 0 0,-15-37 13 0 0,-1 1 0 0 0,2-1 1 0 0,-1 1-1 0 0,0-1 1 0 0,1 0-1 0 0,0 0 1 0 0,0 0-1 0 0,0-1 1 0 0,0 0-1 0 0,1 1 0 0 0,-1-1 1 0 0,1-1-1 0 0,0 1 1 0 0,0-1-1 0 0,0 0 1 0 0,0 0-1 0 0,0 0 1 0 0,0-1-1 0 0,0 0 0 0 0,6 1 1 0 0,-3-1-2 0 0,0 0 0 0 0,0-1 0 0 0,0 0 0 0 0,0 0 0 0 0,0-1 0 0 0,0 0 0 0 0,0 0 0 0 0,0-1 0 0 0,-1 0 0 0 0,1-1 0 0 0,-1 1 0 0 0,15-8 0 0 0,-9 1 51 0 0,-1 1-1 0 0,0-2 1 0 0,0 1 0 0 0,-1-2 0 0 0,0 1 0 0 0,16-21 0 0 0,48-80 513 0 0,-57 82-543 0 0,-12 20-1577 0 0,-2 4-1709 0 0,-8 9-1132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30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94 3225 0 0,'6'-28'1599'0'0,"-3"19"292"0"0,0-1-1 0 0,1 1 0 0 0,0-1 1 0 0,12-17 4848 0 0,-18 34-5397 0 0,-1 47-15 0 0,3-1 0 0 0,12 102 0 0 0,-10-133-1183 0 0,-1-7-440 0 0,-1-1 1 0 0,-1 1-1 0 0,0 0 1 0 0,-1-1-1 0 0,-1 1 1 0 0,-5 16-1 0 0,7-28 0 0 0,1 0-2371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31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5985 0 0,'0'0'464'0'0,"11"4"9145"0"0,38 9-7164 0 0,-28-8-1636 0 0,0 1 1 0 0,33 15-1 0 0,-51-20-776 0 0,-1 0 0 0 0,1 1 1 0 0,-1-1-1 0 0,1 1 0 0 0,-1 0 0 0 0,0 0 0 0 0,0 0 0 0 0,0 0 1 0 0,0 0-1 0 0,0 0 0 0 0,0 0 0 0 0,0 1 0 0 0,-1-1 0 0 0,1 0 1 0 0,-1 1-1 0 0,0 0 0 0 0,0-1 0 0 0,0 1 0 0 0,1 3 0 0 0,-1-1-4 0 0,-1 0-1 0 0,1 0 0 0 0,-1 0 0 0 0,0 0 1 0 0,-1 0-1 0 0,1 0 0 0 0,-1 0 0 0 0,0 0 0 0 0,0 0 1 0 0,-2 5-1 0 0,-5 9 39 0 0,0 0 1 0 0,-2-1-1 0 0,0 0 1 0 0,-15 20-1 0 0,-21 20 224 0 0,9-13 621 0 0,42-45 359 0 0,12-7-951 0 0,22-11-284 0 0,4-5-721 0 0,-1-2-1 0 0,62-47 1 0 0,-77 49-2191 0 0,-11 8-1497 0 0,6-3-2440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32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131 328 13563 0 0,'0'0'307'0'0,"12"-21"1366"0"0,-4 5-1004 0 0,0 0-1 0 0,0-1 1 0 0,-2 1-1 0 0,0-1 1 0 0,5-22-1 0 0,-10 31-519 0 0,0 0 0 0 0,0-1-1 0 0,-1 1 1 0 0,0 0 0 0 0,0 0-1 0 0,-1-1 1 0 0,0 1-1 0 0,0 0 1 0 0,-1 0 0 0 0,0 0-1 0 0,0 0 1 0 0,-1 0 0 0 0,-6-11-1 0 0,6 12-57 0 0,0 1-1 0 0,0 0 1 0 0,-1 1 0 0 0,0-1-1 0 0,0 1 1 0 0,-8-9-1 0 0,10 13-64 0 0,0 0 0 0 0,1-1-1 0 0,-1 1 1 0 0,0 0 0 0 0,0 0-1 0 0,0 0 1 0 0,-1 0 0 0 0,1 1 0 0 0,0-1-1 0 0,0 1 1 0 0,0-1 0 0 0,-1 1-1 0 0,1 0 1 0 0,0-1 0 0 0,0 1 0 0 0,-1 1-1 0 0,1-1 1 0 0,0 0 0 0 0,0 0-1 0 0,-1 1 1 0 0,1-1 0 0 0,0 1 0 0 0,-4 1-1 0 0,2 0-1 0 0,-1 0 1 0 0,1 0-1 0 0,0 0 0 0 0,0 1 0 0 0,0-1 0 0 0,0 1 0 0 0,0 0 1 0 0,1 0-1 0 0,-1 0 0 0 0,1 1 0 0 0,0-1 0 0 0,0 1 0 0 0,-5 7 1 0 0,4-3-27 0 0,0-1 1 0 0,1 0 0 0 0,0 1 0 0 0,0 0-1 0 0,1 0 1 0 0,0-1 0 0 0,-1 15 0 0 0,1-7-33 0 0,2 0 0 0 0,0 0 0 0 0,0 0 0 0 0,2 0 0 0 0,-1-1 0 0 0,2 1 0 0 0,0-1 0 0 0,10 26 0 0 0,-8-29 22 0 0,0 0 0 0 0,2 0 0 0 0,-1-1 0 0 0,1 0 0 0 0,1 0 0 0 0,14 14 0 0 0,-3-5-16 0 0,2-1 0 0 0,21 15 0 0 0,-6-8 162 0 0,-21-16-33 0 0,-2 0 1 0 0,1 1-1 0 0,-1 0 0 0 0,-1 1 0 0 0,19 21 0 0 0,-24-23-103 0 0,-1-1-1 0 0,0 1 0 0 0,0 1 1 0 0,-1-1-1 0 0,0 1 1 0 0,-1 0-1 0 0,5 14 0 0 0,-8-18 40 0 0,0-1 0 0 0,0 1-1 0 0,-1-1 1 0 0,1 1-1 0 0,-1 0 1 0 0,-1-1 0 0 0,1 1-1 0 0,-1-1 1 0 0,0 1-1 0 0,0-1 1 0 0,-1 1 0 0 0,1-1-1 0 0,-1 0 1 0 0,0 1 0 0 0,-1-1-1 0 0,-3 6 1 0 0,-1-1 71 0 0,1 0 1 0 0,-2 0-1 0 0,1-1 0 0 0,-1 0 1 0 0,0 0-1 0 0,-1-1 1 0 0,0 0-1 0 0,-1-1 0 0 0,-11 8 1 0 0,17-13-82 0 0,-1 0 0 0 0,1 1 0 0 0,-1-1-1 0 0,0-1 1 0 0,1 1 0 0 0,-1-1 0 0 0,0 0 0 0 0,0 0 0 0 0,0 0 0 0 0,-9 0 0 0 0,10-1-9 0 0,0-1 1 0 0,1 0-1 0 0,-1 1 1 0 0,1-1-1 0 0,-1 0 0 0 0,1-1 1 0 0,-1 1-1 0 0,1 0 1 0 0,-1-1-1 0 0,1 0 1 0 0,0 0-1 0 0,0 0 1 0 0,0 0-1 0 0,0-1 1 0 0,1 1-1 0 0,-4-4 1 0 0,1 0 37 0 0,1 0 1 0 0,-1 0-1 0 0,2-1 1 0 0,-1 1-1 0 0,1-1 1 0 0,0 0-1 0 0,0 0 1 0 0,1 0-1 0 0,0 0 1 0 0,-2-10-1 0 0,0-6 13 0 0,2 0 0 0 0,-1-24 0 0 0,3 24-69 0 0,1 0 1 0 0,1 0 0 0 0,1 0 0 0 0,9-32 0 0 0,-8 39-5 0 0,1 1 1 0 0,1 0-1 0 0,0 0 1 0 0,1 1-1 0 0,0 0 1 0 0,2 0-1 0 0,11-16 1 0 0,-14 24-29 0 0,-1 0 0 0 0,1 1 1 0 0,0 0-1 0 0,0 0 1 0 0,1 0-1 0 0,-1 1 0 0 0,14-7 1 0 0,-16 9-107 0 0,0 0-1 0 0,1 0 1 0 0,-1 0 0 0 0,1 1 0 0 0,-1 0 0 0 0,1 0 0 0 0,-1 0 0 0 0,1 0 0 0 0,0 1 0 0 0,0-1 0 0 0,-1 1-1 0 0,1 1 1 0 0,0-1 0 0 0,5 2 0 0 0,-3 1-5830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38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182 285 3225 0 0,'1'7'12721'0'0,"-4"-1"-12438"0"0,0 0 1 0 0,0 0-1 0 0,0 0 1 0 0,1 1-1 0 0,-3 11 0 0 0,1 21 171 0 0,2 1-1 0 0,1-1 1 0 0,6 50-1 0 0,0 23-173 0 0,-5-1-127 0 0,2 163 382 0 0,-3-119-236 0 0,-1-51-111 0 0,-4 130 722 0 0,1-103-525 0 0,-3 493 379 0 0,31-167-562 0 0,-8-232-141 0 0,-11-15-57 0 0,-28 245 0 0 0,23-129-4 0 0,5-218 0 0 0,-12 144 0 0 0,-16 387 40 0 0,-1-322-37 0 0,13-212-10 0 0,0 147 0 0 0,18 99-323 0 0,-10-261 318 0 0,1-65 12 0 0,2 1 0 0 0,0-1 0 0 0,2 0 0 0 0,0 0 1 0 0,10 46-1 0 0,-9-65 1 0 0,0 1 0 0 0,0-1 0 0 0,-1 1 1 0 0,0-1-1 0 0,-1 1 0 0 0,1 0 0 0 0,-1 0 0 0 0,-1 6 1 0 0,1-12-5 0 0,0-1 1 0 0,-1 1 0 0 0,1-1 0 0 0,0 1 0 0 0,0-1-1 0 0,0 0 1 0 0,0 1 0 0 0,-1-1 0 0 0,1 1 0 0 0,0-1-1 0 0,0 1 1 0 0,-1-1 0 0 0,1 0 0 0 0,0 1-1 0 0,0-1 1 0 0,-1 0 0 0 0,1 1 0 0 0,-1-1 0 0 0,1 0-1 0 0,0 0 1 0 0,-1 1 0 0 0,1-1 0 0 0,0 0 0 0 0,-1 0-1 0 0,1 0 1 0 0,-1 0 0 0 0,1 1 0 0 0,-1-1 0 0 0,1 0-1 0 0,-1 0 1 0 0,1 0 0 0 0,-1 0 0 0 0,1 0 0 0 0,0 0-1 0 0,-1 0 1 0 0,1 0 0 0 0,-1 0 0 0 0,1 0-1 0 0,-1 0 1 0 0,1-1 0 0 0,-1 1 0 0 0,-22-12-368 0 0,4 2-362 0 0,17 13 502 0 0,-1-1 0 0 0,1 0 0 0 0,-1 0 0 0 0,1 1 0 0 0,0 0 0 0 0,0-1 0 0 0,1 1 0 0 0,-1 0 0 0 0,-1 3 0 0 0,-11 15 444 0 0,5-11-96 0 0,9-10-38 0 0,0 1 1 0 0,0-1-1 0 0,-1 0 0 0 0,1 0 0 0 0,0 0 0 0 0,0 0 1 0 0,0 0-1 0 0,0 0 0 0 0,0 1 0 0 0,-1-1 0 0 0,1 0 1 0 0,0 0-1 0 0,0 0 0 0 0,0 1 0 0 0,0-1 0 0 0,0 0 0 0 0,0 0 1 0 0,0 0-1 0 0,0 1 0 0 0,0-1 0 0 0,0 0 0 0 0,0 0 1 0 0,0 0-1 0 0,0 1 0 0 0,0-1 0 0 0,0 0 0 0 0,0 0 1 0 0,0 0-1 0 0,0 1 0 0 0,0-1 0 0 0,0 0 0 0 0,0 0 0 0 0,0 0 1 0 0,0 1-1 0 0,0-1 0 0 0,0 0 0 0 0,0 0 0 0 0,1 0 1 0 0,-1 1-1 0 0,0-1 0 0 0,52-3 644 0 0,-26 0-473 0 0,179-8 406 0 0,-153 9-482 0 0,0 3 0 0 0,72 10-1 0 0,-70-7-171 0 0,0-2 0 0 0,54-6 0 0 0,48 1 43 0 0,-129 3-64 0 0,-8 1 6 0 0,0-1 0 0 0,-1 2 0 0 0,31 6-1 0 0,-24-3 18 0 0,0-1-1 0 0,0-1 1 0 0,1-2-1 0 0,32-1 1 0 0,32 1 4 0 0,-63 1-41 0 0,320 21-10 0 0,-127-24 113 0 0,35 3-140 0 0,152-8 133 0 0,-239-2-48 0 0,-31-3-18 0 0,-86 5 6 0 0,0 2 1 0 0,63 4-1 0 0,-24-3 281 0 0,-90 3-275 0 0,1 1-1 0 0,-1-1 0 0 0,1 0 0 0 0,-1 0 0 0 0,1 0 0 0 0,-1 0 0 0 0,1 0 0 0 0,-1-1 0 0 0,1 1 0 0 0,-1 0 0 0 0,1 0 0 0 0,-1 0 0 0 0,1 0 1 0 0,-1 0-1 0 0,1-1 0 0 0,-1 1 0 0 0,0 0 0 0 0,1 0 0 0 0,-1-1 0 0 0,1 1 0 0 0,-1 0 0 0 0,0-1 0 0 0,1 1 0 0 0,-1 0 0 0 0,1-2 0 0 0,-1-12 381 0 0,0 2-282 0 0,-3-102-97 0 0,-13-78-11 0 0,0 42 0 0 0,16 9-69 0 0,-2-29-22 0 0,-5-90-15 0 0,-1-13-23 0 0,-13-210-44 0 0,19 409 164 0 0,-6-35 6 0 0,-40-198 0 0 0,24 179 1 0 0,14 45-60 0 0,4 1 0 0 0,5-95-1 0 0,0 46 6 0 0,-17-216-121 0 0,13 260 160 0 0,-1-165 18 0 0,0-8 0 0 0,-5 114-3 0 0,-16-502-47 0 0,25 459 35 0 0,-32-222 1 0 0,2-29 54 0 0,29 371-38 0 0,-1-249-74 0 0,6 264 77 0 0,4-142 192 0 0,-8 181-577 0 0,2 15 354 0 0,0-1 0 0 0,0 1-1 0 0,0-1 1 0 0,0 1 0 0 0,0-1 0 0 0,-1 1 0 0 0,1-1-1 0 0,0 1 1 0 0,0-1 0 0 0,0 1 0 0 0,-1-1 0 0 0,1 1-1 0 0,0-1 1 0 0,-1 1 0 0 0,1 0 0 0 0,0-1-1 0 0,-1 1 1 0 0,1-1 0 0 0,0 1 0 0 0,-1 0 0 0 0,1-1-1 0 0,-1 1 1 0 0,1 0 0 0 0,-1 0 0 0 0,1-1 0 0 0,-1 1-1 0 0,0 0 1 0 0,-36 4 189 0 0,0-2 0 0 0,-46-3-1 0 0,13-2-139 0 0,-33-2 18 0 0,-363-29 616 0 0,361 28-594 0 0,-208 8 321 0 0,56 2 150 0 0,-135 10-575 0 0,350-11 3 0 0,-340 13 72 0 0,332-14-17 0 0,1-3 1 0 0,-1-1-1 0 0,0-3 1 0 0,-58-13 0 0 0,67 6-107 0 0,32 9 53 0 0,0 0 1 0 0,0 1-1 0 0,0 0 1 0 0,0 0 0 0 0,-13 0-1 0 0,10 6-278 0 0,11-4 295 0 0,0 0 16 0 0,0 0 0 0 0,0 0 0 0 0,0 0 0 0 0,0 0-1 0 0,0 0 1 0 0,0 0 0 0 0,1 0 0 0 0,-1 1 0 0 0,0-1-1 0 0,0 0 1 0 0,0 0 0 0 0,0 1 0 0 0,1-1 0 0 0,-1 1 0 0 0,0-1-1 0 0,0 1 1 0 0,1-1 0 0 0,-1 1 0 0 0,0-1 0 0 0,1 1-1 0 0,-1 0 1 0 0,0-1 0 0 0,1 1 0 0 0,-1 0 0 0 0,1-1 0 0 0,-1 1-1 0 0,1 0 1 0 0,0 0 0 0 0,-1 0 0 0 0,1-1 0 0 0,0 1-1 0 0,-1 0 1 0 0,1 0 0 0 0,0 0 0 0 0,0 0 0 0 0,0 0 0 0 0,0-1-1 0 0,0 1 1 0 0,0 0 0 0 0,0 0 0 0 0,0 0 0 0 0,0 0 0 0 0,0 0-1 0 0,1 1 1 0 0,26 124-15 0 0,-2-4 21 0 0,-14-78-143 0 0,9 76 0 0 0,-19-93-392 0 0,-1 0 0 0 0,-5 42 0 0 0,2-42-568 0 0,3-24 408 0 0,0-1 0 0 0,-1 1 0 0 0,1 0 0 0 0,0-1 0 0 0,1 1 0 0 0,-1 0 0 0 0,0-1 0 0 0,2 4 0 0 0,0-1-1386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39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13907 0 0,'-2'3'149'0'0,"1"1"1"0"0,0 0-1 0 0,0 0 0 0 0,0 0 1 0 0,1 0-1 0 0,-1 0 0 0 0,1-1 1 0 0,0 1-1 0 0,0 0 0 0 0,0 0 1 0 0,1 0-1 0 0,1 7 0 0 0,0 9 118 0 0,38 347 4868 0 0,-39-361-5110 0 0,-1 0 0 0 0,1-1 1 0 0,-1 1-1 0 0,-1 0 0 0 0,1-1 1 0 0,-1 1-1 0 0,0-1 0 0 0,0 1 0 0 0,-2 5 1 0 0,-7 14-2514 0 0,8-19-4388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40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11979 0 0,'11'2'4870'0'0,"26"5"-3917"0"0,63 10-235 0 0,-70-13-469 0 0,0 1 0 0 0,0 1 0 0 0,50 17 0 0 0,-78-22-217 0 0,1 0 0 0 0,-1 0 0 0 0,1 1 1 0 0,-1-1-1 0 0,1 0 0 0 0,-1 1 0 0 0,0 0 0 0 0,0-1 0 0 0,0 1 0 0 0,0 0 0 0 0,0 0 0 0 0,0 0 0 0 0,0 1 0 0 0,-1-1 1 0 0,1 0-1 0 0,-1 1 0 0 0,1-1 0 0 0,-1 1 0 0 0,2 4 0 0 0,-2-2-3 0 0,-1-1 1 0 0,1 0-1 0 0,-1 1 0 0 0,0-1 1 0 0,0 0-1 0 0,-1 1 0 0 0,1-1 0 0 0,-1 0 1 0 0,0 1-1 0 0,0-1 0 0 0,-2 6 1 0 0,-5 8 12 0 0,-1 0 0 0 0,0-1 0 0 0,-1 0 0 0 0,-18 22 0 0 0,19-26 215 0 0,0 0 0 0 0,-2 0 0 0 0,1-1 0 0 0,-2-1 0 0 0,-18 16 0 0 0,25-24 108 0 0,1 0-1 0 0,0 0 1 0 0,0 1 0 0 0,0-1-1 0 0,0 1 1 0 0,-3 4 0 0 0,39-14 1050 0 0,-9 1-1410 0 0,0-2 1 0 0,0 0-1 0 0,39-20 1 0 0,59-40-2086 0 0,-87 47 423 0 0,-17 11-407 0 0,1 1-87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40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1 367 10138 0 0,'9'-4'6045'0'0,"34"-19"-4650"0"0,-15 2-714 0 0,0-1-1 0 0,-1-2 1 0 0,-2 0-1 0 0,0-2 0 0 0,38-51 1 0 0,-58 70-512 0 0,-1 1 1 0 0,0 0-1 0 0,-1-1 0 0 0,0 0 1 0 0,0 0-1 0 0,0 0 1 0 0,-1 0-1 0 0,0-1 1 0 0,0 1-1 0 0,1-14 1 0 0,-3 19-140 0 0,0 0 1 0 0,1 0-1 0 0,-1 0 1 0 0,0 0-1 0 0,-1 0 1 0 0,1-1-1 0 0,0 1 1 0 0,-1 0 0 0 0,1 0-1 0 0,-1 0 1 0 0,1 0-1 0 0,-1 0 1 0 0,0 1-1 0 0,0-1 1 0 0,0 0 0 0 0,0 0-1 0 0,0 0 1 0 0,0 1-1 0 0,-1-1 1 0 0,1 0-1 0 0,-1 1 1 0 0,1 0-1 0 0,-1-1 1 0 0,1 1 0 0 0,-1 0-1 0 0,0 0 1 0 0,1-1-1 0 0,-1 1 1 0 0,0 1-1 0 0,0-1 1 0 0,0 0 0 0 0,0 0-1 0 0,0 1 1 0 0,0-1-1 0 0,0 1 1 0 0,0 0-1 0 0,0-1 1 0 0,0 1 0 0 0,0 0-1 0 0,0 0 1 0 0,0 0-1 0 0,-1 1 1 0 0,-1-1-1 0 0,-2 1-29 0 0,0 0 1 0 0,0 0-1 0 0,0 1 0 0 0,0 0 0 0 0,0 0 0 0 0,0 0 0 0 0,0 1 0 0 0,1-1 1 0 0,-1 1-1 0 0,1 1 0 0 0,0-1 0 0 0,0 1 0 0 0,0 0 0 0 0,0 0 0 0 0,1 1 1 0 0,0-1-1 0 0,0 1 0 0 0,0 0 0 0 0,0 0 0 0 0,1 0 0 0 0,-1 0 0 0 0,1 1 1 0 0,1-1-1 0 0,-1 1 0 0 0,1 0 0 0 0,0 0 0 0 0,0 0 0 0 0,1 0 0 0 0,0 0 1 0 0,0 0-1 0 0,0 1 0 0 0,1-1 0 0 0,0 0 0 0 0,0 0 0 0 0,1 1 0 0 0,-1-1 1 0 0,1 0-1 0 0,1 0 0 0 0,-1 0 0 0 0,1 0 0 0 0,3 8 0 0 0,3 0-34 0 0,0 0-1 0 0,0-1 1 0 0,2 0-1 0 0,0-1 1 0 0,16 17-1 0 0,62 51-9 0 0,-84-77 31 0 0,37 29 347 0 0,-25-21-247 0 0,0 1 0 0 0,14 15 0 0 0,-25-22-220 0 0,-1 1-1 0 0,0-1 0 0 0,0 1 0 0 0,0-1 1 0 0,0 1-1 0 0,-1 0 0 0 0,0 1 1 0 0,0-1-1 0 0,3 12 0 0 0,-5-14 212 0 0,0 0 0 0 0,0 0 0 0 0,0 0 1 0 0,-1 1-1 0 0,0-1 0 0 0,0 0 0 0 0,0 0 0 0 0,0 0 0 0 0,0 1 0 0 0,-3 7 0 0 0,2-10-50 0 0,0 0-1 0 0,0 1 0 0 0,0-1 0 0 0,0 0 1 0 0,-1 0-1 0 0,1 0 0 0 0,-1 1 1 0 0,1-2-1 0 0,-1 1 0 0 0,0 0 1 0 0,0 0-1 0 0,0 0 0 0 0,0-1 1 0 0,0 1-1 0 0,0-1 0 0 0,0 0 1 0 0,0 1-1 0 0,-1-1 0 0 0,-2 1 0 0 0,-6 2 3 0 0,-1 0 0 0 0,1-1 0 0 0,-1-1-1 0 0,1 1 1 0 0,-1-2 0 0 0,0 0 0 0 0,0 0 0 0 0,0-1-1 0 0,0 0 1 0 0,1-1 0 0 0,-1-1 0 0 0,0 0-1 0 0,1 0 1 0 0,-1-1 0 0 0,1-1 0 0 0,0 0-1 0 0,-1 0 1 0 0,2-1 0 0 0,-1 0 0 0 0,1-1 0 0 0,0-1-1 0 0,0 1 1 0 0,0-1 0 0 0,1-1 0 0 0,1 0-1 0 0,-1 0 1 0 0,-10-14 0 0 0,18 20 6 0 0,-1 1 0 0 0,1-1-1 0 0,0 0 1 0 0,-1 0 0 0 0,1-1 0 0 0,0 1 0 0 0,0 0-1 0 0,1 0 1 0 0,-1 0 0 0 0,0-1 0 0 0,1 1 0 0 0,-1 0-1 0 0,1-1 1 0 0,0 1 0 0 0,0 0 0 0 0,0-1 0 0 0,0 1-1 0 0,1-5 1 0 0,0 4-18 0 0,0-1-1 0 0,0 1 1 0 0,1-1-1 0 0,-1 1 0 0 0,1 0 1 0 0,0 0-1 0 0,0 0 1 0 0,0 0-1 0 0,1 0 1 0 0,-1 0-1 0 0,3-2 1 0 0,7-5-50 0 0,-1 1 0 0 0,1 0 0 0 0,1 1 1 0 0,25-13-1 0 0,16-8 62 0 0,43-19-253 0 0,-67 32-143 0 0,-21 7-4507 0 0,-9 7 3050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41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1 15411 0 0,'-1'0'94'0'0,"0"0"-1"0"0,0 0 1 0 0,0 0-1 0 0,0 0 1 0 0,-1 0 0 0 0,1 0-1 0 0,0 1 1 0 0,1-1-1 0 0,-1 0 1 0 0,0 1-1 0 0,0-1 1 0 0,0 1-1 0 0,0-1 1 0 0,0 1-1 0 0,0-1 1 0 0,0 1-1 0 0,1 0 1 0 0,-1-1 0 0 0,0 1-1 0 0,0 0 1 0 0,1 0-1 0 0,-1-1 1 0 0,1 1-1 0 0,-1 0 1 0 0,1 0-1 0 0,-1 0 1 0 0,1 0-1 0 0,-1 1 1 0 0,-17 37 866 0 0,13-27-729 0 0,-11 23 262 0 0,-25 62 519 0 0,36-82-829 0 0,0-1 0 0 0,1 1 0 0 0,1 0 0 0 0,-3 27 0 0 0,6-39-168 0 0,0 1 0 0 0,0 0 1 0 0,0 0-1 0 0,1-1 0 0 0,-1 1 0 0 0,1 0 0 0 0,0-1 0 0 0,0 1 0 0 0,0-1 0 0 0,0 1 0 0 0,1-1 0 0 0,0 1 0 0 0,-1-1 0 0 0,1 0 1 0 0,4 5-1 0 0,-3-4 24 0 0,1-1 0 0 0,0 1 0 0 0,0-1 1 0 0,0 0-1 0 0,0 0 0 0 0,1 0 0 0 0,-1-1 0 0 0,1 1 1 0 0,-1-1-1 0 0,7 2 0 0 0,10 1 116 0 0,1 0 0 0 0,-1-1-1 0 0,1-1 1 0 0,30-1 0 0 0,-20 0-100 0 0,-18-1-43 0 0,-9-1 3 0 0,1 0 0 0 0,0 0 1 0 0,0 1-1 0 0,0 0 0 0 0,-1 0 1 0 0,1 0-1 0 0,0 1 1 0 0,-1 0-1 0 0,10 4 0 0 0,-14-5-2 0 0,0 1-1 0 0,0-1 1 0 0,0 0-1 0 0,0 0 1 0 0,0 1-1 0 0,0-1 0 0 0,-1 1 1 0 0,1-1-1 0 0,0 1 1 0 0,-1-1-1 0 0,1 1 1 0 0,-1-1-1 0 0,0 1 0 0 0,1-1 1 0 0,-1 1-1 0 0,0-1 1 0 0,0 1-1 0 0,0 0 1 0 0,0-1-1 0 0,0 1 1 0 0,0-1-1 0 0,-1 1 0 0 0,1 0 1 0 0,0-1-1 0 0,-1 1 1 0 0,1-1-1 0 0,-1 1 1 0 0,-1 1-1 0 0,-2 7 62 0 0,0-1 0 0 0,-1 0-1 0 0,-5 8 1 0 0,9-16-74 0 0,-8 11-173 0 0,0-1-1 0 0,-1 0 0 0 0,-1-1 0 0 0,0 1 1 0 0,0-2-1 0 0,-1 0 0 0 0,0 0 0 0 0,0-1 0 0 0,-1-1 1 0 0,0 0-1 0 0,-1-1 0 0 0,-24 8 0 0 0,32-12-261 0 0,-1 0 1 0 0,1-1-1 0 0,-1 1 0 0 0,0-2 0 0 0,1 1 0 0 0,-1-1 0 0 0,0 0 0 0 0,0 0 0 0 0,-9-2 0 0 0,-6-6-1820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42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 11002 0 0,'1'-2'234'0'0,"0"-1"-1"0"0,0 1 0 0 0,1-1 0 0 0,-1 1 0 0 0,0 0 0 0 0,1 0 0 0 0,0 0 1 0 0,-1 0-1 0 0,5-4 0 0 0,-5 6-51 0 0,1-1-1 0 0,-1 0 1 0 0,0 1-1 0 0,1-1 1 0 0,0 1-1 0 0,-1-1 1 0 0,1 1-1 0 0,-1 0 1 0 0,1 0 0 0 0,-1 0-1 0 0,1 0 1 0 0,0 0-1 0 0,-1 0 1 0 0,1 0-1 0 0,-1 0 1 0 0,1 1 0 0 0,2 0-1 0 0,-3-1-150 0 0,151 28 3565 0 0,-135-26-3986 0 0,1-1 0 0 0,0 0 0 0 0,0-2 0 0 0,-1 0 0 0 0,1 0 1 0 0,27-8-1 0 0,-32 5-3986 0 0,-1 0-1282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42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12 365 9298 0 0,'-4'23'747'0'0,"1"0"0"0"0,0 1 1 0 0,2 31-1 0 0,1-45-486 0 0,1 0-1 0 0,0 1 1 0 0,0-1 0 0 0,2 0 0 0 0,-1 0-1 0 0,1 0 1 0 0,0-1 0 0 0,1 1 0 0 0,0-1-1 0 0,7 11 1 0 0,-10-18-154 0 0,1 1 0 0 0,0 0-1 0 0,0-1 1 0 0,0 1 0 0 0,1-1 0 0 0,-1 1-1 0 0,1-1 1 0 0,-1 0 0 0 0,1 0 0 0 0,-1 0-1 0 0,1-1 1 0 0,0 1 0 0 0,0 0 0 0 0,0-1-1 0 0,0 0 1 0 0,0 0 0 0 0,0 0 0 0 0,4 1-1 0 0,-2-2 45 0 0,0 0 0 0 0,-1 0 0 0 0,1 0-1 0 0,0 0 1 0 0,-1-1 0 0 0,1 0 0 0 0,0 0-1 0 0,-1 0 1 0 0,1 0 0 0 0,-1-1 0 0 0,7-3-1 0 0,0 0 131 0 0,-1-2-1 0 0,0 1 1 0 0,0-1-1 0 0,-1-1 0 0 0,0 1 1 0 0,0-2-1 0 0,0 1 1 0 0,-1-1-1 0 0,7-11 1 0 0,-9 12-50 0 0,-1-1 1 0 0,0 0-1 0 0,-1 0 1 0 0,1 0-1 0 0,-2-1 1 0 0,0 1 0 0 0,0-1-1 0 0,0 0 1 0 0,-1 0-1 0 0,1-19 1 0 0,-3 21-103 0 0,0 0 0 0 0,0 1 1 0 0,-1-1-1 0 0,0 1 0 0 0,-1-1 0 0 0,1 1 1 0 0,-2 0-1 0 0,1 0 0 0 0,-1 0 1 0 0,0 0-1 0 0,0 0 0 0 0,-1 0 0 0 0,1 1 1 0 0,-2-1-1 0 0,-5-6 0 0 0,7 10-86 0 0,-1-1 0 0 0,1 1 0 0 0,-1 0 0 0 0,0 0 0 0 0,0 0 0 0 0,0 1 0 0 0,0-1 0 0 0,-1 1 0 0 0,1 0 0 0 0,-1 0 0 0 0,1 1 0 0 0,-1-1 0 0 0,-8 0 0 0 0,11 1-103 0 0,0 1 0 0 0,0 0 0 0 0,0 0 0 0 0,1 0 0 0 0,-1 0 0 0 0,0 0-1 0 0,0 0 1 0 0,0 0 0 0 0,1 1 0 0 0,-1-1 0 0 0,0 1 0 0 0,0-1 0 0 0,1 1 0 0 0,-1 0-1 0 0,0 0 1 0 0,1-1 0 0 0,-1 1 0 0 0,1 0 0 0 0,-1 1 0 0 0,1-1 0 0 0,-1 0 0 0 0,1 0-1 0 0,0 1 1 0 0,0-1 0 0 0,-1 0 0 0 0,1 1 0 0 0,0-1 0 0 0,0 1 0 0 0,1 0-1 0 0,-1-1 1 0 0,0 1 0 0 0,0 0 0 0 0,1-1 0 0 0,-1 1 0 0 0,1 0 0 0 0,0 0 0 0 0,-1 0-1 0 0,1 3 1 0 0,0 8-1573 0 0,2 3-78 0 0</inkml:trace>
  <inkml:trace contextRef="#ctx0" brushRef="#br0" timeOffset="1">588 1 9218 0 0,'-3'4'540'0'0,"0"1"1"0"0,1 0-1 0 0,0 0 0 0 0,-1 0 1 0 0,1 0-1 0 0,1 0 0 0 0,-1 0 1 0 0,1 1-1 0 0,0-1 0 0 0,0 0 1 0 0,1 1-1 0 0,-1-1 0 0 0,1 8 1 0 0,-2 12 325 0 0,-68 492 2626 0 0,51-406-3474 0 0,8-52-1031 0 0,10-58 855 0 0,1 0 0 0 0,0 0 0 0 0,0 0 0 0 0,0 0-1 0 0,0 0 1 0 0,0 0 0 0 0,0 0 0 0 0,0 0 0 0 0,0 0 0 0 0,0 0 0 0 0,0 0 0 0 0,1 0 0 0 0,-1 0 0 0 0,0 0 0 0 0,1 0 0 0 0,-1 0 0 0 0,1 1 0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42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6 6913 0 0,'6'-4'568'0'0,"2"3"4956"0"0,-8 5-765 0 0,-8 5-3859 0 0,-126 87 1751 0 0,18-14-649 0 0,110-78-1777 0 0,0 1 0 0 0,0 0 0 0 0,1 0 0 0 0,0 1 1 0 0,0-1-1 0 0,0 1 0 0 0,1 1 0 0 0,0-1 0 0 0,-6 11 0 0 0,9-14-175 0 0,0-1 0 0 0,0 1 0 0 0,1-1 0 0 0,-1 1-1 0 0,1-1 1 0 0,-1 1 0 0 0,1-1 0 0 0,0 1 0 0 0,0-1 0 0 0,0 1 0 0 0,0-1 0 0 0,0 1-1 0 0,1-1 1 0 0,-1 1 0 0 0,1-1 0 0 0,0 1 0 0 0,-1-1 0 0 0,1 1 0 0 0,0-1-1 0 0,1 0 1 0 0,-1 1 0 0 0,0-1 0 0 0,1 0 0 0 0,-1 0 0 0 0,1 0 0 0 0,-1 0 0 0 0,1 0-1 0 0,0 0 1 0 0,0-1 0 0 0,0 1 0 0 0,0-1 0 0 0,3 2 0 0 0,3 3-42 0 0,1-2 0 0 0,0 1 1 0 0,0-1-1 0 0,0-1 1 0 0,1 0-1 0 0,-1 0 0 0 0,1 0 1 0 0,15 1-1 0 0,83 2 58 0 0,-88-5-63 0 0,179-7 189 0 0,-187 7 538 0 0,-18 0-2368 0 0,-7 1-7531 0 0,-9 0 1634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46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63 5065 0 0,'-2'2'5773'0'0,"4"-3"-5499"0"0,1 1 0 0 0,-1-1 0 0 0,0 0 0 0 0,1 0 0 0 0,-1 0 1 0 0,0 0-1 0 0,0 0 0 0 0,0-1 0 0 0,0 1 0 0 0,0 0 0 0 0,3-4 0 0 0,8-4 780 0 0,18-5 2337 0 0,-22 12-3237 0 0,0 1 0 0 0,1 0 0 0 0,15 1 0 0 0,166 10 30 0 0,-131-6 24 0 0,-34-3-206 0 0,1-2 0 0 0,29-4 0 0 0,30-1-16 0 0,60-1 14 0 0,-87 3 0 0 0,-1 2 0 0 0,72 7 0 0 0,-70-1 1 0 0,0-3 1 0 0,67-8-1 0 0,-89 5 6 0 0,194 5 186 0 0,-160 1-165 0 0,87 0-2 0 0,107 7 28 0 0,-189-8-24 0 0,-1-3 0 0 0,77-10-1 0 0,55-1 42 0 0,0 14 289 0 0,-202-3-339 0 0,-1 1 33 0 0,-1-1 0 0 0,1 0 0 0 0,-1-1 0 0 0,0 1-1 0 0,9-3 1 0 0,-12 3-431 0 0,-2-1 1093 0 0,-22-14-13281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48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1 151 6913 0 0,'0'0'529'0'0,"2"0"-90"0"0,1-1 0 0 0,-1 1 1 0 0,0-1-1 0 0,0 0 0 0 0,0 0 0 0 0,0 0 1 0 0,0 0-1 0 0,1 0 0 0 0,-2 0 1 0 0,1 0-1 0 0,0 0 0 0 0,0-1 1 0 0,3-2-1 0 0,-3 2-42 0 0,0 0-1 0 0,0 0 1 0 0,0 1-1 0 0,1-1 1 0 0,-1 1 0 0 0,1-1-1 0 0,-1 1 1 0 0,1 0-1 0 0,0 0 1 0 0,3-1-1 0 0,67-5-8 0 0,0 4 0 0 0,108 9 0 0 0,-93-2-230 0 0,-50-5-64 0 0,0-1-1 0 0,0-2 1 0 0,38-9-1 0 0,-10 2-83 0 0,-25 8 29 0 0,0 1-1 0 0,0 2 0 0 0,74 10 1 0 0,-61-4 12 0 0,74-2 0 0 0,-30-12-51 0 0,33-1 0 0 0,326-8 0 0 0,-135 6 0 0 0,-300 11 0 0 0,333-15 0 0 0,-141-4 0 0 0,-159 14 0 0 0,-30 3 38 0 0,-16 0-7 0 0,0 1 0 0 0,0 0 0 0 0,1 1 1 0 0,-1 0-1 0 0,0 0 0 0 0,18 4 0 0 0,-25-3-20 0 0,-38-12-3016 0 0,24 6 1910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49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1 195 6681 0 0,'0'0'601'0'0,"0"0"-493"0"0,0-1 8 0 0,8-6 8839 0 0,56-2-8071 0 0,-30 4-656 0 0,-1 0-1 0 0,53 2 1 0 0,-3 6-163 0 0,0-4 1 0 0,109-15-1 0 0,107 0 52 0 0,2-2-126 0 0,148-25 9 0 0,-307 31 0 0 0,190 7 0 0 0,-200 6 0 0 0,-96-3 203 0 0,51-8 1 0 0,12-2-307 0 0,-24 12 234 0 0,-52 1-104 0 0,1-1 0 0 0,0-1 0 0 0,-1-2 0 0 0,26-5 1 0 0,-21 2 129 0 0,0 1 0 0 0,0 1 1 0 0,52 0-1 0 0,-52 2-139 0 0,-22 1-26 0 0,1 1 1 0 0,0-1 0 0 0,0 1 0 0 0,-1 0 0 0 0,10 2 0 0 0,-15-2 426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50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5065 0 0,'7'136'10887'0'0,"-1"-78"-10363"0"0,3-1 0 0 0,2 0 1 0 0,29 85-1 0 0,-4-59-1223 0 0,-37-90-1917 0 0,-1 0 741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51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37 9794 0 0,'-5'-9'3042'0'0,"10"10"1225"0"0,7 2-4406 0 0,5-2 400 0 0,-1-1 0 0 0,0-1 0 0 0,1 0 0 0 0,-1-1 0 0 0,0-1 0 0 0,20-6 0 0 0,-13 4 45 0 0,39-5 1 0 0,-61 9-296 0 0,1 1-1 0 0,0 0 0 0 0,0 0 1 0 0,-1 0-1 0 0,1 0 0 0 0,0 0 1 0 0,-1 0-1 0 0,1 0 1 0 0,0 0-1 0 0,0 1 0 0 0,-1-1 1 0 0,1 1-1 0 0,-1-1 1 0 0,1 1-1 0 0,0 0 0 0 0,-1 0 1 0 0,1-1-1 0 0,-1 1 1 0 0,0 0-1 0 0,1 0 0 0 0,-1 1 1 0 0,0-1-1 0 0,1 0 0 0 0,-1 0 1 0 0,0 1-1 0 0,0-1 1 0 0,0 0-1 0 0,1 4 0 0 0,-1-3 9 0 0,0 1-1 0 0,-1 0 0 0 0,0 0 0 0 0,1 0 0 0 0,-1 0 0 0 0,0 0 0 0 0,-1-1 0 0 0,1 1 1 0 0,0 0-1 0 0,-1 0 0 0 0,1 0 0 0 0,-1-1 0 0 0,0 1 0 0 0,0 0 0 0 0,0-1 0 0 0,-3 6 1 0 0,-78 126 822 0 0,20-37-877 0 0,56-84 72 0 0,5-5-1378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51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16 232 10226 0 0,'-3'5'446'0'0,"2"0"-1"0"0,-1 0 1 0 0,1 0 0 0 0,0 0-1 0 0,0 0 1 0 0,0 0 0 0 0,0 0-1 0 0,1 0 1 0 0,0 8-1 0 0,0-1 60 0 0,-2 0-181 0 0,2-10-426 0 0,-1 1 0 0 0,1 0-1 0 0,-1-1 1 0 0,1 1 0 0 0,0-1 0 0 0,0 1-1 0 0,0 0 1 0 0,0-1 0 0 0,1 1-1 0 0,-1-1 1 0 0,1 1 0 0 0,-1-1-1 0 0,2 3 1 0 0</inkml:trace>
  <inkml:trace contextRef="#ctx0" brushRef="#br0" timeOffset="1">42 0 5065 0 0,'-4'3'224'0'0,"2"-1"48"0"0,1 1-272 0 0,-1-1 0 0 0,2 1 0 0 0,-1 0 0 0 0,1 0 1376 0 0,1 5 217 0 0,2 2 39 0 0,0 4-4128 0 0,3 2-825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51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 6913 0 0,'9'-6'7297'0'0,"12"-8"-6088"0"0,-11 5-465 0 0,0 0-1 0 0,23-13 1 0 0,-30 20-638 0 0,1 0 0 0 0,-1 0 0 0 0,1 1 0 0 0,0-1 1 0 0,-1 1-1 0 0,1-1 0 0 0,0 1 0 0 0,0 0 1 0 0,0 1-1 0 0,0-1 0 0 0,0 1 0 0 0,-1 0 0 0 0,1-1 1 0 0,6 2-1 0 0,-9 0-90 0 0,0-1 1 0 0,-1 0 0 0 0,1 1-1 0 0,0-1 1 0 0,-1 1 0 0 0,1-1-1 0 0,-1 1 1 0 0,1-1 0 0 0,-1 1-1 0 0,1 0 1 0 0,-1-1 0 0 0,0 1 0 0 0,1 0-1 0 0,-1-1 1 0 0,0 1 0 0 0,1 0-1 0 0,-1-1 1 0 0,0 1 0 0 0,0 0-1 0 0,0 0 1 0 0,0-1 0 0 0,1 1-1 0 0,-1 0 1 0 0,0 0 0 0 0,0-1-1 0 0,-1 1 1 0 0,1 0 0 0 0,0 0-1 0 0,0-1 1 0 0,0 1 0 0 0,0 0-1 0 0,-1 0 1 0 0,1-1 0 0 0,0 1-1 0 0,-1 1 1 0 0,-12 31 285 0 0,11-28-203 0 0,-60 109 1966 0 0,59-109-1936 0 0,1 0 1 0 0,0 0 0 0 0,1 0-1 0 0,-1 0 1 0 0,1 0-1 0 0,0 0 1 0 0,0 0-1 0 0,0 8 1 0 0,1-12-107 0 0,0 0 0 0 0,0 0 0 0 0,0 1 0 0 0,0-1 0 0 0,0 0 0 0 0,1 0 0 0 0,-1 0 0 0 0,0 0 0 0 0,1 0 0 0 0,-1 0 0 0 0,1 1 0 0 0,-1-1-1 0 0,1 0 1 0 0,0 0 0 0 0,-1 0 0 0 0,1-1 0 0 0,0 1 0 0 0,0 0 0 0 0,0 0 0 0 0,-1 0 0 0 0,1 0 0 0 0,0-1 0 0 0,0 1 0 0 0,0-1 0 0 0,0 1 0 0 0,0 0 0 0 0,1-1 0 0 0,-1 0 0 0 0,0 1 0 0 0,0-1 0 0 0,0 0 0 0 0,0 1 0 0 0,0-1 0 0 0,1 0 0 0 0,-1 0 0 0 0,0 0 0 0 0,0 0 0 0 0,0 0-1 0 0,0 0 1 0 0,1 0 0 0 0,-1-1 0 0 0,0 1 0 0 0,1-1 0 0 0,5 0-320 0 0,-1-1 0 0 0,0 1 0 0 0,0-2 0 0 0,0 1 0 0 0,-1-1 0 0 0,1 1 0 0 0,0-2 0 0 0,-1 1 0 0 0,9-7 0 0 0,-1-2-1743 0 0,1 1-1 0 0,13-18 1 0 0,-16 15-4600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52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98 6913 0 0,'-11'5'1440'0'0,"-4"8"4967"0"0,14-11-5954 0 0,1-1-1 0 0,-1 0 0 0 0,0 0 1 0 0,1 0-1 0 0,-1 1 0 0 0,1-1 1 0 0,-1 0-1 0 0,1 1 0 0 0,0-1 0 0 0,0 0 1 0 0,-1 3-1 0 0,5 9-756 0 0,-3-12 359 0 0,0 0-1 0 0,0 0 1 0 0,1 0 0 0 0,-1-1-1 0 0,0 1 1 0 0,1 0-1 0 0,-1 0 1 0 0,1-1-1 0 0,-1 1 1 0 0,1-1 0 0 0,-1 1-1 0 0,1-1 1 0 0,-1 0-1 0 0,1 1 1 0 0,-1-1-1 0 0,1 0 1 0 0,0 0-1 0 0,1 0 1 0 0,30-3 245 0 0,-15-1-158 0 0,-1-1 0 0 0,19-8 0 0 0,-24 8-99 0 0,0 1 1 0 0,1 0 0 0 0,-1 0 0 0 0,1 2 0 0 0,0-1 0 0 0,14 0 0 0 0,-25 3-35 0 0,1 0-1 0 0,0 1 1 0 0,0-1-1 0 0,0 0 1 0 0,-1 1-1 0 0,1 0 1 0 0,0 0-1 0 0,0 0 1 0 0,-1 0-1 0 0,4 2 1 0 0,-5-3-8 0 0,-1 0 0 0 0,1 1 0 0 0,0-1 0 0 0,-1 1 0 0 0,1-1 0 0 0,-1 1 0 0 0,1 0 1 0 0,-1-1-1 0 0,1 1 0 0 0,-1 0 0 0 0,1-1 0 0 0,-1 1 0 0 0,0 0 0 0 0,1 0 0 0 0,-1-1 1 0 0,0 1-1 0 0,0 0 0 0 0,0 0 0 0 0,1-1 0 0 0,-1 1 0 0 0,0 0 0 0 0,0 0 0 0 0,0 0 1 0 0,0-1-1 0 0,0 1 0 0 0,0 0 0 0 0,0 0 0 0 0,-1 0 0 0 0,1-1 0 0 0,0 1 1 0 0,0 0-1 0 0,-1 0 0 0 0,1-1 0 0 0,0 1 0 0 0,-1 0 0 0 0,1-1 0 0 0,-1 1 0 0 0,1 0 1 0 0,-2 0-1 0 0,-16 24 341 0 0,-1-1 0 0 0,-1-1 0 0 0,-32 27 0 0 0,46-44-170 0 0,-1 0 1 0 0,2 0-1 0 0,-1 0 1 0 0,0 1-1 0 0,1 0 1 0 0,0 0-1 0 0,1 1 1 0 0,-5 10-1 0 0,9-17-175 0 0,0-1 0 0 0,0 1 0 0 0,0 0 0 0 0,0 0-1 0 0,0-1 1 0 0,0 1 0 0 0,0 0 0 0 0,0-1 0 0 0,0 1 0 0 0,1 0-1 0 0,-1 0 1 0 0,0-1 0 0 0,0 1 0 0 0,1-1 0 0 0,-1 1 0 0 0,1 0-1 0 0,-1-1 1 0 0,1 1 0 0 0,-1-1 0 0 0,1 1 0 0 0,-1-1-1 0 0,1 1 1 0 0,-1-1 0 0 0,1 1 0 0 0,-1-1 0 0 0,1 1 0 0 0,0-1-1 0 0,-1 0 1 0 0,2 1 0 0 0,20 6-414 0 0,-11-7 6 0 0,-1-2 1 0 0,1 1-1 0 0,-1-1 0 0 0,0 0 0 0 0,0-1 1 0 0,13-6-1 0 0,56-28-3331 0 0,-60 24 2184 0 0,0-1 1 0 0,0 0-1 0 0,-1-2 1 0 0,25-27-1 0 0,-5 5-376 0 0,-22 23 1243 0 0,28-28 1165 0 0,-40 38 146 0 0,-1 0-1 0 0,1 1 0 0 0,0-2 1 0 0,-1 1-1 0 0,0 0 0 0 0,-1-1 1 0 0,4-8-1 0 0,-5 12-412 0 0,-1 0-1 0 0,1 0 1 0 0,-1 1-1 0 0,1-1 0 0 0,-1 0 1 0 0,0 0-1 0 0,0 0 1 0 0,0 1-1 0 0,0-1 1 0 0,0 0-1 0 0,-1 0 1 0 0,1 0-1 0 0,0 1 1 0 0,-1-1-1 0 0,0 0 1 0 0,1 0-1 0 0,-1 1 1 0 0,0-1-1 0 0,0 0 1 0 0,1 1-1 0 0,-2-1 1 0 0,1 1-1 0 0,0-1 1 0 0,0 1-1 0 0,0 0 1 0 0,0-1-1 0 0,-1 1 1 0 0,1 0-1 0 0,-1 0 0 0 0,1 0 1 0 0,-1 0-1 0 0,1 0 1 0 0,-1 0-1 0 0,0 1 1 0 0,1-1-1 0 0,-1 0 1 0 0,0 1-1 0 0,0-1 1 0 0,1 1-1 0 0,-4-1 1 0 0,-1 0 18 0 0,1 0 0 0 0,0 1 0 0 0,-1-1 0 0 0,1 1 1 0 0,-1 0-1 0 0,1 1 0 0 0,-1-1 0 0 0,1 1 0 0 0,0 0 1 0 0,-1 0-1 0 0,1 1 0 0 0,-8 2 0 0 0,8 0-180 0 0,0-1-1 0 0,-1 1 0 0 0,2 0 1 0 0,-1 0-1 0 0,0 1 1 0 0,1 0-1 0 0,0-1 1 0 0,0 1-1 0 0,0 1 0 0 0,1-1 1 0 0,-1 0-1 0 0,1 1 1 0 0,1 0-1 0 0,-1 0 1 0 0,1 0-1 0 0,0 0 1 0 0,0 0-1 0 0,-1 12 0 0 0,1-7 17 0 0,1-1 0 0 0,0 1 0 0 0,1 0-1 0 0,0-1 1 0 0,1 1 0 0 0,0 0 0 0 0,1-1-1 0 0,0 1 1 0 0,0-1 0 0 0,6 15 0 0 0,-6-21-99 0 0,0 0 1 0 0,0 0-1 0 0,0 0 0 0 0,0 0 1 0 0,1-1-1 0 0,0 1 1 0 0,0-1-1 0 0,0 1 1 0 0,0-1-1 0 0,0 0 1 0 0,0 0-1 0 0,1-1 1 0 0,0 1-1 0 0,-1-1 1 0 0,1 1-1 0 0,0-1 1 0 0,0 0-1 0 0,0-1 1 0 0,0 1-1 0 0,1-1 1 0 0,-1 0-1 0 0,0 0 1 0 0,9 1-1 0 0,-8-2-18 0 0,1 0-1 0 0,0 0 0 0 0,0 0 1 0 0,-1-1-1 0 0,1 0 0 0 0,0 0 1 0 0,-1 0-1 0 0,1-1 0 0 0,-1 0 1 0 0,1 0-1 0 0,-1 0 0 0 0,0-1 1 0 0,0 0-1 0 0,0 0 0 0 0,0 0 0 0 0,-1 0 1 0 0,9-8-1 0 0,-5 2 51 0 0,0-1 0 0 0,0 0 1 0 0,0 0-1 0 0,-2-1 0 0 0,1 0 0 0 0,-1 0 0 0 0,-1-1 0 0 0,0 1 0 0 0,-1-1 1 0 0,0 0-1 0 0,0-1 0 0 0,-2 1 0 0 0,1 0 0 0 0,-2-1 0 0 0,1 0 0 0 0,-2 1 1 0 0,-1-18-1 0 0,-2 22 753 0 0,-2 13-26 0 0,-3 16 9 0 0,5-5-765 0 0,1 0 1 0 0,1 0 0 0 0,0 0-1 0 0,1 0 1 0 0,1 1 0 0 0,1-1-1 0 0,0 0 1 0 0,1-1-1 0 0,0 1 1 0 0,1 0 0 0 0,13 29-1 0 0,-17-44-60 0 0,1 0 0 0 0,-1 1-1 0 0,1-1 1 0 0,0 0 0 0 0,-1 0-1 0 0,1 1 1 0 0,0-1-1 0 0,0 0 1 0 0,0 0 0 0 0,0 0-1 0 0,0 0 1 0 0,0 0-1 0 0,0 0 1 0 0,0-1 0 0 0,0 1-1 0 0,0 0 1 0 0,0 0-1 0 0,1-1 1 0 0,-1 1 0 0 0,0-1-1 0 0,0 1 1 0 0,1-1-1 0 0,-1 1 1 0 0,1-1 0 0 0,-1 0-1 0 0,0 0 1 0 0,1 1 0 0 0,-1-1-1 0 0,0 0 1 0 0,1-1-1 0 0,-1 1 1 0 0,1 0 0 0 0,-1 0-1 0 0,0 0 1 0 0,1-1-1 0 0,-1 1 1 0 0,3-2 0 0 0,0-2-1722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1:00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0 5041 0 0,'-8'6'7092'0'0,"-1"-5"-5396"0"0,9-1-1704 0 0,-1 0-1 0 0,1 0 1 0 0,-1 0-1 0 0,0 0 1 0 0,1 0 0 0 0,-1 0-1 0 0,1 0 1 0 0,-1 0-1 0 0,1 0 1 0 0,-1 0-1 0 0,1 1 1 0 0,-1-1-1 0 0,0 0 1 0 0,1 0 0 0 0,-1 0-1 0 0,1 1 1 0 0,-1-1-1 0 0,1 0 1 0 0,0 1-1 0 0,-1-1 1 0 0,1 0-1 0 0,-1 2 1 0 0,0-2 192 0 0,2 1-109 0 0,-1-1 0 0 0,0 1 0 0 0,0 0 0 0 0,1-1-1 0 0,-1 1 1 0 0,0 0 0 0 0,0 0 0 0 0,0-1 0 0 0,0 1 0 0 0,0 0 0 0 0,0 0 0 0 0,0-1 0 0 0,0 1 0 0 0,0 0-1 0 0,-1 0 1 0 0,1-1 0 0 0,0 1 0 0 0,0 0 0 0 0,-1-1 0 0 0,1 2 0 0 0,-9 21 572 0 0,8-19-619 0 0,-8 17 305 0 0,7-17-202 0 0,0 1-1 0 0,0-1 0 0 0,1 1 1 0 0,-1 0-1 0 0,1 0 0 0 0,0 0 0 0 0,0 0 1 0 0,1 0-1 0 0,-1 0 0 0 0,1 0 1 0 0,1 7-1 0 0,11 37 303 0 0,-9-40-308 0 0,-1-1 0 0 0,0 1 0 0 0,0-1 0 0 0,1 16-1 0 0,-9-19 590 0 0,7-5-741 0 0,-1 0 1 0 0,0-1-1 0 0,0 1 1 0 0,0 0 0 0 0,0 0-1 0 0,0 0 1 0 0,0 0-1 0 0,0 0 1 0 0,0 0 0 0 0,0 0-1 0 0,0 0 1 0 0,0 0-1 0 0,0 0 1 0 0,0 0-1 0 0,0 0 1 0 0,0-1 0 0 0,0 1-1 0 0,0 0 1 0 0,0 0-1 0 0,0 0 1 0 0,0 0 0 0 0,0 0-1 0 0,0 0 1 0 0,0 0-1 0 0,0 0 1 0 0,-1 0 0 0 0,1 0-1 0 0,0 0 1 0 0,0 0-1 0 0,0 0 1 0 0,0-1 0 0 0,0 1-1 0 0,0 0 1 0 0,0 0-1 0 0,0 0 1 0 0,0 0-1 0 0,0 0 1 0 0,0 0 0 0 0,0 0-1 0 0,0 0 1 0 0,0 0-1 0 0,0 0 1 0 0,-1 0 0 0 0,1 0-1 0 0,0 0 1 0 0,0 0-1 0 0,0 0 1 0 0,0 0 0 0 0,0 0-1 0 0,0 0 1 0 0,0 0-1 0 0,0 0 1 0 0,0 0 0 0 0,0 0-1 0 0,0 0 1 0 0,-1 0-1 0 0,1 0 1 0 0,0 0-1 0 0,0 0 1 0 0,0 0 0 0 0,0 0-1 0 0,0 0 1 0 0,0 0-1 0 0,0 0 1 0 0,0 0 0 0 0,0 1-1 0 0,16-19-1552 0 0,-8 8-372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1:01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2304 0 0,'0'2'677'0'0,"0"-1"-1"0"0,0 1 0 0 0,0-1 0 0 0,0 1 0 0 0,0-1 0 0 0,1 1 0 0 0,-1-1 0 0 0,1 1 0 0 0,-1-1 0 0 0,1 0 0 0 0,0 1 0 0 0,-1-1 0 0 0,1 0 0 0 0,0 1 0 0 0,1 0 0 0 0,-1-1-455 0 0,1 1 1 0 0,-1-1-1 0 0,1 0 0 0 0,0 0 0 0 0,-1 0 0 0 0,1 0 0 0 0,0 0 1 0 0,0 0-1 0 0,0 0 0 0 0,-1-1 0 0 0,1 1 0 0 0,0-1 0 0 0,0 1 1 0 0,0-1-1 0 0,0 0 0 0 0,0 0 0 0 0,3 0 3898 0 0,-2-2-4049 0 0,20-15 61 0 0,-23 17-133 0 0,0-1 0 0 0,1 1 0 0 0,-1 0 0 0 0,0 0 0 0 0,0 0-1 0 0,1 0 1 0 0,-1 0 0 0 0,0 0 0 0 0,0 0 0 0 0,0 0 0 0 0,1 0 0 0 0,-1 0 0 0 0,0 0 0 0 0,0 0 0 0 0,1 0 0 0 0,-1 0 0 0 0,0 0 0 0 0,0 0 0 0 0,0 1 0 0 0,1-1 0 0 0,-1 0 0 0 0,0 0-1 0 0,0 0 1 0 0,0 0 0 0 0,1 0 0 0 0,-1 0 0 0 0,0 1 0 0 0,0-1 0 0 0,0 0 0 0 0,0 0 0 0 0,1 0 0 0 0,-1 0 0 0 0,0 1 0 0 0,0-1 0 0 0,0 0 0 0 0,0 1 0 0 0,6 4-1296 0 0,-4-3 877 0 0,8 6 102 0 0,-1-6-3038 0 0,-4-3 1830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55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7658 0 0,'0'0'696'0'0,"12"2"6475"0"0,9 7-4925 0 0,11 2-2157 0 0,9-3 201 0 0,133 16 1092 0 0,-94-17-1229 0 0,-44-3-20 0 0,0-1 0 0 0,62-4 0 0 0,40-6-85 0 0,-69 5-32 0 0,104 8 93 0 0,-36 0-34 0 0,320 7 533 0 0,-314-18-351 0 0,51 2-127 0 0,-4 1-4 0 0,-79-8-126 0 0,-59 5 0 0 0,-1 2 0 0 0,57 3 0 0 0,1 0 45 0 0,-47-1-26 0 0,-41 1-20 0 0,-2 0 3 0 0,-1 0 0 0 0,1 0 0 0 0,-1-2 0 0 0,0 0-1 0 0,27-8 1 0 0,-28 4 51 0 0,-12 4-11 0 0,0 0 1 0 0,0 0-1 0 0,0 0 1 0 0,0 1 0 0 0,0 0-1 0 0,9-1 1 0 0,-12 2-10 0 0,0 0 0 0 0,0 0 0 0 0,0 0-1 0 0,0 0 1 0 0,0-1 0 0 0,0 1 0 0 0,0-1 0 0 0,0 0 0 0 0,-1 1 0 0 0,1-1-1 0 0,0 0 1 0 0,1-1 0 0 0,3-7-6688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0:57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7746 0 0,'0'0'174'0'0,"1"9"992"0"0,2-3 6358 0 0,0-2-7365 0 0,1 0-1 0 0,-1-1 1 0 0,1 1 0 0 0,0-1-1 0 0,0 0 1 0 0,0 0-1 0 0,1-1 1 0 0,-1 1-1 0 0,0-1 1 0 0,8 3 0 0 0,10 0 110 0 0,0-1 0 0 0,0-1 1 0 0,1-1-1 0 0,-1-1 0 0 0,1 0 1 0 0,28-5-1 0 0,17 2-169 0 0,88-5 225 0 0,-95 3-306 0 0,147-10 69 0 0,78-7 40 0 0,168 1-194 0 0,-327 5 113 0 0,-20 1-28 0 0,-62 9-19 0 0,-18 2 0 0 0,1 1 0 0 0,0 1 0 0 0,43 4 0 0 0,-37-1 0 0 0,0-1 0 0 0,64-7 0 0 0,7 0 0 0 0,45 13 103 0 0,-78-3-70 0 0,-13-7-33 0 0,-43 1 0 0 0,32 1 0 0 0,159 20 321 0 0,-201-18-310 0 0,0 0 0 0 0,0-1 1 0 0,0 0-1 0 0,0 0 1 0 0,0 0-1 0 0,6-2 1 0 0,-8-2 257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09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5497 0 0,'-1'1'230'0'0,"0"-1"0"0"0,0 1-1 0 0,1 0 1 0 0,-1 0 0 0 0,0-1 0 0 0,1 1-1 0 0,-1 0 1 0 0,0 0 0 0 0,1 0 0 0 0,-1 0-1 0 0,1 0 1 0 0,0 0 0 0 0,-1 0 0 0 0,1 0-1 0 0,0 0 1 0 0,-1 0 0 0 0,1 0 0 0 0,0 0-1 0 0,0 1 1 0 0,0-1 0 0 0,0 0-1 0 0,0 0 1 0 0,0 0 0 0 0,1 1 0 0 0,-1 43-124 0 0,0-32 647 0 0,0 259 202 0 0,1-266-1714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09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 4145 0 0,'1'-1'210'0'0,"-1"-1"0"0"0,1 1 0 0 0,0 0 0 0 0,0-1 0 0 0,0 1 0 0 0,1 0 1 0 0,-1 0-1 0 0,0 0 0 0 0,0 0 0 0 0,1 0 0 0 0,-1 0 0 0 0,0 0 0 0 0,1 0 0 0 0,2 0 0 0 0,24-14-296 0 0,-27 15 144 0 0,7-4 205 0 0,0 1-1 0 0,1 0 1 0 0,-1 1-1 0 0,0 0 1 0 0,1 1-1 0 0,-1-1 1 0 0,1 2 0 0 0,0-1-1 0 0,-1 1 1 0 0,1 0-1 0 0,10 2 1 0 0,-13-1-117 0 0,0 0-1 0 0,0 1 1 0 0,0-1 0 0 0,-1 1 0 0 0,1 0-1 0 0,-1 1 1 0 0,1-1 0 0 0,-1 1 0 0 0,0 0 0 0 0,0 0-1 0 0,0 1 1 0 0,0-1 0 0 0,-1 1 0 0 0,1 0-1 0 0,-1 1 1 0 0,0-1 0 0 0,4 6 0 0 0,-8-9-124 0 0,1 0 0 0 0,-1 0 0 0 0,1 0 0 0 0,-1 1 0 0 0,0-1 0 0 0,1 0 0 0 0,-1 0 0 0 0,0 0 0 0 0,0 0-1 0 0,0 1 1 0 0,0-1 0 0 0,0 0 0 0 0,0 0 0 0 0,0 0 0 0 0,-1 1 0 0 0,1-1 0 0 0,0 0 0 0 0,0 0 0 0 0,-1 0 0 0 0,1 0 0 0 0,-1 0 0 0 0,1 1 0 0 0,-1-1 0 0 0,0 0 0 0 0,1 0 0 0 0,-1 0 0 0 0,0-1 0 0 0,0 1 0 0 0,0 0 0 0 0,1 0 0 0 0,-1 0 0 0 0,-2 0 0 0 0,-4 5 128 0 0,0 0 0 0 0,0-1 0 0 0,-10 5 0 0 0,10-6 5 0 0,-4 2 18 0 0,-1-1 0 0 0,1 0 0 0 0,-16 4 0 0 0,19-7-115 0 0,-1 1-1 0 0,1 0 1 0 0,0 0 0 0 0,0 1-1 0 0,0 0 1 0 0,0 0 0 0 0,1 1-1 0 0,-12 9 1 0 0,18-13-90 0 0,0 0 0 0 0,0 0-1 0 0,0 1 1 0 0,0-1 0 0 0,0 0 0 0 0,1 1 0 0 0,-1-1 0 0 0,0 1-1 0 0,1-1 1 0 0,-1 0 0 0 0,1 1 0 0 0,-1-1 0 0 0,1 1 0 0 0,0 2-1 0 0,2 6-4468 0 0,1-4-120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10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7 234 9730 0 0,'-1'1'78'0'0,"0"0"0"0"0,0 0 1 0 0,1 1-1 0 0,-1-1 0 0 0,1 0 0 0 0,-1 0 0 0 0,1 1 1 0 0,-1-1-1 0 0,1 0 0 0 0,0 1 0 0 0,-1-1 0 0 0,1 0 1 0 0,0 1-1 0 0,0-1 0 0 0,0 1 0 0 0,1 1 0 0 0,4 29 103 0 0,-1-13 45 0 0,-2 2-38 0 0,-2-9-94 0 0,1-1-1 0 0,1 1 1 0 0,5 17 0 0 0,-4-27-335 0 0</inkml:trace>
  <inkml:trace contextRef="#ctx0" brushRef="#br0" timeOffset="1">44 0 10594 0 0,'-13'0'472'0'0,"5"0"96"0"0,1 0-455 0 0,2 2-113 0 0,2-1 0 0 0,2 1 0 0 0,1 1 464 0 0,-2 1 72 0 0,1 5 8 0 0,-1 3 8 0 0,2 5-480 0 0,0-1-72 0 0,3 0 0 0 0,0-1-96 0 0,2 0-384 0 0,1 0-64 0 0,1-2-24 0 0,-1-2-1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10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10 10138 0 0,'-7'-5'268'0'0,"-1"0"1305"0"0,28 7-5 0 0,41 0-1090 0 0,-11 0-955 0 0,-48-2 507 0 0,0 0 1 0 0,1 0-1 0 0,-1 0 0 0 0,0 0 0 0 0,0 1 0 0 0,0-1 0 0 0,0 1 1 0 0,0 0-1 0 0,0-1 0 0 0,0 1 0 0 0,0 0 0 0 0,0 0 1 0 0,0 0-1 0 0,-1 1 0 0 0,1-1 0 0 0,0 0 0 0 0,-1 1 0 0 0,1-1 1 0 0,1 2-1 0 0,-2-1-22 0 0,-1-1 0 0 0,0 1-1 0 0,1-1 1 0 0,-1 1 0 0 0,0-1 0 0 0,0 0 0 0 0,0 1 0 0 0,0-1 0 0 0,0 1 0 0 0,0-1 0 0 0,0 1-1 0 0,0-1 1 0 0,0 1 0 0 0,-1-1 0 0 0,1 1 0 0 0,-1-1 0 0 0,1 1 0 0 0,-1-1 0 0 0,0 0-1 0 0,1 1 1 0 0,-1-1 0 0 0,0 0 0 0 0,0 0 0 0 0,0 0 0 0 0,0 1 0 0 0,0-1 0 0 0,0 0 0 0 0,-2 1-1 0 0,-13 18 470 0 0,-16 24 0 0 0,6-7 674 0 0,12-13 151 0 0,14-23-1241 0 0,-1 0 1 0 0,1 0-1 0 0,-1 0 1 0 0,1 0 0 0 0,0 0-1 0 0,0 0 1 0 0,-1 0-1 0 0,1 0 1 0 0,0 0 0 0 0,0 0-1 0 0,0 0 1 0 0,0 0-1 0 0,0 0 1 0 0,0 0 0 0 0,1 0-1 0 0,-1 0 1 0 0,0 0 0 0 0,0 0-1 0 0,1 0 1 0 0,-1 0-1 0 0,0 0 1 0 0,1-1 0 0 0,-1 1-1 0 0,2 2 1 0 0,-1-3-62 0 0,0 1 1 0 0,0-1 0 0 0,0 1 0 0 0,0-1-1 0 0,0 1 1 0 0,0-1 0 0 0,1 0-1 0 0,-1 0 1 0 0,0 1 0 0 0,0-1-1 0 0,0 0 1 0 0,0 0 0 0 0,1 0-1 0 0,-1 0 1 0 0,0 0 0 0 0,0-1 0 0 0,0 1-1 0 0,0 0 1 0 0,0 0 0 0 0,1-1-1 0 0,-1 1 1 0 0,1-1 0 0 0,28-14-204 0 0,-26 13 83 0 0,17-9-1290 0 0,-1-2 1 0 0,26-20-1 0 0,-35 23-434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11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74 11346 0 0,'-22'0'2602'0'0,"27"3"-1575"0"0,113 19-719 0 0,-115-21-285 0 0,-1 0 0 0 0,0-1-1 0 0,1 1 1 0 0,-1 0 0 0 0,0 0-1 0 0,0 0 1 0 0,0 1 0 0 0,3 1-1 0 0,-4-2-16 0 0,-1-1 0 0 0,0 1-1 0 0,1-1 1 0 0,-1 1 0 0 0,0-1-1 0 0,1 1 1 0 0,-1 0 0 0 0,0-1-1 0 0,0 1 1 0 0,0 0 0 0 0,1-1-1 0 0,-1 1 1 0 0,0 0 0 0 0,0-1-1 0 0,0 1 1 0 0,0 0 0 0 0,0-1-1 0 0,0 1 1 0 0,0 0 0 0 0,-1-1-1 0 0,1 1 1 0 0,0 0 0 0 0,0-1-1 0 0,0 1 1 0 0,-1-1 0 0 0,1 1-1 0 0,0 0 1 0 0,-1-1 0 0 0,1 1-1 0 0,0-1 1 0 0,-1 1 0 0 0,1-1-1 0 0,-1 1 1 0 0,1-1 0 0 0,-1 1-1 0 0,-37 40 455 0 0,30-33-238 0 0,0 0-1 0 0,1 0 0 0 0,0 0 0 0 0,0 1 0 0 0,1 0 1 0 0,-10 18-1 0 0,15-25-178 0 0,0 1-1 0 0,1-1 1 0 0,-1 0 0 0 0,0 0-1 0 0,1 1 1 0 0,-1-1 0 0 0,1 0 0 0 0,0 1-1 0 0,0-1 1 0 0,0 0 0 0 0,0 1 0 0 0,0-1-1 0 0,0 0 1 0 0,1 0 0 0 0,0 3 0 0 0,0-4-53 0 0,-1 0 0 0 0,1 0 0 0 0,-1 0 0 0 0,1 0 0 0 0,0 0 0 0 0,-1-1 0 0 0,1 1 0 0 0,0 0 0 0 0,0 0 0 0 0,0-1 0 0 0,-1 1 0 0 0,1 0 0 0 0,0-1 0 0 0,0 1 0 0 0,0-1 0 0 0,0 1 0 0 0,0-1 0 0 0,0 0 0 0 0,0 1 0 0 0,0-1 0 0 0,0 0 0 0 0,1 0 0 0 0,-1 0 0 0 0,0 0 0 0 0,0 0 0 0 0,0 0 0 0 0,0 0 0 0 0,0 0 0 0 0,0 0 0 0 0,0 0 0 0 0,0 0 0 0 0,0-1 0 0 0,0 1 0 0 0,2-1 1 0 0,18-6-612 0 0,0-1 0 0 0,-1-1 0 0 0,0-1 0 0 0,34-22 0 0 0,23-12-1574 0 0,-6 3 1033 0 0,-49 27 1042 0 0,-5 1 244 0 0,0-1-1 0 0,-1 0 1 0 0,-1-1-1 0 0,27-33 1 0 0,-41 47-55 0 0,0-1 0 0 0,0 0 1 0 0,1 1-1 0 0,-1-1 0 0 0,0 0 1 0 0,-1 1-1 0 0,1-1 1 0 0,0 0-1 0 0,0 0 0 0 0,-1 0 1 0 0,1-2-1 0 0,-1 3-37 0 0,0 1-1 0 0,0 0 1 0 0,0-1-1 0 0,0 1 1 0 0,0 0-1 0 0,0-1 1 0 0,0 1-1 0 0,0 0 1 0 0,0-1-1 0 0,0 1 0 0 0,-1 0 1 0 0,1-1-1 0 0,0 1 1 0 0,0 0-1 0 0,0 0 1 0 0,-1-1-1 0 0,1 1 1 0 0,0 0-1 0 0,0 0 1 0 0,0-1-1 0 0,-1 1 1 0 0,1 0-1 0 0,0 0 1 0 0,0 0-1 0 0,-1 0 1 0 0,1-1-1 0 0,-16 1 803 0 0,10 1-679 0 0,0 1 0 0 0,0 1 0 0 0,0-1 0 0 0,0 1-1 0 0,1 0 1 0 0,0 0 0 0 0,-1 0 0 0 0,1 1 0 0 0,0-1 0 0 0,1 1 0 0 0,-1 1 0 0 0,1-1-1 0 0,-5 6 1 0 0,-1 3 73 0 0,0 1 1 0 0,0-1-1 0 0,-11 26 0 0 0,17-31-120 0 0,1 0 0 0 0,0 1 0 0 0,0 0 0 0 0,1-1 0 0 0,0 1-1 0 0,0 0 1 0 0,1 0 0 0 0,0 14 0 0 0,1-20-101 0 0,0-1-1 0 0,0 1 0 0 0,0-1 1 0 0,0 1-1 0 0,0-1 0 0 0,1 1 0 0 0,-1-1 1 0 0,1 0-1 0 0,0 1 0 0 0,0-1 1 0 0,0 1-1 0 0,0-1 0 0 0,0 0 1 0 0,0 0-1 0 0,0 0 0 0 0,1 0 1 0 0,-1 0-1 0 0,1 0 0 0 0,0 0 0 0 0,0 0 1 0 0,-1 0-1 0 0,1-1 0 0 0,0 1 1 0 0,0-1-1 0 0,0 1 0 0 0,1-1 1 0 0,-1 0-1 0 0,0 0 0 0 0,1 0 0 0 0,-1 0 1 0 0,0 0-1 0 0,1-1 0 0 0,-1 1 1 0 0,5 0-1 0 0,-5-1-21 0 0,1 0 1 0 0,0-1-1 0 0,-1 1 0 0 0,1-1 0 0 0,-1 1 0 0 0,1-1 1 0 0,0 0-1 0 0,-1 0 0 0 0,0 0 0 0 0,1 0 1 0 0,-1 0-1 0 0,0-1 0 0 0,1 1 0 0 0,-1-1 1 0 0,0 0-1 0 0,0 1 0 0 0,0-1 0 0 0,-1 0 1 0 0,1 0-1 0 0,2-4 0 0 0,2-2-93 0 0,0-1-1 0 0,-1 1 0 0 0,8-19 1 0 0,-5 10-206 0 0,-1 3 200 0 0,-1 0 0 0 0,-1 0 0 0 0,0 0 0 0 0,-1-1 1 0 0,0 0-1 0 0,3-30 0 0 0,-8 38 518 0 0,-1 10 397 0 0,-2 14 29 0 0,4 12-836 0 0,2 0 0 0 0,1 0-1 0 0,1 0 1 0 0,1 0 0 0 0,12 34 0 0 0,-14-51-1612 0 0,-1 0-4685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13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9218 0 0,'16'-2'4014'0'0,"31"-1"-3326"0"0,-26 2-109 0 0,321-32 2798 0 0,-302 30-3225 0 0,11-1-56 0 0,1 2 0 0 0,90 8 0 0 0,-56 1 401 0 0,126-4 1 0 0,-115-4-482 0 0,63 6 189 0 0,59-2 147 0 0,-126-9-276 0 0,-59 2-14 0 0,1 1 0 0 0,-1 2-1 0 0,1 2 1 0 0,60 8-1 0 0,-61-4-32 0 0,0-1 0 0 0,0-2 0 0 0,47-3 0 0 0,-22 0-9 0 0,-16-1 43 0 0,42-7 0 0 0,-43 3-74 0 0,43 1 0 0 0,-65 6 24 0 0,0 1 0 0 0,0 1 0 0 0,0 1 0 0 0,26 9 0 0 0,-25-7 13 0 0,0 0 1 0 0,1-2-1 0 0,31 3 1 0 0,22-7-34 0 0,74-10-1 0 0,-127 9 7 0 0,0 2-1 0 0,-1 0 1 0 0,1 1 0 0 0,21 5-1 0 0,-1 0-51 0 0,-16-5-660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14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72 4145 0 0,'-6'-5'11111'0'0,"22"10"-5654"0"0,-4-4-7590 0 0,14-2 2630 0 0,41-7 1 0 0,-44 4-268 0 0,0 1 0 0 0,41 1 1 0 0,-50 3-185 0 0,26 1-18 0 0,0-1 0 0 0,66-7 0 0 0,-20-5-28 0 0,170 2 0 0 0,-27 1 0 0 0,-37-1 0 0 0,186 16 288 0 0,-351-7-306 0 0,70-1 126 0 0,184 23 0 0 0,-220-15-91 0 0,0-3 0 0 0,0-3 0 0 0,65-6 0 0 0,66 1 21 0 0,-152 6-3 0 0,-1-1 0 0 0,1-2 0 0 0,-1-2-1 0 0,0-2 1 0 0,49-11 0 0 0,-67 9 24 0 0,0 2 0 0 0,1 0 1 0 0,0 2-1 0 0,0 0 1 0 0,1 1-1 0 0,40 3 1 0 0,-45 0-2 0 0,-15-1-38 0 0,0 0-1 0 0,0 0 1 0 0,1 0-1 0 0,-1 1 1 0 0,0-1-1 0 0,0 1 1 0 0,0 0-1 0 0,0 0 1 0 0,0 0 0 0 0,6 3-1 0 0,-3-1-24 0 0,1 0 1 0 0,-1-1-1 0 0,1 1 1 0 0,0-2-1 0 0,0 1 1 0 0,0-1-1 0 0,0 0 1 0 0,0 0-1 0 0,0-1 1 0 0,0 0-1 0 0,12-1 1 0 0,3 0 1 0 0,-15-2-733 0 0,-7 3 714 0 0,0 0-1 0 0,0 0 0 0 0,0 0 1 0 0,0 0-1 0 0,0-1 0 0 0,0 1 1 0 0,0 0-1 0 0,0 0 0 0 0,0 0 1 0 0,0 0-1 0 0,0-1 0 0 0,0 1 1 0 0,0 0-1 0 0,0 0 0 0 0,0 0 1 0 0,0 0-1 0 0,0 0 0 0 0,0-1 1 0 0,0 1-1 0 0,0 0 0 0 0,-1 0 1 0 0,1 0-1 0 0,0 0 0 0 0,0 0 1 0 0,0 0-1 0 0,0-1 0 0 0,0 1 1 0 0,-1 0-1 0 0,1 0 0 0 0,0 0 1 0 0,0 0-1 0 0,0 0 0 0 0,0 0 1 0 0,0 0-1 0 0,-1 0 1 0 0,1 0-1 0 0,0 0 0 0 0,0 0 1 0 0,0 0-1 0 0,0 0 0 0 0,-1 0 1 0 0,1 0-1 0 0,0 0 0 0 0,0 0 1 0 0,-7-2-552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15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0 4145 0 0,'-4'2'563'0'0,"0"-1"0"0"0,0 0 0 0 0,0 0 1 0 0,0 0-1 0 0,0 0 0 0 0,-1-1 0 0 0,1 0 0 0 0,0 0 1 0 0,0 0-1 0 0,0 0 0 0 0,-1-1 0 0 0,-4 0 0 0 0,7 1-366 0 0,-1 0-1 0 0,0 0 1 0 0,0 1-1 0 0,0-1 0 0 0,0 1 1 0 0,1 0-1 0 0,-1 0 1 0 0,0 0-1 0 0,1 0 0 0 0,-1 0 1 0 0,0 1-1 0 0,1-1 1 0 0,0 1-1 0 0,-1-1 1 0 0,1 1-1 0 0,0 0 0 0 0,0 0 1 0 0,0 0-1 0 0,0 0 1 0 0,-3 5-1 0 0,-4 5-149 0 0,0 1 1 0 0,-10 21-1 0 0,16-30 78 0 0,3-3-120 0 0,-1 0-1 0 0,0 1 1 0 0,1-1-1 0 0,-1 0 1 0 0,1 0 0 0 0,-1 1-1 0 0,1-1 1 0 0,-1 0-1 0 0,1 1 1 0 0,0-1-1 0 0,0 0 1 0 0,-1 1 0 0 0,1-1-1 0 0,0 1 1 0 0,0-1-1 0 0,1 0 1 0 0,-1 1 0 0 0,0-1-1 0 0,0 0 1 0 0,1 1-1 0 0,-1-1 1 0 0,1 0-1 0 0,-1 1 1 0 0,1-1 0 0 0,-1 0-1 0 0,2 2 1 0 0,0-1 0 0 0,0-1-1 0 0,-1 0 1 0 0,1 1 0 0 0,0-1 0 0 0,0 0-1 0 0,0 0 1 0 0,-1 0 0 0 0,1 0 0 0 0,0-1-1 0 0,0 1 1 0 0,1 0 0 0 0,-1-1 0 0 0,0 0-1 0 0,0 1 1 0 0,0-1 0 0 0,0 0 0 0 0,3 0-1 0 0,15 0-14 0 0,0 0 0 0 0,0 2 0 0 0,0 0-1 0 0,0 1 1 0 0,0 1 0 0 0,34 12-1 0 0,-53-16 12 0 0,-1 0-1 0 0,1 0 1 0 0,-1 1-1 0 0,1-1 1 0 0,-1 0-1 0 0,1 0 0 0 0,-1 1 1 0 0,1-1-1 0 0,-1 0 1 0 0,1 1-1 0 0,-1-1 1 0 0,1 0-1 0 0,-1 1 1 0 0,0-1-1 0 0,1 0 0 0 0,-1 1 1 0 0,0-1-1 0 0,1 1 1 0 0,-1-1-1 0 0,0 1 1 0 0,1-1-1 0 0,-1 1 1 0 0,0-1-1 0 0,0 1 0 0 0,0-1 1 0 0,0 1-1 0 0,0 0 1 0 0,1-1-1 0 0,-1 1 1 0 0,0-1-1 0 0,0 2 0 0 0,-1-1 21 0 0,1 0-1 0 0,-1 0 0 0 0,1 1 0 0 0,-1-1 0 0 0,0 0 0 0 0,0 0 1 0 0,1 0-1 0 0,-1 0 0 0 0,0 0 0 0 0,0 0 0 0 0,0 0 0 0 0,-2 2 0 0 0,-1 0 112 0 0,-1 0 0 0 0,0 1-1 0 0,1-2 1 0 0,-1 1-1 0 0,-10 4 1 0 0,3-4-65 0 0,1-1 1 0 0,-1 0 0 0 0,0 0-1 0 0,0-1 1 0 0,0-1-1 0 0,-1 0 1 0 0,-21-3-1 0 0,30 1-911 0 0,9 1-1781 0 0,1 0 1216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15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31 5985 0 0,'5'-21'5119'0'0,"0"12"-1212"0"0,-10 35-2946 0 0,1 0 0 0 0,0 41 0 0 0,2-37-638 0 0,0 23-52 0 0,2 0 1 0 0,11 80-1 0 0,5-60-259 0 0,-15-67-423 0 0,1 0-1 0 0,0-1 1 0 0,0 1 0 0 0,1 0 0 0 0,5 8 0 0 0,-5-9-386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15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6 10594 0 0,'-12'-4'13'0'0,"4"2"3008"0"0,23 8-1186 0 0,28 12-1448 0 0,50 16 319 0 0,-84-31-643 0 0,0 0 1 0 0,0 0 0 0 0,0 0 0 0 0,-1 1 0 0 0,15 9 0 0 0,-21-11-38 0 0,0-1 1 0 0,0 0-1 0 0,-1 0 1 0 0,1 1-1 0 0,-1-1 1 0 0,1 1-1 0 0,-1 0 1 0 0,0-1-1 0 0,0 1 1 0 0,0 0-1 0 0,0 0 1 0 0,0 0-1 0 0,0 0 1 0 0,0 0-1 0 0,0-1 1 0 0,-1 2-1 0 0,1-1 1 0 0,-1 0-1 0 0,1 0 1 0 0,-1 0-1 0 0,0 0 1 0 0,0 0-1 0 0,0 0 1 0 0,0 0-1 0 0,0 0 1 0 0,-1 0-1 0 0,1 0 0 0 0,-1 1 1 0 0,1-1-1 0 0,-1 0 1 0 0,-1 3-1 0 0,-4 7 146 0 0,0 0 0 0 0,0 0 0 0 0,-1-1 0 0 0,0 0 0 0 0,-18 19-1 0 0,-51 41 446 0 0,67-63-559 0 0,6-5-29 0 0,-1 0 0 0 0,1 0-1 0 0,-1 0 1 0 0,1 0 0 0 0,0 1 0 0 0,0 0-1 0 0,1-1 1 0 0,-1 1 0 0 0,1 0-1 0 0,-3 7 1 0 0,5-11-39 0 0,0 0 0 0 0,-1 0-1 0 0,1 0 1 0 0,0 0 0 0 0,0 1 0 0 0,0-1-1 0 0,0 0 1 0 0,0 0 0 0 0,0 0 0 0 0,0 1-1 0 0,0-1 1 0 0,0 0 0 0 0,0 0 0 0 0,0 0-1 0 0,0 1 1 0 0,0-1 0 0 0,0 0-1 0 0,0 0 1 0 0,0 0 0 0 0,1 1 0 0 0,-1-1-1 0 0,0 0 1 0 0,0 0 0 0 0,0 0 0 0 0,0 0-1 0 0,0 1 1 0 0,0-1 0 0 0,0 0 0 0 0,1 0-1 0 0,-1 0 1 0 0,0 0 0 0 0,0 0 0 0 0,0 0-1 0 0,0 1 1 0 0,1-1 0 0 0,-1 0-1 0 0,0 0 1 0 0,0 0 0 0 0,10-1-699 0 0,9-8-946 0 0,43-39-2577 0 0,-45 31 3006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16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90 3225 0 0,'1'0'79'0'0,"-1"-1"1"0"0,1 1 0 0 0,-1 0-1 0 0,1-1 1 0 0,0 1 0 0 0,-1 0-1 0 0,1 0 1 0 0,0 0-1 0 0,-1-1 1 0 0,1 1 0 0 0,0 0-1 0 0,-1 0 1 0 0,1 0 0 0 0,0 0-1 0 0,0 0 1 0 0,-1 0 0 0 0,1 0-1 0 0,0 0 1 0 0,-1 1 0 0 0,1-1-1 0 0,0 0 1 0 0,-1 0 0 0 0,1 0-1 0 0,0 1 1 0 0,-1-1-1 0 0,2 1 1 0 0,-1 1 300 0 0,0 0 0 0 0,-1-1 0 0 0,1 1 0 0 0,-1 0 0 0 0,1 0 0 0 0,-1 0-1 0 0,0 0 1 0 0,1 0 0 0 0,-1 0 0 0 0,0 2 0 0 0,-1 9 289 0 0,0 1-1 0 0,0-1 1 0 0,-1 0 0 0 0,-4 14-1 0 0,3-18-459 0 0,1 0 0 0 0,0-1 0 0 0,0 1 0 0 0,1 0 0 0 0,1 0-1 0 0,-1 0 1 0 0,1 0 0 0 0,1 0 0 0 0,0 0 0 0 0,0 0-1 0 0,3 12 1 0 0,-4-20-192 0 0,1 0-1 0 0,-1 0 0 0 0,1 0 1 0 0,-1 0-1 0 0,1 1 0 0 0,0-1 1 0 0,-1 0-1 0 0,1 0 0 0 0,0 0 1 0 0,0 0-1 0 0,-1 0 1 0 0,1-1-1 0 0,0 1 0 0 0,0 0 1 0 0,0 0-1 0 0,0-1 0 0 0,0 1 1 0 0,0 0-1 0 0,0-1 0 0 0,1 1 1 0 0,-1-1-1 0 0,0 1 0 0 0,0-1 1 0 0,2 1-1 0 0,0-1 3 0 0,-1 0 0 0 0,0-1 1 0 0,1 1-1 0 0,-1 0 0 0 0,1-1 0 0 0,-1 1 1 0 0,0-1-1 0 0,0 0 0 0 0,1 0 0 0 0,-1 0 0 0 0,0 0 1 0 0,2-1-1 0 0,5-4 30 0 0,-1 0 0 0 0,0 0 0 0 0,-1-1 0 0 0,1 0 0 0 0,6-8 0 0 0,-3 1 56 0 0,-1 0 1 0 0,1 0 0 0 0,-2-1 0 0 0,0-1 0 0 0,9-24 0 0 0,-14 31 33 0 0,-1-1-1 0 0,0 1 1 0 0,0-1-1 0 0,-1 0 1 0 0,-1 0-1 0 0,0 0 1 0 0,0 0-1 0 0,-1-1 1 0 0,0 1-1 0 0,0 0 1 0 0,-3-11-1 0 0,3 19-78 0 0,-1 1 0 0 0,1-1 0 0 0,0 0 0 0 0,-1 1 0 0 0,1-1 0 0 0,-1 0 0 0 0,1 1 0 0 0,-1-1 0 0 0,0 1 0 0 0,0-1 0 0 0,0 1 0 0 0,0-1 0 0 0,0 1 0 0 0,0 0 0 0 0,0-1 0 0 0,0 1 0 0 0,-1 0 0 0 0,1 0 0 0 0,0 0 0 0 0,-3-1 0 0 0,3 1-22 0 0,-1 1 0 0 0,1-1 0 0 0,-1 1 1 0 0,0 0-1 0 0,1 0 0 0 0,-1 0 0 0 0,1 0 0 0 0,-1 0 1 0 0,0 0-1 0 0,1 0 0 0 0,-1 0 0 0 0,1 1 0 0 0,-1-1 1 0 0,1 1-1 0 0,-1-1 0 0 0,1 1 0 0 0,-3 1 1 0 0,-2 1-13 0 0,1 0 1 0 0,-1 1 0 0 0,1 0 0 0 0,0 0 0 0 0,0 1 0 0 0,0-1 0 0 0,1 1 0 0 0,-1 0 0 0 0,-3 7 0 0 0,3-4-278 0 0,0 0 0 0 0,1 0 0 0 0,0 1 0 0 0,1-1 0 0 0,-1 1 0 0 0,2 0 0 0 0,-1 0 0 0 0,1 0 0 0 0,-1 19 0 0 0,3-27-87 0 0,0 0 1 0 0,0 0-1 0 0,0 0 1 0 0,0 0 0 0 0,1 0-1 0 0,-1 1 1 0 0,0-1-1 0 0,1 0 1 0 0,-1 0-1 0 0,1 0 1 0 0,-1 0-1 0 0,1 0 1 0 0,-1 0-1 0 0,1-1 1 0 0,0 1-1 0 0,1 2 1 0 0,4 0-5108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16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2304 0 0,'4'-7'-121'0'0,"5"3"4422"0"0,11 9 2451 0 0,-19-4-6767 0 0,5 2 204 0 0,0 0-1 0 0,-1 1 1 0 0,1-1-1 0 0,-1 1 0 0 0,0 1 1 0 0,0-1-1 0 0,0 1 1 0 0,-1 0-1 0 0,1 0 0 0 0,-1 0 1 0 0,0 1-1 0 0,-1-1 0 0 0,0 1 1 0 0,5 10-1 0 0,1 4-137 0 0,-2 0-1 0 0,0 0 0 0 0,4 27 1 0 0,-8-20 232 0 0,-3-25-231 0 0,1-1 1 0 0,-1 0-1 0 0,0 0 1 0 0,0 0-1 0 0,-1 1 1 0 0,1-1-1 0 0,0 0 1 0 0,0 0-1 0 0,-1 0 1 0 0,1 1-1 0 0,0-1 1 0 0,-1 0-1 0 0,1 0 1 0 0,-1 0-1 0 0,0 0 1 0 0,1 0-1 0 0,-1 0 1 0 0,-1 1-1 0 0,-2 5 837 0 0,4-7-850 0 0,0 0 0 0 0,0 0 0 0 0,0 0 0 0 0,0 0 0 0 0,0 0 0 0 0,0-1 0 0 0,0 1 0 0 0,0 0 0 0 0,0 0 0 0 0,0 0 0 0 0,0 0 0 0 0,0 0 0 0 0,0-1 0 0 0,0 1 0 0 0,-1 0 0 0 0,1 0 0 0 0,0 0 0 0 0,0 0-1 0 0,0 0 1 0 0,0 0 0 0 0,0-1 0 0 0,0 1 0 0 0,0 0 0 0 0,0 0 0 0 0,-1 0 0 0 0,1 0 0 0 0,0 0 0 0 0,0 0 0 0 0,0 0 0 0 0,0 0 0 0 0,0 0 0 0 0,0 0 0 0 0,-1 0 0 0 0,1 0 0 0 0,0-1 0 0 0,0 1 0 0 0,0 0 0 0 0,0 0 0 0 0,0 0 0 0 0,-1 0 0 0 0,1 0 0 0 0,0 0 0 0 0,0 0 0 0 0,0 1 0 0 0,0-1 0 0 0,-1 0 0 0 0,1 0 0 0 0,0 0 0 0 0,0 0 0 0 0,0 0 0 0 0,0 0 0 0 0,0 0 0 0 0,0 0 0 0 0,-1 0 0 0 0,1 0 0 0 0,0 0 0 0 0,0 1 0 0 0,1-12-24 0 0,1 1 1 0 0,0 0-1 0 0,0 0 0 0 0,1 0 1 0 0,0 0-1 0 0,1 0 0 0 0,0 1 0 0 0,1-1 1 0 0,0 1-1 0 0,0 0 0 0 0,1 1 1 0 0,0-1-1 0 0,1 1 0 0 0,8-9 0 0 0,-7 9-85 0 0,2-2-389 0 0,0 0 0 0 0,0 1 1 0 0,23-15-1 0 0,-32 23 290 0 0,0 1 1 0 0,0-1-1 0 0,0 1 0 0 0,0-1 1 0 0,0 1-1 0 0,1 0 0 0 0,-1 0 1 0 0,0-1-1 0 0,0 1 1 0 0,0 0-1 0 0,1 0 0 0 0,-1 0 1 0 0,2 1-1 0 0,1 0-678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16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48 122 4145 0 0,'4'-2'855'0'0,"0"-1"-1"0"0,0 1 1 0 0,0-1 0 0 0,0 1-1 0 0,1 1 1 0 0,-1-1 0 0 0,6-1 0 0 0,24-12 413 0 0,-30 13-1172 0 0,7-4 126 0 0,-1-1 0 0 0,0 0 0 0 0,0-1 0 0 0,0 0 0 0 0,-1 0 0 0 0,15-18 1 0 0,-24 26-139 0 0,0-1 0 0 0,0 1 1 0 0,0 0-1 0 0,1 0 1 0 0,-1-1-1 0 0,0 1 1 0 0,0 0-1 0 0,0-1 1 0 0,0 1-1 0 0,0 0 0 0 0,1 0 1 0 0,-1-1-1 0 0,0 1 1 0 0,0 0-1 0 0,0-1 1 0 0,0 1-1 0 0,0 0 0 0 0,0-1 1 0 0,0 1-1 0 0,0 0 1 0 0,0-1-1 0 0,0 1 1 0 0,-1 0-1 0 0,1-1 0 0 0,0 1 1 0 0,0 0-1 0 0,0 0 1 0 0,0-1-1 0 0,0 1 1 0 0,0 0-1 0 0,-1 0 0 0 0,1-1 1 0 0,0 1-1 0 0,0 0 1 0 0,0 0-1 0 0,-1-1 1 0 0,1 1-1 0 0,0 0 0 0 0,0 0 1 0 0,-1 0-1 0 0,1-1 1 0 0,0 1-1 0 0,0 0 1 0 0,-1 0-1 0 0,0 0 0 0 0,-21-4 866 0 0,12 4-948 0 0,1 0 0 0 0,-1 1 0 0 0,-10 2 0 0 0,12-1 76 0 0,1 1 0 0 0,-1-1 1 0 0,1 2-1 0 0,0-1 1 0 0,0 1-1 0 0,1 0 1 0 0,-1 0-1 0 0,1 1 0 0 0,0 0 1 0 0,0 0-1 0 0,0 0 1 0 0,1 1-1 0 0,0 0 0 0 0,0 0 1 0 0,0 0-1 0 0,1 1 1 0 0,0-1-1 0 0,0 1 0 0 0,1 0 1 0 0,0 0-1 0 0,0 1 1 0 0,0-1-1 0 0,1 0 1 0 0,0 1-1 0 0,1 0 0 0 0,-1-1 1 0 0,2 1-1 0 0,-1 0 1 0 0,1 0-1 0 0,0 0 0 0 0,1-1 1 0 0,-1 1-1 0 0,4 10 1 0 0,-3-10-78 0 0,1 0 0 0 0,0-1 0 0 0,1 1 0 0 0,0-1 0 0 0,0 1 0 0 0,0-1 0 0 0,1 0 0 0 0,0-1 0 0 0,1 1 0 0 0,-1-1 0 0 0,1 1 0 0 0,9 7 0 0 0,-9-10-1 0 0,0 0-1 0 0,0 0 1 0 0,1 0 0 0 0,0-1 0 0 0,0 0 0 0 0,0 0 0 0 0,0 0 0 0 0,0-1 0 0 0,0 0 0 0 0,1 0 0 0 0,-1-1 0 0 0,1 0 0 0 0,-1 0 0 0 0,1 0 0 0 0,8-1 0 0 0,-1-1 15 0 0,-1 0 0 0 0,1-1 1 0 0,-1 0-1 0 0,0-1 0 0 0,0-1 1 0 0,0 0-1 0 0,0 0 0 0 0,0-2 1 0 0,-1 1-1 0 0,0-2 0 0 0,0 0 1 0 0,-1 0-1 0 0,0-1 0 0 0,0 0 1 0 0,11-12-1 0 0,-19 17 2 0 0,0-1-1 0 0,0 1 1 0 0,0-1 0 0 0,0 0 0 0 0,-1 0 0 0 0,0 0-1 0 0,1-1 1 0 0,-2 1 0 0 0,1 0 0 0 0,0-1-1 0 0,-1 1 1 0 0,0-1 0 0 0,1-7 0 0 0,-2 10-366 0 0,-1 1-1 0 0,1-1 1 0 0,-1 0 0 0 0,0 1 0 0 0,1-1 0 0 0,-1 0 0 0 0,0 1-1 0 0,0-1 1 0 0,0 1 0 0 0,0 0 0 0 0,-1-1 0 0 0,1 1 0 0 0,0 0 0 0 0,-1 0-1 0 0,1-1 1 0 0,-3 0 0 0 0,3 1-62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19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0 108 3681 0 0,'1'0'498'0'0,"-2"-4"3383"0"0,7 1 3269 0 0,51-3-5772 0 0,124-11-466 0 0,157 12-512 0 0,-169-7-330 0 0,16-1-76 0 0,-143 12-11 0 0,245 2 498 0 0,-87 20-337 0 0,-173-20-124 0 0,0-1 1 0 0,45-6-1 0 0,17 0 47 0 0,71-3-20 0 0,-1 1-30 0 0,74-8 60 0 0,-75 2 155 0 0,-124 14-185 0 0,0 1-1 0 0,66 10 0 0 0,-41-4 328 0 0,-84-29-2658 0 0,13 15-3976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21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59 5961 0 0,'10'5'9825'0'0,"13"-2"-7845"0"0,21-1-2241 0 0,70 0 879 0 0,155-6-41 0 0,-21 1-440 0 0,-66 4 99 0 0,106-7 42 0 0,-85-1-91 0 0,-72 1-129 0 0,-36 5-58 0 0,139 16 0 0 0,-180-10 0 0 0,83-5 0 0 0,-58-7 57 0 0,93-21 0 0 0,-139 22 11 0 0,8-4 6 0 0,-33 7-53 0 0,1 0-1 0 0,-1 1 0 0 0,0 0 0 0 0,1 1 0 0 0,-1 0 0 0 0,1 0 0 0 0,0 0 0 0 0,13 2 1 0 0,-20 1-1228 0 0,-7 0 675 0 0,-8 0-237 0 0,1-2-538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21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37 4609 0 0,'-4'-16'3379'0'0,"4"15"-3099"0"0,0-1-1 0 0,-1 0 0 0 0,1 1 0 0 0,0-1 1 0 0,-1 1-1 0 0,1-1 0 0 0,-1 1 0 0 0,1-1 0 0 0,-1 1 1 0 0,0 0-1 0 0,0-1 0 0 0,-1-1 0 0 0,1 24 2941 0 0,1-9-2920 0 0,0-9-235 0 0,-1 23 386 0 0,1 0-1 0 0,2-1 1 0 0,0 1-1 0 0,2 0 1 0 0,8 31 0 0 0,-12-57-444 0 0,0 0 0 0 0,0 1 0 0 0,0-1 1 0 0,0 1-1 0 0,0-1 0 0 0,1 1 1 0 0,-1-1-1 0 0,0 1 0 0 0,0-1 1 0 0,0 0-1 0 0,0 1 0 0 0,1-1 1 0 0,-1 1-1 0 0,0-1 0 0 0,0 0 1 0 0,1 1-1 0 0,-1-1 0 0 0,0 1 1 0 0,1-1-1 0 0,-1 0 0 0 0,0 0 1 0 0,1 1-1 0 0,-1-1 0 0 0,0 0 1 0 0,1 0-1 0 0,-1 1 0 0 0,1-1 0 0 0,-1 0 1 0 0,0 0-1 0 0,1 0 0 0 0,-1 0 1 0 0,1 1-1 0 0,-1-1 0 0 0,1 0 1 0 0,-1 0-1 0 0,1 0 0 0 0,-1 0 1 0 0,1 0-1 0 0,-1 0 0 0 0,0 0 1 0 0,1 0-1 0 0,-1-1 0 0 0,1 1 1 0 0,-1 0-1 0 0,1 0 0 0 0,-1 0 1 0 0,1-1-1 0 0,10 1 168 0 0,-11 0-164 0 0,1 0-1 0 0,-1 0 0 0 0,0-1 1 0 0,1 1-1 0 0,-1 0 0 0 0,1 0 1 0 0,-1 0-1 0 0,0-1 0 0 0,1 1 1 0 0,-1 0-1 0 0,0-1 0 0 0,0 1 1 0 0,1 0-1 0 0,-1-1 0 0 0,0 1 1 0 0,0 0-1 0 0,1-1 1 0 0,-1 1-1 0 0,0 0 0 0 0,0-1 1 0 0,0 1-1 0 0,0-1 0 0 0,1 1 1 0 0,-1 0-1 0 0,0-1 0 0 0,0 1 1 0 0,0-1-1 0 0,0 1 0 0 0,0 0 1 0 0,0-1-1 0 0,0 1 0 0 0,0-1 1 0 0,0 1-1 0 0,0-1 0 0 0,0 1 1 0 0,-1-1-1 0 0,2-28 98 0 0,-1 17-65 0 0,1-3-9 0 0,-1 3-22 0 0,1 0 0 0 0,0-1 0 0 0,1 1-1 0 0,1 0 1 0 0,-1 0 0 0 0,8-17 0 0 0,-8 30-12 0 0,0 1 0 0 0,-1 0 0 0 0,1 0 0 0 0,0 0 0 0 0,-1 0 0 0 0,1 0 0 0 0,-1 1 0 0 0,0-1 0 0 0,2 5 0 0 0,13 41 7 0 0,-13-36 26 0 0,1-1-1 0 0,-1 0 0 0 0,2 0 1 0 0,-1-1-1 0 0,2 1 1 0 0,-1-1-1 0 0,12 16 1 0 0,-16-25-26 0 0,0 0 1 0 0,0 0 0 0 0,0 1-1 0 0,1-1 1 0 0,-1 0 0 0 0,0 0-1 0 0,0 0 1 0 0,1 0 0 0 0,-1 0-1 0 0,1-1 1 0 0,-1 1 0 0 0,0 0-1 0 0,1-1 1 0 0,0 1-1 0 0,-1-1 1 0 0,1 1 0 0 0,-1-1-1 0 0,1 0 1 0 0,0 0 0 0 0,-1 0-1 0 0,1 0 1 0 0,-1 0 0 0 0,1 0-1 0 0,0 0 1 0 0,-1 0 0 0 0,1 0-1 0 0,-1-1 1 0 0,1 1 0 0 0,1-2-1 0 0,0 1 19 0 0,-1 0 1 0 0,0-1-1 0 0,0 1 0 0 0,0-1 0 0 0,0 1 1 0 0,0-1-1 0 0,0 0 0 0 0,-1 0 0 0 0,1 0 0 0 0,0 0 1 0 0,-1 0-1 0 0,0 0 0 0 0,1-1 0 0 0,-1 1 1 0 0,0 0-1 0 0,0-1 0 0 0,1-4 0 0 0,19-95 476 0 0,-21 101-592 0 0,0 0 1 0 0,1 0 0 0 0,-1 0-1 0 0,1 0 1 0 0,0 0 0 0 0,-1 1 0 0 0,1-1-1 0 0,-1 0 1 0 0,1 0 0 0 0,0 0-1 0 0,0 1 1 0 0,0-1 0 0 0,-1 0-1 0 0,2 0 1 0 0,8-4-5834 0 0,-4 3 186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22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74 4609 0 0,'0'-4'519'0'0,"0"0"0"0"0,0-1 0 0 0,-1 1 0 0 0,0 0 0 0 0,1 0-1 0 0,-1 0 1 0 0,-1-1 0 0 0,1 1 0 0 0,-1 0 0 0 0,0 0 0 0 0,0 1 0 0 0,-2-5 0 0 0,3 6-417 0 0,-1 1 0 0 0,1 0 1 0 0,0-1-1 0 0,0 1 0 0 0,-1 0 1 0 0,1 0-1 0 0,0 0 0 0 0,-1 0 1 0 0,1 1-1 0 0,-1-1 0 0 0,1 0 1 0 0,-1 0-1 0 0,0 1 0 0 0,1-1 1 0 0,-1 1-1 0 0,0 0 0 0 0,1-1 1 0 0,-1 1-1 0 0,0 0 0 0 0,1 0 1 0 0,-1 0-1 0 0,0 0 0 0 0,0 0 1 0 0,1 0-1 0 0,-1 1 0 0 0,0-1 1 0 0,1 1-1 0 0,-1-1 0 0 0,0 1 1 0 0,1-1-1 0 0,-1 1 0 0 0,1 0 1 0 0,-2 1-1 0 0,-3 2 39 0 0,0 0 1 0 0,1 0 0 0 0,-1 0-1 0 0,1 1 1 0 0,1 0-1 0 0,-1 0 1 0 0,0 0 0 0 0,1 0-1 0 0,0 1 1 0 0,1 0-1 0 0,-1 0 1 0 0,-4 10 0 0 0,3-3-36 0 0,-1 0 1 0 0,2 0 0 0 0,0 0 0 0 0,0 1 0 0 0,-1 16 0 0 0,4-25-71 0 0,1 0 1 0 0,0 0-1 0 0,1 0 0 0 0,-1 0 1 0 0,1 0-1 0 0,0 0 1 0 0,0 0-1 0 0,0-1 0 0 0,1 1 1 0 0,0 0-1 0 0,0-1 1 0 0,0 1-1 0 0,0-1 0 0 0,1 0 1 0 0,-1 1-1 0 0,7 6 1 0 0,-7-9-35 0 0,0 0 1 0 0,0 0 0 0 0,1 0 0 0 0,-1 0 0 0 0,0 0-1 0 0,1 0 1 0 0,-1-1 0 0 0,1 1 0 0 0,-1-1 0 0 0,1 0-1 0 0,0 0 1 0 0,0 0 0 0 0,-1 0 0 0 0,1 0 0 0 0,0-1-1 0 0,0 1 1 0 0,0-1 0 0 0,0 0 0 0 0,0 1 0 0 0,0-1-1 0 0,0-1 1 0 0,0 1 0 0 0,0 0 0 0 0,-1-1 0 0 0,1 0-1 0 0,0 1 1 0 0,0-1 0 0 0,0 0 0 0 0,4-3 0 0 0,-2 1 1 0 0,0 0 0 0 0,-1-1 0 0 0,1 1 1 0 0,-1-1-1 0 0,1-1 0 0 0,-1 1 1 0 0,4-7-1 0 0,26-36-101 0 0,-33 45 81 0 0,8-12-84 0 0,0 1 1 0 0,-1-2 0 0 0,-1 1-1 0 0,-1-1 1 0 0,7-20 0 0 0,-16 44 358 0 0,-15 49 181 0 0,16-51-486 0 0,1-1 1 0 0,0 1-1 0 0,0-1 1 0 0,0 1-1 0 0,1-1 0 0 0,0 1 1 0 0,1 12-1 0 0,-1-19 8 0 0,0 1 0 0 0,0-1-1 0 0,0 1 1 0 0,0-1-1 0 0,0 0 1 0 0,0 1-1 0 0,0-1 1 0 0,0 1 0 0 0,0-1-1 0 0,1 1 1 0 0,-1-1-1 0 0,0 1 1 0 0,0-1-1 0 0,0 0 1 0 0,1 1 0 0 0,-1-1-1 0 0,0 1 1 0 0,0-1-1 0 0,1 0 1 0 0,-1 1-1 0 0,0-1 1 0 0,1 0 0 0 0,-1 1-1 0 0,0-1 1 0 0,1 0-1 0 0,-1 1 1 0 0,1-1-1 0 0,-1 0 1 0 0,0 0 0 0 0,1 0-1 0 0,-1 1 1 0 0,1-1-1 0 0,-1 0 1 0 0,1 0-1 0 0,-1 0 1 0 0,0 0 0 0 0,1 0-1 0 0,-1 0 1 0 0,1 0-1 0 0,-1 0 1 0 0,1 0-1 0 0,-1 0 1 0 0,1 0 0 0 0,-1 0-1 0 0,1 0 1 0 0,-1 0-1 0 0,1-1 1 0 0,0 1-1 0 0,1-1-414 0 0,-1-1-1 0 0,1 1 0 0 0,0-1 0 0 0,0 1 0 0 0,-1-1 0 0 0,1 0 0 0 0,-1 0 0 0 0,2-3 1 0 0,0-2-3880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22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 6913 0 0,'6'54'5441'0'0,"0"1"-4176"0"0,-6-55-1255 0 0,0 0-1 0 0,0 0 1 0 0,0 0 0 0 0,1 0 0 0 0,-1 0-1 0 0,0 0 1 0 0,0 0 0 0 0,0 0-1 0 0,0 0 1 0 0,0 0 0 0 0,0 0 0 0 0,0 0-1 0 0,0 0 1 0 0,0 0 0 0 0,0 0-1 0 0,1 0 1 0 0,-1 0 0 0 0,0 0 0 0 0,0 0-1 0 0,0 0 1 0 0,0 0 0 0 0,0 0 0 0 0,0 0-1 0 0,0 0 1 0 0,0 0 0 0 0,0 0-1 0 0,0 0 1 0 0,0 0 0 0 0,1 1 0 0 0,-1-1-1 0 0,0 0 1 0 0,0 0 0 0 0,0 0 0 0 0,0 0-1 0 0,0 0 1 0 0,0 0 0 0 0,0 0-1 0 0,0 0 1 0 0,0 0 0 0 0,0 0 0 0 0,0 0-1 0 0,0 0 1 0 0,0 1 0 0 0,0-1-1 0 0,0 0 1 0 0,0 0 0 0 0,0 0 0 0 0,0 0-1 0 0,0 0 1 0 0,0 0 0 0 0,0 0 0 0 0,0 0-1 0 0,0 0 1 0 0,0 0 0 0 0,0 1-1 0 0,0-1 1 0 0,0 0 0 0 0,0 0 0 0 0,0 0-1 0 0,0 0 1 0 0,0 0 0 0 0,0 0-1 0 0,0 0 1 0 0,0 0 0 0 0,0 0 0 0 0,-1 0-1 0 0,1 0 1 0 0,0 1 0 0 0,5-10 198 0 0,3-12-56 0 0,-2-7-102 0 0,-4 16-28 0 0,0 1 0 0 0,1-1 0 0 0,1 1 0 0 0,-1 0 0 0 0,2 0 1 0 0,0 0-1 0 0,0 1 0 0 0,7-11 0 0 0,-12 20-20 0 0,1 1 0 0 0,-1 0 0 0 0,0-1 0 0 0,0 1 0 0 0,1 0 0 0 0,-1-1 0 0 0,0 1 0 0 0,0 0 0 0 0,1 0 0 0 0,-1-1 0 0 0,0 1 0 0 0,1 0 0 0 0,-1 0 0 0 0,0-1 0 0 0,1 1 0 0 0,-1 0-1 0 0,1 0 1 0 0,-1 0 0 0 0,0 0 0 0 0,1 0 0 0 0,-1 0 0 0 0,1 0 0 0 0,-1-1 0 0 0,0 1 0 0 0,1 0 0 0 0,-1 0 0 0 0,1 0 0 0 0,-1 1 0 0 0,0-1 0 0 0,1 0 0 0 0,-1 0 0 0 0,1 0 0 0 0,-1 0 0 0 0,1 1 0 0 0,10 13 157 0 0,-1 20 151 0 0,-5-3-54 0 0,-4-18-191 0 0,1 0 0 0 0,0 1 0 0 0,1-1 0 0 0,6 14 1 0 0,-9-24-145 0 0,1-1 0 0 0,0 0 0 0 0,0 0 0 0 0,0 0-1 0 0,0 0 1 0 0,1 0 0 0 0,-1 0 0 0 0,0 0 0 0 0,1 0 0 0 0,0 0 0 0 0,-1-1 0 0 0,1 1 0 0 0,0 0 0 0 0,0-1 0 0 0,0 0 0 0 0,0 1 0 0 0,0-1 0 0 0,0 0 0 0 0,0 0 0 0 0,0 0 0 0 0,0 0 0 0 0,1-1 0 0 0,-1 1 0 0 0,0-1 0 0 0,0 1 0 0 0,1-1 0 0 0,-1 0 0 0 0,1 0 0 0 0,2 0 0 0 0,-2 0-187 0 0,0-1 0 0 0,0 0-1 0 0,0 0 1 0 0,0 0 0 0 0,0 0 0 0 0,0 0-1 0 0,0-1 1 0 0,4-2 0 0 0,2-3-688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22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6913 0 0,'-1'7'3713'0'0,"-3"22"-1744"0"0,-10 26-609 0 0,7-26-667 0 0,0 1-1 0 0,-4 57 1 0 0,10-77-627 0 0,1 0 0 0 0,1-1 0 0 0,0 1 0 0 0,0 0 0 0 0,1-1-1 0 0,0 1 1 0 0,1-1 0 0 0,0 0 0 0 0,0 0 0 0 0,1 0 0 0 0,0 0 0 0 0,1 0 0 0 0,6 9 0 0 0,-6-10-30 0 0,0-1 0 0 0,1-1 0 0 0,0 1 0 0 0,0-1 0 0 0,10 8 0 0 0,-15-13-77 0 0,0 1 0 0 0,1-1 0 0 0,-1-1 0 0 0,1 1 0 0 0,-1 0 1 0 0,1 0-1 0 0,0 0 0 0 0,-1-1 0 0 0,1 1 0 0 0,-1-1 0 0 0,1 1 0 0 0,0-1 0 0 0,0 0 0 0 0,-1 0 0 0 0,1 0 0 0 0,0 0 0 0 0,-1 0 0 0 0,1 0 0 0 0,0 0 0 0 0,0 0 0 0 0,-1-1 1 0 0,1 1-1 0 0,0-1 0 0 0,-1 1 0 0 0,1-1 0 0 0,-1 0 0 0 0,1 1 0 0 0,-1-1 0 0 0,1 0 0 0 0,-1 0 0 0 0,1 0 0 0 0,-1 0 0 0 0,0 0 0 0 0,2-2 0 0 0,-1 1-184 0 0,0 0-1 0 0,1-1 0 0 0,-1 0 0 0 0,0 1 0 0 0,0-1 1 0 0,-1 0-1 0 0,1 0 0 0 0,-1 0 0 0 0,1 0 1 0 0,-1 0-1 0 0,0 0 0 0 0,0 0 0 0 0,0 0 1 0 0,0 0-1 0 0,-1-1 0 0 0,1-5 0 0 0,-2-3-849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23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 5065 0 0,'5'1'1149'0'0,"1"1"0"0"0,-1-1 0 0 0,0 1 0 0 0,1 0 0 0 0,4 4 0 0 0,14 4 51 0 0,-12-6-646 0 0,0-1 0 0 0,0 0 0 0 0,0 0-1 0 0,0-1 1 0 0,1-1 0 0 0,16 0 0 0 0,-21-2-382 0 0,0 1-1 0 0,0-2 1 0 0,1 1 0 0 0,-1-1-1 0 0,0-1 1 0 0,0 1 0 0 0,-1-1-1 0 0,1-1 1 0 0,-1 1-1 0 0,11-8 1 0 0,-14 9-459 0 0,21-18 1408 0 0,-18 8-2105 0 0,-7 11 745 0 0,0 1 0 0 0,0-1 1 0 0,0 0-1 0 0,-1 1 0 0 0,1-1 1 0 0,0 0-1 0 0,0 1 0 0 0,0-1 1 0 0,0 1-1 0 0,-1-1 0 0 0,1 0 1 0 0,0 1-1 0 0,0-1 0 0 0,-1 1 1 0 0,1-1-1 0 0,-1 1 0 0 0,1-1 1 0 0,0 0-1 0 0,-2 0 0 0 0,-1-4-5767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2:41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735 115 6913 0 0,'3'-4'310'0'0,"0"-1"-1"0"0,0 0 0 0 0,-1 0 0 0 0,0 0 0 0 0,0 0 0 0 0,0 0 0 0 0,0-1 0 0 0,-1 1 0 0 0,0 0 0 0 0,0-1 0 0 0,-1 1 0 0 0,1-1 0 0 0,-1 1 0 0 0,0-1 0 0 0,-1 1 0 0 0,1-1 0 0 0,-1 1 0 0 0,-2-7 0 0 0,3 11-236 0 0,0 1-1 0 0,0-1 0 0 0,-1 1 0 0 0,1-1 1 0 0,0 1-1 0 0,0 0 0 0 0,-1-1 0 0 0,1 1 1 0 0,0 0-1 0 0,0-1 0 0 0,-1 1 1 0 0,1 0-1 0 0,0-1 0 0 0,-1 1 0 0 0,1 0 1 0 0,-1-1-1 0 0,1 1 0 0 0,0 0 0 0 0,-1 0 1 0 0,1 0-1 0 0,-1-1 0 0 0,1 1 0 0 0,-1 0 1 0 0,1 0-1 0 0,-1 0 0 0 0,1 0 0 0 0,-1 0 1 0 0,1 0-1 0 0,-1 0 0 0 0,0 0 0 0 0,-16 7 1092 0 0,-14 20-296 0 0,29-25-772 0 0,-97 103 1215 0 0,-116 159-1 0 0,-59 138 2040 0 0,255-368-3160 0 0,0 1 1 0 0,2 0 0 0 0,-19 60-1 0 0,35-92-244 0 0,-1 2-158 0 0,0 1 0 0 0,0 0 0 0 0,1-1 0 0 0,-1 1 1 0 0,1 0-1 0 0,0 8 0 0 0,4-52-6206 0 0,-1 14 4786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2:41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3225 0 0,'2'-2'3384'0'0,"6"5"105"0"0,13 5 955 0 0,-2 3-3912 0 0,0 1 1 0 0,0 1-1 0 0,-1 1 1 0 0,0 0-1 0 0,-2 1 0 0 0,1 1 1 0 0,21 29-1 0 0,-15-19-63 0 0,1-2 1 0 0,1 0-1 0 0,1-1 0 0 0,55 36 0 0 0,-15-19-85 0 0,78 34-1 0 0,9 2-90 0 0,-149-74-349 0 0,-1 0-1 0 0,1 0 0 0 0,-1 0 0 0 0,0 0 1 0 0,0 0-1 0 0,0 1 0 0 0,0 0 1 0 0,0-1-1 0 0,0 1 0 0 0,3 5 0 0 0,-11-6-2236 0 0,1-2-2146 0 0,-3-2-1954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2:42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55 3225 0 0,'-1'-4'638'0'0,"1"1"1"0"0,-1-1 0 0 0,1 1-1 0 0,-1-1 1 0 0,-1 1-1 0 0,-2-8 1 0 0,4 10-280 0 0,-1-1 1 0 0,0 1-1 0 0,0-1 0 0 0,1 1 0 0 0,-1-1 1 0 0,0 1-1 0 0,0-1 0 0 0,-1 1 1 0 0,1 0-1 0 0,0 0 0 0 0,0-1 0 0 0,-1 1 1 0 0,1 0-1 0 0,0 0 0 0 0,-1 0 1 0 0,-2-1-1 0 0,4 2-305 0 0,-1 0-1 0 0,1 1 1 0 0,0-1 0 0 0,-1 0-1 0 0,1 0 1 0 0,0 0 0 0 0,-1 0-1 0 0,1 0 1 0 0,0 1 0 0 0,-1-1-1 0 0,1 0 1 0 0,0 0 0 0 0,0 1-1 0 0,-1-1 1 0 0,1 0-1 0 0,0 0 1 0 0,0 1 0 0 0,0-1-1 0 0,-1 0 1 0 0,1 1 0 0 0,0-1-1 0 0,0 0 1 0 0,0 0 0 0 0,0 1-1 0 0,-1-1 1 0 0,1 0 0 0 0,0 1-1 0 0,0-1 1 0 0,0 1 0 0 0,0-1-1 0 0,0 0 1 0 0,0 1 0 0 0,0 0-1 0 0,-2 17 418 0 0,2-11-247 0 0,-6 58 274 0 0,4 1 0 0 0,6 86 0 0 0,0-34-403 0 0,-26 638 483 0 0,3-394-500 0 0,14-216-28 0 0,5 130 140 0 0,-2 39 167 0 0,-4 219-53 0 0,9-463-112 0 0,24 133 0 0 0,2 7 201 0 0,-25-178-319 0 0,-3-22-88 0 0,3 24 142 0 0,-1-1 0 0 0,-2 1 0 0 0,-3 36 1 0 0,2-71-148 0 0,0 0 0 0 0,0 0 0 0 0,1 0 0 0 0,-1 0 0 0 0,0 1 1 0 0,0-1-1 0 0,0 0 0 0 0,0 0 0 0 0,0 0 0 0 0,0 0 0 0 0,0 1 0 0 0,0-1 0 0 0,0 0 1 0 0,0 0-1 0 0,0 0 0 0 0,0 0 0 0 0,0 1 0 0 0,0-1 0 0 0,0 0 0 0 0,0 0 0 0 0,0 0 1 0 0,-1 0-1 0 0,1 1 0 0 0,0-1 0 0 0,0 0 0 0 0,0 0 0 0 0,0 0 0 0 0,0 0 0 0 0,0 1 1 0 0,0-1-1 0 0,0 0 0 0 0,-1 0 0 0 0,1 0 0 0 0,0 0 0 0 0,0 0 0 0 0,0 0 1 0 0,0 0-1 0 0,-1 0 0 0 0,1 1 0 0 0,0-1 0 0 0,0 0 0 0 0,0 0 0 0 0,0 0 0 0 0,-1 0 1 0 0,1 0-1 0 0,0 0 0 0 0,0 0 0 0 0,-1 0 0 0 0,-3-10-5770 0 0,1 0-289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2:44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7 149 4609 0 0,'0'-1'381'0'0,"-1"0"0"0"0,0 0 0 0 0,1 0-1 0 0,-1 1 1 0 0,1-1 0 0 0,-1 0 0 0 0,1 0 0 0 0,-1 0 0 0 0,1 0 0 0 0,0-1-1 0 0,-1 1 1 0 0,1 0 0 0 0,0 0 0 0 0,0 0 0 0 0,0 0 0 0 0,0 0 0 0 0,0 0 0 0 0,0 0-1 0 0,0 0 1 0 0,0 0 0 0 0,1 0 0 0 0,-1-1 0 0 0,0 1 0 0 0,1-1 0 0 0,0 1-209 0 0,0-1 0 0 0,0 1 0 0 0,1 0 0 0 0,-1-1 0 0 0,0 1 1 0 0,1 0-1 0 0,-1 0 0 0 0,0 0 0 0 0,1 0 0 0 0,0 0 0 0 0,-1 0 1 0 0,1 1-1 0 0,2-2 0 0 0,6-1-212 0 0,0 1-1 0 0,1 0 1 0 0,18-1 0 0 0,-26 2 433 0 0,110-16 349 0 0,-15 2-48 0 0,127 8 166 0 0,-166 9-776 0 0,0-3 0 0 0,0-3-1 0 0,81-14 1 0 0,-93 7-398 0 0,0 2 0 0 0,0 2 0 0 0,49-1 0 0 0,-101 10 116 0 0,-1 0 0 0 0,1 0-1 0 0,-1 0 1 0 0,1 1 0 0 0,-7 4 0 0 0,-9 4 115 0 0,18-10 73 0 0,1 1 0 0 0,0-1 1 0 0,-1 0-1 0 0,1 0 0 0 0,0 1 1 0 0,0 0-1 0 0,0-1 0 0 0,0 1 1 0 0,0 0-1 0 0,0 0 1 0 0,1 0-1 0 0,-1 0 0 0 0,1 0 1 0 0,-1 0-1 0 0,1 0 0 0 0,0 1 1 0 0,-2 3-1 0 0,1 1 45 0 0,1 1 0 0 0,-1-1-1 0 0,1 1 1 0 0,0 13 0 0 0,1-16-21 0 0,-17 111 497 0 0,3 12-253 0 0,-5 104-5 0 0,28 206 205 0 0,-1-156-240 0 0,0 347-154 0 0,14 97 64 0 0,-16-546-67 0 0,9 109-47 0 0,6-118 231 0 0,-16-140-202 0 0,-2-22-12 0 0,-1 0 1 0 0,0 1-1 0 0,-1-1 1 0 0,0 0-1 0 0,-1 1 1 0 0,0-1-1 0 0,0 1 1 0 0,-1-1-1 0 0,0 1 1 0 0,-4 13-1 0 0,4-22-21 0 0,0 1-1 0 0,0 0 0 0 0,0-1 0 0 0,0 1 0 0 0,0-1 0 0 0,0 1 1 0 0,-1-1-1 0 0,1 0 0 0 0,-1 1 0 0 0,1-1 0 0 0,-1 0 0 0 0,1 0 1 0 0,-1 0-1 0 0,0 0 0 0 0,1 0 0 0 0,-1 0 0 0 0,0-1 0 0 0,0 1 0 0 0,1-1 1 0 0,-1 1-1 0 0,0-1 0 0 0,-3 1 0 0 0,-6 0 73 0 0,1-1 0 0 0,-1 1 0 0 0,-11-3 1 0 0,-9 2 12 0 0,-1 4 140 0 0,-46 11-1 0 0,50-8-12 0 0,0-1 1 0 0,-44 2 0 0 0,17-7-154 0 0,-142 11 919 0 0,174-9-751 0 0,0 1-1 0 0,1 2 0 0 0,0 0 0 0 0,0 1 0 0 0,0 1 1 0 0,-30 17-1 0 0,25-11-298 0 0,-47 19 0 0 0,64-29-286 0 0,1-1-1 0 0,-1 0 1 0 0,-1-1-1 0 0,1 0 0 0 0,0 0 1 0 0,0-1-1 0 0,-1-1 1 0 0,-16-1-1 0 0,21 0-989 0 0,3 0-55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2:44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108 113 2761 0 0,'-27'-13'6929'0'0,"24"12"-6478"0"0,0 1 0 0 0,0-1 0 0 0,0 1 0 0 0,0 0 0 0 0,0 0 0 0 0,1 0 0 0 0,-6 0 0 0 0,6 1-336 0 0,-1-1 0 0 0,1 1 0 0 0,0 0 0 0 0,0-1 0 0 0,0 1 0 0 0,0 0 0 0 0,0 0 0 0 0,0 1-1 0 0,0-1 1 0 0,0 0 0 0 0,0 1 0 0 0,1-1 0 0 0,-1 1 0 0 0,0-1 0 0 0,1 1 0 0 0,0 0 0 0 0,-1 0 0 0 0,1 0 0 0 0,0-1 0 0 0,0 1 0 0 0,0 0 0 0 0,0 1 0 0 0,0-1 0 0 0,0 2-1 0 0,-2 4 96 0 0,1 0-1 0 0,0 0 0 0 0,0 0 0 0 0,1 0 1 0 0,0 0-1 0 0,1 17 0 0 0,0-24-175 0 0,0 1 0 0 0,0 0 0 0 0,0-1 0 0 0,0 1 0 0 0,1 0 0 0 0,-1-1 0 0 0,1 1 1 0 0,-1 0-1 0 0,1-1 0 0 0,0 1 0 0 0,-1-1 0 0 0,1 1 0 0 0,0-1 0 0 0,0 1 0 0 0,0-1 0 0 0,0 1 0 0 0,0-1 0 0 0,0 0 0 0 0,1 0 0 0 0,-1 0 0 0 0,0 1 0 0 0,1-1 0 0 0,-1-1 0 0 0,1 1 0 0 0,-1 0 0 0 0,1 0 0 0 0,-1 0 0 0 0,1-1 1 0 0,-1 1-1 0 0,1-1 0 0 0,0 1 0 0 0,-1-1 0 0 0,1 0 0 0 0,0 0 0 0 0,0 1 0 0 0,-1-1 0 0 0,1 0 0 0 0,2-1 0 0 0,6 0 86 0 0,1-1-1 0 0,0 0 1 0 0,-1-1 0 0 0,0 0-1 0 0,0-1 1 0 0,0 0 0 0 0,0 0-1 0 0,0-1 1 0 0,-1-1 0 0 0,0 1-1 0 0,12-11 1 0 0,-8 6 90 0 0,-1-1 0 0 0,0 0-1 0 0,-1-1 1 0 0,0 0 0 0 0,-1-1 0 0 0,17-26 0 0 0,-26 37-184 0 0,0 0 0 0 0,0 1 0 0 0,0-1 0 0 0,0 0 0 0 0,-1 0 0 0 0,1 0 0 0 0,0 0 0 0 0,-1 0 0 0 0,1 1 0 0 0,-1-1 1 0 0,0 0-1 0 0,0 0 0 0 0,0 0 0 0 0,0 0 0 0 0,0 0 0 0 0,0 0 0 0 0,0 0 0 0 0,-1 0 0 0 0,1 0 0 0 0,-1 0 0 0 0,1 0 0 0 0,-1 0 1 0 0,0 0-1 0 0,0 0 0 0 0,1 0 0 0 0,-1 1 0 0 0,-1-1 0 0 0,1 0 0 0 0,0 1 0 0 0,0-1 0 0 0,-1 1 0 0 0,1-1 0 0 0,-1 1 0 0 0,1 0 1 0 0,-1-1-1 0 0,1 1 0 0 0,-1 0 0 0 0,0 0 0 0 0,0 0 0 0 0,1 1 0 0 0,-3-2 0 0 0,-3-1-29 0 0,1 1 0 0 0,-1-1-1 0 0,0 2 1 0 0,0-1 0 0 0,0 1 0 0 0,0-1 0 0 0,0 2-1 0 0,0-1 1 0 0,0 1 0 0 0,-11 1 0 0 0,13 0-299 0 0,-1 1-1 0 0,0-1 1 0 0,1 1 0 0 0,0 0-1 0 0,-1 0 1 0 0,1 1 0 0 0,0-1-1 0 0,0 1 1 0 0,0 1 0 0 0,1-1-1 0 0,-1 0 1 0 0,-4 5 0 0 0,0 4-1261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2:45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41 130 13187 0 0,'-1'0'75'0'0,"0"0"0"0"0,0 0 0 0 0,-1 0 1 0 0,1 0-1 0 0,0 1 0 0 0,0-1 0 0 0,0 0 1 0 0,0 0-1 0 0,0 1 0 0 0,0-1 0 0 0,0 1 0 0 0,0-1 1 0 0,0 1-1 0 0,0-1 0 0 0,0 1 0 0 0,0 0 1 0 0,0-1-1 0 0,0 1 0 0 0,0 0 0 0 0,0 0 1 0 0,1-1-1 0 0,-1 1 0 0 0,0 0 0 0 0,1 0 0 0 0,-2 2 1 0 0,0 1 57 0 0,1 1 0 0 0,0-1 0 0 0,0 0 1 0 0,0 1-1 0 0,0 6 0 0 0,0-1 114 0 0,0-5-150 0 0,-2 16 307 0 0,1 0 1 0 0,1 0-1 0 0,2 21 1 0 0,-1-38-321 0 0,0 1 0 0 0,0-1 0 0 0,1 0 0 0 0,0 1 0 0 0,0-1 0 0 0,0 0 1 0 0,1 1-1 0 0,-1-1 0 0 0,1 0 0 0 0,0 0 0 0 0,0 0 0 0 0,0 0 1 0 0,1-1-1 0 0,-1 1 0 0 0,1-1 0 0 0,0 1 0 0 0,0-1 0 0 0,0 0 0 0 0,0 0 1 0 0,1 0-1 0 0,3 2 0 0 0,-5-4-52 0 0,0 0 1 0 0,1 0 0 0 0,-1 0-1 0 0,0 0 1 0 0,0 0-1 0 0,1-1 1 0 0,-1 1-1 0 0,1-1 1 0 0,-1 0-1 0 0,0 1 1 0 0,1-1-1 0 0,-1 0 1 0 0,1-1-1 0 0,-1 1 1 0 0,0 0-1 0 0,1-1 1 0 0,-1 1 0 0 0,4-2-1 0 0,-2 0 29 0 0,0 0 1 0 0,0 0-1 0 0,-1-1 0 0 0,1 1 0 0 0,0-1 0 0 0,-1 0 1 0 0,0 0-1 0 0,0 0 0 0 0,4-5 0 0 0,3-5 158 0 0,-1 0-1 0 0,-1-1 0 0 0,0 0 0 0 0,8-20 1 0 0,-10 21-84 0 0,-1 1 1 0 0,-1-1-1 0 0,0 0 1 0 0,-1 0-1 0 0,0-1 1 0 0,-1 1-1 0 0,1-24 1 0 0,-3 29-76 0 0,-1 1-1 0 0,0-1 1 0 0,0 1 0 0 0,-1-1 0 0 0,0 1 0 0 0,0 0-1 0 0,0 0 1 0 0,-1 0 0 0 0,0 0 0 0 0,-1 0-1 0 0,1 0 1 0 0,-1 1 0 0 0,-1 0 0 0 0,1 0-1 0 0,-8-8 1 0 0,10 12-77 0 0,1 0 0 0 0,-1 0 0 0 0,0 1 0 0 0,0-1 0 0 0,0 0 0 0 0,0 1 0 0 0,0-1 0 0 0,0 1 0 0 0,0 0 0 0 0,-1 0-1 0 0,1 0 1 0 0,0 0 0 0 0,-1 0 0 0 0,1 0 0 0 0,-4 0 0 0 0,5 1-38 0 0,-1 1 0 0 0,0-1 0 0 0,0 0 0 0 0,1 1 0 0 0,-1-1 0 0 0,0 1 0 0 0,1-1 0 0 0,-1 1 0 0 0,1 0 0 0 0,-1 0 0 0 0,0 0 0 0 0,1 0 1 0 0,0 0-1 0 0,-1 0 0 0 0,1 0 0 0 0,0 0 0 0 0,-1 0 0 0 0,1 1 0 0 0,0-1 0 0 0,0 1 0 0 0,0-1 0 0 0,0 1 0 0 0,0 1 0 0 0,-7 11-1244 0 0,2 0 0 0 0,-1 0 0 0 0,-6 26 0 0 0,8-25 382 0 0,-4 18-1100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2:45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87 145 6913 0 0,'-4'0'450'0'0,"0"1"0"0"0,0-1 0 0 0,0 1-1 0 0,-1 0 1 0 0,1 1 0 0 0,0-1-1 0 0,0 0 1 0 0,1 1 0 0 0,-1 0 0 0 0,0 0-1 0 0,1 0 1 0 0,-1 1 0 0 0,1-1-1 0 0,-1 1 1 0 0,1 0 0 0 0,0 0 0 0 0,-4 5-1 0 0,6-6-262 0 0,-1-1 0 0 0,0 1 0 0 0,1 0 0 0 0,0 1 0 0 0,0-1 0 0 0,-1 0-1 0 0,1 0 1 0 0,1 0 0 0 0,-1 1 0 0 0,0-1 0 0 0,0 0 0 0 0,1 1 0 0 0,-1-1 0 0 0,1 1 0 0 0,0-1-1 0 0,0 1 1 0 0,0-1 0 0 0,0 1 0 0 0,0-1 0 0 0,1 1 0 0 0,-1-1 0 0 0,1 0 0 0 0,-1 1 0 0 0,1-1-1 0 0,0 0 1 0 0,0 1 0 0 0,0-1 0 0 0,0 0 0 0 0,0 0 0 0 0,3 4 0 0 0,-2-4-148 0 0,0 0 1 0 0,1 0 0 0 0,-1-1-1 0 0,0 1 1 0 0,0-1 0 0 0,1 1-1 0 0,-1-1 1 0 0,1 0 0 0 0,-1 0 0 0 0,1 0-1 0 0,0 0 1 0 0,-1-1 0 0 0,1 1-1 0 0,0-1 1 0 0,3 1 0 0 0,0 0-15 0 0,1-1 0 0 0,-1 0 1 0 0,1 0-1 0 0,-1-1 0 0 0,10-1 1 0 0,-3-3-21 0 0,0 1 1 0 0,0-2 0 0 0,0 1-1 0 0,0-2 1 0 0,-1 0 0 0 0,0 0 0 0 0,-1-1-1 0 0,1-1 1 0 0,-1 0 0 0 0,-1 0-1 0 0,0-1 1 0 0,0-1 0 0 0,-1 1-1 0 0,-1-1 1 0 0,0-1 0 0 0,0 0 0 0 0,7-14-1 0 0,-14 23 21 0 0,0 0 1 0 0,0 1-1 0 0,0-1 0 0 0,0 0 0 0 0,0 0 0 0 0,-1 0 0 0 0,1 0 1 0 0,-1 0-1 0 0,0-1 0 0 0,0 1 0 0 0,0 0 0 0 0,0 0 1 0 0,0 0-1 0 0,-1 0 0 0 0,0 0 0 0 0,1 0 0 0 0,-1 0 0 0 0,0 0 1 0 0,0 0-1 0 0,-1 1 0 0 0,1-1 0 0 0,0 0 0 0 0,-1 1 0 0 0,0-1 1 0 0,0 1-1 0 0,0-1 0 0 0,0 1 0 0 0,0 0 0 0 0,0 0 0 0 0,0 0 1 0 0,-5-3-1 0 0,4 3-19 0 0,0 0 0 0 0,0 1 0 0 0,-1-1 0 0 0,1 1 0 0 0,-1 0 0 0 0,1 0 0 0 0,-1 0 0 0 0,0 0 0 0 0,1 0 0 0 0,-1 1 0 0 0,0 0 0 0 0,1 0 0 0 0,-1 0 0 0 0,0 0 0 0 0,0 1 0 0 0,1-1 0 0 0,-1 1 0 0 0,1 0 0 0 0,-1 0 0 0 0,1 0 0 0 0,-1 0 0 0 0,1 1 0 0 0,-1 0 0 0 0,1-1 0 0 0,0 1 0 0 0,-3 3 0 0 0,-1 1-504 0 0,0-1-1 0 0,1 2 1 0 0,0-1-1 0 0,1 1 1 0 0,-1 0 0 0 0,1 0-1 0 0,1 0 1 0 0,-1 1-1 0 0,-4 10 1 0 0,0 5-6101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2:46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78 132 10138 0 0,'-5'16'478'0'0,"0"-1"-1"0"0,1 1 0 0 0,1 0 1 0 0,1 0-1 0 0,0 0 1 0 0,1 0-1 0 0,1 0 1 0 0,0 1-1 0 0,1-1 1 0 0,1 0-1 0 0,0 0 0 0 0,2 0 1 0 0,9 30-1 0 0,-12-44-447 0 0,0 1 0 0 0,0 0 0 0 0,0-1 0 0 0,0 1-1 0 0,1-1 1 0 0,-1 0 0 0 0,1 1 0 0 0,0-1 0 0 0,0 0 0 0 0,-1 0 0 0 0,1 0-1 0 0,1 0 1 0 0,-1 0 0 0 0,0-1 0 0 0,0 1 0 0 0,1 0 0 0 0,-1-1 0 0 0,1 0-1 0 0,-1 0 1 0 0,1 0 0 0 0,-1 0 0 0 0,1 0 0 0 0,5 1 0 0 0,-4-2 13 0 0,-1 0 0 0 0,1 0 0 0 0,0-1 0 0 0,0 1 0 0 0,0-1-1 0 0,0 0 1 0 0,-1 0 0 0 0,1-1 0 0 0,0 1 0 0 0,-1-1 0 0 0,1 1 0 0 0,-1-1 0 0 0,0 0 0 0 0,1 0 0 0 0,-1-1 0 0 0,4-3 0 0 0,2-3 193 0 0,-1 0-1 0 0,0 0 0 0 0,-1-1 1 0 0,0 0-1 0 0,0 0 1 0 0,-1 0-1 0 0,0-1 1 0 0,-1 0-1 0 0,-1 0 0 0 0,0 0 1 0 0,0-1-1 0 0,-1 0 1 0 0,0 0-1 0 0,-1 0 0 0 0,0 0 1 0 0,-1-24-1 0 0,-1 26-74 0 0,0 0 0 0 0,-1 0-1 0 0,-1 0 1 0 0,0 0 0 0 0,0 0 0 0 0,-1 0-1 0 0,0 0 1 0 0,-1 1 0 0 0,-5-11 0 0 0,6 13-101 0 0,-1 1 1 0 0,-1 0 0 0 0,1 0 0 0 0,-1 0-1 0 0,0 0 1 0 0,0 1 0 0 0,0 0 0 0 0,-1 0-1 0 0,0 1 1 0 0,0-1 0 0 0,0 1 0 0 0,0 0 0 0 0,-10-3-1 0 0,9 4-99 0 0,0 1 0 0 0,0 0 0 0 0,0 0 0 0 0,0 0-1 0 0,0 1 1 0 0,-1 1 0 0 0,1-1 0 0 0,-1 1 0 0 0,1 0 0 0 0,-14 3-1 0 0,10-2-850 0 0,1 2 0 0 0,0-1 0 0 0,-19 9 0 0 0,9-3-6693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2:57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662 12 7834 0 0,'0'-1'150'0'0,"-1"0"0"0"0,0 0 0 0 0,1 0 0 0 0,-1 1 0 0 0,0-1 0 0 0,0 0 0 0 0,1 1 0 0 0,-1-1 0 0 0,0 0 1 0 0,0 1-1 0 0,0-1 0 0 0,0 1 0 0 0,0 0 0 0 0,0-1 0 0 0,0 1 0 0 0,0 0 0 0 0,0-1 0 0 0,0 1 0 0 0,0 0 0 0 0,0 0 1 0 0,0 0-1 0 0,0 0 0 0 0,0 0 0 0 0,-1 0 0 0 0,1 0 0 0 0,0 0 0 0 0,0 0 0 0 0,0 1 0 0 0,0-1 0 0 0,0 0 0 0 0,0 1 0 0 0,0-1 1 0 0,0 1-1 0 0,0-1 0 0 0,-1 1 0 0 0,-35 22 3839 0 0,36-22-4098 0 0,-25 19 1233 0 0,1 1 0 0 0,-41 46 1 0 0,-36 58 686 0 0,59-71-1230 0 0,-2 3 105 0 0,-50 84-1 0 0,78-110-494 0 0,0 0 0 0 0,2 1 0 0 0,2 1 0 0 0,-18 63 0 0 0,20-35-264 0 0,-6 79 1 0 0,16-129 85 0 0,1-10-70 0 0,0 1 0 0 0,0-1 0 0 0,0 0 0 0 0,0 1-1 0 0,0-1 1 0 0,-1 0 0 0 0,1 0 0 0 0,0 1 0 0 0,-1-1 0 0 0,0 0 0 0 0,1 0 0 0 0,-1 0 0 0 0,1 0-1 0 0,-1 1 1 0 0,0-1 0 0 0,0 0 0 0 0,0 0 0 0 0,0 0 0 0 0,0-1 0 0 0,0 1 0 0 0,0 0 0 0 0,0 0-1 0 0,0 0 1 0 0,0-1 0 0 0,-2 2 0 0 0,-14-1-2929 0 0,-1-7-3617 0 0,6 0 539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2:58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14283 0 0,'21'36'4849'0'0,"-7"-9"-4362"0"0,31 45 770 0 0,2-3-1 0 0,91 102 1 0 0,-105-138-1067 0 0,1-2 0 0 0,2-1 0 0 0,0-1 0 0 0,2-2 0 0 0,47 24 0 0 0,215 92 414 0 0,-183-94-517 0 0,-116-49-502 0 0,18 11 1407 0 0,-15-6-2543 0 0,-10-2-5483 0 0,-1-1-376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2:35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194 162 5985 0 0,'0'0'7'0'0,"-3"-6"870"0"0,0 1-1 0 0,0-1 0 0 0,0 1 1 0 0,-1 0-1 0 0,-4-6 0 0 0,7 10-736 0 0,0 0-1 0 0,0 0 1 0 0,0 0-1 0 0,0 0 0 0 0,0 1 1 0 0,-1-1-1 0 0,1 0 1 0 0,0 1-1 0 0,0-1 1 0 0,0 1-1 0 0,-1-1 1 0 0,1 1-1 0 0,0-1 1 0 0,-1 1-1 0 0,1 0 1 0 0,-1 0-1 0 0,1-1 0 0 0,0 1 1 0 0,-1 0-1 0 0,1 0 1 0 0,0 1-1 0 0,-1-1 1 0 0,1 0-1 0 0,0 0 1 0 0,-1 1-1 0 0,1-1 1 0 0,0 1-1 0 0,-1-1 1 0 0,-1 2-1 0 0,-3 1 8 0 0,0 1 0 0 0,0 0 0 0 0,0 1 0 0 0,1-1 0 0 0,0 1 0 0 0,0 0 0 0 0,0 0 0 0 0,0 1 0 0 0,1 0 0 0 0,0-1 0 0 0,-5 11 0 0 0,-3 7-83 0 0,-16 44 1 0 0,24-55 12 0 0,0 0-45 0 0,0 0 0 0 0,1 1 0 0 0,0-1 1 0 0,1 1-1 0 0,0 0 0 0 0,1 0 0 0 0,1 0 0 0 0,1 23 1 0 0,-1-32-11 0 0,1 0 1 0 0,-1 0 0 0 0,1 0 0 0 0,0 0 0 0 0,0 0 0 0 0,1-1 0 0 0,-1 1 0 0 0,1 0 0 0 0,0 0 0 0 0,0-1 0 0 0,0 1 0 0 0,0-1 0 0 0,1 0 0 0 0,-1 0 0 0 0,1 0 0 0 0,0 0 0 0 0,0 0 0 0 0,0 0 0 0 0,0-1 0 0 0,0 1-1 0 0,1-1 1 0 0,-1 0 0 0 0,1 0 0 0 0,0 0 0 0 0,-1-1 0 0 0,1 1 0 0 0,0-1 0 0 0,0 0 0 0 0,0 0 0 0 0,0 0 0 0 0,6 0 0 0 0,-4-1 28 0 0,1 1 0 0 0,-1-1-1 0 0,0-1 1 0 0,1 1 0 0 0,-1-1 0 0 0,0-1 0 0 0,1 1 0 0 0,-1-1 0 0 0,0 0-1 0 0,0 0 1 0 0,6-4 0 0 0,-2 1 35 0 0,-1-1-1 0 0,0 0 1 0 0,-1 0 0 0 0,1-1-1 0 0,-1 0 1 0 0,7-9 0 0 0,3-5 112 0 0,-1-2 0 0 0,-1 0 0 0 0,0-1 0 0 0,12-28 0 0 0,-21 38-76 0 0,-1-1-1 0 0,0 1 1 0 0,-1-1-1 0 0,-1 0 1 0 0,-1 0-1 0 0,0-1 1 0 0,2-28-1 0 0,-5 36-54 0 0,1 0 0 0 0,-2 0 0 0 0,1 0 0 0 0,-1 0 0 0 0,0 0 0 0 0,-1 0 0 0 0,0 0 0 0 0,0 0 0 0 0,-1 1 0 0 0,0-1 0 0 0,0 1 0 0 0,-1-1-1 0 0,0 1 1 0 0,0 0 0 0 0,0 1 0 0 0,-11-12 0 0 0,14 16-70 0 0,0 1 0 0 0,0 0 0 0 0,0 1 0 0 0,0-1 0 0 0,0 0 0 0 0,0 0 0 0 0,0 0 0 0 0,0 0 0 0 0,0 1 0 0 0,0-1 0 0 0,-1 1 0 0 0,1-1 0 0 0,0 1 0 0 0,0-1 0 0 0,-1 1 0 0 0,1 0 0 0 0,0-1 0 0 0,-1 1 0 0 0,1 0-1 0 0,-1 0 1 0 0,1 0 0 0 0,0 0 0 0 0,-3 1 0 0 0,3-1-126 0 0,-1 1-1 0 0,1 0 1 0 0,0 0-1 0 0,-1 0 1 0 0,1 0-1 0 0,0 0 1 0 0,-1 0-1 0 0,1 0 1 0 0,0 0-1 0 0,0 1 1 0 0,0-1-1 0 0,0 0 0 0 0,0 1 1 0 0,0-1-1 0 0,1 1 1 0 0,-1-1-1 0 0,0 1 1 0 0,0 2-1 0 0,-5 12-1774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2:35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68 101 8266 0 0,'-7'11'437'0'0,"1"-1"0"0"0,0 1 0 0 0,1 1 0 0 0,0-1 0 0 0,0 1 0 0 0,1 0 0 0 0,-3 14 1 0 0,-11 87 1214 0 0,17-112-1640 0 0,-1 15 357 0 0,1 1 0 0 0,0-1 0 0 0,1 1 0 0 0,1-1 0 0 0,0 1 0 0 0,7 29 1 0 0,-7-42-296 0 0,0-1 0 0 0,0 1 1 0 0,0 0-1 0 0,1 0 0 0 0,0-1 1 0 0,-1 1-1 0 0,1-1 0 0 0,0 1 1 0 0,1-1-1 0 0,-1 0 0 0 0,1 0 1 0 0,-1 0-1 0 0,1 0 1 0 0,0 0-1 0 0,0 0 0 0 0,0-1 1 0 0,0 1-1 0 0,1-1 0 0 0,-1 0 1 0 0,1 0-1 0 0,-1-1 0 0 0,1 1 1 0 0,0-1-1 0 0,-1 1 0 0 0,1-1 1 0 0,0 0-1 0 0,0-1 1 0 0,0 1-1 0 0,0-1 0 0 0,0 1 1 0 0,0-1-1 0 0,0 0 0 0 0,5-1 1 0 0,-3 0-6 0 0,-1 0 0 0 0,1-1 0 0 0,-1 0 1 0 0,0 0-1 0 0,1 0 0 0 0,-1 0 0 0 0,0-1 0 0 0,0 0 1 0 0,-1 0-1 0 0,1 0 0 0 0,-1 0 0 0 0,1-1 1 0 0,-1 0-1 0 0,0 0 0 0 0,0 0 0 0 0,-1 0 1 0 0,1-1-1 0 0,-1 1 0 0 0,0-1 0 0 0,4-9 0 0 0,2-5 169 0 0,0 0 0 0 0,-2 0-1 0 0,0-1 1 0 0,5-25 0 0 0,-9 30-104 0 0,-1-1 1 0 0,0 1-1 0 0,-2-1 1 0 0,1 0-1 0 0,-2 1 1 0 0,0-1-1 0 0,-1 0 1 0 0,0 1-1 0 0,-1-1 1 0 0,-1 1-1 0 0,-1 0 1 0 0,0 0-1 0 0,-1 0 1 0 0,0 1-1 0 0,-1 0 1 0 0,-1 0-1 0 0,0 1 1 0 0,-1 0-1 0 0,0 0 1 0 0,-16-15-1 0 0,24 27-151 0 0,0-1 0 0 0,0 1-1 0 0,0 0 1 0 0,-1-1 0 0 0,1 1 0 0 0,-1 0-1 0 0,1 0 1 0 0,-1 0 0 0 0,1 0 0 0 0,-1 0-1 0 0,0 1 1 0 0,1-1 0 0 0,-1 0 0 0 0,0 1-1 0 0,1-1 1 0 0,-1 1 0 0 0,0 0 0 0 0,0-1-1 0 0,0 1 1 0 0,1 0 0 0 0,-1 0-1 0 0,0 0 1 0 0,0 1 0 0 0,0-1 0 0 0,0 0-1 0 0,1 1 1 0 0,-1-1 0 0 0,0 1 0 0 0,1-1-1 0 0,-1 1 1 0 0,0 0 0 0 0,1 0 0 0 0,-1 0-1 0 0,1 0 1 0 0,-1 0 0 0 0,-1 1 0 0 0,-1 2-189 0 0,1 0 0 0 0,-1 0 0 0 0,1 1 0 0 0,0-1 0 0 0,0 1 0 0 0,1 0 0 0 0,-1-1 0 0 0,1 1 0 0 0,0 1 0 0 0,0-1 0 0 0,-1 5 0 0 0,-4 21-1484 0 0,1 3-63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2:36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40 7834 0 0,'-2'1'151'0'0,"0"0"0"0"0,0 1 0 0 0,0-1 0 0 0,1 0 0 0 0,-1 0 1 0 0,0 1-1 0 0,1-1 0 0 0,-1 1 0 0 0,1-1 0 0 0,-1 1 0 0 0,1 0 1 0 0,0 0-1 0 0,0 0 0 0 0,0-1 0 0 0,0 1 0 0 0,0 0 0 0 0,-1 3 0 0 0,-8 40 3852 0 0,7-27-3597 0 0,-2 3-34 0 0,-6 29 349 0 0,2 1 1 0 0,2 0-1 0 0,0 64 0 0 0,8-111-641 0 0,-1 1 0 0 0,0-1 1 0 0,1 0-1 0 0,0 0 0 0 0,0 0 0 0 0,0-1 0 0 0,1 1 1 0 0,-1 0-1 0 0,1 0 0 0 0,0-1 0 0 0,0 1 0 0 0,0-1 1 0 0,1 1-1 0 0,4 4 0 0 0,-6-7-51 0 0,0 0 1 0 0,0 0-1 0 0,0 0 0 0 0,0-1 0 0 0,1 1 1 0 0,-1 0-1 0 0,0 0 0 0 0,1-1 0 0 0,-1 1 1 0 0,0-1-1 0 0,1 1 0 0 0,-1-1 0 0 0,1 0 1 0 0,-1 1-1 0 0,1-1 0 0 0,-1 0 0 0 0,3 0 1 0 0,-2 0-10 0 0,0-1 0 0 0,0 1-1 0 0,0-1 1 0 0,0 0 0 0 0,0 1 0 0 0,0-1 0 0 0,0 0 0 0 0,0 0 0 0 0,0-1 0 0 0,-1 1 0 0 0,1 0 0 0 0,0 0 0 0 0,-1-1-1 0 0,1 1 1 0 0,1-3 0 0 0,5-6 117 0 0,-1 1-1 0 0,-1-1 0 0 0,1 0 1 0 0,-2 0-1 0 0,1-1 0 0 0,-2 0 1 0 0,1 0-1 0 0,-2 0 0 0 0,6-23 1 0 0,-4 5 152 0 0,-1 0 1 0 0,0-55 0 0 0,-4 57-18 0 0,-7-47 0 0 0,6 65-225 0 0,-1 0 0 0 0,0 1-1 0 0,0-1 1 0 0,-1 1 0 0 0,0 0 0 0 0,0 0 0 0 0,-1 0-1 0 0,0 0 1 0 0,-8-11 0 0 0,12 19-74 0 0,-1-1-1 0 0,1 0 1 0 0,-1 1 0 0 0,1-1 0 0 0,0 0-1 0 0,-1 1 1 0 0,0-1 0 0 0,1 0-1 0 0,-1 1 1 0 0,1-1 0 0 0,-1 1-1 0 0,0-1 1 0 0,1 1 0 0 0,-1-1 0 0 0,0 1-1 0 0,1-1 1 0 0,-1 1 0 0 0,0 0-1 0 0,0 0 1 0 0,1-1 0 0 0,-1 1 0 0 0,0 0-1 0 0,0 0 1 0 0,0 0 0 0 0,1 0-1 0 0,-1 0 1 0 0,0 0 0 0 0,0 0-1 0 0,0 0 1 0 0,0 0 0 0 0,1 0 0 0 0,-1 0-1 0 0,0 0 1 0 0,0 1 0 0 0,1-1-1 0 0,-1 0 1 0 0,0 1 0 0 0,-1-1 0 0 0,0 3-478 0 0,0-1 1 0 0,0 0 0 0 0,1 1 0 0 0,-1 0-1 0 0,0-1 1 0 0,1 1 0 0 0,-1 0 0 0 0,-1 5-1 0 0,-5 12-6171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2:36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4145 0 0,'-3'2'489'0'0,"0"0"0"0"0,1 1 0 0 0,-1-1-1 0 0,1 0 1 0 0,-1 1 0 0 0,1-1 0 0 0,0 1 0 0 0,-1 0 0 0 0,1 0 0 0 0,1 0 0 0 0,-1 0 0 0 0,0 0-1 0 0,1 0 1 0 0,0 0 0 0 0,-1 1 0 0 0,0 4 0 0 0,-2 9 708 0 0,1 0 1 0 0,-2 19 0 0 0,3-19-1702 0 0,-1 11 1117 0 0,-1 42 1 0 0,5-61-446 0 0,-1 0 0 0 0,1 0 0 0 0,0 0 0 0 0,1 0 0 0 0,0 0 0 0 0,0 0 0 0 0,1 0 0 0 0,7 14 0 0 0,-9-21-147 0 0,0-1 0 0 0,0 1 1 0 0,0 0-1 0 0,0 0 0 0 0,0-1 1 0 0,1 1-1 0 0,-1-1 0 0 0,1 1 0 0 0,-1-1 1 0 0,1 1-1 0 0,0-1 0 0 0,-1 0 0 0 0,1 0 1 0 0,0 0-1 0 0,0 0 0 0 0,0 0 1 0 0,0 0-1 0 0,0-1 0 0 0,0 1 0 0 0,0-1 1 0 0,0 1-1 0 0,0-1 0 0 0,0 0 1 0 0,0 0-1 0 0,0 1 0 0 0,0-2 0 0 0,0 1 1 0 0,0 0-1 0 0,0 0 0 0 0,0-1 0 0 0,0 1 1 0 0,0-1-1 0 0,0 1 0 0 0,0-1 1 0 0,0 0-1 0 0,0 0 0 0 0,0 0 0 0 0,0 0 1 0 0,1-2-1 0 0,5-1 61 0 0,-1-1 0 0 0,0-1 0 0 0,0 1 0 0 0,-1-1 0 0 0,1 0 0 0 0,-1-1 0 0 0,-1 0 1 0 0,7-8-1 0 0,5-11 644 0 0,24-50 0 0 0,-37 68-567 0 0,-1 0 0 0 0,0 0 0 0 0,0 0 1 0 0,-1-1-1 0 0,0 1 0 0 0,-1 0 1 0 0,0-1-1 0 0,0 1 0 0 0,-1-1 0 0 0,1 1 1 0 0,-3-16-1 0 0,1 22-132 0 0,1 0-1 0 0,-1 1 1 0 0,1-1 0 0 0,-1 1-1 0 0,1-1 1 0 0,-1 1 0 0 0,0-1-1 0 0,0 1 1 0 0,0 0 0 0 0,1-1-1 0 0,-1 1 1 0 0,-1 0-1 0 0,1 0 1 0 0,0-1 0 0 0,0 1-1 0 0,0 0 1 0 0,-1 0 0 0 0,1 0-1 0 0,0 1 1 0 0,-1-1 0 0 0,1 0-1 0 0,-1 0 1 0 0,1 1 0 0 0,-1-1-1 0 0,1 1 1 0 0,-1-1 0 0 0,1 1-1 0 0,-1 0 1 0 0,0 0 0 0 0,1 0-1 0 0,-3 0 1 0 0,-5 0-330 0 0,0 0-1 0 0,1 1 1 0 0,-1 1 0 0 0,-13 3 0 0 0,14-3-473 0 0,-7 2-442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2:39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73 12443 0 0,'1'8'4231'0'0,"-1"62"-3569"0"0,-8 251 525 0 0,5-139-1074 0 0,0-72-113 0 0,-15 385 0 0 0,15-342 247 0 0,1-23-349 0 0,1 68 364 0 0,2-101-13 0 0,12 100-31 0 0,-5-100-185 0 0,18 372 318 0 0,-22-385-329 0 0,1 45 37 0 0,13 167 122 0 0,-5-172-213 0 0,-4 206 0 0 0,-8-254 31 0 0,21 137-1 0 0,-11-125-3 0 0,-6-58 28 0 0,-3-22-9 0 0,-1 0-1 0 0,1-1 1 0 0,-1 1-1 0 0,-1 0 1 0 0,0 0-1 0 0,-1 13 1 0 0,1-19 3 0 0,-1-1 1 0 0,1 0-1 0 0,-1 0 0 0 0,0 0 1 0 0,1 0-1 0 0,-1 0 1 0 0,0 0-1 0 0,1 0 1 0 0,-1 0-1 0 0,0-1 0 0 0,0 1 1 0 0,0 0-1 0 0,0 0 1 0 0,0-1-1 0 0,0 1 1 0 0,0 0-1 0 0,0-1 1 0 0,-2 1-1 0 0,2 0 0 0 0,0-1 0 0 0,0 1 1 0 0,0-1-1 0 0,0 1 0 0 0,0 0 0 0 0,0-1 1 0 0,0 1-1 0 0,0 0 0 0 0,0 0 0 0 0,0 0 1 0 0,0 0-1 0 0,0 0 0 0 0,1 0 0 0 0,-1 0 1 0 0,0 0-1 0 0,1 0 0 0 0,-1 0 0 0 0,0 2 0 0 0,-2 25 127 0 0,3-28-128 0 0,1 1-1 0 0,-1-1 0 0 0,0 1 0 0 0,0-1 1 0 0,1 0-1 0 0,-1 1 0 0 0,0-1 0 0 0,1 0 1 0 0,-1 1-1 0 0,0-1 0 0 0,1 0 0 0 0,-1 0 0 0 0,1 1 1 0 0,-1-1-1 0 0,0 0 0 0 0,1 0 0 0 0,-1 0 1 0 0,1 1-1 0 0,-1-1 0 0 0,1 0 0 0 0,-1 0 0 0 0,1 0 1 0 0,-1 0-1 0 0,0 0 0 0 0,1 0 0 0 0,-1 0 1 0 0,1 0-1 0 0,0 0 0 0 0,19-1 134 0 0,-14 1 93 0 0,46 1-138 0 0,-20 0-11 0 0,1-1 0 0 0,44-7 1 0 0,108-8 21 0 0,-25 3-22 0 0,361-30 443 0 0,-453 44-411 0 0,-49 0-47 0 0,40-2-1 0 0,-49-1-4 0 0,11-3 981 0 0,-21 4-1023 0 0,0-1 0 0 0,0 0 0 0 0,0 1 0 0 0,0-1 0 0 0,-1 1 1 0 0,1-1-1 0 0,0 0 0 0 0,0 1 0 0 0,-1-1 0 0 0,1 1 0 0 0,0-1 0 0 0,-1 1 0 0 0,1-1 0 0 0,0 1 0 0 0,-1-1 0 0 0,1 1 0 0 0,-1-1 0 0 0,1 1 0 0 0,-1-1 0 0 0,1 1 0 0 0,-1 0 0 0 0,0-1 0 0 0,1 1 0 0 0,-1 0 0 0 0,0-1 0 0 0,-2-2-17 0 0,0 0 1 0 0,0 0-1 0 0,0 0 1 0 0,1 0-1 0 0,0-1 1 0 0,-1 1-1 0 0,1-1 1 0 0,1 0 0 0 0,-1 1-1 0 0,-2-7 1 0 0,-8-41 176 0 0,10 41-180 0 0,-5-44-48 0 0,2 0 0 0 0,3-1 0 0 0,6-80 0 0 0,-1-27-23 0 0,-31-203-4 0 0,18 125 64 0 0,5 57 0 0 0,-12-203-10 0 0,-4 42 7 0 0,-1-13 16 0 0,5-148-13 0 0,8 302 0 0 0,-1-58 0 0 0,-2 6-20 0 0,2 79 8 0 0,0 97-36 0 0,3 30 27 0 0,6 7-64 0 0,0 42 88 0 0,0-1 0 0 0,0 1 0 0 0,0 0 0 0 0,0-1 0 0 0,0 1 1 0 0,0 0-1 0 0,0-1 0 0 0,0 1 0 0 0,0 0 0 0 0,0 0 0 0 0,0 0 0 0 0,0 0 1 0 0,0 0-1 0 0,0 0 0 0 0,0 0 0 0 0,0 0 0 0 0,-2 1 0 0 0,-35 3 124 0 0,19-2-258 0 0,-21-1 164 0 0,-77-7 0 0 0,1-2 27 0 0,-61 10-60 0 0,-102-1 0 0 0,220 1 0 0 0,0 3 0 0 0,1 2 0 0 0,-71 18 0 0 0,100-19-94 0 0,0-1 0 0 0,-1-1-1 0 0,0-2 1 0 0,0 0 0 0 0,1-3 0 0 0,-57-7-1 0 0,83 8-176 0 0,-26-3-276 0 0,28 3 427 0 0,0 0-1 0 0,1 0 1 0 0,-1 0 0 0 0,1 0 0 0 0,-1 0-1 0 0,0 0 1 0 0,1 0 0 0 0,-1 0-1 0 0,0 0 1 0 0,1 0 0 0 0,-1 0 0 0 0,1 1-1 0 0,-1-1 1 0 0,0 0 0 0 0,1 0 0 0 0,-1 1-1 0 0,1-1 1 0 0,-1 0 0 0 0,1 1 0 0 0,-1-1-1 0 0,1 1 1 0 0,-1-1 0 0 0,1 1 0 0 0,-1-1-1 0 0,1 1 1 0 0,0-1 0 0 0,-1 1 0 0 0,1-1-1 0 0,0 1 1 0 0,-1-1 0 0 0,1 1 0 0 0,0 0-1 0 0,0-1 1 0 0,0 1 0 0 0,-1 1-1 0 0,1 3-6961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37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408 45 3681 0 0,'0'0'284'0'0,"0"1"-147"0"0,8-1 533 0 0,-5-6 5591 0 0,-4 5-6203 0 0,0-1 0 0 0,0 1 0 0 0,0 0-1 0 0,0 0 1 0 0,0 0 0 0 0,0 0 0 0 0,0 1 0 0 0,0-1 0 0 0,-1 0 0 0 0,1 0 0 0 0,0 1-1 0 0,-1-1 1 0 0,1 0 0 0 0,0 1 0 0 0,-1 0 0 0 0,-1-1 0 0 0,-2 0 92 0 0,1 1 1 0 0,-1 0-1 0 0,1 1 1 0 0,0-1 0 0 0,-8 2-1 0 0,-105 15 890 0 0,109-16-1028 0 0,-1-1-1 0 0,0 1 0 0 0,1-1 0 0 0,-1 0 1 0 0,-11-3-1 0 0,-16 1-12 0 0,32 2-7 0 0,0 0-1 0 0,0 0 1 0 0,0 1 0 0 0,0 0 0 0 0,1 0-1 0 0,-1 0 1 0 0,0 0 0 0 0,0 0 0 0 0,-6 4-1 0 0,0-9-44 0 0,5 2 44 0 0,-24-8 40 0 0,27 10-28 0 0,1 0 0 0 0,0 0 0 0 0,-1-1-1 0 0,1 1 1 0 0,-1 0 0 0 0,1 0 0 0 0,0 0 0 0 0,-1 1 0 0 0,1-1 0 0 0,-1 0 0 0 0,1 0 0 0 0,-1 1 0 0 0,1-1-1 0 0,0 1 1 0 0,-1-1 0 0 0,1 1 0 0 0,0 0 0 0 0,0-1 0 0 0,0 1 0 0 0,-3 2 1252 0 0,2 0-1166 0 0,1-2-122 0 0,-2 1 73 0 0,1 1-1 0 0,0-1 1 0 0,0 0-1 0 0,0 1 1 0 0,0-1 0 0 0,0 1-1 0 0,0 0 1 0 0,1 0-1 0 0,-3 5 1 0 0,4-8-111 0 0,3-1-466 0 0,-1 0 511 0 0,0 0 1 0 0,0-1-1 0 0,0 1 1 0 0,1-1-1 0 0,-1 1 1 0 0,-1-1-1 0 0,1 0 1 0 0,0 0-1 0 0,0 0 1 0 0,-1 0-1 0 0,1 0 1 0 0,-1 0 0 0 0,1 0-1 0 0,-1-1 1 0 0,0 1-1 0 0,0-1 1 0 0,1-4-1 0 0,-7 7-139 0 0,-25-3 134 0 0,30 3-28 0 0,0-2-348 0 0,1 0 409 0 0,-1 0 0 0 0,1 0 0 0 0,0 0 0 0 0,0 1 0 0 0,0-1 0 0 0,0 0 0 0 0,0 0 0 0 0,2-1 0 0 0,6-13 10 0 0,-9 16-8 0 0,0 0 0 0 0,0 1-1 0 0,0-1 1 0 0,0 0 0 0 0,0 0 0 0 0,0 0 0 0 0,0 0 0 0 0,0 0-1 0 0,1 1 1 0 0,-1-1 0 0 0,0 0 0 0 0,0 0 0 0 0,0 0 0 0 0,0 0-1 0 0,0 0 1 0 0,0 0 0 0 0,0 0 0 0 0,0 1 0 0 0,1-1 0 0 0,-1 0-1 0 0,0 0 1 0 0,0 0 0 0 0,0 0 0 0 0,0 0 0 0 0,0 0 0 0 0,1 0-1 0 0,-1 0 1 0 0,0 0 0 0 0,0 0 0 0 0,0 0 0 0 0,0 0 0 0 0,0 0-1 0 0,1 0 1 0 0,-1 0 0 0 0,0 0 0 0 0,0 0 0 0 0,0 0 0 0 0,0 0-1 0 0,0 0 1 0 0,1 0 0 0 0,-1 0 0 0 0,0 0 0 0 0,0 0 0 0 0,0 0-1 0 0,0 0 1 0 0,0 0 0 0 0,1-1 0 0 0,-1 1 0 0 0,0 0 0 0 0,0 0-1 0 0,0 0 1 0 0,0 0 0 0 0,0 0 0 0 0,0 0 0 0 0,0 0 0 0 0,0-1-1 0 0,0 1 1 0 0,1 0 0 0 0,-1 0 0 0 0,0 0 0 0 0,0 0 0 0 0,0 0-1 0 0,0-1 1 0 0,0 1 0 0 0,0 0 0 0 0,0 0 0 0 0,0 0-1 0 0,0-1 1 0 0,7 22 580 0 0,1 29 288 0 0,-5-14-762 0 0,-2-1-1 0 0,-5 50 0 0 0,-2 137 618 0 0,7-155-613 0 0,16 236 198 0 0,-6-165-216 0 0,-8-91-96 0 0,9 205 0 0 0,-22-102 27 0 0,5-93-9 0 0,1 66 1 0 0,10-55-17 0 0,-3-50 7 0 0,-1 0-1 0 0,0 0 1 0 0,-2 1 0 0 0,0-1 0 0 0,-2 0 0 0 0,-5 34 0 0 0,2-36-31 0 0,0 1 0 0 0,2-1 1 0 0,0 1-1 0 0,1-1 0 0 0,1 1 0 0 0,1 22 1 0 0,0-36-33 0 0,0-1 1 0 0,1 1 0 0 0,0-1-1 0 0,0 0 1 0 0,-1 1 0 0 0,1-1-1 0 0,1 0 1 0 0,-1 0 0 0 0,0 0-1 0 0,0 1 1 0 0,3 1 0 0 0,-13 21 1629 0 0,12-22-1428 0 0,0-1 0 0 0,0 0 0 0 0,0 0 0 0 0,1 0 0 0 0,-1 0 0 0 0,1 0 0 0 0,6 1 0 0 0,3 1-109 0 0,1 0 1 0 0,-1-1-1 0 0,1-1 0 0 0,0 0 0 0 0,0-1 0 0 0,0-1 1 0 0,24-2-1 0 0,1-3-62 0 0,53-16-1 0 0,-17 4 45 0 0,-75 17-21 0 0,48-7 0 0 0,-45 6 0 0 0,0 1 0 0 0,0 0 0 0 0,0 0 0 0 0,0 0 0 0 0,0 0 0 0 0,0 0 0 0 0,0 1 0 0 0,0-1 0 0 0,0 1 0 0 0,0 0 0 0 0,0 0 0 0 0,-1 0 0 0 0,4 2 0 0 0,-5-2-24 0 0,-1 0-1 0 0,1-1 0 0 0,-1 1 1 0 0,1 0-1 0 0,-1 0 0 0 0,1 0 1 0 0,-1 0-1 0 0,0 0 0 0 0,1 1 1 0 0,-1-1-1 0 0,0 0 0 0 0,0 0 1 0 0,0 0-1 0 0,0 0 0 0 0,0 0 0 0 0,0 0 1 0 0,0 0-1 0 0,0 0 0 0 0,-1 0 1 0 0,1 0-1 0 0,0 0 0 0 0,-1 0 1 0 0,1 0-1 0 0,0 0 0 0 0,-1 0 1 0 0,0 0-1 0 0,1 0 0 0 0,-1 0 1 0 0,1 0-1 0 0,-1 0 0 0 0,0-1 1 0 0,0 2-1 0 0,-26 27-689 0 0,10-19-805 0 0,8-8 13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38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5 1376 0 0,'0'0'78'0'0,"0"0"0"0"0,0 0 0 0 0,0 0 0 0 0,0 0-1 0 0,0 0 1 0 0,0 0 0 0 0,0 0 0 0 0,0 0 0 0 0,0 0-1 0 0,0 0 1 0 0,1-1 0 0 0,-1 1 0 0 0,0 0 0 0 0,0 0-1 0 0,0 0 1 0 0,0 0 0 0 0,0 0 0 0 0,0 0 0 0 0,0 0-1 0 0,0 0 1 0 0,0 0 0 0 0,0-1 0 0 0,0 1 0 0 0,0 0 0 0 0,0 0-1 0 0,0 0 1 0 0,0 0 0 0 0,0 0 0 0 0,0 0 0 0 0,0 0-1 0 0,0 0 1 0 0,0-1 0 0 0,0 1 0 0 0,0 0 0 0 0,0 0-1 0 0,0 0 1 0 0,0 0 0 0 0,0 0 0 0 0,0 0 0 0 0,0 0-1 0 0,0 0 1 0 0,0 0 0 0 0,-1-1 0 0 0,1 1 0 0 0,0 0-1 0 0,0 0 1 0 0,0 0 0 0 0,0 0 0 0 0,0 0 0 0 0,0 0 0 0 0,0 0-1 0 0,0 0 1 0 0,0 0 0 0 0,0 0 0 0 0,-1 0 0 0 0,1 0-1 0 0,0 0 1 0 0,-10-1 1408 0 0,8 1-1435 0 0,1 0-1 0 0,-1 1 1 0 0,0-1 0 0 0,1 0-1 0 0,-1 1 1 0 0,1-1 0 0 0,-1 1-1 0 0,1-1 1 0 0,-1 1 0 0 0,1 0-1 0 0,-1-1 1 0 0,-1 3 0 0 0,1 0 354 0 0,0 0 1 0 0,1 1 0 0 0,-1-1-1 0 0,1 0 1 0 0,0 0 0 0 0,0 1-1 0 0,0-1 1 0 0,0 1 0 0 0,0 5-1 0 0,0 37 901 0 0,1-34-1170 0 0,6 154 594 0 0,-2-95-665 0 0,1 28 327 0 0,1 104 380 0 0,-8-131-740 0 0,-3 344 472 0 0,12-307-509 0 0,-5 89-54 0 0,1 26 131 0 0,0-198-119 0 0,7 34 0 0 0,-5-41 72 0 0,-2 0 0 0 0,0 0 0 0 0,-1 1 0 0 0,-1 22 0 0 0,-6 85-1237 0 0,5-123 1195 0 0,0 1 1 0 0,0 0 0 0 0,1 0-1 0 0,-1-1 1 0 0,1 1 0 0 0,3 9-1 0 0,-3-13 98 0 0,-1 1-1 0 0,1 0 1 0 0,0-1 0 0 0,0 1-1 0 0,0-1 1 0 0,0 1-1 0 0,0-1 1 0 0,1 0 0 0 0,-1 1-1 0 0,0-1 1 0 0,1 0-1 0 0,-1 0 1 0 0,1 0 0 0 0,-1 0-1 0 0,1 0 1 0 0,-1 0-1 0 0,1 0 1 0 0,0 0 0 0 0,-1-1-1 0 0,1 1 1 0 0,2 0 0 0 0,1 0 120 0 0,0 0 1 0 0,0 0 0 0 0,0-1-1 0 0,0 0 1 0 0,-1 0 0 0 0,1 0-1 0 0,0 0 1 0 0,8-2 0 0 0,66-7 70 0 0,-43 7-156 0 0,20-1-4 0 0,-40 3-99 0 0,0 0 0 0 0,0-2-1 0 0,0 0 1 0 0,27-6 0 0 0,46-12-13 0 0,-56 13 0 0 0,-28 6-2 0 0,1 1 1 0 0,-1-1-1 0 0,0 1 1 0 0,1 0-1 0 0,-1 1 0 0 0,0-1 1 0 0,0 1-1 0 0,0 0 1 0 0,0 0-1 0 0,1 1 0 0 0,-1-1 1 0 0,-1 1-1 0 0,1 0 1 0 0,8 5-1 0 0,-5-3-59 0 0,-6 1-521 0 0,-1-5 529 0 0,-7-5-1566 0 0,3 4 853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40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4609 0 0,'0'0'178'0'0,"0"0"0"0"0,0 0 1 0 0,0 0-1 0 0,-1 0 0 0 0,1 0 0 0 0,0 0 0 0 0,0 0 0 0 0,0 0 1 0 0,0 0-1 0 0,-1 0 0 0 0,1-1 0 0 0,0 1 0 0 0,0 1 1 0 0,0-1-1 0 0,0 0 0 0 0,-3 1 3208 0 0,3-1-3208 0 0,0 1 0 0 0,0-1 0 0 0,-1 0 0 0 0,1 0 1 0 0,0 0-1 0 0,0 0 0 0 0,0 1 0 0 0,0-1 0 0 0,0 0 0 0 0,-1 13 1617 0 0,4 13-1595 0 0,23 174 2660 0 0,-25-169-2516 0 0,0-1-1 0 0,-2 1 1 0 0,-2 0 0 0 0,-9 46-1 0 0,12-62-48 0 0,0-10-1326 0 0,0-9-3639 0 0,0-3 2975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40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9 309 2304 0 0,'-7'-9'917'0'0,"7"8"-612"0"0,0 1 0 0 0,-1 0 0 0 0,1-1 0 0 0,0 1 1 0 0,0 0-1 0 0,0-1 0 0 0,0 1 0 0 0,0 0 0 0 0,0-1 0 0 0,0 1 0 0 0,0 0 0 0 0,0-1 1 0 0,0 1-1 0 0,0-1 0 0 0,0 1 0 0 0,0 0 0 0 0,0-1 0 0 0,0 1 0 0 0,0 0 1 0 0,0-1-1 0 0,0 1 0 0 0,0 0 0 0 0,1-1 0 0 0,-1 1 0 0 0,0 0 0 0 0,0-1 0 0 0,12-6 6293 0 0,0 2-8600 0 0,2 1 2133 0 0,0 0 0 0 0,0 1 0 0 0,0 1 0 0 0,0 0-1 0 0,0 1 1 0 0,1 0 0 0 0,-1 2 0 0 0,0-1 0 0 0,1 2-1 0 0,-1 0 1 0 0,22 5 0 0 0,-35-6-113 0 0,1-1 0 0 0,0 1-1 0 0,0-1 1 0 0,0 1 0 0 0,-1 0-1 0 0,1 0 1 0 0,0 0 0 0 0,-1 0-1 0 0,1 0 1 0 0,0 0 0 0 0,-1 0 0 0 0,1 0-1 0 0,-1 0 1 0 0,0 1 0 0 0,1-1-1 0 0,-1 1 1 0 0,0-1 0 0 0,0 1 0 0 0,0 0-1 0 0,0-1 1 0 0,0 1 0 0 0,-1 0-1 0 0,2 2 1 0 0,-2-1-12 0 0,1 0 0 0 0,-1 1 0 0 0,0-1 0 0 0,0 1 0 0 0,0-1 0 0 0,-1 0 0 0 0,1 1 0 0 0,-1-1 0 0 0,0 0 0 0 0,0 0 0 0 0,0 1 0 0 0,-1 2 0 0 0,-6 9-16 0 0,1-1 0 0 0,-2 0 0 0 0,1-1-1 0 0,-15 17 1 0 0,-5-2 64 0 0,23-24 110 0 0,0 0 0 0 0,0 1-1 0 0,0 0 1 0 0,1-1 0 0 0,-1 2 0 0 0,2-1-1 0 0,-1 0 1 0 0,0 1 0 0 0,1 0 0 0 0,-5 11-1 0 0,8-17-160 0 0,0 0-1 0 0,0 0 0 0 0,0 0 1 0 0,0 0-1 0 0,0 1 1 0 0,0-1-1 0 0,0 0 1 0 0,0 0-1 0 0,0 0 0 0 0,0 1 1 0 0,0-1-1 0 0,0 0 1 0 0,0 0-1 0 0,0 0 0 0 0,0 1 1 0 0,0-1-1 0 0,0 0 1 0 0,0 0-1 0 0,0 0 1 0 0,0 1-1 0 0,0-1 0 0 0,0 0 1 0 0,0 0-1 0 0,0 0 1 0 0,0 1-1 0 0,0-1 0 0 0,1 0 1 0 0,-1 0-1 0 0,0 0 1 0 0,0 0-1 0 0,0 0 0 0 0,0 1 1 0 0,0-1-1 0 0,1 0 1 0 0,-1 0-1 0 0,0 0 1 0 0,0 0-1 0 0,0 0 0 0 0,1 0 1 0 0,-1 0-1 0 0,0 0 1 0 0,0 0-1 0 0,0 1 0 0 0,1-1 1 0 0,-1 0-1 0 0,12-4 107 0 0,11-10 7 0 0,0-5-158 0 0,-2 0 0 0 0,28-33 0 0 0,-17 17 27 0 0,39-29-15 0 0,-45 43 68 0 0,34-39-1 0 0,-34 33-132 0 0,-10 10 118 0 0,24-31 0 0 0,-37 44-25 0 0,0 0 1 0 0,0-1-1 0 0,-1 1 0 0 0,1-1 0 0 0,-1 0 1 0 0,0 1-1 0 0,-1-1 0 0 0,1 0 1 0 0,-1 0-1 0 0,0 0 0 0 0,0-1 0 0 0,0 1 1 0 0,-1-6-1 0 0,0 7 20 0 0,0 0 0 0 0,-1 1 0 0 0,0-1 0 0 0,1 0 1 0 0,-1 1-1 0 0,-1-1 0 0 0,1 0 0 0 0,0 1 0 0 0,-1 0 0 0 0,0-1 0 0 0,0 1 0 0 0,0 0 0 0 0,0 0 1 0 0,0 0-1 0 0,-1 0 0 0 0,1 0 0 0 0,-1 1 0 0 0,0-1 0 0 0,0 1 0 0 0,0-1 0 0 0,0 1 1 0 0,0 0-1 0 0,0 0 0 0 0,-1 1 0 0 0,1-1 0 0 0,-1 1 0 0 0,1-1 0 0 0,-1 1 0 0 0,-6-1 0 0 0,6 1-11 0 0,0 1 0 0 0,-1-1-1 0 0,1 1 1 0 0,-1 0-1 0 0,1 0 1 0 0,-1 1 0 0 0,1-1-1 0 0,0 1 1 0 0,-1 0-1 0 0,1 0 1 0 0,0 1-1 0 0,-1-1 1 0 0,1 1 0 0 0,0 0-1 0 0,0 0 1 0 0,0 0-1 0 0,1 1 1 0 0,-1-1 0 0 0,1 1-1 0 0,-1 0 1 0 0,1 0-1 0 0,0 0 1 0 0,0 0 0 0 0,-5 7-1 0 0,4-4-25 0 0,0 1 1 0 0,0 0-1 0 0,0 0 0 0 0,1 1 1 0 0,0-1-1 0 0,0 1 0 0 0,1 0 1 0 0,0-1-1 0 0,-1 12 0 0 0,3-14 11 0 0,0 0-1 0 0,0 0 0 0 0,0 1 0 0 0,0-1 0 0 0,1 0 0 0 0,0 0 0 0 0,0 0 0 0 0,1 0 0 0 0,-1 0 0 0 0,1 0 0 0 0,0 0 0 0 0,1-1 0 0 0,-1 1 1 0 0,1-1-1 0 0,4 7 0 0 0,5 2-25 0 0,0-1 0 0 0,0 0 0 0 0,1-1 0 0 0,1 0-1 0 0,0-1 1 0 0,0-1 0 0 0,1 0 0 0 0,22 10 0 0 0,22 13-106 0 0,-55-29 147 0 0,0-1 0 0 0,0 1-1 0 0,0 0 1 0 0,0 0 0 0 0,-1 0 0 0 0,1 0-1 0 0,-1 1 1 0 0,0-1 0 0 0,0 1 0 0 0,0 0 0 0 0,-1 0-1 0 0,1 0 1 0 0,-1 0 0 0 0,0 0 0 0 0,0 1 0 0 0,2 7-1 0 0,-4-9-3 0 0,1 1-1 0 0,-1-1 0 0 0,0 1 1 0 0,0-1-1 0 0,0 1 0 0 0,-1-1 0 0 0,1 1 1 0 0,-1-1-1 0 0,1 1 0 0 0,-1-1 1 0 0,-1 0-1 0 0,1 0 0 0 0,0 1 1 0 0,-1-1-1 0 0,1 0 0 0 0,-1 0 1 0 0,0 0-1 0 0,0 0 0 0 0,0-1 0 0 0,-1 1 1 0 0,1 0-1 0 0,-1-1 0 0 0,-2 3 1 0 0,-4 3 17 0 0,-1-1 0 0 0,1 0 1 0 0,-1 0-1 0 0,0-1 0 0 0,0-1 1 0 0,-1 0-1 0 0,0 0 0 0 0,-16 5 1 0 0,23-9 3 0 0,1 0 1 0 0,-1 0 0 0 0,1-1 0 0 0,-1 1 0 0 0,1-1 0 0 0,-1 0 0 0 0,0 0 0 0 0,1 0 0 0 0,-1 0 0 0 0,0 0 0 0 0,1-1 0 0 0,-1 0-1 0 0,1 0 1 0 0,-1 0 0 0 0,1 0 0 0 0,0 0 0 0 0,-1-1 0 0 0,1 1 0 0 0,0-1 0 0 0,0 0 0 0 0,0 0 0 0 0,0 0 0 0 0,0-1 0 0 0,1 1-1 0 0,-1-1 1 0 0,1 1 0 0 0,-1-1 0 0 0,1 0 0 0 0,0 0 0 0 0,0 0 0 0 0,-2-4 0 0 0,2 3 24 0 0,0 0 0 0 0,1 0 0 0 0,-1 0-1 0 0,1-1 1 0 0,0 1 0 0 0,0 0 0 0 0,1 0 0 0 0,-1-1 0 0 0,1 1 0 0 0,0 0 0 0 0,0-1 0 0 0,0 1 0 0 0,1 0 0 0 0,-1-1-1 0 0,1 1 1 0 0,0 0 0 0 0,0 0 0 0 0,1 0 0 0 0,-1-1 0 0 0,1 1 0 0 0,0 1 0 0 0,0-1 0 0 0,1 0 0 0 0,4-6 0 0 0,-2 4-199 0 0,0 0 0 0 0,1 0 1 0 0,0 0-1 0 0,0 1 0 0 0,0 0 1 0 0,0 0-1 0 0,1 1 0 0 0,0 0 1 0 0,0 0-1 0 0,0 1 1 0 0,0-1-1 0 0,1 2 0 0 0,7-3 1 0 0,-7 3-4826 0 0,0 3-1622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41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14603 0 0,'-1'1'108'0'0,"0"0"-1"0"0,0 0 1 0 0,-1 0-1 0 0,1 0 1 0 0,0 1-1 0 0,1-1 1 0 0,-1 0-1 0 0,0 1 1 0 0,0-1 0 0 0,1 0-1 0 0,-1 1 1 0 0,0-1-1 0 0,1 1 1 0 0,-1-1-1 0 0,1 1 1 0 0,0-1-1 0 0,-1 3 1 0 0,1 31 256 0 0,1-20-71 0 0,-3 80 449 0 0,0-38-298 0 0,2 0 0 0 0,13 98 1 0 0,-12-148-438 0 0,0-3-39 0 0,-1 1 0 0 0,1-1 0 0 0,0 1 0 0 0,1-1 0 0 0,-1 1 0 0 0,5 7-1 0 0,-6-12-28 0 0,0 0 0 0 0,0 1 0 0 0,0-1 0 0 0,1 0 0 0 0,-1 0 0 0 0,0 0 0 0 0,0 0 0 0 0,0 0 0 0 0,1 0 0 0 0,-1 0 0 0 0,0 0 0 0 0,0 1 0 0 0,1-1 0 0 0,-1 0 0 0 0,0 0 0 0 0,0 0 0 0 0,1 0 0 0 0,-1 0 0 0 0,0 0 0 0 0,0 0 0 0 0,0 0 0 0 0,1-1 0 0 0,-1 1 0 0 0,0 0 0 0 0,0 0 0 0 0,1 0 0 0 0,-1 0 0 0 0,0 0 0 0 0,0 0 0 0 0,0 0 0 0 0,1 0 0 0 0,-1-1 0 0 0,0 1 0 0 0,0 0 0 0 0,0 0 0 0 0,1 0 0 0 0,-1 0 0 0 0,0-1 0 0 0,0 1 0 0 0,0 0 0 0 0,0 0 0 0 0,0 0 0 0 0,0-1 0 0 0,1 1 0 0 0,-1 0 0 0 0,0 0-1 0 0,0 0 1 0 0,0-1 0 0 0,3-4-5808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7:33:42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0 175 10594 0 0,'62'-8'5451'0'0,"-39"4"-5165"0"0,1 1-1 0 0,0 0 1 0 0,39 2 0 0 0,-62 1-259 0 0,0 0 0 0 0,0 0 1 0 0,0 1-1 0 0,0-1 1 0 0,0 0-1 0 0,0 0 0 0 0,0 1 1 0 0,0-1-1 0 0,0 1 1 0 0,0-1-1 0 0,0 1 0 0 0,0-1 1 0 0,0 1-1 0 0,0 0 0 0 0,0-1 1 0 0,-1 1-1 0 0,1 0 1 0 0,0 0-1 0 0,-1-1 0 0 0,1 1 1 0 0,0 0-1 0 0,-1 0 1 0 0,1 0-1 0 0,-1 0 0 0 0,1 0 1 0 0,-1 0-1 0 0,0 0 0 0 0,1 0 1 0 0,-1 0-1 0 0,0 0 1 0 0,0 0-1 0 0,1 0 0 0 0,-1 0 1 0 0,0 0-1 0 0,0 0 0 0 0,0 1 1 0 0,0-1-1 0 0,-1 2 1 0 0,0 5 5 0 0,-1-1 0 0 0,0 1 0 0 0,0 0 0 0 0,-5 9 0 0 0,3-5 19 0 0,1-4-35 0 0,-56 182 945 0 0,58-186-902 0 0,0 0-1 0 0,1 0 0 0 0,-1 0 1 0 0,1 1-1 0 0,0-1 0 0 0,0 0 1 0 0,0 0-1 0 0,1 0 0 0 0,-1 1 1 0 0,1-1-1 0 0,1 5 0 0 0,-1-9-59 0 0,0 1 0 0 0,-1-1 0 0 0,1 1 0 0 0,0-1 0 0 0,-1 1 0 0 0,1-1 0 0 0,0 0 0 0 0,-1 1 0 0 0,1-1 0 0 0,0 0 0 0 0,0 1 0 0 0,0-1 0 0 0,-1 0 0 0 0,1 0 0 0 0,0 0 0 0 0,0 0 0 0 0,0 0 0 0 0,0 0 0 0 0,-1 0 0 0 0,1 0 0 0 0,0 0 0 0 0,0 0 0 0 0,0 0 0 0 0,-1-1 0 0 0,1 1 0 0 0,0 0 0 0 0,0-1 0 0 0,0 1 0 0 0,-1 0 0 0 0,1-1 0 0 0,0 1 0 0 0,-1-1 0 0 0,1 1 0 0 0,0-1 0 0 0,-1 1 0 0 0,1-1 0 0 0,-1 0 0 0 0,1 0 0 0 0,24-25 0 0 0,-24 25 0 0 0,81-114 333 0 0,-38 50-154 0 0,23-39 80 0 0,-59 89-246 0 0,0 0 0 0 0,-1 0 0 0 0,-1-1 0 0 0,0 0 1 0 0,4-20-1 0 0,-10 33-2 0 0,1 1-1 0 0,-1-1 1 0 0,1 1 0 0 0,-1-1-1 0 0,0 1 1 0 0,0-1 0 0 0,0 1-1 0 0,0-1 1 0 0,-1 1 0 0 0,1 0-1 0 0,0-1 1 0 0,-1 1 0 0 0,0-1 0 0 0,0 1-1 0 0,0 0 1 0 0,0-1 0 0 0,0 1-1 0 0,0 0 1 0 0,0 0 0 0 0,-1 0-1 0 0,1 0 1 0 0,-1 0 0 0 0,0 0-1 0 0,1 0 1 0 0,-1 0 0 0 0,0 1-1 0 0,-4-3 1 0 0,3 3 9 0 0,1-1-1 0 0,-1 1 1 0 0,0 0-1 0 0,0 1 0 0 0,0-1 1 0 0,-1 0-1 0 0,1 1 1 0 0,0 0-1 0 0,0 0 1 0 0,0 0-1 0 0,0 0 1 0 0,0 0-1 0 0,0 1 1 0 0,0-1-1 0 0,0 1 0 0 0,0 0 1 0 0,0 0-1 0 0,0 0 1 0 0,0 0-1 0 0,0 0 1 0 0,0 1-1 0 0,-3 1 1 0 0,1 0-26 0 0,1 0 0 0 0,-1 0 1 0 0,0 1-1 0 0,1 0 0 0 0,0-1 1 0 0,0 1-1 0 0,0 1 0 0 0,0-1 1 0 0,1 0-1 0 0,0 1 0 0 0,0 0 1 0 0,0 0-1 0 0,0 0 0 0 0,1 0 1 0 0,0 0-1 0 0,0 1 0 0 0,0-1 1 0 0,0 1-1 0 0,1-1 0 0 0,0 1 1 0 0,0-1-1 0 0,1 1 0 0 0,0 0 1 0 0,0-1-1 0 0,0 1 0 0 0,1 0 1 0 0,-1-1-1 0 0,1 1 0 0 0,0 0 1 0 0,1-1-1 0 0,0 0 0 0 0,0 1 1 0 0,0-1-1 0 0,0 0 0 0 0,1 0 1 0 0,0 0-1 0 0,0 0 0 0 0,0 0 1 0 0,0-1-1 0 0,1 0 0 0 0,0 1 1 0 0,0-1-1 0 0,6 4 0 0 0,7 5-71 0 0,33 17 0 0 0,-35-22 67 0 0,-1 0 0 0 0,0 1 0 0 0,-1 0 0 0 0,0 1 0 0 0,12 12 0 0 0,-22-18 11 0 0,0-1-1 0 0,0 1 0 0 0,0 0 0 0 0,-1 0 0 0 0,1 0 0 0 0,-1 0 0 0 0,0 0 1 0 0,0 1-1 0 0,-1-1 0 0 0,1 0 0 0 0,-1 1 0 0 0,0 0 0 0 0,0-1 0 0 0,-1 1 0 0 0,1-1 1 0 0,-1 1-1 0 0,0 0 0 0 0,0 0 0 0 0,-1-1 0 0 0,1 1 0 0 0,-1-1 0 0 0,-2 7 1 0 0,1-5-1 0 0,-1 1 0 0 0,1-1 1 0 0,-2 0-1 0 0,1 1 0 0 0,-1-1 1 0 0,0-1-1 0 0,0 1 0 0 0,0 0 1 0 0,-1-1-1 0 0,0 0 0 0 0,0 0 1 0 0,-6 4-1 0 0,6-5 14 0 0,-1 0 0 0 0,1 0 0 0 0,-1 0 0 0 0,1-1 0 0 0,-1 0-1 0 0,0 0 1 0 0,0 0 0 0 0,-1-1 0 0 0,1 0 0 0 0,0 0 0 0 0,-1-1 0 0 0,-12 2 0 0 0,16-4 17 0 0,0 1-1 0 0,0-1 1 0 0,0 1 0 0 0,0-1 0 0 0,0 0 0 0 0,0 0-1 0 0,0 0 1 0 0,0-1 0 0 0,0 1 0 0 0,1-1 0 0 0,-1 1-1 0 0,0-1 1 0 0,1 0 0 0 0,0 0 0 0 0,-1 0-1 0 0,1 0 1 0 0,0-1 0 0 0,0 1 0 0 0,0 0 0 0 0,0-1-1 0 0,0 0 1 0 0,1 1 0 0 0,-1-1 0 0 0,1 0-1 0 0,0 0 1 0 0,0 0 0 0 0,-2-6 0 0 0,1 2-37 0 0,0-1 0 0 0,0 0 0 0 0,1 0 0 0 0,0 0 0 0 0,0 0 0 0 0,1 0 0 0 0,0 0 0 0 0,1 0-1 0 0,2-15 1 0 0,1 9 33 0 0,1 0 0 0 0,0 0 0 0 0,1 1-1 0 0,0 0 1 0 0,1 0 0 0 0,1 0 0 0 0,0 1-1 0 0,15-18 1 0 0,-9 15-472 0 0,0 1 0 0 0,1 0 1 0 0,0 0-1 0 0,1 2 0 0 0,28-18 0 0 0,-37 26-418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44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11 2304 0 0,'-21'-8'1459'0'0,"19"7"-723"0"0,1 1 0 0 0,-1-1 0 0 0,0 1 1 0 0,0 0-1 0 0,0 0 0 0 0,0 0 0 0 0,0 0 1 0 0,0 0-1 0 0,0 0 0 0 0,1 1 0 0 0,-5 0 0 0 0,4 0-199 0 0,0 0 0 0 0,1 0-1 0 0,-1 0 1 0 0,0 0 0 0 0,1 0-1 0 0,-1 1 1 0 0,0-1 0 0 0,1 1-1 0 0,0-1 1 0 0,-1 1 0 0 0,-1 1-1 0 0,-8 18-3335 0 0,4-3 2874 0 0,0-1 0 0 0,2 1-1 0 0,0 0 1 0 0,1 1 0 0 0,1-1-1 0 0,1 1 1 0 0,0 0 0 0 0,1-1-1 0 0,2 1 1 0 0,0 0 0 0 0,0 0-1 0 0,2-1 1 0 0,0 1 0 0 0,2-1-1 0 0,0 0 1 0 0,9 22 0 0 0,-9-26-75 0 0,0 0 0 0 0,2 0 0 0 0,-1-1 0 0 0,2 0 0 0 0,0-1 0 0 0,0 0 0 0 0,1 0 0 0 0,1 0 0 0 0,15 14 0 0 0,-6-11-2 0 0,1-1 0 0 0,27 15-1 0 0,23 16 127 0 0,-69-44-105 0 0,1-1-1 0 0,-1 1 1 0 0,0 0 0 0 0,0 0-1 0 0,0 0 1 0 0,0 0 0 0 0,0 0-1 0 0,0 0 1 0 0,0 0 0 0 0,-1 0-1 0 0,1 0 1 0 0,0 0 0 0 0,0 0-1 0 0,-1 1 1 0 0,1-1-1 0 0,-1 0 1 0 0,1 0 0 0 0,-1 1-1 0 0,0-1 1 0 0,1 0 0 0 0,-1 1-1 0 0,0-1 1 0 0,0 1 0 0 0,0-1-1 0 0,0 0 1 0 0,0 1 0 0 0,0-1-1 0 0,-1 0 1 0 0,1 1 0 0 0,0-1-1 0 0,0 0 1 0 0,-1 1-1 0 0,1-1 1 0 0,-1 0 0 0 0,0 0-1 0 0,1 1 1 0 0,-2 1 0 0 0,-3 2 92 0 0,0 1 0 0 0,0-1 1 0 0,0 0-1 0 0,0-1 1 0 0,-1 1-1 0 0,-7 4 0 0 0,-23 15 181 0 0,-1-2 0 0 0,-41 19 0 0 0,60-33-683 0 0,-1-1-1 0 0,-26 7 1 0 0,32-12-731 0 0,-1 1 0 0 0,1-1 0 0 0,-1-1 0 0 0,-18-1 0 0 0,2-2-4569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44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8754 0 0,'65'-28'8228'0'0,"37"-7"-6233"0"0,-60 21-504 0 0,141-45 873 0 0,-152 52-3067 0 0,-10 6-6475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44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22 125 17972 0 0,'-8'-6'757'0'0,"-6"-4"782"0"0,15 6-997 0 0,9 0-332 0 0,-6 3-207 0 0,69-15 1999 0 0,125-46 1 0 0,-183 55-1789 0 0,-11 5-314 0 0,0 0 1 0 0,0 0-1 0 0,1 0 1 0 0,-1 0-1 0 0,1 1 0 0 0,0 0 1 0 0,4-1-1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45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32 17508 0 0,'0'0'18'0'0,"0"0"-1"0"0,0 0 1 0 0,0 0 0 0 0,0 0 0 0 0,0 0 0 0 0,-1 0 0 0 0,1 0-1 0 0,0 0 1 0 0,0 0 0 0 0,0 0 0 0 0,0 0 0 0 0,0 0-1 0 0,-1 0 1 0 0,1 0 0 0 0,0 0 0 0 0,0 0 0 0 0,0 0 0 0 0,0 0-1 0 0,0 0 1 0 0,-1-1 0 0 0,1 1 0 0 0,0 0 0 0 0,0 0 0 0 0,0 0-1 0 0,0 0 1 0 0,0 0 0 0 0,0 0 0 0 0,0 0 0 0 0,-1 0 0 0 0,1 0-1 0 0,0-1 1 0 0,0 1 0 0 0,0 0 0 0 0,0 0 0 0 0,0 0-1 0 0,0 0 1 0 0,0 0 0 0 0,0 0 0 0 0,0-1 0 0 0,0 1 0 0 0,0 0-1 0 0,0 0 1 0 0,0 0 0 0 0,0 0 0 0 0,0 0 0 0 0,0-1 0 0 0,0 1-1 0 0,0 0 1 0 0,0 0 0 0 0,0 0 0 0 0,0 0 0 0 0,0 0 0 0 0,0-1-1 0 0,0 1 1 0 0,0 0 0 0 0,0 0 0 0 0,0 0 0 0 0,0 0-1 0 0,0 0 1 0 0,0 0 0 0 0,0-1 0 0 0,1 1 0 0 0,-1 0 0 0 0,0 0-1 0 0,0 0 1 0 0,15-7 1556 0 0,19-4 397 0 0,-14 8-1939 0 0,0 0 0 0 0,0 2 0 0 0,35 1 0 0 0,-44 0-10 0 0,1 1 0 0 0,0 1 0 0 0,-1 0 0 0 0,1 1 0 0 0,-1 0 0 0 0,1 0 0 0 0,17 10 0 0 0,-24-11 11 0 0,-1 1 0 0 0,0 0 0 0 0,0-1 1 0 0,0 2-1 0 0,0-1 0 0 0,-1 0 0 0 0,1 1 1 0 0,-1-1-1 0 0,0 1 0 0 0,0 0 0 0 0,0 0 1 0 0,0 1-1 0 0,-1-1 0 0 0,4 9 0 0 0,-4-6-12 0 0,0 1 1 0 0,0-1-1 0 0,-1 0 0 0 0,0 1 1 0 0,0-1-1 0 0,-1 1 0 0 0,0-1 0 0 0,-1 0 1 0 0,0 9-1 0 0,-4 8 5 0 0,-1 0-1 0 0,-2 0 1 0 0,0 0 0 0 0,-21 42 0 0 0,-2-9-26 0 0,-66 91 0 0 0,37-61 0 0 0,59-84 0 0 0,-16 24 0 0 0,17-26 0 0 0,-1 0 0 0 0,0 0 0 0 0,1 0 0 0 0,-1 0 0 0 0,1 1 0 0 0,-1-1 0 0 0,1 0 0 0 0,-1 0 0 0 0,1 1 0 0 0,0-1 0 0 0,0 0 0 0 0,0 0 0 0 0,0 1 0 0 0,0-1 0 0 0,0 0 0 0 0,0 1 0 0 0,0-1 0 0 0,1 2 0 0 0,-1-2-6 0 0,1-1 1 0 0,0 0-1 0 0,0 1 1 0 0,-1-1-1 0 0,1 0 0 0 0,0 0 1 0 0,0 0-1 0 0,-1 1 1 0 0,1-1-1 0 0,0 0 0 0 0,0 0 1 0 0,0 0-1 0 0,-1 0 1 0 0,1-1-1 0 0,0 1 1 0 0,0 0-1 0 0,0 0 0 0 0,-1 0 1 0 0,1-1-1 0 0,0 1 1 0 0,-1 0-1 0 0,1-1 0 0 0,0 1 1 0 0,0 0-1 0 0,0-2 1 0 0,20-10-201 0 0,-21 11 205 0 0,42-31-631 0 0,61-62 0 0 0,-17 15-105 0 0,151-144-860 0 0,-235 221 1625 0 0,0 0 0 0 0,0 1 0 0 0,0-1 0 0 0,0 0 0 0 0,0 0 0 0 0,0 1 0 0 0,1-1 0 0 0,1 0 1 0 0,-3 2-7 0 0,0 0 0 0 0,-1 0 0 0 0,1 0 0 0 0,-1 0 0 0 0,1 0 0 0 0,-1 0 0 0 0,1 0 1 0 0,-1 0-1 0 0,1 0 0 0 0,-1 0 0 0 0,1 0 0 0 0,-1 0 0 0 0,1 1 0 0 0,-1-1 0 0 0,1 0 1 0 0,-1 0-1 0 0,1 1 0 0 0,-1-1 0 0 0,1 0 0 0 0,-1 1 0 0 0,1-1 0 0 0,-1 0 0 0 0,0 1 1 0 0,1-1-1 0 0,-1 1 0 0 0,0-1 0 0 0,1 0 0 0 0,-1 1 0 0 0,0-1 0 0 0,0 1 0 0 0,1-1 0 0 0,-1 1 1 0 0,0-1-1 0 0,0 1 0 0 0,0-1 0 0 0,0 1 0 0 0,1 0 0 0 0,-1-1 0 0 0,0 1 0 0 0,0-1 1 0 0,0 1-1 0 0,0-1 0 0 0,0 1 0 0 0,-1 0 0 0 0,4 21 270 0 0,-1 42 1 0 0,-2-40 149 0 0,5 44 1 0 0,-4-61-405 0 0,0-1 0 0 0,1 1 0 0 0,0-1 0 0 0,0 1 0 0 0,0-1 0 0 0,1 0 0 0 0,0 0 0 0 0,0 0 0 0 0,0 0 0 0 0,1-1 0 0 0,5 6 0 0 0,-6-7-25 0 0,0-1 1 0 0,0 0-1 0 0,0 0 0 0 0,0-1 1 0 0,1 1-1 0 0,0-1 0 0 0,-1 1 1 0 0,1-1-1 0 0,0 0 0 0 0,0-1 1 0 0,0 1-1 0 0,0-1 1 0 0,1 1-1 0 0,-1-1 0 0 0,0 0 1 0 0,8 0-1 0 0,-6-1 34 0 0,1 0-1 0 0,-1-1 1 0 0,1 0-1 0 0,-1 0 1 0 0,0 0 0 0 0,1-1-1 0 0,-1 0 1 0 0,0 0-1 0 0,0-1 1 0 0,8-4 0 0 0,-4 2 15 0 0,-1-1 0 0 0,0 0 0 0 0,0-1 0 0 0,-1 0 0 0 0,1 0 0 0 0,-1-1 1 0 0,-1 0-1 0 0,0-1 0 0 0,0 1 0 0 0,0-1 0 0 0,-1 0 0 0 0,-1-1 0 0 0,5-10 1 0 0,-7 11 74 0 0,-1 0 0 0 0,1-1 1 0 0,-2 0-1 0 0,0 1 0 0 0,0-1 1 0 0,0 1-1 0 0,-2-1 0 0 0,1 0 1 0 0,-1 0-1 0 0,0 1 0 0 0,-1-1 1 0 0,0 1-1 0 0,-1 0 0 0 0,0-1 1 0 0,-6-12-1 0 0,4 11-13 0 0,0 0 1 0 0,-1 0-1 0 0,0 0 1 0 0,-1 1-1 0 0,-1 0 1 0 0,1 0-1 0 0,-1 1 1 0 0,-1 0-1 0 0,0 1 1 0 0,0 0-1 0 0,-20-14 1 0 0,22 19-114 0 0,0-1 0 0 0,0 1 0 0 0,-1 0-1 0 0,0 1 1 0 0,1 0 0 0 0,-1 0 0 0 0,0 0 0 0 0,0 1 0 0 0,0 1 0 0 0,0-1 0 0 0,-10 2-1 0 0,14-1-178 0 0,0 0 0 0 0,0 0 0 0 0,0 1-1 0 0,0 0 1 0 0,0-1 0 0 0,0 2-1 0 0,1-1 1 0 0,-1 0 0 0 0,0 1-1 0 0,1-1 1 0 0,-1 1 0 0 0,1 0 0 0 0,-1 0-1 0 0,1 1 1 0 0,0-1 0 0 0,0 1-1 0 0,0 0 1 0 0,0-1 0 0 0,1 1 0 0 0,-1 0-1 0 0,1 1 1 0 0,0-1 0 0 0,-1 0-1 0 0,-1 6 1 0 0,-2 12-1552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45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74 14283 0 0,'-4'-4'1600'0'0,"7"7"-15"0"0,8 13-526 0 0,-3 11-965 0 0,-2 0 0 0 0,0 1 0 0 0,3 48 0 0 0,-6 87 1008 0 0,-3-109-543 0 0,-1-26 189 0 0,1-28-718 0 0,0 0-1 0 0,0 0 1 0 0,0 0-1 0 0,0 0 1 0 0,0 0-1 0 0,0 1 1 0 0,0-1-1 0 0,0 0 1 0 0,0 0 0 0 0,0 0-1 0 0,0 0 1 0 0,0 0-1 0 0,-1 0 1 0 0,1 0-1 0 0,0 0 1 0 0,0 0-1 0 0,0 0 89 0 0,0 0-88 0 0,-1-17 453 0 0,-1-46-221 0 0,4 1 0 0 0,16-111 1 0 0,-14 146-302 0 0,10-33 1 0 0,-11 50 51 0 0,1 0 0 0 0,0 0 0 0 0,0 0-1 0 0,1 1 1 0 0,0-1 0 0 0,9-10 0 0 0,-13 19-13 0 0,-1 0 0 0 0,1 0 0 0 0,-1 0 0 0 0,1 0 0 0 0,0 1 1 0 0,0-1-1 0 0,0 0 0 0 0,-1 1 0 0 0,1-1 0 0 0,0 1 0 0 0,0-1 0 0 0,0 1 0 0 0,0-1 0 0 0,0 1 1 0 0,0-1-1 0 0,0 1 0 0 0,0 0 0 0 0,0 0 0 0 0,0-1 0 0 0,0 1 0 0 0,0 0 0 0 0,0 0 0 0 0,0 0 0 0 0,0 0 1 0 0,2 1-1 0 0,-1-1 6 0 0,1 1 0 0 0,-1 0 0 0 0,0 0 0 0 0,0 0 0 0 0,0 1 0 0 0,0-1 0 0 0,0 0 1 0 0,0 1-1 0 0,0 0 0 0 0,0-1 0 0 0,1 3 0 0 0,3 3 22 0 0,0 1-1 0 0,0 0 0 0 0,-1 0 1 0 0,8 15-1 0 0,14 45 38 0 0,20 78-1 0 0,-32-96 10 0 0,-12-41-79 0 0,0 1-1 0 0,-1 0 1 0 0,-1-1 0 0 0,1 1-1 0 0,-2 0 1 0 0,1 0 0 0 0,-3 19-1 0 0,-6 13-2872 0 0,6-33 1390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46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65 393 13795 0 0,'34'-18'1294'0'0,"-1"-1"0"0"0,39-30 0 0 0,-53 34-934 0 0,-1 0 1 0 0,0-2 0 0 0,-2 0 0 0 0,28-35-1 0 0,-40 46-281 0 0,0-1-1 0 0,0 1 1 0 0,-1-1-1 0 0,0 0 0 0 0,-1 0 1 0 0,1 0-1 0 0,-1 0 1 0 0,-1-1-1 0 0,1 1 1 0 0,-1-1-1 0 0,-1 1 1 0 0,1-8-1 0 0,-1 11-35 0 0,0 0 0 0 0,0 0-1 0 0,-1 0 1 0 0,1 1 0 0 0,-1-1 0 0 0,0 0 0 0 0,0 0-1 0 0,-1 1 1 0 0,1-1 0 0 0,-1 1 0 0 0,1-1 0 0 0,-1 1-1 0 0,0 0 1 0 0,0 0 0 0 0,-1-1 0 0 0,1 1-1 0 0,-1 1 1 0 0,1-1 0 0 0,-1 0 0 0 0,0 1 0 0 0,0-1-1 0 0,0 1 1 0 0,0 0 0 0 0,-1 0 0 0 0,-3-2 0 0 0,3 3 4 0 0,1-1 1 0 0,-1 1 0 0 0,0 0 0 0 0,0 0 0 0 0,0 1 0 0 0,0-1 0 0 0,0 1-1 0 0,0 0 1 0 0,0 0 0 0 0,0 0 0 0 0,0 0 0 0 0,0 1 0 0 0,-7 1 0 0 0,4 0-5 0 0,0 1 1 0 0,1 0-1 0 0,-1 0 1 0 0,1 0-1 0 0,-1 1 1 0 0,1 0 0 0 0,-6 5-1 0 0,-2 3-5 0 0,1 0 1 0 0,0 1-1 0 0,1 0 0 0 0,1 1 1 0 0,-13 21-1 0 0,10-13-43 0 0,1 1-1 0 0,2 1 1 0 0,0 0 0 0 0,-10 36 0 0 0,16-43-23 0 0,1 0 1 0 0,0 0-1 0 0,1 1 0 0 0,1-1 1 0 0,1 0-1 0 0,1 1 1 0 0,2 28-1 0 0,-1-41 4 0 0,0-1 0 0 0,0 1 0 0 0,0-1 0 0 0,0 1 0 0 0,1-1 0 0 0,-1 0 0 0 0,1 1 0 0 0,1-1 0 0 0,-1 0 0 0 0,0 0 0 0 0,1 0 0 0 0,0-1 0 0 0,0 1 0 0 0,0-1 0 0 0,5 5 0 0 0,-3-4-70 0 0,0-1 0 0 0,0 0-1 0 0,1 0 1 0 0,-1 0 0 0 0,1-1-1 0 0,-1 0 1 0 0,1 0 0 0 0,0 0 0 0 0,-1-1-1 0 0,12 2 1 0 0,-3-2-229 0 0,0-1 0 0 0,0 0 0 0 0,0-1 0 0 0,0-1 0 0 0,0 0 0 0 0,0 0 0 0 0,0-2 0 0 0,-1 0 0 0 0,20-8 0 0 0,157-85-3680 0 0,-159 79 3743 0 0,-2-2 1 0 0,0-1 0 0 0,50-50 0 0 0,-61 50 478 0 0,-2 0 0 0 0,0-1 0 0 0,-2-1 1 0 0,0 0-1 0 0,-1-1 0 0 0,-2-1 0 0 0,11-32 0 0 0,-20 53-45 0 0,-1 0-1 0 0,0 0 1 0 0,0 0-1 0 0,0 0 0 0 0,-1 0 1 0 0,0 0-1 0 0,1 0 1 0 0,-1 0-1 0 0,-1 0 0 0 0,1 0 1 0 0,-1-6-1 0 0,0 9-79 0 0,1 0 0 0 0,0 0 0 0 0,-1 0 0 0 0,1 0-1 0 0,-1 0 1 0 0,1 0 0 0 0,-1 1 0 0 0,0-1 0 0 0,1 0 0 0 0,-1 0-1 0 0,0 0 1 0 0,1 1 0 0 0,-1-1 0 0 0,0 0 0 0 0,0 1 0 0 0,0-1-1 0 0,0 1 1 0 0,0-1 0 0 0,-1 0 0 0 0,1 1 45 0 0,-1-1 0 0 0,0 1 0 0 0,0 0 0 0 0,0 0 0 0 0,0-1 0 0 0,0 2 0 0 0,0-1 0 0 0,0 0 0 0 0,0 0 0 0 0,0 0 0 0 0,0 1 0 0 0,0-1 0 0 0,-3 2 0 0 0,-5 3 229 0 0,1-1-1 0 0,-1 1 1 0 0,1 1-1 0 0,0 0 0 0 0,0 0 1 0 0,-13 13-1 0 0,-44 49 246 0 0,42-41-593 0 0,1 2 1 0 0,-29 49-1 0 0,43-63-21 0 0,1 1 1 0 0,0 1-1 0 0,1-1 1 0 0,1 1-1 0 0,1 0 0 0 0,0 0 1 0 0,-3 24-1 0 0,8-38-2 0 0,-1 0 0 0 0,1 0 0 0 0,0 1 1 0 0,0-1-1 0 0,0 0 0 0 0,0 0 0 0 0,0 0 0 0 0,1 0 0 0 0,0 1 0 0 0,-1-1 1 0 0,1 0-1 0 0,0 0 0 0 0,1 0 0 0 0,-1-1 0 0 0,0 1 0 0 0,1 0 0 0 0,0 0 1 0 0,2 3-1 0 0,-2-4-14 0 0,1-1 1 0 0,-1 1-1 0 0,1 0 1 0 0,-1-1-1 0 0,1 1 1 0 0,-1-1-1 0 0,1 0 1 0 0,0 0-1 0 0,0 0 1 0 0,0 0-1 0 0,-1-1 1 0 0,1 1-1 0 0,0-1 1 0 0,0 1-1 0 0,0-1 1 0 0,0 0-1 0 0,0 0 1 0 0,0 0-1 0 0,5-2 1 0 0,3 0-30 0 0,0 0 1 0 0,0-1-1 0 0,0-1 1 0 0,-1 1-1 0 0,1-2 1 0 0,-1 0-1 0 0,0 0 1 0 0,0-1-1 0 0,-1 0 0 0 0,1 0 1 0 0,-1-1-1 0 0,-1 0 1 0 0,1-1-1 0 0,-1 0 1 0 0,-1 0-1 0 0,0-1 0 0 0,0 0 1 0 0,6-10-1 0 0,-3 3 69 0 0,-1-1 0 0 0,0 0-1 0 0,-1 0 1 0 0,-1 0 0 0 0,-1-1-1 0 0,0 0 1 0 0,-2-1 0 0 0,0 1 0 0 0,3-39-1 0 0,-5 39 593 0 0,-1 39 417 0 0,0 5-480 0 0,27 322-479 0 0,-26-257-18 0 0,-15 166 0 0 0,10-234 63 0 0,0-1 0 0 0,-2 0 0 0 0,0 0-1 0 0,-2-1 1 0 0,0 1 0 0 0,-14 27 0 0 0,17-43-65 0 0,0 1 1 0 0,0-1-1 0 0,0 0 0 0 0,-1 0 1 0 0,0 0-1 0 0,0-1 0 0 0,0 0 1 0 0,-1 0-1 0 0,-11 8 0 0 0,12-10-33 0 0,-1-1 0 0 0,1 1 0 0 0,-1-1-1 0 0,1 0 1 0 0,-1 0 0 0 0,0-1 0 0 0,1 0-1 0 0,-1 0 1 0 0,0 0 0 0 0,0-1 0 0 0,0 0 0 0 0,0 0-1 0 0,-12-1 1 0 0,3-2-35 0 0,0-1 0 0 0,0 0 0 0 0,1-1 0 0 0,-1-1 0 0 0,1 0 0 0 0,0-1 0 0 0,0 0 0 0 0,1-1-1 0 0,0-1 1 0 0,0 0 0 0 0,-18-18 0 0 0,19 17-170 0 0,1-2 0 0 0,1 1 0 0 0,0-1 0 0 0,0-1 0 0 0,1 0 0 0 0,1 0 0 0 0,0-1 0 0 0,1 0-1 0 0,0 0 1 0 0,1-1 0 0 0,-5-22 0 0 0,9 29-344 0 0,1 0 0 0 0,0-1 0 0 0,0 1-1 0 0,1-1 1 0 0,0-10 0 0 0,5-11-1289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47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0 7370 0 0,'-5'1'708'0'0,"0"-1"0"0"0,0 1 1 0 0,0 0-1 0 0,1 0 0 0 0,-1 1 1 0 0,0 0-1 0 0,1-1 0 0 0,-1 2 1 0 0,1-1-1 0 0,-6 4 0 0 0,-40 31 2932 0 0,46-34-3792 0 0,-13 13 439 0 0,0 0-1 0 0,2 0 0 0 0,-1 2 0 0 0,2 0 0 0 0,1 1 1 0 0,0 0-1 0 0,1 0 0 0 0,1 2 0 0 0,1-1 0 0 0,1 2 1 0 0,1-1-1 0 0,-10 42 0 0 0,16-57-181 0 0,1 1-1 0 0,0 0 1 0 0,1 0-1 0 0,0-1 1 0 0,0 1 0 0 0,1 0-1 0 0,-1 0 1 0 0,1-1-1 0 0,1 1 1 0 0,3 12 0 0 0,-4-16-100 0 0,0-1 0 0 0,0 0 0 0 0,0 0 1 0 0,1 0-1 0 0,-1 0 0 0 0,0 0 0 0 0,1 0 1 0 0,-1 0-1 0 0,1 0 0 0 0,0 0 1 0 0,0-1-1 0 0,-1 1 0 0 0,1-1 0 0 0,0 1 1 0 0,0-1-1 0 0,1 0 0 0 0,-1 1 0 0 0,0-1 1 0 0,0 0-1 0 0,0-1 0 0 0,1 1 1 0 0,-1 0-1 0 0,1-1 0 0 0,-1 1 0 0 0,0-1 1 0 0,1 0-1 0 0,-1 0 0 0 0,1 0 0 0 0,-1 0 1 0 0,1 0-1 0 0,-1 0 0 0 0,0-1 0 0 0,4 0 1 0 0,2-2-23 0 0,1 1-1 0 0,-1-2 1 0 0,0 1 0 0 0,0-1 0 0 0,0-1-1 0 0,0 1 1 0 0,-1-2 0 0 0,0 1 0 0 0,0-1 0 0 0,0 1-1 0 0,6-9 1 0 0,4-4-186 0 0,-2-1 1 0 0,25-37-1 0 0,-29 35 137 0 0,-1 1 0 0 0,-1-2 1 0 0,-1 1-1 0 0,0-1 0 0 0,-2-1 0 0 0,-1 1 0 0 0,-1-1 1 0 0,2-30-1 0 0,-5 37 617 0 0,-4 22 298 0 0,-3 28-207 0 0,5 105-488 0 0,2-116-173 0 0,1-1 0 0 0,1 1 0 0 0,1-1-1 0 0,8 26 1 0 0,-9-40-46 0 0,0-1-1 0 0,0 1 0 0 0,1-1 1 0 0,0-1-1 0 0,7 10 0 0 0,-10-14-156 0 0,0 0-1 0 0,1 0 0 0 0,-1-1 0 0 0,1 1 1 0 0,-1 0-1 0 0,1-1 0 0 0,0 1 0 0 0,-1-1 1 0 0,1 1-1 0 0,0-1 0 0 0,0 0 0 0 0,0 0 1 0 0,0 0-1 0 0,1 0 0 0 0,-1 0 0 0 0,0-1 1 0 0,0 1-1 0 0,0 0 0 0 0,1-1 0 0 0,-1 0 1 0 0,0 0-1 0 0,5 1 0 0 0,1-4-1689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47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14283 0 0,'0'35'3662'0'0,"-18"239"152"0"0,5-120-2215 0 0,11-77-1016 0 0,2-52-543 0 0,0 1-1 0 0,-2-1 1 0 0,0 0-1 0 0,-8 27 1 0 0,10-50-199 0 0,-1 0 1 0 0,1 0-1 0 0,-1 0 1 0 0,0 1 0 0 0,0-1-1 0 0,0 0 1 0 0,0 0-1 0 0,0-1 1 0 0,0 1 0 0 0,0 0-1 0 0,-1 0 1 0 0,1-1-1 0 0,-1 1 1 0 0,1 0 0 0 0,-1-1-1 0 0,-1 2 1 0 0,-4-1-1772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47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6913 0 0,'0'-2'162'0'0,"0"1"0"0"0,0 0 0 0 0,0-1 0 0 0,0 1-1 0 0,0-1 1 0 0,0 1 0 0 0,1 0 0 0 0,-1-1 0 0 0,1 1 0 0 0,-1-1-1 0 0,1 1 1 0 0,-1 0 0 0 0,1 0 0 0 0,0-1 0 0 0,-1 1-1 0 0,1 0 1 0 0,0 0 0 0 0,0 0 0 0 0,1-1 0 0 0,1 0 569 0 0,0 0 0 0 0,0 1 0 0 0,0-1 0 0 0,0 1 1 0 0,0-1-1 0 0,0 1 0 0 0,5-1 0 0 0,-1 0-465 0 0,1 1-1 0 0,0-1 1 0 0,0 1-1 0 0,0 1 0 0 0,0-1 1 0 0,0 1-1 0 0,-1 1 0 0 0,11 1 1 0 0,3 2-113 0 0,34 13 1 0 0,-27-8-328 0 0,-6-3-5077 0 0,-10-2-449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47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13363 0 0,'-4'8'663'0'0,"0"0"0"0"0,1 0 0 0 0,0 1 0 0 0,0-1 0 0 0,1 1 0 0 0,0-1 0 0 0,1 1 0 0 0,-1 17 0 0 0,-2-1-318 0 0,0 1 0 0 0,-10 92 1998 0 0,14-103-2031 0 0,0 0 0 0 0,0 0 0 0 0,2 0 0 0 0,0 0 0 0 0,6 26 0 0 0,-7-38-840 0 0,3 10 960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47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8290 0 0,'0'-8'368'0'0,"0"4"80"0"0,0 1-360 0 0,0 2-88 0 0,1 3 1664 0 0,0 4 321 0 0,2 5 63 0 0,0 8 17 0 0,-2 6-1577 0 0,-1 4-312 0 0,0 3-64 0 0,0 2-16 0 0,-1 0-448 0 0,-2 2-88 0 0,2 0-16 0 0,1-4-9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48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7 301 13331 0 0,'-3'26'1133'0'0,"1"0"0"0"0,1 1 0 0 0,1-1 0 0 0,6 46 0 0 0,-6-64-826 0 0,1-1 0 0 0,1 1 0 0 0,0-1 0 0 0,0 1 0 0 0,0-1 0 0 0,1 0 0 0 0,0 0-1 0 0,4 7 1 0 0,-6-12-229 0 0,0 0 0 0 0,0-1 0 0 0,0 1 0 0 0,1-1 0 0 0,-1 1 0 0 0,0-1-1 0 0,1 0 1 0 0,-1 0 0 0 0,1 0 0 0 0,-1 1 0 0 0,1-1 0 0 0,0 0 0 0 0,-1-1-1 0 0,1 1 1 0 0,0 0 0 0 0,0 0 0 0 0,-1-1 0 0 0,1 1 0 0 0,0-1 0 0 0,0 0 0 0 0,0 0-1 0 0,0 1 1 0 0,0-1 0 0 0,0 0 0 0 0,-1 0 0 0 0,1-1 0 0 0,0 1 0 0 0,0 0-1 0 0,0-1 1 0 0,0 1 0 0 0,0-1 0 0 0,-1 1 0 0 0,1-1 0 0 0,0 0 0 0 0,0 0 0 0 0,-1 0-1 0 0,3-2 1 0 0,1 0 48 0 0,1-2 1 0 0,-1 1-1 0 0,0 0 0 0 0,-1-1 0 0 0,1 0 1 0 0,-1 0-1 0 0,0-1 0 0 0,0 1 0 0 0,-1-1 1 0 0,0 1-1 0 0,0-1 0 0 0,0 0 0 0 0,3-10 0 0 0,2-10 303 0 0,11-50 0 0 0,6-143 789 0 0,-17 135-916 0 0,-4 6-1119 0 0,7 110-6432 0 0,-6-18-544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48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193 381 8754 0 0,'65'-111'11137'0'0,"14"-62"-7336"0"0,-76 165-3676 0 0,0 2-19 0 0,0 0 0 0 0,-1 0 0 0 0,0 0-1 0 0,0-1 1 0 0,0 1 0 0 0,-1 0 0 0 0,0-1 0 0 0,-1 1 0 0 0,1-1-1 0 0,-1-8 1 0 0,-1 14-81 0 0,1 1 0 0 0,0-1 0 0 0,-1 1 0 0 0,1-1 0 0 0,0 0 0 0 0,-1 1 0 0 0,1-1 0 0 0,-1 1 0 0 0,1-1 0 0 0,-1 1 0 0 0,1-1 0 0 0,-1 1 0 0 0,0-1 0 0 0,1 1-1 0 0,-1 0 1 0 0,1-1 0 0 0,-1 1 0 0 0,0 0 0 0 0,1 0 0 0 0,-1-1 0 0 0,0 1 0 0 0,1 0 0 0 0,-1 0 0 0 0,0 0 0 0 0,1 0 0 0 0,-1 0 0 0 0,0 0 0 0 0,0 0 0 0 0,1 0 0 0 0,-1 0 0 0 0,0 0 0 0 0,1 0-1 0 0,-1 0 1 0 0,0 1 0 0 0,1-1 0 0 0,-1 0 0 0 0,0 0 0 0 0,1 1 0 0 0,-2 0 0 0 0,-27 12 454 0 0,14-2-401 0 0,1 0 0 0 0,0 2 0 0 0,1-1 0 0 0,0 2 0 0 0,1-1 0 0 0,-15 23 0 0 0,11-15-56 0 0,-17 22-33 0 0,-37 65 1 0 0,56-84 2 0 0,1 1 0 0 0,2 1 0 0 0,0 0 1 0 0,-10 42-1 0 0,19-62 4 0 0,1 0 0 0 0,0 1 0 0 0,0-1 0 0 0,1 1 0 0 0,0-1 0 0 0,0 1 0 0 0,0-1 0 0 0,1 1 0 0 0,0-1 0 0 0,0 1 0 0 0,0-1 0 0 0,1 1 0 0 0,0-1 0 0 0,0 0 0 0 0,4 6 0 0 0,-3-7 0 0 0,0-1 1 0 0,0 1-1 0 0,1-1 1 0 0,0 0-1 0 0,-1 0 0 0 0,1 0 1 0 0,1 0-1 0 0,-1-1 1 0 0,1 1-1 0 0,-1-1 1 0 0,1 0-1 0 0,0-1 1 0 0,0 1-1 0 0,0-1 0 0 0,1 0 1 0 0,-1 0-1 0 0,10 2 1 0 0,1-1 15 0 0,1-1 1 0 0,-1 0-1 0 0,1-1 0 0 0,0-1 1 0 0,-1-1-1 0 0,1 0 1 0 0,-1-1-1 0 0,1-1 0 0 0,24-7 1 0 0,-28 7-4 0 0,0-2 1 0 0,-1 0-1 0 0,0 0 1 0 0,0-1-1 0 0,0-1 1 0 0,-1 1 0 0 0,0-2-1 0 0,0 0 1 0 0,0 0-1 0 0,-1-1 1 0 0,-1 0-1 0 0,13-16 1 0 0,-8 2-1890 0 0,-12 19 818 0 0,-1-1 1 0 0,1 1 0 0 0,-1-1 0 0 0,1 1 0 0 0,-2-1-1 0 0,2-7 1 0 0,-2 0-6602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49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 14283 0 0,'-1'0'92'0'0,"1"0"0"0"0,-1-1 0 0 0,0 1 1 0 0,1 0-1 0 0,-1-1 0 0 0,0 1 0 0 0,0 0 0 0 0,1 0 0 0 0,-1 0 0 0 0,0 0 1 0 0,1 0-1 0 0,-1-1 0 0 0,0 1 0 0 0,0 1 0 0 0,1-1 0 0 0,-1 0 0 0 0,0 0 1 0 0,0 0-1 0 0,1 0 0 0 0,-1 0 0 0 0,0 1 0 0 0,1-1 0 0 0,-1 0 1 0 0,0 1-1 0 0,1-1 0 0 0,-1 0 0 0 0,0 1 0 0 0,0 0 0 0 0,0 1 180 0 0,0 0 1 0 0,0 0-1 0 0,1 0 0 0 0,-1 0 0 0 0,1 0 0 0 0,0 0 0 0 0,-1 0 0 0 0,1 1 0 0 0,0 1 1 0 0,0 3-186 0 0,0 350 1106 0 0,1-315-945 0 0,0-16-61 0 0,6 32 1 0 0,-6-48-85 0 0,2-1 0 0 0,-1 0 0 0 0,1 0 0 0 0,0 0 0 0 0,1 0 0 0 0,8 14 0 0 0,-4-14-209 0 0,-4-13 861 0 0,-4-20-2430 0 0,0 14-3623 0 0,0 1-1581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50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11 9674 0 0,'-9'-11'4895'0'0,"8"11"-4755"0"0,1 0-1 0 0,0 0 1 0 0,0 0 0 0 0,-1 1-1 0 0,1-1 1 0 0,0 0 0 0 0,0 0-1 0 0,-1 0 1 0 0,1 0 0 0 0,0 1-1 0 0,0-1 1 0 0,0 0 0 0 0,-1 0 0 0 0,1 0-1 0 0,0 1 1 0 0,0-1 0 0 0,0 0-1 0 0,0 0 1 0 0,0 1 0 0 0,-1-1-1 0 0,1 0 1 0 0,0 0 0 0 0,0 1-1 0 0,0-1 1 0 0,0 0 0 0 0,0 0-1 0 0,0 1 1 0 0,0-1 0 0 0,0 1-1 0 0,-1 28 1688 0 0,34 479 272 0 0,-26-439-2102 0 0,-4-50-122 0 0,0 1-1 0 0,-2 0 1 0 0,-1 19 0 0 0,1-38 36 0 0,-1 0 1 0 0,-1 0-1 0 0,1 1 0 0 0,0-1 1 0 0,0 0-1 0 0,0 0 1 0 0,-1 0-1 0 0,1 0 0 0 0,0 0 1 0 0,-1 0-1 0 0,1 0 1 0 0,-1 0-1 0 0,1 0 0 0 0,-2 1 1 0 0,-5 0-5646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50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4145 0 0,'1'-12'-239'0'0,"6"2"4394"0"0,15 5 3104 0 0,-14 4-7544 0 0,13-1 572 0 0,1 1 1 0 0,-1 2-1 0 0,0 0 0 0 0,1 1 0 0 0,36 8 1 0 0,-25-1 222 0 0,0 1 0 0 0,60 26 0 0 0,-80-29-192 0 0,-1-1-1 0 0,1 2 1 0 0,-1 0-1 0 0,18 16 1 0 0,-26-21-229 0 0,0 0 0 0 0,-1 1 0 0 0,0-1 1 0 0,0 1-1 0 0,0-1 0 0 0,0 1 0 0 0,0 0 1 0 0,-1 1-1 0 0,1-1 0 0 0,-1 0 0 0 0,-1 1 1 0 0,1-1-1 0 0,0 1 0 0 0,-1-1 1 0 0,0 1-1 0 0,0 0 0 0 0,0-1 0 0 0,-1 7 1 0 0,-1-6-28 0 0,0 0 1 0 0,0 0 0 0 0,0 0-1 0 0,-1 0 1 0 0,0 0 0 0 0,0-1-1 0 0,0 1 1 0 0,-1 0 0 0 0,1-1-1 0 0,-1 0 1 0 0,-6 7 0 0 0,0 0 65 0 0,0-1 0 0 0,-1 0 0 0 0,-13 10 0 0 0,-3-1 24 0 0,-1-2 0 0 0,-1 0 0 0 0,-1-1 0 0 0,0-2 0 0 0,-1-1 0 0 0,-34 10 0 0 0,-52 3-29 0 0,133-38-5695 0 0,-4 5-1326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51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2 15723 0 0,'-8'-1'318'0'0,"0"1"1"0"0,0 0-1 0 0,0 0 0 0 0,0 1 0 0 0,0 0 0 0 0,1 1 0 0 0,-1 0 0 0 0,0 0 0 0 0,0 0 0 0 0,-7 5 1 0 0,-10 3 251 0 0,-36 24 1 0 0,50-28-458 0 0,1 1 0 0 0,0 0 0 0 0,-12 13-1 0 0,19-18-98 0 0,0 2-1 0 0,0-1 1 0 0,0 0-1 0 0,0 1 1 0 0,1-1-1 0 0,0 1 1 0 0,0 0-1 0 0,0-1 1 0 0,0 1-1 0 0,0 0 1 0 0,1 0-1 0 0,0 1 1 0 0,-1 3-1 0 0,2-5 19 0 0,0-1 0 0 0,0 1 0 0 0,1-1 0 0 0,-1 1 0 0 0,1-1 0 0 0,-1 0 0 0 0,1 1-1 0 0,0-1 1 0 0,0 1 0 0 0,0-1 0 0 0,0 0 0 0 0,0 0 0 0 0,1 0 0 0 0,-1 0 0 0 0,1 0-1 0 0,-1 0 1 0 0,1 0 0 0 0,0 0 0 0 0,0 0 0 0 0,3 2 0 0 0,6 4 70 0 0,-1 0 1 0 0,20 9-1 0 0,-26-15-129 0 0,79 39 218 0 0,-55-29-119 0 0,0 2-1 0 0,0 1 1 0 0,26 20-1 0 0,-52-34-60 0 0,-1-1 0 0 0,0 1 0 0 0,0 0 0 0 0,0 0 0 0 0,0 0 0 0 0,0 0 0 0 0,0-1 0 0 0,0 1-1 0 0,0 0 1 0 0,0 1 0 0 0,-1-1 0 0 0,1 0 0 0 0,0 0 0 0 0,-1 0 0 0 0,1 0 0 0 0,0 1 0 0 0,-1-1-1 0 0,0 0 1 0 0,1 0 0 0 0,-1 1 0 0 0,0-1 0 0 0,1 2 0 0 0,-2-2 49 0 0,0 0 0 0 0,1 1 1 0 0,-1-1-1 0 0,0 0 0 0 0,0 0 1 0 0,0 0-1 0 0,0 0 0 0 0,0 0 1 0 0,0-1-1 0 0,0 1 0 0 0,0 0 1 0 0,0 0-1 0 0,0-1 0 0 0,-1 1 1 0 0,1-1-1 0 0,0 1 0 0 0,0-1 1 0 0,-1 1-1 0 0,1-1 0 0 0,0 0 1 0 0,0 1-1 0 0,-2-1 0 0 0,-140 45 2703 0 0,141-44-2736 0 0,-9 3 113 0 0,-2 0-136 0 0,23-5-337 0 0,-3 0 142 0 0,0-1 0 0 0,0 0 0 0 0,0-1 0 0 0,0 1 0 0 0,0-1 0 0 0,-1 0 0 0 0,1-1 0 0 0,-1 0 0 0 0,11-9 0 0 0,19-14 126 0 0,-2-1 1 0 0,0-2-1 0 0,45-54 0 0 0,-75 78 76 0 0,0 0 0 0 0,0 1 0 0 0,-1-1 0 0 0,0-1 0 0 0,0 1 0 0 0,0 0 0 0 0,-1-1 0 0 0,0 1 0 0 0,0-1 1 0 0,-1 0-1 0 0,0 0 0 0 0,1-7 0 0 0,-2 11-8 0 0,0 0 1 0 0,0 0 0 0 0,0 0 0 0 0,-1 1 0 0 0,1-1 0 0 0,-1 0 0 0 0,1 1-1 0 0,-1-1 1 0 0,0 0 0 0 0,0 1 0 0 0,0-1 0 0 0,-1 1 0 0 0,1-1 0 0 0,0 1-1 0 0,-1 0 1 0 0,0-1 0 0 0,1 1 0 0 0,-1 0 0 0 0,0 0 0 0 0,0 0 0 0 0,0 0-1 0 0,-1 1 1 0 0,1-1 0 0 0,0 1 0 0 0,-1-1 0 0 0,1 1 0 0 0,0 0 0 0 0,-1 0-1 0 0,0 0 1 0 0,1 0 0 0 0,-6-1 0 0 0,-10 0-9 0 0,-1 0 0 0 0,1 1 0 0 0,0 1 0 0 0,0 1-1 0 0,0 0 1 0 0,0 2 0 0 0,0 0 0 0 0,0 1 0 0 0,0 1 0 0 0,-17 7 0 0 0,28-10 24 0 0,-1 1-1 0 0,1 0 1 0 0,0 1 0 0 0,0-1-1 0 0,0 2 1 0 0,0-1 0 0 0,1 1-1 0 0,-1 0 1 0 0,-5 6 0 0 0,9-8 2 0 0,1 1 0 0 0,-1 0 0 0 0,0 0 0 0 0,1 0 0 0 0,0 0 0 0 0,0 0 1 0 0,0 0-1 0 0,1 0 0 0 0,-1 1 0 0 0,1-1 0 0 0,0 1 0 0 0,0-1 0 0 0,1 1 0 0 0,-1 0 0 0 0,1-1 1 0 0,0 1-1 0 0,1 5 0 0 0,0 0-27 0 0,0 1 0 0 0,0 0 1 0 0,1-1-1 0 0,1 1 0 0 0,0-1 1 0 0,0 1-1 0 0,1-1 0 0 0,0 0 1 0 0,1-1-1 0 0,0 1 0 0 0,0-1 1 0 0,1 0-1 0 0,1 0 0 0 0,-1 0 0 0 0,1-1 1 0 0,1 0-1 0 0,0-1 0 0 0,0 0 1 0 0,0 0-1 0 0,1 0 0 0 0,0-1 1 0 0,0 0-1 0 0,0-1 0 0 0,1 0 1 0 0,0-1-1 0 0,0 0 0 0 0,0 0 1 0 0,0-1-1 0 0,1 0 0 0 0,-1-1 0 0 0,1 0 1 0 0,0-1-1 0 0,0 0 0 0 0,-1-1 1 0 0,1 0-1 0 0,0-1 0 0 0,12-2 1 0 0,-9 1-14 0 0,-1-1 0 0 0,0-1 1 0 0,0 0-1 0 0,-1 0 1 0 0,1-2-1 0 0,-1 1 0 0 0,0-2 1 0 0,22-14-1 0 0,-29 16 50 0 0,1 1 1 0 0,-1-1-1 0 0,0 0 0 0 0,0 0 1 0 0,-1-1-1 0 0,0 0 0 0 0,1 1 0 0 0,-2-1 1 0 0,1-1-1 0 0,-1 1 0 0 0,0 0 0 0 0,0-1 1 0 0,-1 0-1 0 0,0 1 0 0 0,0-1 1 0 0,-1 0-1 0 0,1 0 0 0 0,-1-13 0 0 0,-1 8 50 0 0,-1-1 0 0 0,0 0 0 0 0,-1 1 0 0 0,0-1 0 0 0,-1 1 0 0 0,0 0 0 0 0,-1-1 0 0 0,-1 2 1 0 0,-6-15-1 0 0,7 19-72 0 0,0 0 0 0 0,0 0 0 0 0,0 0 0 0 0,-1 1 1 0 0,0 0-1 0 0,0-1 0 0 0,-1 2 0 0 0,0-1 0 0 0,0 1 1 0 0,0-1-1 0 0,0 2 0 0 0,-1-1 0 0 0,0 1 1 0 0,0 0-1 0 0,-11-5 0 0 0,16 9-49 0 0,0-1 1 0 0,0 1-1 0 0,0-1 1 0 0,0 1-1 0 0,0-1 0 0 0,0 1 1 0 0,0 0-1 0 0,0 0 1 0 0,1 0-1 0 0,-1 0 1 0 0,0 0-1 0 0,0 1 0 0 0,0-1 1 0 0,-4 2-1 0 0,6-2-81 0 0,-1 0 0 0 0,1 0 0 0 0,-1 1-1 0 0,1-1 1 0 0,0 0 0 0 0,-1 1 0 0 0,1-1 0 0 0,-1 1-1 0 0,1-1 1 0 0,0 0 0 0 0,-1 1 0 0 0,1-1 0 0 0,0 1-1 0 0,-1-1 1 0 0,1 1 0 0 0,0-1 0 0 0,0 1 0 0 0,0-1-1 0 0,-1 1 1 0 0,1 0 0 0 0,0 1-453 0 0,0-1 1 0 0,0 1-1 0 0,0-1 1 0 0,0 0-1 0 0,1 1 0 0 0,-1-1 1 0 0,0 1-1 0 0,1-1 1 0 0,-1 0-1 0 0,1 1 0 0 0,0 1 1 0 0,6 9-6522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51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5 13363 0 0,'-5'-2'592'0'0,"0"2"-1"0"0,1-1 1 0 0,-1 0 0 0 0,0 1-1 0 0,0 0 1 0 0,0 0 0 0 0,0 0 0 0 0,-6 2-1 0 0,2 0-116 0 0,-1 0 1 0 0,1 1-1 0 0,-15 7 0 0 0,7-1-198 0 0,1 0 0 0 0,0 1 1 0 0,-25 20-1 0 0,32-23-183 0 0,1 1-1 0 0,0 0 1 0 0,0 0 0 0 0,1 0 0 0 0,-1 1-1 0 0,-6 12 1 0 0,13-20-90 0 0,0 1-1 0 0,0 1 0 0 0,0-1 0 0 0,0 0 1 0 0,0 0-1 0 0,0 0 0 0 0,1 0 1 0 0,-1 1-1 0 0,1-1 0 0 0,-1 0 1 0 0,1 1-1 0 0,0-1 0 0 0,0 0 1 0 0,0 1-1 0 0,0-1 0 0 0,0 0 1 0 0,1 1-1 0 0,-1-1 0 0 0,1 0 0 0 0,0 0 1 0 0,-1 0-1 0 0,1 1 0 0 0,0-1 1 0 0,0 0-1 0 0,0 0 0 0 0,1 0 1 0 0,-1 0-1 0 0,0 0 0 0 0,1-1 1 0 0,-1 1-1 0 0,1 0 0 0 0,0-1 1 0 0,-1 1-1 0 0,1-1 0 0 0,0 1 1 0 0,2 0-1 0 0,9 6-5 0 0,1-1 1 0 0,0-1-1 0 0,0 0 1 0 0,0-1-1 0 0,1 0 1 0 0,0-1-1 0 0,-1-1 1 0 0,25 2-1 0 0,-22-3 1 0 0,1 1-1 0 0,-1 1 0 0 0,1 1 0 0 0,-1 0 1 0 0,28 13-1 0 0,-44-18 14 0 0,0 1 1 0 0,1 0 0 0 0,-1-1 0 0 0,0 1-1 0 0,0 0 1 0 0,1-1 0 0 0,-1 1-1 0 0,0 0 1 0 0,0 0 0 0 0,0 0-1 0 0,0 0 1 0 0,0 0 0 0 0,0 1-1 0 0,-1-1 1 0 0,1 0 0 0 0,0 0-1 0 0,-1 0 1 0 0,1 1 0 0 0,0-1-1 0 0,-1 0 1 0 0,0 1 0 0 0,1 1-1 0 0,-1-2 25 0 0,0 1 0 0 0,0-1-1 0 0,-1 1 1 0 0,1-1-1 0 0,-1 1 1 0 0,1-1-1 0 0,-1 0 1 0 0,1 1 0 0 0,-1-1-1 0 0,0 0 1 0 0,0 1-1 0 0,0-1 1 0 0,0 0-1 0 0,0 0 1 0 0,0 0 0 0 0,0 0-1 0 0,-1 1 1 0 0,-7 5 186 0 0,1-1 0 0 0,-1 0 0 0 0,0-1 0 0 0,-16 7 1 0 0,16-8-83 0 0,-33 15 572 0 0,-47 28 0 0 0,65-29-576 0 0,23-18-169 0 0,0 2 0 0 0,-1-1-1 0 0,1 0 1 0 0,0 0 0 0 0,0 0 0 0 0,0 0-1 0 0,0 1 1 0 0,0-1 0 0 0,0 0-1 0 0,1 1 1 0 0,-1-1 0 0 0,0 1 0 0 0,1-1-1 0 0,-1 1 1 0 0,0 2 0 0 0,3-4-224 0 0,0-1 0 0 0,0 1 0 0 0,0 0 0 0 0,-1-1 0 0 0,1 1 0 0 0,0-1 0 0 0,0 1 0 0 0,-1-1 0 0 0,1 0 0 0 0,0 0 0 0 0,2-1 1 0 0,30-21-4531 0 0,-12 6-1974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5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10594 0 0,'-2'37'3939'0'0,"-8"46"-1"0"0,-1 19-1874 0 0,10-88-1845 0 0,1 0 0 0 0,1 0-1 0 0,0 0 1 0 0,1 0 0 0 0,4 16-1 0 0,6-1 317 0 0,-11-28-604 0 0,-1 0 0 0 0,1 0-1 0 0,-1 0 1 0 0,1 0 0 0 0,0 0 0 0 0,-1 0-1 0 0,1 0 1 0 0,0 0 0 0 0,0-1 0 0 0,0 1-1 0 0,-1 0 1 0 0,1-1 0 0 0,0 1 0 0 0,0 0-1 0 0,0-1 1 0 0,0 1 0 0 0,0-1 0 0 0,0 0-1 0 0,0 1 1 0 0,0-1 0 0 0,1 0 0 0 0,-1 1-1 0 0,0-1 1 0 0,0 0 0 0 0,2 0 0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52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16067 0 0,'-3'4'713'0'0,"2"0"151"0"0,1 0-696 0 0,0 0-168 0 0,1 1 0 0 0,0 0 0 0 0,1 3 272 0 0,2 6 16 0 0,1 9 8 0 0,2 8 0 0 0,3 7-296 0 0,-1-2 0 0 0,1-3 0 0 0,0-1 0 0 0,-1-3-1456 0 0,2-6-249 0 0,2-1-55 0 0,1-4 0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5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0 17508 0 0,'0'98'1005'0'0,"2"30"1585"0"0,-19 148 0 0 0,16-270-3086 0 0,0 0 0 0 0,0 0 0 0 0,0-1-1 0 0,-4 9 1 0 0,4-13 354 0 0,1 0 0 0 0,0 0 0 0 0,-1 0 0 0 0,1 0 0 0 0,-1 0 0 0 0,1 0 0 0 0,-1 0 0 0 0,0 0 0 0 0,1 0 0 0 0,-1 0 0 0 0,0-1 0 0 0,0 1 0 0 0,1 0 0 0 0,-1 0 0 0 0,0-1 0 0 0,0 1 0 0 0,0-1-1 0 0,0 1 1 0 0,0-1 0 0 0,0 1 0 0 0,0-1 0 0 0,0 0 0 0 0,0 1 0 0 0,0-1 0 0 0,0 0 0 0 0,0 0 0 0 0,0 0 0 0 0,0 0 0 0 0,0 0 0 0 0,-1 0 0 0 0,1 0 0 0 0,-1 0 0 0 0,-8-3-6093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52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18 146 12875 0 0,'-13'-67'1369'0'0,"11"63"-935"0"0,1 0-1 0 0,1 0 0 0 0,-1 0 0 0 0,1 0 0 0 0,-1 0 1 0 0,1-1-1 0 0,0 1 0 0 0,1 0 0 0 0,-1 0 1 0 0,1 0-1 0 0,1-6 0 0 0,-1 8-348 0 0,-1 1-1 0 0,1-1 1 0 0,0 1 0 0 0,0-1-1 0 0,0 1 1 0 0,0 0 0 0 0,0 0-1 0 0,0-1 1 0 0,1 1 0 0 0,-1 0-1 0 0,0 0 1 0 0,1 0 0 0 0,-1 0-1 0 0,0 1 1 0 0,1-1 0 0 0,-1 0-1 0 0,1 0 1 0 0,-1 1 0 0 0,1-1-1 0 0,0 1 1 0 0,-1-1-1 0 0,1 1 1 0 0,-1 0 0 0 0,1 0-1 0 0,0 0 1 0 0,-1 0 0 0 0,1 0-1 0 0,0 0 1 0 0,-1 0 0 0 0,4 1-1 0 0,23 4 148 0 0,1 0-1 0 0,35 13 0 0 0,30 6-1173 0 0,-81-21 166 0 0,0-2 0 0 0,-1 0 0 0 0,1 0 0 0 0,0-1 1 0 0,21-3-1 0 0,13-6-5486 0 0,-24 4 1513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52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10946 0 0,'2'1'196'0'0,"-1"-1"0"0"0,0 1 0 0 0,0 0 0 0 0,0 0 0 0 0,0 0 0 0 0,0 0 0 0 0,0 0 0 0 0,0 1 0 0 0,0-1 0 0 0,0 0 0 0 0,-1 0 0 0 0,1 1 0 0 0,0-1 0 0 0,-1 0 0 0 0,1 1 0 0 0,-1-1 0 0 0,0 0 0 0 0,1 1 0 0 0,-1-1 0 0 0,0 1 0 0 0,0-1 0 0 0,0 1 0 0 0,0-1 0 0 0,0 3 0 0 0,-3 45 2048 0 0,1-36-1829 0 0,-7 62 1420 0 0,-3 29-161 0 0,12-90-1424 0 0,0-1 1 0 0,0 0-1 0 0,2 0 1 0 0,-1 0-1 0 0,8 23 1 0 0,-9-34-268 0 0,1 0 1 0 0,-1 0-1 0 0,1 0 0 0 0,0 0 0 0 0,-1-1 1 0 0,1 1-1 0 0,0 0 0 0 0,0 0 1 0 0,1-1-1 0 0,-1 1 0 0 0,0-1 0 0 0,0 1 1 0 0,1-1-1 0 0,-1 0 0 0 0,1 1 0 0 0,-1-1 1 0 0,1 0-1 0 0,3 2 0 0 0,-5-3-72 0 0,1 0 0 0 0,-1 0 0 0 0,1 0 0 0 0,-1 0 0 0 0,1 0 0 0 0,0 0 0 0 0,-1 0-1 0 0,1 0 1 0 0,-1 0 0 0 0,1 0 0 0 0,-1 0 0 0 0,1 0 0 0 0,-1 0 0 0 0,1-1 0 0 0,-1 1 0 0 0,1 0 0 0 0,-1 0-1 0 0,1-1 1 0 0,-1 1 0 0 0,1 0 0 0 0,-1-1 0 0 0,1 1 0 0 0,-1 0 0 0 0,1-1 0 0 0,0-1-296 0 0,0 1 0 0 0,0-1-1 0 0,0 0 1 0 0,0 0 0 0 0,0 1 0 0 0,0-1 0 0 0,-1 0 0 0 0,1 0 0 0 0,-1 0 0 0 0,1-3 0 0 0,3-16-2349 0 0,2-6-18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52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52 11522 0 0,'-1'-24'-57'0'0,"1"-3"7860"0"0,0 27-7729 0 0,4 18 1003 0 0,11 95-976 0 0,-10-37-3496 0 0,-3-49-2920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53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3 198 11779 0 0,'-2'14'527'0'0,"2"-1"0"0"0,-1 0 1 0 0,2 0-1 0 0,0 0 0 0 0,0 1 1 0 0,1-1-1 0 0,1-1 1 0 0,0 1-1 0 0,1 0 0 0 0,7 17 1 0 0,-10-29-388 0 0,0 1 1 0 0,0 0 0 0 0,0 0-1 0 0,0-1 1 0 0,1 1 0 0 0,-1 0-1 0 0,1-1 1 0 0,-1 1-1 0 0,1-1 1 0 0,-1 0 0 0 0,1 0-1 0 0,0 1 1 0 0,0-1 0 0 0,-1 0-1 0 0,1 0 1 0 0,0-1 0 0 0,0 1-1 0 0,0 0 1 0 0,4 0-1 0 0,-3 0 38 0 0,0-1 0 0 0,0 0-1 0 0,0-1 1 0 0,1 1 0 0 0,-1 0-1 0 0,0-1 1 0 0,0 0-1 0 0,0 0 1 0 0,0 0 0 0 0,0 0-1 0 0,-1 0 1 0 0,4-2 0 0 0,1-1 84 0 0,0 0 1 0 0,0-1-1 0 0,0 0 1 0 0,-1 0-1 0 0,0-1 1 0 0,0 0-1 0 0,-1 0 1 0 0,0 0-1 0 0,6-9 1 0 0,1-8 123 0 0,-2 0 0 0 0,-1 0 0 0 0,-1-1 1 0 0,-1 0-1 0 0,8-47 0 0 0,13-45 112 0 0,-23 107-811 0 0,1 9-1697 0 0,5 16-3666 0 0,-10-14 5004 0 0,4 8-6692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2:53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121 270 14283 0 0,'14'-11'728'0'0,"0"-2"0"0"0,-1 0 0 0 0,-1 0-1 0 0,0-1 1 0 0,-1 0 0 0 0,0-1 0 0 0,9-19 0 0 0,-13 23-139 0 0,-1-1 1 0 0,0 1 0 0 0,6-20 0 0 0,-11 28-459 0 0,0 0 0 0 0,0 1 1 0 0,0-1-1 0 0,0 0 1 0 0,-1 0-1 0 0,0 0 1 0 0,1 0-1 0 0,-1 1 1 0 0,0-1-1 0 0,0 0 1 0 0,0 0-1 0 0,-1 0 1 0 0,1 0-1 0 0,-1 1 0 0 0,1-1 1 0 0,-1 0-1 0 0,0 0 1 0 0,0 1-1 0 0,0-1 1 0 0,-1 1-1 0 0,1-1 1 0 0,-3-3-1 0 0,2 5-85 0 0,0-1 0 0 0,0 1-1 0 0,0 0 1 0 0,0 0 0 0 0,1 0 0 0 0,-1 0-1 0 0,-1 1 1 0 0,1-1 0 0 0,0 1 0 0 0,0-1-1 0 0,0 1 1 0 0,0-1 0 0 0,0 1 0 0 0,0 0-1 0 0,0 0 1 0 0,-1 0 0 0 0,1 1-1 0 0,0-1 1 0 0,0 0 0 0 0,0 1 0 0 0,0-1-1 0 0,0 1 1 0 0,0 0 0 0 0,0 0 0 0 0,0-1-1 0 0,0 2 1 0 0,0-1 0 0 0,-2 2 0 0 0,-6 3 130 0 0,0 0 1 0 0,1 1-1 0 0,-17 15 1 0 0,14-8-127 0 0,0 0-1 0 0,1 1 1 0 0,0 0 0 0 0,2 0 0 0 0,-1 1 0 0 0,2 1 0 0 0,0-1 0 0 0,-9 31 0 0 0,7-16-43 0 0,2 0-1 0 0,1 1 0 0 0,2 0 1 0 0,-2 35-1 0 0,7-56-9 0 0,0-1-1 0 0,0 0 1 0 0,1 0 0 0 0,1 1-1 0 0,0-1 1 0 0,0 0-1 0 0,1 0 1 0 0,0 0 0 0 0,1-1-1 0 0,0 1 1 0 0,7 12 0 0 0,-9-19-6 0 0,0 1 1 0 0,1-1 0 0 0,-1 1 0 0 0,1-1-1 0 0,0 0 1 0 0,0 0 0 0 0,0 0 0 0 0,0 0-1 0 0,1 0 1 0 0,-1-1 0 0 0,1 0 0 0 0,-1 1-1 0 0,1-1 1 0 0,0-1 0 0 0,0 1 0 0 0,0 0-1 0 0,0-1 1 0 0,0 0 0 0 0,0 0 0 0 0,0 0-1 0 0,1-1 1 0 0,-1 1 0 0 0,0-1-1 0 0,0 0 1 0 0,1 0 0 0 0,-1 0 0 0 0,0-1-1 0 0,0 0 1 0 0,8-2 0 0 0,-2 0 12 0 0,0-1 1 0 0,0 0-1 0 0,-1 0 1 0 0,1-1-1 0 0,-1-1 1 0 0,0 1-1 0 0,-1-2 1 0 0,13-10-1 0 0,19-24-1581 0 0,-6-4-5652 0 0,-24 30-917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21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18 14715 0 0,'0'0'57'0'0,"0"-1"0"0"0,1 0 1 0 0,-1 1-1 0 0,0-1 0 0 0,0 0 0 0 0,0 1 0 0 0,0-1 0 0 0,0 0 0 0 0,-1 1 1 0 0,1-1-1 0 0,0 1 0 0 0,0-1 0 0 0,0 0 0 0 0,0 1 0 0 0,-1-1 0 0 0,1 0 0 0 0,0 1 1 0 0,-1-1-1 0 0,1 1 0 0 0,0-1 0 0 0,-1 1 0 0 0,1-1 0 0 0,-1 1 0 0 0,1-1 1 0 0,-1 1-1 0 0,1-1 0 0 0,-1 1 0 0 0,1 0 0 0 0,-1-1 0 0 0,0 1 0 0 0,0 0-8 0 0,1 0 0 0 0,-1 0-1 0 0,1 0 1 0 0,-1 0 0 0 0,0 0 0 0 0,1 0-1 0 0,-1 0 1 0 0,1 0 0 0 0,-1 0-1 0 0,1 0 1 0 0,-1 0 0 0 0,1 1-1 0 0,-1-1 1 0 0,1 0 0 0 0,0 0-1 0 0,-1 1 1 0 0,1-1 0 0 0,-1 0-1 0 0,1 1 1 0 0,0-1 0 0 0,-1 1 0 0 0,1-1-1 0 0,-1 0 1 0 0,1 1 0 0 0,0-1-1 0 0,0 1 1 0 0,-1-1 0 0 0,1 1-1 0 0,0-1 1 0 0,0 1 0 0 0,0-1-1 0 0,-1 1 1 0 0,1-1 0 0 0,0 1-1 0 0,0-1 1 0 0,0 1 0 0 0,0-1 0 0 0,0 1-1 0 0,0-1 1 0 0,0 2 0 0 0,-1 21 188 0 0,1-1 1 0 0,1 1 0 0 0,1 0 0 0 0,1 0 0 0 0,12 43 0 0 0,-3-9 216 0 0,-2-2-106 0 0,3 6-126 0 0,-3 2 0 0 0,3 124 0 0 0,-14-156-832 0 0,-2 0-1 0 0,-8 32 1 0 0,9-55-929 0 0,-1-2-402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22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80 8754 0 0,'0'0'211'0'0,"-1"0"0"0"0,1-1 0 0 0,-1 1 0 0 0,1-1 0 0 0,-1 1 1 0 0,1-1-1 0 0,0 1 0 0 0,-1-1 0 0 0,1 1 0 0 0,0-1 0 0 0,-1 1 0 0 0,1-1 0 0 0,0 0 0 0 0,0 1 1 0 0,0-1-1 0 0,-1 1 0 0 0,1-1 0 0 0,0 0 0 0 0,0 1 0 0 0,0-1 0 0 0,0 0 0 0 0,0 1 1 0 0,0-1-1 0 0,0 1 0 0 0,0-1 0 0 0,1-1 0 0 0,7-2 4796 0 0,1 1-4419 0 0,-4 2-1518 0 0,8-3 927 0 0,168-37 1167 0 0,-155 37-663 0 0,0 1 0 0 0,1 1 1 0 0,-1 1-1 0 0,53 5 0 0 0,-75-3-450 0 0,1 0 1 0 0,0 0-1 0 0,0 0 0 0 0,0 0 0 0 0,-1 1 0 0 0,1 0 0 0 0,-1 0 1 0 0,1 0-1 0 0,-1 0 0 0 0,0 1 0 0 0,0-1 0 0 0,0 1 0 0 0,0 0 1 0 0,0 1-1 0 0,-1-1 0 0 0,1 1 0 0 0,2 4 0 0 0,-4-5-22 0 0,0 0 0 0 0,0 1-1 0 0,-1-1 1 0 0,0 0-1 0 0,0 1 1 0 0,0 0 0 0 0,0-1-1 0 0,0 1 1 0 0,-1-1 0 0 0,1 1-1 0 0,-1 0 1 0 0,0-1 0 0 0,0 1-1 0 0,-1 0 1 0 0,1 0-1 0 0,-1-1 1 0 0,1 1 0 0 0,-1-1-1 0 0,0 1 1 0 0,-1-1 0 0 0,1 1-1 0 0,-1-1 1 0 0,-2 5 0 0 0,-9 15 90 0 0,-1 0 0 0 0,-1-1 0 0 0,-1-1 0 0 0,-26 27 0 0 0,-82 70 388 0 0,-18 18-210 0 0,140-134-341 0 0,-11 14 56 0 0,12-15-46 0 0,1-1-1 0 0,-1 1 1 0 0,1 0-1 0 0,-1-1 0 0 0,1 1 1 0 0,-1 0-1 0 0,1-1 1 0 0,0 1-1 0 0,-1 0 0 0 0,1 0 1 0 0,0-1-1 0 0,0 1 1 0 0,-1 0-1 0 0,1 0 1 0 0,0 0-1 0 0,0-1 0 0 0,0 1 1 0 0,0 0-1 0 0,0 0 1 0 0,0 1-1 0 0,1-2-76 0 0,0 0-1 0 0,-1 0 1 0 0,1 0-1 0 0,0 0 1 0 0,-1 0-1 0 0,1 0 1 0 0,0 0 0 0 0,-1 0-1 0 0,1 0 1 0 0,0 0-1 0 0,-1 0 1 0 0,1-1-1 0 0,0 1 1 0 0,-1 0-1 0 0,1 0 1 0 0,-1-1 0 0 0,1 1-1 0 0,0 0 1 0 0,-1-1-1 0 0,1 1 1 0 0,-1 0-1 0 0,1-1 1 0 0,-1 1 0 0 0,1-1-1 0 0,-1 1 1 0 0,1-2-1 0 0,17-14-3241 0 0,-18 16 3196 0 0,16-16-6798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22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17828 0 0,'-1'6'331'0'0,"0"0"0"0"0,0 0 0 0 0,-1 0 0 0 0,0 0 0 0 0,-3 6 0 0 0,-4 15-54 0 0,0 11 249 0 0,5-25-424 0 0,0 1-1 0 0,1 0 1 0 0,0 0-1 0 0,1 0 0 0 0,1 0 1 0 0,1 0-1 0 0,-1 1 1 0 0,4 20-1 0 0,-1-13-2902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22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13827 0 0,'2'-1'608'0'0,"-2"0"128"0"0,1 1-584 0 0,1 0-152 0 0,-1 1 0 0 0,0 0 0 0 0,2 2 488 0 0,3 1 72 0 0,3 6 17 0 0,5 2-1 0 0,1 6-576 0 0,2 1-80 0 0,-1-2-32 0 0,-1-1-4529 0 0,-2 1-896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22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12 17508 0 0,'-8'-4'1472'0'0,"8"2"-308"0"0,13 0 204 0 0,-1 2-1206 0 0,0-2-78 0 0,0 1 0 0 0,0 0 0 0 0,-1 1 0 0 0,1 1 0 0 0,0 0 1 0 0,22 5-1 0 0,-32-6-77 0 0,1 1 0 0 0,-1 0 0 0 0,0 0 0 0 0,0 0 0 0 0,0 0 0 0 0,0 0 1 0 0,0 0-1 0 0,0 0 0 0 0,0 1 0 0 0,0-1 0 0 0,0 1 0 0 0,-1 0 0 0 0,1-1 0 0 0,0 1 1 0 0,-1 0-1 0 0,0 0 0 0 0,2 2 0 0 0,-2-1 1 0 0,-1-1 0 0 0,1 1 1 0 0,0 0-1 0 0,-1-1 0 0 0,0 1 0 0 0,0 0 1 0 0,0-1-1 0 0,0 1 0 0 0,0 0 0 0 0,0 0 1 0 0,-1-1-1 0 0,1 1 0 0 0,-1 0 0 0 0,0-1 1 0 0,0 1-1 0 0,0-1 0 0 0,0 1 0 0 0,-2 3 0 0 0,-29 54 494 0 0,-50 70-1 0 0,71-117-276 0 0,-9 13 225 0 0,20-25-391 0 0,-1 0 0 0 0,0 0 0 0 0,0 0 0 0 0,1 1 0 0 0,-1-1 0 0 0,1 0 0 0 0,-1 0 0 0 0,1 0 0 0 0,0 1 0 0 0,-1-1 0 0 0,1 0 0 0 0,0 0 0 0 0,0 1 0 0 0,0-1 0 0 0,0 0 0 0 0,0 0 0 0 0,0 1-1 0 0,0 1 1 0 0,1-3-37 0 0,0 1-1 0 0,-1 0 1 0 0,1 0-1 0 0,0-1 0 0 0,-1 1 1 0 0,1-1-1 0 0,0 1 0 0 0,-1-1 1 0 0,1 1-1 0 0,0-1 0 0 0,0 1 1 0 0,0-1-1 0 0,0 0 1 0 0,0 0-1 0 0,-1 1 0 0 0,1-1 1 0 0,0 0-1 0 0,0 0 0 0 0,0 0 1 0 0,0 0-1 0 0,0 0 1 0 0,0 0-1 0 0,0 0 0 0 0,0 0 1 0 0,0 0-1 0 0,-1 0 0 0 0,1-1 1 0 0,0 1-1 0 0,2-1 1 0 0,28-10 145 0 0,-28 10-131 0 0,32-15-183 0 0,0-2 0 0 0,38-25 0 0 0,15-18-5678 0 0,-72 48 3969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23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18 111 14283 0 0,'-9'-8'6489'0'0,"14"8"-5967"0"0,18 2-17 0 0,-2-1 36 0 0,-1 2 0 0 0,31 6 0 0 0,-46-8-489 0 0,0 0-1 0 0,0 1 0 0 0,0 0 1 0 0,-1 0-1 0 0,1 0 1 0 0,-1 0-1 0 0,1 1 1 0 0,-1 0-1 0 0,0 0 1 0 0,0 0-1 0 0,0 0 0 0 0,0 0 1 0 0,-1 1-1 0 0,1 0 1 0 0,5 7-1 0 0,-9-9-43 0 0,1 0-1 0 0,-1 0 0 0 0,1 0 1 0 0,-1 0-1 0 0,0 0 1 0 0,1 1-1 0 0,-1-1 0 0 0,0 0 1 0 0,0 0-1 0 0,-1 0 1 0 0,1 0-1 0 0,0 0 0 0 0,-1 0 1 0 0,1 0-1 0 0,-1 0 1 0 0,0 0-1 0 0,1 0 0 0 0,-1 0 1 0 0,-2 2-1 0 0,-21 35 269 0 0,8-20-201 0 0,-1 1-1 0 0,-29 23 1 0 0,30-28-14 0 0,0 0 0 0 0,2 1 0 0 0,-1 0 0 0 0,-12 20-1 0 0,26-35-59 0 0,0 0-1 0 0,1 0 0 0 0,-1 0 1 0 0,1 0-1 0 0,-1 0 0 0 0,0 0 1 0 0,1 0-1 0 0,0 0 0 0 0,-1 0 1 0 0,1 0-1 0 0,0 0 1 0 0,-1 0-1 0 0,1 0 0 0 0,0 1 1 0 0,0-1-1 0 0,0 0 0 0 0,0 0 1 0 0,0 0-1 0 0,0 0 0 0 0,1 2 1 0 0,-1-2-5 0 0,1-1 1 0 0,-1 1-1 0 0,1-1 1 0 0,-1 1 0 0 0,1-1-1 0 0,0 1 1 0 0,-1-1 0 0 0,1 1-1 0 0,0-1 1 0 0,0 1-1 0 0,-1-1 1 0 0,1 0 0 0 0,0 1-1 0 0,0-1 1 0 0,-1 0 0 0 0,1 0-1 0 0,0 0 1 0 0,0 0-1 0 0,0 0 1 0 0,-1 1 0 0 0,3-2-1 0 0,6 1 10 0 0,0-1 0 0 0,1 0 0 0 0,16-5 0 0 0,-17 4 104 0 0,33-9-603 0 0,0-2-1 0 0,54-24 1 0 0,77-47-1910 0 0,-120 58 2459 0 0,-25 12 116 0 0,0-2 0 0 0,-2 0 0 0 0,1-2 0 0 0,-2 0 0 0 0,0-2 1 0 0,-2-1-1 0 0,0-1 0 0 0,-1-1 0 0 0,24-33 0 0 0,-45 55-134 0 0,0-1-1 0 0,0 1 0 0 0,0-1 0 0 0,0 0 1 0 0,0 1-1 0 0,0-1 0 0 0,0 0 0 0 0,-1 1 1 0 0,1-1-1 0 0,-1 0 0 0 0,1 0 0 0 0,-1 0 1 0 0,0 1-1 0 0,0-1 0 0 0,0 0 0 0 0,0 0 1 0 0,0 0-1 0 0,0 0 0 0 0,0-2 0 0 0,-1 3 1 0 0,0 0 0 0 0,0-1 0 0 0,0 1 1 0 0,0 0-1 0 0,0 0 0 0 0,0 0 0 0 0,0 0 0 0 0,0 0 0 0 0,0 0 0 0 0,0 0 0 0 0,0 1 0 0 0,-1-1 0 0 0,1 0 0 0 0,0 1 0 0 0,-1-1 1 0 0,1 1-1 0 0,0-1 0 0 0,-1 1 0 0 0,1 0 0 0 0,-1-1 0 0 0,1 1 0 0 0,0 0 0 0 0,-1 0 0 0 0,1 0 0 0 0,-2 0 0 0 0,-5 1 65 0 0,1-1 0 0 0,0 1-1 0 0,0 0 1 0 0,0 1 0 0 0,0 0-1 0 0,0 0 1 0 0,0 0 0 0 0,1 1-1 0 0,-12 6 1 0 0,0 1-9 0 0,1 1 1 0 0,-19 16-1 0 0,15-10-75 0 0,1 1 0 0 0,1 1 0 0 0,1 1 0 0 0,1 1 0 0 0,1 0 0 0 0,0 1 0 0 0,2 1 0 0 0,-12 25 0 0 0,22-39-12 0 0,1-1 0 0 0,0 1 1 0 0,0-1-1 0 0,1 1 1 0 0,0 0-1 0 0,0 0 0 0 0,1 0 1 0 0,1 0-1 0 0,-1 0 1 0 0,2 0-1 0 0,-1 1 0 0 0,3 9 1 0 0,-3-15-6 0 0,1 0 0 0 0,1 0 1 0 0,-1 1-1 0 0,1-1 0 0 0,-1-1 0 0 0,1 1 1 0 0,0 0-1 0 0,1 0 0 0 0,-1-1 1 0 0,0 1-1 0 0,1-1 0 0 0,0 0 0 0 0,0 0 1 0 0,0 0-1 0 0,0 0 0 0 0,1 0 1 0 0,-1-1-1 0 0,1 1 0 0 0,-1-1 0 0 0,1 0 1 0 0,0 0-1 0 0,0 0 0 0 0,0-1 1 0 0,0 0-1 0 0,0 1 0 0 0,0-1 0 0 0,7 0 1 0 0,-2 0-3 0 0,0-1 0 0 0,1 0 1 0 0,-1 0-1 0 0,0-1 0 0 0,0 0 1 0 0,0-1-1 0 0,0 0 0 0 0,0-1 0 0 0,-1 0 1 0 0,1 0-1 0 0,-1 0 0 0 0,9-6 1 0 0,8-5-8 0 0,-2 0 0 0 0,37-30 1 0 0,-46 33-14 0 0,0-1 0 0 0,-1-1 0 0 0,-1 0 1 0 0,0-1-1 0 0,0 0 0 0 0,-2-1 0 0 0,12-20 1 0 0,-16 24 31 0 0,0-1 0 0 0,-1 0 0 0 0,-1 0 0 0 0,0 0 0 0 0,-1 0 0 0 0,0-1 0 0 0,-1 1 0 0 0,0-1 0 0 0,-1 0 0 0 0,-1 1 0 0 0,-1-17 0 0 0,-2 20 192 0 0,-2 14 11 0 0,-3 15-52 0 0,4 10-47 0 0,1-1 0 0 0,1 53 0 0 0,2-71-114 0 0,1 1 0 0 0,1 0 0 0 0,0-1 0 0 0,0 0 0 0 0,1 1 0 0 0,1-1 0 0 0,0 0 0 0 0,0 0 0 0 0,12 20 0 0 0,-12-26-27 0 0,0 0-1 0 0,0-1 1 0 0,1 1 0 0 0,9 8-1 0 0,-13-12 7 0 0,0 0 0 0 0,1 0-1 0 0,0 1 1 0 0,-1-1 0 0 0,1 0-1 0 0,-1 0 1 0 0,1-1 0 0 0,0 1-1 0 0,0 0 1 0 0,-1 0 0 0 0,1-1 0 0 0,0 1-1 0 0,0-1 1 0 0,0 0 0 0 0,0 1-1 0 0,0-1 1 0 0,0 0 0 0 0,0 0-1 0 0,0 0 1 0 0,2-1 0 0 0,-4 1-63 0 0,1-1 0 0 0,-1 1 0 0 0,1 0 0 0 0,-1-1 0 0 0,1 1 0 0 0,-1 0 0 0 0,1-1 0 0 0,-1 1 0 0 0,1-1 0 0 0,-1 1 0 0 0,0-1-1 0 0,1 1 1 0 0,-1-1 0 0 0,0 1 0 0 0,0-1 0 0 0,1 1 0 0 0,-1-1 0 0 0,0 1 0 0 0,0-1 0 0 0,0 1 0 0 0,0-1 0 0 0,0 0 0 0 0,1 1 0 0 0,-1-1 0 0 0,0 1 0 0 0,0-1 0 0 0,-1 1 0 0 0,1-1 0 0 0,0-1 0 0 0,0 0-557 0 0,0-3-754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24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24 11979 0 0,'-3'-3'260'0'0,"0"0"1"0"0,-1 1-1 0 0,1 0 1 0 0,-1 0-1 0 0,0 0 1 0 0,0 0-1 0 0,1 1 1 0 0,-1-1-1 0 0,0 1 1 0 0,0 0-1 0 0,-1 0 1 0 0,1 1 0 0 0,0-1-1 0 0,0 1 1 0 0,0 0-1 0 0,0 0 1 0 0,0 0-1 0 0,-1 0 1 0 0,1 1-1 0 0,-7 1 1 0 0,-1 2-70 0 0,-1-1 0 0 0,1 1 0 0 0,0 1 0 0 0,0 0 0 0 0,-17 11 0 0 0,2 1 205 0 0,2 2-1 0 0,-1 0 1 0 0,2 2-1 0 0,-23 25 1 0 0,44-43-361 0 0,0 1 0 0 0,0-1 1 0 0,0 1-1 0 0,1-1 0 0 0,-1 1 1 0 0,1 0-1 0 0,0 0 1 0 0,0 0-1 0 0,-3 9 0 0 0,5-12-30 0 0,0 1-1 0 0,0 0 1 0 0,0-1-1 0 0,0 1 1 0 0,0 0-1 0 0,0-1 1 0 0,0 1-1 0 0,1 0 1 0 0,-1-1-1 0 0,1 1 1 0 0,-1 0-1 0 0,1-1 1 0 0,0 1-1 0 0,-1-1 1 0 0,1 1-1 0 0,0-1 1 0 0,0 1-1 0 0,0-1 1 0 0,0 0-1 0 0,1 0 1 0 0,-1 1-1 0 0,0-1 1 0 0,0 0-1 0 0,1 0 1 0 0,-1 0-1 0 0,0 0 1 0 0,1 0-1 0 0,2 1 1 0 0,19 9-64 0 0,1 0 0 0 0,0-1 0 0 0,1-2 1 0 0,40 10-1 0 0,35 11 136 0 0,-86-24-79 0 0,-1 1 1 0 0,-1 0 0 0 0,1 1-1 0 0,-1 0 1 0 0,15 12-1 0 0,-26-18 8 0 0,-1-1 0 0 0,1 0 0 0 0,-1 1 0 0 0,1-1-1 0 0,-1 1 1 0 0,1-1 0 0 0,-1 1 0 0 0,1-1 0 0 0,-1 1-1 0 0,0-1 1 0 0,1 1 0 0 0,-1 0 0 0 0,0-1-1 0 0,0 1 1 0 0,1 0 0 0 0,-1-1 0 0 0,0 1 0 0 0,0 0-1 0 0,0-1 1 0 0,0 1 0 0 0,0 0 0 0 0,0-1 0 0 0,0 1-1 0 0,0 0 1 0 0,0-1 0 0 0,0 1 0 0 0,0 1-1 0 0,-1-1 28 0 0,0 1-1 0 0,0 0 1 0 0,0-1-1 0 0,0 1 0 0 0,0 0 1 0 0,0-1-1 0 0,0 0 0 0 0,0 1 1 0 0,-1-1-1 0 0,-1 2 0 0 0,-35 22 791 0 0,1-7-129 0 0,-1-1 0 0 0,-1-2 0 0 0,-69 17 0 0 0,81-28-1463 0 0,20-7 46 0 0,16-8-10 0 0,17-12-3318 0 0,-8 7-2924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24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17972 0 0,'-2'2'187'0'0,"1"0"1"0"0,0 0-1 0 0,0 0 1 0 0,-1-1-1 0 0,1 1 1 0 0,0 1-1 0 0,1-1 1 0 0,-1 0-1 0 0,0 0 1 0 0,0 0-1 0 0,1 0 1 0 0,0 0-1 0 0,-1 1 1 0 0,1 2-1 0 0,-1-2-15 0 0,-14 95 1030 0 0,-4 160 0 0 0,13-138-541 0 0,-1-11-98 0 0,-9 352 137 0 0,16-452-747 0 0,1 1-181 0 0,-1 1 0 0 0,0 0 1 0 0,-1 0-1 0 0,0 0 1 0 0,0 0-1 0 0,-1-1 0 0 0,-4 13 1 0 0,5-24-535 0 0,1 1 693 0 0,0 0 0 0 0,0 0 0 0 0,0 0-1 0 0,0 0 1 0 0,0 0 0 0 0,0 0 0 0 0,0 0 0 0 0,0 0-1 0 0,-1 0 1 0 0,1 0 0 0 0,0 0 0 0 0,0 0-1 0 0,0 0 1 0 0,0 0 0 0 0,0 0 0 0 0,0 0 0 0 0,0-11-4795 0 0,0 7 2818 0 0,1-11-4248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25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9674 0 0,'-7'3'5295'0'0,"7"-2"-5065"0"0,0-1 0 0 0,0 0 1 0 0,0 0-1 0 0,0 1 0 0 0,0-1 0 0 0,0 0 0 0 0,-1 1 1 0 0,1-1-1 0 0,0 0 0 0 0,0 1 0 0 0,0-1 0 0 0,0 0 1 0 0,0 0-1 0 0,0 1 0 0 0,0-1 0 0 0,0 0 0 0 0,0 1 1 0 0,1-1-1 0 0,-1 0 0 0 0,0 1 0 0 0,0-1 1 0 0,0 1-1 0 0,1 16 1209 0 0,2-12-1354 0 0,-1 1 0 0 0,1-1 1 0 0,0 1-1 0 0,0-1 0 0 0,0 0 0 0 0,1 0 0 0 0,-1 0 0 0 0,1-1 0 0 0,1 1 0 0 0,-1-1 0 0 0,1 0 0 0 0,-1 0 0 0 0,1-1 0 0 0,0 1 0 0 0,0-1 0 0 0,11 5 0 0 0,9 3 309 0 0,1 0 0 0 0,36 9-1 0 0,-47-15-246 0 0,1 0 26 0 0,57 20 415 0 0,-66-22-514 0 0,1 0 0 0 0,-1 1 0 0 0,0 0 0 0 0,-1 1 0 0 0,1-1 0 0 0,-1 1 0 0 0,8 8 0 0 0,-12-12-60 0 0,-1 1 0 0 0,0-1 0 0 0,0 0 0 0 0,0 0 0 0 0,0 1 0 0 0,-1-1 0 0 0,1 1 0 0 0,0-1 0 0 0,-1 1 0 0 0,1-1 0 0 0,0 1 0 0 0,-1-1 0 0 0,0 1 0 0 0,1 0 0 0 0,-1-1 0 0 0,0 1 0 0 0,0-1 0 0 0,0 1 0 0 0,0 0 0 0 0,0-1 0 0 0,0 1 0 0 0,-1 0 0 0 0,1-1 0 0 0,0 1 0 0 0,-1-1 0 0 0,1 1 0 0 0,-1-1 0 0 0,0 1 0 0 0,1-1 0 0 0,-1 1 0 0 0,0-1 0 0 0,0 1 0 0 0,0-1 0 0 0,0 0 0 0 0,0 0 0 0 0,-2 2 0 0 0,-5 5 71 0 0,-1-1-1 0 0,1 0 1 0 0,-1-1 0 0 0,-14 8 0 0 0,12-7 29 0 0,-135 75 376 0 0,-15 10-20 0 0,140-77-1260 0 0,21-15 781 0 0,0 0-1 0 0,0 0 0 0 0,0 0 0 0 0,0 0 0 0 0,0 0 0 0 0,0 0 0 0 0,0 0 0 0 0,0 0 0 0 0,0 0 0 0 0,0 1 0 0 0,0-1 0 0 0,0 0 1 0 0,-1 0-1 0 0,1 0 0 0 0,0 0 0 0 0,0 0 0 0 0,0 0 0 0 0,0 0 0 0 0,0 0 0 0 0,0 0 0 0 0,0 0 0 0 0,0 0 0 0 0,0 0 0 0 0,0 0 1 0 0,0 0-1 0 0,0 0 0 0 0,0 0 0 0 0,0 0 0 0 0,0 1 0 0 0,0-1 0 0 0,0 0 0 0 0,0 0 0 0 0,0 0 0 0 0,0 0 0 0 0,0 0 0 0 0,0 0 1 0 0,0 0-1 0 0,0 0 0 0 0,0 0 0 0 0,0 0 0 0 0,0 0 0 0 0,0 1 0 0 0,0-1 0 0 0,0 0 0 0 0,0 0 0 0 0,0 0 0 0 0,0 0 0 0 0,0 0 1 0 0,0 0-1 0 0,0 0 0 0 0,0 0 0 0 0,0 0 0 0 0,0 0 0 0 0,0 0 0 0 0,0 0 0 0 0,0 0 0 0 0,0 0 0 0 0,0 0 0 0 0,1 0 0 0 0,-1 1 1 0 0,0-1-1 0 0,0 0 0 0 0,0 0 0 0 0,0 0 0 0 0,0 0 0 0 0,0 0 0 0 0,14-4-547 0 0,18-11-1455 0 0,-2-1 1 0 0,1-2-1 0 0,39-30 1 0 0,-31 20 209 0 0,16-11-138 0 0,42-28-1461 0 0,-80 57 2208 0 0,0 0 0 0 0,0 2-1 0 0,35-13 1 0 0,-51 21 1207 0 0,0-1 0 0 0,1 1-1 0 0,-1 0 1 0 0,0-1 0 0 0,1 1 0 0 0,-1 0-1 0 0,0 0 1 0 0,0 0 0 0 0,1 0-1 0 0,-1 0 1 0 0,0 0 0 0 0,3 0 0 0 0,-4 1 44 0 0,0-1 0 0 0,1 0 0 0 0,-1 0 0 0 0,0 0 0 0 0,0 1 0 0 0,0-1 0 0 0,0 0 0 0 0,1 0 0 0 0,-1 0 0 0 0,0 1 0 0 0,0-1 0 0 0,0 0 0 0 0,0 0 1 0 0,0 1-1 0 0,0-1 0 0 0,0 0 0 0 0,0 0 0 0 0,1 1 0 0 0,-1-1 0 0 0,0 0 0 0 0,0 1 0 0 0,0-1 0 0 0,0 0 0 0 0,0 0 0 0 0,-1 1 0 0 0,1-1 0 0 0,0 0 1 0 0,0 0-1 0 0,0 1 0 0 0,0-1 0 0 0,0 0 0 0 0,0 0 0 0 0,0 1 0 0 0,-1-1 0 0 0,-20 30 4859 0 0,15-22-4306 0 0,-17 20 1179 0 0,9-12-601 0 0,-20 31-1 0 0,31-43-1030 0 0,0 0 0 0 0,1 1-1 0 0,0-1 1 0 0,0 1 0 0 0,0 0 0 0 0,1-1-1 0 0,-1 1 1 0 0,1 0 0 0 0,0 0-1 0 0,1 0 1 0 0,-1 0 0 0 0,1 9 0 0 0,1-12-104 0 0,-1 0 0 0 0,1 0 1 0 0,0 0-1 0 0,0 1 1 0 0,-1-1-1 0 0,2 0 1 0 0,-1 0-1 0 0,0 0 1 0 0,0 0-1 0 0,1-1 1 0 0,-1 1-1 0 0,1 0 1 0 0,-1-1-1 0 0,1 1 1 0 0,0-1-1 0 0,0 1 0 0 0,0-1 1 0 0,-1 0-1 0 0,1 1 1 0 0,1-1-1 0 0,-1 0 1 0 0,0-1-1 0 0,0 1 1 0 0,0 0-1 0 0,0 0 1 0 0,1-1-1 0 0,-1 0 1 0 0,3 1-1 0 0,5 1 107 0 0,0-1 0 0 0,-1-1 0 0 0,1 1 0 0 0,0-2 0 0 0,13-1 0 0 0,-9 0-41 0 0,0-1-1 0 0,1-1 0 0 0,-1 0 0 0 0,-1-1 0 0 0,1-1 0 0 0,-1 0 0 0 0,21-13 1 0 0,-28 15-31 0 0,0 0 1 0 0,0 0 0 0 0,0-1 0 0 0,0 1 0 0 0,-1-1 0 0 0,0-1 0 0 0,0 1 0 0 0,-1-1 0 0 0,1 0-1 0 0,-1 0 1 0 0,0 0 0 0 0,-1 0 0 0 0,1-1 0 0 0,-1 1 0 0 0,-1-1 0 0 0,1 0 0 0 0,1-9 0 0 0,-4 11 59 0 0,0-1 0 0 0,0 1 0 0 0,0-1 0 0 0,-1 1 0 0 0,0-1 1 0 0,0 1-1 0 0,0-1 0 0 0,-1 1 0 0 0,0 0 0 0 0,0 0 0 0 0,0 0 1 0 0,-6-10-1 0 0,2 6-2 0 0,-1-1 0 0 0,1 1-1 0 0,-1 0 1 0 0,-1 1 0 0 0,-12-12 0 0 0,15 16-148 0 0,-1 0 0 0 0,1 1 0 0 0,-1-1 0 0 0,0 1 0 0 0,0 0-1 0 0,-1 0 1 0 0,1 1 0 0 0,-11-3 0 0 0,13 4-120 0 0,0 0-1 0 0,0 0 0 0 0,0 1 1 0 0,0-1-1 0 0,-1 1 1 0 0,1 0-1 0 0,0 0 1 0 0,0 1-1 0 0,0-1 1 0 0,0 1-1 0 0,-1 0 0 0 0,1 0 1 0 0,0 0-1 0 0,0 1 1 0 0,-4 1-1 0 0,8-2 49 0 0,-1-1-1 0 0,1 0 1 0 0,-1 0-1 0 0,1 0 1 0 0,-1 0 0 0 0,1 1-1 0 0,-1-1 1 0 0,1 0-1 0 0,-1 0 1 0 0,1 1-1 0 0,-1-1 1 0 0,1 0-1 0 0,0 1 1 0 0,-1-1 0 0 0,1 1-1 0 0,-1-1 1 0 0,1 0-1 0 0,0 1 1 0 0,0-1-1 0 0,-1 1 1 0 0,1-1-1 0 0,0 1 1 0 0,0-1 0 0 0,-1 1-1 0 0,1-1 1 0 0,0 1-1 0 0,0-1 1 0 0,0 1-1 0 0,0-1 1 0 0,0 1-1 0 0,0-1 1 0 0,0 1 0 0 0,0 0-1 0 0,0-1 1 0 0,0 1-1 0 0,0-1 1 0 0,0 1-1 0 0,0-1 1 0 0,0 1-1 0 0,0-1 1 0 0,1 1 0 0 0,-1-1-1 0 0,0 1 1 0 0,0-1-1 0 0,1 1 1 0 0,-1-1-1 0 0,0 0 1 0 0,1 1-1 0 0,-1-1 1 0 0,1 1 0 0 0,1 0-359 0 0,-1 1 0 0 0,1-1 0 0 0,0 0-1 0 0,0 0 1 0 0,-1 0 0 0 0,1-1 0 0 0,0 1 0 0 0,0 0 0 0 0,0-1 0 0 0,0 1 0 0 0,0-1 0 0 0,3 1 0 0 0,16-3-4070 0 0,3-1-709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25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44 2761 0 0,'-2'30'12448'0'0,"-1"1"-9430"0"0,-2 33-2706 0 0,5-39 100 0 0,0 15 218 0 0,6 55 0 0 0,-5-85-412 0 0,1 0-1 0 0,0 1 1 0 0,1-1 0 0 0,0 0-1 0 0,0-1 1 0 0,1 1-1 0 0,0 0 1 0 0,1-1 0 0 0,0 0-1 0 0,10 13 1 0 0,-15-21-148 0 0,1 0 0 0 0,0 0 0 0 0,0 0 0 0 0,-1 0 0 0 0,1 0 0 0 0,0 0 0 0 0,0 0 0 0 0,0 0 0 0 0,0 0-1 0 0,0-1 1 0 0,0 1 0 0 0,0 0 0 0 0,0-1 0 0 0,1 1 0 0 0,-1-1 0 0 0,0 1 0 0 0,2 0 0 0 0,-2-2-29 0 0,-1 1 0 0 0,1 0 0 0 0,-1 0-1 0 0,1-1 1 0 0,-1 1 0 0 0,1 0 0 0 0,-1-1 0 0 0,1 1-1 0 0,-1 0 1 0 0,0-1 0 0 0,1 1 0 0 0,-1-1 0 0 0,0 1-1 0 0,1 0 1 0 0,-1-1 0 0 0,0 1 0 0 0,0-1 0 0 0,1 1-1 0 0,-1-1 1 0 0,0 1 0 0 0,0-1 0 0 0,0 1 0 0 0,0-1 0 0 0,1 1-1 0 0,-1-1 1 0 0,0 1 0 0 0,0-2 0 0 0,0-4 162 0 0,0 1 0 0 0,0-1 1 0 0,0 0-1 0 0,0 0 0 0 0,-1 0 0 0 0,-2-6 1 0 0,-30-93 1359 0 0,21 70-1375 0 0,0 0 0 0 0,3-1 1 0 0,1 0-1 0 0,-5-57 0 0 0,12 89-232 0 0,1 0 1 0 0,0 0-1 0 0,0 1 0 0 0,0-1 0 0 0,1 0 0 0 0,0 0 0 0 0,-1 1 1 0 0,1-1-1 0 0,0 0 0 0 0,3-4 0 0 0,-3 6-35 0 0,0 1 0 0 0,0 0 0 0 0,0 0 0 0 0,0-1 0 0 0,1 1 0 0 0,-1 0 0 0 0,0 0 0 0 0,1 0 0 0 0,-1 0 0 0 0,1 0 0 0 0,-1 1 0 0 0,1-1 0 0 0,-1 0 0 0 0,1 1 0 0 0,-1-1 0 0 0,1 1 1 0 0,0-1-1 0 0,-1 1 0 0 0,1 0 0 0 0,0 0 0 0 0,0 0 0 0 0,-1 0 0 0 0,1 0 0 0 0,2 0 0 0 0,13 2-904 0 0,-1 1-1 0 0,1 0 1 0 0,24 9 0 0 0,2 1-1348 0 0,21 5-1753 0 0,-34-8 2005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25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56 205 5529 0 0,'0'1'152'0'0,"-1"-1"0"0"0,1 0 1 0 0,0 0-1 0 0,0 0 0 0 0,0 0 0 0 0,-1 0 0 0 0,1 0 0 0 0,0 0 0 0 0,0 0 0 0 0,-1 0 1 0 0,1 1-1 0 0,0-1 0 0 0,0 0 0 0 0,0 0 0 0 0,-1 0 0 0 0,1 0 0 0 0,0 0 0 0 0,0-1 1 0 0,-1 1-1 0 0,1 0 0 0 0,0 0 0 0 0,0 0 0 0 0,0 0 0 0 0,-2-1 1674 0 0,1 0-1674 0 0,1 1 0 0 0,0 0 0 0 0,0 0 0 0 0,0 0 0 0 0,0-1 0 0 0,0 1 1 0 0,0 0-1 0 0,0 0 0 0 0,0 0 0 0 0,0-1 0 0 0,0 1 0 0 0,0 0 0 0 0,-1 0 0 0 0,1 0 1 0 0,1-1-1 0 0,10-9 4223 0 0,24-10-2042 0 0,-34 20-2329 0 0,33-17 862 0 0,6-2 443 0 0,39-26 1 0 0,-77 43-1228 0 0,1 0-1 0 0,-1 1 0 0 0,0-1 1 0 0,1-1-1 0 0,-1 1 1 0 0,0 0-1 0 0,0 0 1 0 0,-1-1-1 0 0,1 1 1 0 0,0-1-1 0 0,-1 0 1 0 0,0 1-1 0 0,1-1 1 0 0,-1 0-1 0 0,0 0 1 0 0,-1 0-1 0 0,2-5 1 0 0,-2 7-54 0 0,0-1 1 0 0,0 1-1 0 0,0-1 1 0 0,0 0-1 0 0,0 1 1 0 0,-1-1-1 0 0,1 1 1 0 0,-1-1-1 0 0,1 1 1 0 0,-1-1-1 0 0,0 1 1 0 0,1-1-1 0 0,-1 1 1 0 0,0 0-1 0 0,0-1 1 0 0,0 1-1 0 0,0 0 1 0 0,0 0-1 0 0,0-1 1 0 0,0 1-1 0 0,0 0 1 0 0,-1 0-1 0 0,1 0 1 0 0,0 1-1 0 0,-1-1 1 0 0,1 0-1 0 0,-1 0 1 0 0,1 1-1 0 0,-1-1 1 0 0,1 1 0 0 0,-1-1-1 0 0,1 1 1 0 0,-1 0-1 0 0,-3-1 1 0 0,-3 0 14 0 0,0 1 0 0 0,0-1-1 0 0,0 2 1 0 0,-1-1 0 0 0,1 1 0 0 0,0 0 0 0 0,0 0 0 0 0,0 1 0 0 0,0 1 0 0 0,0-1 0 0 0,0 1 0 0 0,1 0 0 0 0,-1 1 0 0 0,1 0 0 0 0,0 0 0 0 0,0 0 0 0 0,0 1 0 0 0,1 0 0 0 0,-1 1 0 0 0,-8 10 0 0 0,7-8-37 0 0,1 0 0 0 0,0 1 0 0 0,0-1 0 0 0,1 2 1 0 0,0-1-1 0 0,1 1 0 0 0,0 0 0 0 0,0 0 0 0 0,1 0 0 0 0,1 1 0 0 0,0-1 0 0 0,0 1 0 0 0,1 0 1 0 0,0 0-1 0 0,0 12 0 0 0,2-15 1 0 0,1-1 0 0 0,0 0 0 0 0,0 1 0 0 0,0-1 0 0 0,1 0 1 0 0,0 0-1 0 0,0 0 0 0 0,1 0 0 0 0,0 0 0 0 0,0-1 0 0 0,1 1 0 0 0,-1-1 0 0 0,2 0 1 0 0,-1 0-1 0 0,0 0 0 0 0,1 0 0 0 0,0-1 0 0 0,1 0 0 0 0,-1 0 0 0 0,1 0 0 0 0,0-1 1 0 0,0 0-1 0 0,13 7 0 0 0,-11-8 9 0 0,0 1 0 0 0,0-1 1 0 0,0 0-1 0 0,1-1 0 0 0,-1 0 0 0 0,1 0 1 0 0,0-1-1 0 0,-1 0 0 0 0,1-1 0 0 0,0 0 1 0 0,0 0-1 0 0,-1 0 0 0 0,1-1 0 0 0,0-1 1 0 0,-1 0-1 0 0,1 0 0 0 0,-1 0 0 0 0,1-1 1 0 0,13-7-1 0 0,-12 4-72 0 0,1 0-1 0 0,-1-1 1 0 0,-1-1 0 0 0,1 1 0 0 0,-1-1 0 0 0,11-13-1 0 0,7-13-7827 0 0,-16 18-426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38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19 15035 0 0,'-3'-5'278'0'0,"-9"-9"1244"0"0,7 16-859 0 0,3 11-355 0 0,-7 192 2350 0 0,-1 39-1161 0 0,5-165-767 0 0,4 0 0 0 0,12 96 1 0 0,-11-165-511 0 0,0-8-119 0 0,0 0 0 0 0,0 1 0 0 0,0-1 0 0 0,0 0 1 0 0,0 0-1 0 0,1 1 0 0 0,-1-1 0 0 0,1 0 0 0 0,-1 0 0 0 0,1 0 0 0 0,0 0 0 0 0,0 1 0 0 0,0-1 0 0 0,0 0 0 0 0,1 2 1 0 0,-1-4-111 0 0,-1 0 1 0 0,0 0 0 0 0,0 0 0 0 0,0 0 0 0 0,0 0 0 0 0,0 0-1 0 0,0 0 1 0 0,1 0 0 0 0,-1 0 0 0 0,0 0 0 0 0,0 0 0 0 0,0 0-1 0 0,0 0 1 0 0,0 0 0 0 0,0 0 0 0 0,1 0 0 0 0,-1 0 0 0 0,0 0-1 0 0,0 0 1 0 0,0 0 0 0 0,0 0 0 0 0,0 0 0 0 0,0 0 0 0 0,0 0-1 0 0,1 0 1 0 0,-1 0 0 0 0,0 0 0 0 0,0 0 0 0 0,0 0 0 0 0,0-1-1 0 0,0 1 1 0 0,0 0 0 0 0,0 0 0 0 0,0 0 0 0 0,0 0 0 0 0,1 0-1 0 0,-1 0 1 0 0,0 0 0 0 0,0-1 0 0 0,0 1 0 0 0,0 0 0 0 0,0 0-1 0 0,0 0 1 0 0,0 0 0 0 0,2-10-176 0 0,0-3-3515 0 0,6-14 1924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39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239 122 4609 0 0,'0'-25'730'0'0,"1"9"3329"0"0,1 1-1 0 0,5-22 0 0 0,2 8-2585 0 0,-34 42 721 0 0,1 8-1694 0 0,-31 34 0 0 0,-14 12-227 0 0,57-57-196 0 0,-32 30 190 0 0,41-37-247 0 0,0 0-1 0 0,0 0 1 0 0,0 0-1 0 0,1 1 1 0 0,0-1-1 0 0,-1 1 1 0 0,1 0-1 0 0,0 0 1 0 0,1 0-1 0 0,-3 7 1 0 0,4-10-21 0 0,0 1 0 0 0,0-1 0 0 0,0 1 0 0 0,0-1 0 0 0,1 1-1 0 0,-1-1 1 0 0,0 0 0 0 0,1 1 0 0 0,-1-1 0 0 0,1 1 0 0 0,-1-1 0 0 0,1 0 0 0 0,0 0 0 0 0,-1 1 0 0 0,1-1 0 0 0,0 0 0 0 0,0 0 0 0 0,0 0-1 0 0,0 0 1 0 0,0 0 0 0 0,0 0 0 0 0,0 0 0 0 0,1 0 0 0 0,-1 0 0 0 0,0 0 0 0 0,0-1 0 0 0,1 1 0 0 0,-1-1 0 0 0,0 1 0 0 0,1-1-1 0 0,1 1 1 0 0,7 3-10 0 0,1-1 1 0 0,0-1-1 0 0,11 2 0 0 0,-14-3 9 0 0,96 11 24 0 0,-65-9 4 0 0,64 14 1 0 0,-102-17-13 0 0,0 0 0 0 0,0 0 0 0 0,0 1 0 0 0,0-1 0 0 0,0 0 0 0 0,0 1 0 0 0,0-1 0 0 0,0 0 0 0 0,0 1 0 0 0,0 0 0 0 0,0-1 0 0 0,0 1 1 0 0,-1-1-1 0 0,1 1 0 0 0,0 0 0 0 0,0 0 0 0 0,0-1 0 0 0,-1 1 0 0 0,1 0 0 0 0,0 1 0 0 0,-1-1 14 0 0,1 0 0 0 0,-1 0 0 0 0,0 0 0 0 0,0 0 0 0 0,0-1 0 0 0,0 1 0 0 0,-1 0-1 0 0,1 0 1 0 0,0 0 0 0 0,0-1 0 0 0,0 1 0 0 0,-1 0 0 0 0,1 0 0 0 0,0-1 0 0 0,-1 1 0 0 0,1 0 0 0 0,-1 0 0 0 0,1-1 0 0 0,-1 1-1 0 0,0 0 1 0 0,-2 3 89 0 0,-1 0 0 0 0,0-1 0 0 0,0 1 0 0 0,0-1-1 0 0,-1 0 1 0 0,1-1 0 0 0,-5 3 0 0 0,-78 39 839 0 0,35-16-733 0 0,-56 20 0 0 0,90-41-536 0 0,15-5-958 0 0,13-5-1517 0 0,0 0-2743 0 0,4-1-1518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39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17 10138 0 0,'-14'-16'8585'0'0,"12"29"-7484"0"0,2 351 3812 0 0,3-264-4310 0 0,2 17-242 0 0,20 123 0 0 0,-24-232-402 0 0,6 43 114 0 0,-7-46-171 0 0,0-1 0 0 0,0 0-1 0 0,0 1 1 0 0,0-1-1 0 0,-1 0 1 0 0,1 1 0 0 0,-1-1-1 0 0,0 0 1 0 0,-2 5 0 0 0,3-9 40 0 0,0 0 1 0 0,0 1-1 0 0,-1-1 1 0 0,1 0 0 0 0,0 1-1 0 0,0-1 1 0 0,0 0-1 0 0,-1 1 1 0 0,1-1-1 0 0,0 0 1 0 0,-1 1-1 0 0,1-1 1 0 0,0 0 0 0 0,0 0-1 0 0,-1 1 1 0 0,1-1-1 0 0,0 0 1 0 0,-1 0-1 0 0,1 0 1 0 0,-1 0-1 0 0,1 1 1 0 0,0-1 0 0 0,-1 0-1 0 0,1 0 1 0 0,0 0-1 0 0,-1 0 1 0 0,1 0-1 0 0,-1 0 1 0 0,1 0 0 0 0,0 0-1 0 0,-1 0 1 0 0,1 0-1 0 0,-1 0 1 0 0,1 0-1 0 0,0 0 1 0 0,-1 0-1 0 0,1-1 1 0 0,-1 1 0 0 0,1 0-1 0 0,0 0 1 0 0,-1 0-1 0 0,1-1 1 0 0,0 1-1 0 0,-1 0 1 0 0,1 0-1 0 0,0-1 1 0 0,0 1 0 0 0,-1 0-1 0 0,1 0 1 0 0,0-1-1 0 0,-1 1 1 0 0,-13-20-4933 0 0,6 6-1478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40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76 13107 0 0,'-1'-2'180'0'0,"0"-1"1"0"0,1 0-1 0 0,-1 0 1 0 0,0 0-1 0 0,1 0 1 0 0,0 0 0 0 0,0 0-1 0 0,-1 0 1 0 0,2 0-1 0 0,-1 0 1 0 0,0 0-1 0 0,1 0 1 0 0,1-5-1 0 0,-1 7-81 0 0,0-1 0 0 0,0 0-1 0 0,0 1 1 0 0,0-1-1 0 0,1 1 1 0 0,-1-1 0 0 0,1 1-1 0 0,-1 0 1 0 0,1-1-1 0 0,-1 1 1 0 0,1 0 0 0 0,0 0-1 0 0,0 0 1 0 0,-1 0 0 0 0,1 1-1 0 0,0-1 1 0 0,0 0-1 0 0,0 1 1 0 0,0-1 0 0 0,0 1-1 0 0,4-1 1 0 0,20-2 619 0 0,0 1 0 0 0,0 2 0 0 0,41 3 0 0 0,77 17 1564 0 0,-135-18-2100 0 0,-1-1-8 0 0,0 1 0 0 0,-1 0 1 0 0,1 0-1 0 0,-1 1 0 0 0,1 0 1 0 0,-1 0-1 0 0,8 6 0 0 0,-13-8-143 0 0,-1 0-1 0 0,1 0 0 0 0,-1 0 0 0 0,0 0 0 0 0,1 0 1 0 0,-1 0-1 0 0,0 0 0 0 0,0 0 0 0 0,1 1 1 0 0,-1-1-1 0 0,0 0 0 0 0,0 1 0 0 0,-1-1 0 0 0,1 1 1 0 0,0-1-1 0 0,0 1 0 0 0,-1-1 0 0 0,1 1 1 0 0,-1 0-1 0 0,1-1 0 0 0,-1 1 0 0 0,0 0 0 0 0,0 0 1 0 0,1-1-1 0 0,-1 1 0 0 0,0 0 0 0 0,-1-1 1 0 0,1 1-1 0 0,0 0 0 0 0,0 0 0 0 0,-1-1 0 0 0,1 1 1 0 0,-1-1-1 0 0,0 1 0 0 0,1 0 0 0 0,-1-1 1 0 0,-2 3-1 0 0,-3 5 112 0 0,0 0 0 0 0,-1-1 0 0 0,-1 0 0 0 0,1 0 1 0 0,-1-1-1 0 0,-14 10 0 0 0,-59 35 193 0 0,40-28-185 0 0,-8 6-14 0 0,16-11-162 0 0,-55 43 0 0 0,76-48-652 0 0,13-9-796 0 0,9-6-905 0 0,10-8 469 0 0,0-1 1 0 0,-1 0 0 0 0,0-1-1 0 0,29-24 1 0 0,-18 14 100 0 0,4-4-141 0 0,0-1-2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40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1 149 3225 0 0,'22'-7'9522'0'0,"-21"7"-9397"0"0,0 0 0 0 0,-1 0 0 0 0,1 1 0 0 0,0-1 0 0 0,-1 1 0 0 0,1-1 0 0 0,0 0 0 0 0,-1 1 0 0 0,1-1 0 0 0,0 1 0 0 0,-1-1 0 0 0,1 1 0 0 0,-1 0 0 0 0,1-1 0 0 0,-1 1 0 0 0,1 0 0 0 0,-1-1 0 0 0,1 1 1 0 0,-1 0-1 0 0,0-1 0 0 0,1 1 0 0 0,-1 0 0 0 0,0 0 0 0 0,0-1 0 0 0,1 1 0 0 0,-1 0 0 0 0,0 0 0 0 0,0 0 0 0 0,0-1 0 0 0,0 3 0 0 0,-2 30 1197 0 0,1-19-608 0 0,1-12-617 0 0,0-1-1 0 0,0 1 1 0 0,0 0 0 0 0,0 0 0 0 0,0 0 0 0 0,1 0 0 0 0,-1 0 0 0 0,1-1-1 0 0,-1 1 1 0 0,1 0 0 0 0,0 0 0 0 0,0-1 0 0 0,-1 1 0 0 0,1 0 0 0 0,0-1 0 0 0,1 1-1 0 0,-1-1 1 0 0,0 1 0 0 0,0-1 0 0 0,1 0 0 0 0,-1 1 0 0 0,1-1 0 0 0,-1 0 0 0 0,1 0-1 0 0,2 1 1 0 0,-1 0 11 0 0,1-1 0 0 0,0 0 0 0 0,-1 0 0 0 0,1-1 0 0 0,0 1 0 0 0,0-1 0 0 0,-1 0 0 0 0,1 0 0 0 0,0 0 0 0 0,0 0 0 0 0,-1-1 0 0 0,6 0 0 0 0,6-3 124 0 0,0 1 1 0 0,-1-2-1 0 0,0 0 1 0 0,0-1-1 0 0,16-8 1 0 0,-25 11-164 0 0,0 0 0 0 0,0 0 0 0 0,-1 0 0 0 0,1-1 0 0 0,-1 0 0 0 0,1 0 0 0 0,-1 0 0 0 0,0 0 0 0 0,-1-1 0 0 0,1 0 0 0 0,-1 0 0 0 0,0 1 0 0 0,0-2 0 0 0,0 1 0 0 0,-1 0 0 0 0,3-9 0 0 0,-4 11-41 0 0,-1 1 0 0 0,1-1-1 0 0,-1 0 1 0 0,0 1-1 0 0,1-1 1 0 0,-1 0 0 0 0,-1 0-1 0 0,1 1 1 0 0,0-1-1 0 0,-1 0 1 0 0,1 1 0 0 0,-1-1-1 0 0,0 1 1 0 0,0-1-1 0 0,0 0 1 0 0,0 1-1 0 0,0 0 1 0 0,0-1 0 0 0,-1 1-1 0 0,1 0 1 0 0,-1 0-1 0 0,0 0 1 0 0,0 0 0 0 0,0 0-1 0 0,0 0 1 0 0,0 0-1 0 0,0 0 1 0 0,0 1 0 0 0,0-1-1 0 0,-1 1 1 0 0,1 0-1 0 0,-1 0 1 0 0,-3-2 0 0 0,0 1 36 0 0,-1 0 1 0 0,0 0-1 0 0,1 0 0 0 0,-1 1 1 0 0,0 0-1 0 0,0 0 1 0 0,1 1-1 0 0,-1 0 1 0 0,0 0-1 0 0,0 0 1 0 0,0 1-1 0 0,-8 2 1 0 0,8-1-529 0 0,0 1 0 0 0,0-1 1 0 0,0 1-1 0 0,-10 6 1 0 0,16-8 328 0 0,0 0 0 0 0,-1 0 1 0 0,1 0-1 0 0,0 0 0 0 0,0 0 1 0 0,-1 0-1 0 0,1 0 0 0 0,0 1 1 0 0,0-1-1 0 0,0 0 0 0 0,1 1 1 0 0,-2 1-1 0 0,2-2 92 0 0,-1-1-1 0 0,1 1 1 0 0,0 0 0 0 0,0 0-1 0 0,0 0 1 0 0,0 0 0 0 0,0-1 0 0 0,0 1-1 0 0,0 0 1 0 0,0 0 0 0 0,1 0-1 0 0,-1-1 1 0 0,0 1 0 0 0,0 0 0 0 0,1 0-1 0 0,-1 0 1 0 0,0-1 0 0 0,1 1-1 0 0,-1 0 1 0 0,1-1 0 0 0,-1 1-1 0 0,1 0 1 0 0,-1-1 0 0 0,1 1 0 0 0,0 0-1 0 0,1 1-246 0 0,0-1-1 0 0,0 0 1 0 0,0 0-1 0 0,0 0 1 0 0,1 0-1 0 0,-1-1 1 0 0,0 1-1 0 0,0 0 0 0 0,0-1 1 0 0,1 0-1 0 0,-1 1 1 0 0,0-1-1 0 0,0 0 1 0 0,1 0-1 0 0,-1 0 1 0 0,0-1-1 0 0,1 1 1 0 0,-1 0-1 0 0,0-1 1 0 0,0 0-1 0 0,4-1 0 0 0,8-2-990 0 0,-1-2-1 0 0,15-7 0 0 0,-22 11 648 0 0,8-5-95 0 0,50-26-2584 0 0,-59 29 3515 0 0,1 0-1 0 0,0 0 1 0 0,-1 0 0 0 0,0 0 0 0 0,0-1 0 0 0,0 0 0 0 0,-1 0 0 0 0,9-8 5647 0 0,-13 13-5748 0 0,3 9 2827 0 0,1 25-1709 0 0,-1-10-329 0 0,1-3-285 0 0,2-1 0 0 0,0-1 0 0 0,2 1 0 0 0,17 33 0 0 0,-21-47-348 0 0,-1 1 1 0 0,0 1-1 0 0,0-1 0 0 0,-1 0 1 0 0,0 1-1 0 0,0-1 1 0 0,0 1-1 0 0,-1-1 0 0 0,0 1 1 0 0,-1 9-1 0 0,0-17-230 0 0,0 0 0 0 0,0 1 0 0 0,0-1 0 0 0,0 0 0 0 0,0 0 0 0 0,0 1 0 0 0,0-1 0 0 0,0 0 0 0 0,0 0 0 0 0,0 0 0 0 0,0 1 0 0 0,0-1 0 0 0,0 0 0 0 0,0 0 0 0 0,0 1 0 0 0,0-1 0 0 0,-1 0 0 0 0,1 0 0 0 0,0 0 0 0 0,0 0 0 0 0,0 1 0 0 0,0-1 0 0 0,0 0 0 0 0,-1 0 0 0 0,1 0 0 0 0,0 0 0 0 0,0 0 0 0 0,0 1 0 0 0,-1-1 0 0 0,1 0 0 0 0,0 0 0 0 0,0 0 0 0 0,0 0 0 0 0,-1 0 0 0 0,1 0 0 0 0,0 0 0 0 0,0 0 0 0 0,-1 0 0 0 0,1 0-1 0 0,0 0 1 0 0,0 0 0 0 0,0 0 0 0 0,-1 0 0 0 0,1 0 0 0 0,-11-9 667 0 0,-6-15 176 0 0,14 16-789 0 0,0-1 1 0 0,0 0-1 0 0,1 0 1 0 0,0 0-1 0 0,1-1 1 0 0,0 1-1 0 0,0 0 1 0 0,1-1-1 0 0,0 1 1 0 0,1 0-1 0 0,0-1 0 0 0,4-15 1 0 0,-5 23-102 0 0,1-1-1 0 0,0 1 1 0 0,0-1 0 0 0,0 1 0 0 0,1-1-1 0 0,-1 1 1 0 0,0 0 0 0 0,1 0 0 0 0,0 0-1 0 0,-1-1 1 0 0,1 2 0 0 0,0-1 0 0 0,0 0-1 0 0,0 0 1 0 0,0 1 0 0 0,0-1 0 0 0,1 1-1 0 0,-1-1 1 0 0,0 1 0 0 0,1 0 0 0 0,-1 0-1 0 0,1 0 1 0 0,-1 0 0 0 0,1 1 0 0 0,-1-1-1 0 0,1 1 1 0 0,0-1 0 0 0,3 1 0 0 0,8 0-590 0 0,0 0 0 0 0,0 2 0 0 0,0-1 1 0 0,19 6-1 0 0,11 0-3112 0 0,-41-7 3131 0 0,0 0 0 0 0,1 1 0 0 0,-1-1 0 0 0,0 1 0 0 0,0-1-1 0 0,0 1 1 0 0,0 0 0 0 0,0 1 0 0 0,0-1 0 0 0,4 3 0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41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4 216 6913 0 0,'-4'4'12579'0'0,"9"-5"-11857"0"0,27-8 129 0 0,0-1-1 0 0,0-2 1 0 0,-1-1 0 0 0,53-31 0 0 0,-77 39-961 0 0,6-2 281 0 0,0-1 1 0 0,21-18 0 0 0,-32 23-113 0 0,0 1 0 0 0,1 0-1 0 0,-1 0 1 0 0,0-1-1 0 0,0 1 1 0 0,0-1 0 0 0,0 0-1 0 0,-1 0 1 0 0,1 0-1 0 0,-1 0 1 0 0,1 0 0 0 0,-1 0-1 0 0,0 0 1 0 0,0 0-1 0 0,-1 0 1 0 0,1 0 0 0 0,-1-1-1 0 0,1 1 1 0 0,-1-4 0 0 0,0 5-45 0 0,-1 1 1 0 0,1 0-1 0 0,0 0 1 0 0,-1 0 0 0 0,1 0-1 0 0,-1 0 1 0 0,1 0-1 0 0,-1 0 1 0 0,0 0 0 0 0,1 0-1 0 0,-1 0 1 0 0,0 0-1 0 0,0 0 1 0 0,0 0 0 0 0,0 0-1 0 0,1 1 1 0 0,-1-1-1 0 0,0 0 1 0 0,0 1 0 0 0,-1-1-1 0 0,1 0 1 0 0,0 1-1 0 0,0 0 1 0 0,0-1 0 0 0,0 1-1 0 0,0 0 1 0 0,0-1-1 0 0,-1 1 1 0 0,1 0 0 0 0,0 0-1 0 0,0 0 1 0 0,0 0 0 0 0,-1 0-1 0 0,1 0 1 0 0,0 0-1 0 0,0 1 1 0 0,-2-1 0 0 0,-4 1 39 0 0,0 1 1 0 0,0-1 0 0 0,1 1 0 0 0,-1 0 0 0 0,-7 4 0 0 0,-5 3-65 0 0,1 1 1 0 0,0 0-1 0 0,0 2 1 0 0,1 0-1 0 0,1 1 1 0 0,-29 29-1 0 0,39-36-3 0 0,0 1 0 0 0,1-1-1 0 0,-1 1 1 0 0,1 1 0 0 0,1-1 0 0 0,-1 1-1 0 0,2-1 1 0 0,-1 1 0 0 0,1 0-1 0 0,0 1 1 0 0,0-1 0 0 0,1 0 0 0 0,0 1-1 0 0,1 0 1 0 0,0-1 0 0 0,0 1 0 0 0,1 0-1 0 0,0-1 1 0 0,1 12 0 0 0,0-15 15 0 0,1 0 1 0 0,-1 0 0 0 0,1-1-1 0 0,-1 1 1 0 0,1 0 0 0 0,1-1-1 0 0,-1 1 1 0 0,1-1 0 0 0,0 1-1 0 0,0-1 1 0 0,0 0 0 0 0,0 0-1 0 0,8 6 1 0 0,-5-5 5 0 0,1 0 0 0 0,0 0 0 0 0,0-1 0 0 0,1 0 0 0 0,-1-1 0 0 0,1 1 0 0 0,15 3 0 0 0,-6-3 56 0 0,-1-1 1 0 0,1 0-1 0 0,0-1 0 0 0,0-1 1 0 0,0-1-1 0 0,0-1 0 0 0,30-4 1 0 0,-28 2 34 0 0,0-2 0 0 0,21-7 0 0 0,-35 10-73 0 0,0 1-1 0 0,0-1 0 0 0,0-1 0 0 0,-1 1 1 0 0,0-1-1 0 0,1 0 0 0 0,-1 0 0 0 0,0 0 0 0 0,0 0 1 0 0,0-1-1 0 0,-1 1 0 0 0,1-1 0 0 0,3-6 1 0 0,-6 9-40 0 0,-1 1 1 0 0,0-1 0 0 0,1 0-1 0 0,-1 1 1 0 0,0-1-1 0 0,1 0 1 0 0,-1 1 0 0 0,0-1-1 0 0,0 0 1 0 0,0 1 0 0 0,0-1-1 0 0,0 0 1 0 0,0 0 0 0 0,0 1-1 0 0,0-1 1 0 0,0 0-1 0 0,0 1 1 0 0,0-1 0 0 0,0 0-1 0 0,0 0 1 0 0,-1 1 0 0 0,1-1-1 0 0,0 0 1 0 0,0 1 0 0 0,-1-1-1 0 0,1 1 1 0 0,0-1-1 0 0,-1 0 1 0 0,1 1 0 0 0,-1-1-1 0 0,1 1 1 0 0,-1-1 0 0 0,0 0-1 0 0,-9-6-4410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43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294 156 8930 0 0,'-1'-4'196'0'0,"1"0"0"0"0,0-1 0 0 0,0 1 0 0 0,0-1 0 0 0,0 1 0 0 0,1-1 0 0 0,0 1 0 0 0,0 0 0 0 0,0-1 0 0 0,3-6 0 0 0,-2 6 145 0 0,-1 0 0 0 0,1 0 0 0 0,-1 0-1 0 0,0 0 1 0 0,0-8 0 0 0,-1 10-221 0 0,-1 0 0 0 0,0 0 0 0 0,0 0 0 0 0,0 0 0 0 0,0 0 0 0 0,0 0 0 0 0,0 0 0 0 0,-1 0 0 0 0,1 1 0 0 0,-1-1 0 0 0,0 1 0 0 0,0-1 0 0 0,0 1 0 0 0,0 0 0 0 0,0-1 0 0 0,-1 1 0 0 0,1 0 0 0 0,-1 1 0 0 0,1-1 0 0 0,-1 0 0 0 0,0 1 0 0 0,1-1 0 0 0,-1 1 0 0 0,0 0 0 0 0,0 0 0 0 0,0 0 0 0 0,0 0 1 0 0,0 1-1 0 0,0-1 0 0 0,0 1 0 0 0,-1 0 0 0 0,1 0 0 0 0,0 0 0 0 0,0 0 0 0 0,0 0 0 0 0,0 1 0 0 0,0-1 0 0 0,0 1 0 0 0,0 0 0 0 0,-5 2 0 0 0,3 0-31 0 0,1 0 1 0 0,0 1 0 0 0,1-1-1 0 0,-1 1 1 0 0,0 0-1 0 0,1 0 1 0 0,0 1 0 0 0,0-1-1 0 0,0 0 1 0 0,1 1-1 0 0,0 0 1 0 0,0 0 0 0 0,0-1-1 0 0,-2 7 1 0 0,-1 9 75 0 0,0 0 1 0 0,-2 24-1 0 0,-23 210 510 0 0,9-65-566 0 0,11 40-24 0 0,10-205-39 0 0,1-16-34 0 0,-2 25 107 0 0,1-31-122 0 0,0-1-1 0 0,0 1 1 0 0,0 0 0 0 0,-1-1-1 0 0,1 1 1 0 0,0-1 0 0 0,-1 1-1 0 0,0-1 1 0 0,1 1 0 0 0,-1-1-1 0 0,0 1 1 0 0,1-1-1 0 0,-1 0 1 0 0,0 1 0 0 0,-1 0-1 0 0,0-1-100 0 0,1-1 0 0 0,0 0-1 0 0,-1 1 1 0 0,1-1-1 0 0,-1 0 1 0 0,1 0 0 0 0,-1 0-1 0 0,1 0 1 0 0,-1 0-1 0 0,1 0 1 0 0,0-1 0 0 0,-1 1-1 0 0,1 0 1 0 0,-1-1-1 0 0,1 1 1 0 0,0-1-1 0 0,-1 1 1 0 0,-1-2 0 0 0,-25-13-2353 0 0,28 15 2441 0 0,-16-10-1841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43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86 14283 0 0,'-1'-2'60'0'0,"0"-1"0"0"0,0 1 0 0 0,1 0 0 0 0,-1-1 0 0 0,0 1-1 0 0,1-1 1 0 0,0 1 0 0 0,0-1 0 0 0,0 1 0 0 0,0-1 0 0 0,0 1 0 0 0,0-1 0 0 0,0 1 0 0 0,1-1-1 0 0,-1 1 1 0 0,1-1 0 0 0,0 1 0 0 0,1-4 0 0 0,-1 5 25 0 0,1 0 0 0 0,-1-1 0 0 0,0 1 0 0 0,1 0 0 0 0,-1 0 0 0 0,1 0 0 0 0,-1 0 0 0 0,1 1 0 0 0,0-1 0 0 0,-1 0 0 0 0,1 1 0 0 0,0-1 0 0 0,-1 1 0 0 0,1-1 0 0 0,0 1 0 0 0,0 0 0 0 0,0 0 0 0 0,-1-1 0 0 0,1 1 0 0 0,0 1 0 0 0,0-1 0 0 0,-1 0 0 0 0,1 0 0 0 0,2 1 0 0 0,36 3 607 0 0,0-2 0 0 0,0-2 0 0 0,61-8 0 0 0,5 0-279 0 0,-34 1-1047 0 0,-42 2-3802 0 0,-24 4 2790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44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13331 0 0,'-4'11'307'0'0,"1"-1"1"0"0,0 1-1 0 0,1 0 1 0 0,0 0-1 0 0,1 0 1 0 0,0 0-1 0 0,1 1 1 0 0,1 12-1 0 0,-1 12 185 0 0,-2 103 1429 0 0,3-113-1303 0 0,2-1 1 0 0,0 1 0 0 0,10 35 0 0 0,-13-60-581 0 0,0 0 0 0 0,0 0 0 0 0,1 0 1 0 0,-1 0-1 0 0,0 1 0 0 0,1-1 0 0 0,-1 0 0 0 0,1 0 0 0 0,-1 0 1 0 0,1 0-1 0 0,-1 0 0 0 0,1 0 0 0 0,0-1 0 0 0,0 1 1 0 0,-1 0-1 0 0,1 0 0 0 0,0 0 0 0 0,1 0 0 0 0,-2-1-17 0 0,1 0-1 0 0,-1 0 0 0 0,1 0 1 0 0,-1 0-1 0 0,1 0 1 0 0,-1 0-1 0 0,1-1 0 0 0,-1 1 1 0 0,1 0-1 0 0,-1 0 1 0 0,1-1-1 0 0,-1 1 0 0 0,0 0 1 0 0,1 0-1 0 0,-1-1 1 0 0,1 1-1 0 0,-1-1 0 0 0,0 1 1 0 0,1 0-1 0 0,-1-1 1 0 0,0 1-1 0 0,0-1 0 0 0,1 1 1 0 0,-1 0-1 0 0,0-1 1 0 0,0 0-1 0 0,3-5 29 0 0,-1 1-1 0 0,0-1 1 0 0,0 0 0 0 0,-1 0-1 0 0,2-8 1 0 0,-3-6 87 0 0,0-1 1 0 0,-1 1-1 0 0,-2-1 0 0 0,-7-34 1 0 0,5 35-84 0 0,1-2 0 0 0,2 1 0 0 0,0 0 0 0 0,1-24 0 0 0,1 43-106 0 0,0 0 0 0 0,1 0 0 0 0,-1 0 0 0 0,1 0 0 0 0,-1 0-1 0 0,1 0 1 0 0,0 0 0 0 0,0 0 0 0 0,0 0 0 0 0,0 1 0 0 0,0-1 0 0 0,0 0 0 0 0,1 1 0 0 0,-1-1-1 0 0,1 0 1 0 0,-1 1 0 0 0,1 0 0 0 0,-1-1 0 0 0,1 1 0 0 0,0 0 0 0 0,0 0 0 0 0,0 0 0 0 0,0 0 0 0 0,0 0-1 0 0,-1 0 1 0 0,2 0 0 0 0,-1 1 0 0 0,0-1 0 0 0,0 1 0 0 0,0 0 0 0 0,4-1 0 0 0,7 0-821 0 0,1 1 1 0 0,-1 0-1 0 0,26 3 1 0 0,-25-1 545 0 0,3-1 124 0 0,0 0-1 0 0,0-1 1 0 0,0-1 0 0 0,29-5-1 0 0,-43 8 320 0 0,-5 5-71 0 0,-8 10 114 0 0,8-14-11 0 0,-7 14 46 0 0,1 0 0 0 0,1 1 0 0 0,1 0 0 0 0,0 0 0 0 0,1 0 0 0 0,1 1 0 0 0,1 0 0 0 0,0 0 0 0 0,1 0 0 0 0,2 0 0 0 0,1 29 0 0 0,0-44-169 0 0,-1-1 1 0 0,1 0 0 0 0,-1 0 0 0 0,1 1 0 0 0,0-1 0 0 0,0 0 0 0 0,0 0 0 0 0,1 0 0 0 0,-1 0 0 0 0,1 0 0 0 0,0 0 0 0 0,0-1 0 0 0,0 1 0 0 0,0 0 0 0 0,0-1 0 0 0,0 1 0 0 0,1-1 0 0 0,-1 0-1 0 0,4 2 1 0 0,-2-2 22 0 0,0 0-1 0 0,-1-1 1 0 0,1 0-1 0 0,0 0 1 0 0,0 0-1 0 0,-1 0 1 0 0,1 0-1 0 0,0-1 1 0 0,0 0-1 0 0,0 0 1 0 0,0 0-1 0 0,0 0 1 0 0,0 0-1 0 0,0-1 1 0 0,7-2-1 0 0,-1 0 54 0 0,0 0-1 0 0,-1-1 0 0 0,0 0 0 0 0,0 0 0 0 0,0-1 0 0 0,0 0 0 0 0,13-11 0 0 0,-17 12-18 0 0,-1 0 0 0 0,1 0-1 0 0,-1 0 1 0 0,0-1 0 0 0,0 1 0 0 0,0-1-1 0 0,-1 0 1 0 0,1-1 0 0 0,-1 1 0 0 0,0 0-1 0 0,-1-1 1 0 0,1 0 0 0 0,2-11 0 0 0,-5 12-23 0 0,0 1 1 0 0,0-1-1 0 0,0 0 1 0 0,-1 0-1 0 0,0 1 1 0 0,0-1 0 0 0,0 0-1 0 0,0 1 1 0 0,-1-1-1 0 0,0 1 1 0 0,0-1-1 0 0,0 1 1 0 0,0 0 0 0 0,-1 0-1 0 0,0 0 1 0 0,1 0-1 0 0,-2 0 1 0 0,-2-3-1 0 0,-1 0 52 0 0,1 0 0 0 0,-1 1 0 0 0,0 0 0 0 0,0 0 0 0 0,0 1 0 0 0,-1 0 0 0 0,0 0-1 0 0,-14-6 1 0 0,18 10-421 0 0,1 0 0 0 0,0 0-1 0 0,-1 0 1 0 0,1 1-1 0 0,-1-1 1 0 0,1 1 0 0 0,0 0-1 0 0,-1 0 1 0 0,1 0-1 0 0,-1 1 1 0 0,1-1 0 0 0,-1 1-1 0 0,-4 1 1 0 0,6-1 171 0 0,1-1 0 0 0,0 1-1 0 0,0-1 1 0 0,0 1 0 0 0,0 0 0 0 0,0 0 0 0 0,0-1 0 0 0,0 1 0 0 0,0 0 0 0 0,0 0 0 0 0,0 0 0 0 0,0 0-1 0 0,1 0 1 0 0,-1 0 0 0 0,0 1 0 0 0,1-1 0 0 0,-1 0 0 0 0,1 0 0 0 0,-1 0 0 0 0,1 1 0 0 0,0-1 0 0 0,-1 0-1 0 0,1 0 1 0 0,0 1 0 0 0,0-1 0 0 0,0 0 0 0 0,0 0 0 0 0,0 1 0 0 0,0-1 0 0 0,0 0 0 0 0,0 1 0 0 0,1-1-1 0 0,-1 0 1 0 0,0 0 0 0 0,1 1 0 0 0,-1-1 0 0 0,1 0 0 0 0,1 2 0 0 0,2 3-2081 0 0,1 0-10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44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3225 0 0,'3'11'9891'0'0,"-1"3"-7453"0"0,-1 35-1116 0 0,-7 56 1 0 0,-1 14 78 0 0,9-92-620 0 0,-2-26-722 0 0,0 0-1 0 0,0 0 0 0 0,0 0 0 0 0,0 0 0 0 0,0 0 0 0 0,1 0 1 0 0,-1-1-1 0 0,0 1 0 0 0,0 0 0 0 0,1 0 0 0 0,-1 0 1 0 0,0 0-1 0 0,1 0 0 0 0,-1-1 0 0 0,1 1 0 0 0,-1 0 0 0 0,1 0 1 0 0,0-1-1 0 0,-1 1 0 0 0,1 0 0 0 0,0-1 0 0 0,-1 1 0 0 0,1-1 1 0 0,0 1-1 0 0,1 0 0 0 0,-1-1-33 0 0,0-1 0 0 0,-1 1-1 0 0,1-1 1 0 0,0 1 0 0 0,0-1 0 0 0,-1 1 0 0 0,1-1 0 0 0,0 0-1 0 0,-1 1 1 0 0,1-1 0 0 0,-1 0 0 0 0,1 0 0 0 0,-1 1-1 0 0,1-1 1 0 0,-1 0 0 0 0,1 0 0 0 0,-1 0 0 0 0,0 0 0 0 0,1-1-1 0 0,7-22 255 0 0,-6 19-150 0 0,22-83 450 0 0,-16 53-401 0 0,15-39 0 0 0,-21 68-178 0 0,1 1 0 0 0,0-1 0 0 0,0 1 1 0 0,0-1-1 0 0,1 1 0 0 0,6-8 0 0 0,-9 12 9 0 0,0 0 0 0 0,-1 0 0 0 0,1 0 0 0 0,0 1 0 0 0,0-1 0 0 0,0 0 0 0 0,0 1 0 0 0,0-1 0 0 0,0 0-1 0 0,0 1 1 0 0,0-1 0 0 0,0 1 0 0 0,0-1 0 0 0,0 1 0 0 0,0 0 0 0 0,0-1 0 0 0,0 1 0 0 0,0 0 0 0 0,0 0 0 0 0,0 0 0 0 0,1 0 0 0 0,-1 0 0 0 0,0 0 0 0 0,0 0 0 0 0,0 0 0 0 0,0 0-1 0 0,0 1 1 0 0,0-1 0 0 0,1 0 0 0 0,-1 1 0 0 0,0-1 0 0 0,0 1 0 0 0,0-1 0 0 0,0 1 0 0 0,0 0 0 0 0,0-1 0 0 0,-1 1 0 0 0,1 0 0 0 0,0-1 0 0 0,0 1 0 0 0,0 0 0 0 0,0 1-1 0 0,5 5 48 0 0,-1 0 0 0 0,0 1-1 0 0,-1-1 1 0 0,0 1 0 0 0,0-1-1 0 0,-1 1 1 0 0,1 1-1 0 0,-2-1 1 0 0,4 14 0 0 0,-2 6 2 0 0,2 47 0 0 0,-5-49-57 0 0,9 50 0 0 0,-10-76 2 0 0,0 0 0 0 0,-1 0 0 0 0,1 0 0 0 0,0 1 0 0 0,0-1 0 0 0,0 0 0 0 0,0 0 0 0 0,1 1 0 0 0,-1-1 0 0 0,0 0 0 0 0,0 0 0 0 0,0 0 0 0 0,0 1 0 0 0,0-1 0 0 0,0 0 0 0 0,0 0 1 0 0,0 0-1 0 0,0 1 0 0 0,0-1 0 0 0,1 0 0 0 0,-1 0 0 0 0,0 0 0 0 0,0 0 0 0 0,0 1 0 0 0,0-1 0 0 0,1 0 0 0 0,-1 0 0 0 0,0 0 0 0 0,0 0 0 0 0,0 0 0 0 0,1 0 0 0 0,-1 1 0 0 0,0-1 0 0 0,0 0 0 0 0,0 0 0 0 0,1 0 0 0 0,-1 0 0 0 0,0 0 0 0 0,0 0 0 0 0,1 0 0 0 0,-1 0 0 0 0,8-9 84 0 0,2-15-14 0 0,56-202 98 0 0,-63 218-136 0 0,0 0 0 0 0,0 1 0 0 0,1-1 0 0 0,0 1 0 0 0,0 0 0 0 0,10-12 0 0 0,-13 17-16 0 0,0 1-1 0 0,0-1 1 0 0,0 1-1 0 0,0 0 1 0 0,1-1-1 0 0,-1 1 1 0 0,0 0-1 0 0,1 0 0 0 0,-1 0 1 0 0,1 0-1 0 0,-1 1 1 0 0,1-1-1 0 0,0 0 1 0 0,-1 1-1 0 0,1-1 1 0 0,0 1-1 0 0,0-1 1 0 0,-1 1-1 0 0,1 0 1 0 0,0-1-1 0 0,0 1 0 0 0,-1 0 1 0 0,1 0-1 0 0,0 1 1 0 0,0-1-1 0 0,-1 0 1 0 0,1 1-1 0 0,0-1 1 0 0,0 1-1 0 0,-1-1 1 0 0,1 1-1 0 0,0 0 0 0 0,-1-1 1 0 0,1 1-1 0 0,-1 0 1 0 0,1 0-1 0 0,-1 0 1 0 0,2 2-1 0 0,8 7 77 0 0,0 1 0 0 0,-1 0-1 0 0,0 1 1 0 0,-1 0 0 0 0,0 0 0 0 0,-1 1-1 0 0,8 18 1 0 0,39 101 265 0 0,-53-124-429 0 0,1 3-12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45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83 17828 0 0,'-1'-5'287'0'0,"1"0"0"0"0,-1 0 0 0 0,0 0 0 0 0,0 0 0 0 0,-1 0 0 0 0,0 0 0 0 0,1 0 0 0 0,-2 1 0 0 0,1-1 0 0 0,-4-5 0 0 0,4 8-217 0 0,1 0-1 0 0,-1 0 1 0 0,0 0 0 0 0,0 0 0 0 0,0 1-1 0 0,0-1 1 0 0,0 1 0 0 0,0-1 0 0 0,-1 1-1 0 0,1 0 1 0 0,0 0 0 0 0,-1 0-1 0 0,1 0 1 0 0,-1 1 0 0 0,1-1 0 0 0,-1 0-1 0 0,0 1 1 0 0,1 0 0 0 0,-1 0 0 0 0,1 0-1 0 0,-1 0 1 0 0,-2 0 0 0 0,-7 2-18 0 0,0 0-1 0 0,1 1 1 0 0,0 0 0 0 0,-1 1 0 0 0,1 0 0 0 0,1 1 0 0 0,-1 0-1 0 0,1 1 1 0 0,0 0 0 0 0,0 1 0 0 0,0 0 0 0 0,1 0 0 0 0,0 1-1 0 0,1 0 1 0 0,-1 1 0 0 0,2-1 0 0 0,-1 2 0 0 0,1-1-1 0 0,1 1 1 0 0,-9 17 0 0 0,14-25-59 0 0,0 0 0 0 0,0 0 0 0 0,0 0 0 0 0,1 0-1 0 0,-1 0 1 0 0,0 1 0 0 0,1-1 0 0 0,0 0 0 0 0,0 1 0 0 0,0-1 0 0 0,0 0 0 0 0,0 0-1 0 0,0 1 1 0 0,0-1 0 0 0,1 0 0 0 0,-1 1 0 0 0,1-1 0 0 0,0 0 0 0 0,0 0 0 0 0,1 3-1 0 0,0-2 1 0 0,0-1-1 0 0,0 1 1 0 0,0-1 0 0 0,1 0-1 0 0,-1 0 1 0 0,1 0-1 0 0,-1 0 1 0 0,1 0-1 0 0,0 0 1 0 0,0-1-1 0 0,-1 1 1 0 0,7 1 0 0 0,6 2-25 0 0,1-1 1 0 0,0-1 0 0 0,0 0 0 0 0,24 1-1 0 0,14-2 218 0 0,83-8-1 0 0,-137 6-166 0 0,0 0 0 0 0,1-1-1 0 0,-1 1 1 0 0,0 0 0 0 0,1 0 0 0 0,-1 0-1 0 0,1 0 1 0 0,-1 0 0 0 0,0 0 0 0 0,1 0-1 0 0,-1 0 1 0 0,0 0 0 0 0,1 0 0 0 0,-1 0 0 0 0,1 0-1 0 0,-1 0 1 0 0,0 0 0 0 0,1 0 0 0 0,-1 0-1 0 0,0 0 1 0 0,1 0 0 0 0,-1 0 0 0 0,0 1-1 0 0,1-1 1 0 0,-1 0 0 0 0,0 0 0 0 0,1 0-1 0 0,-1 1 1 0 0,0-1 0 0 0,0 0 0 0 0,1 0-1 0 0,-1 1 1 0 0,0-1 0 0 0,1 1 0 0 0,-11 8 646 0 0,-21 8 67 0 0,-8 1-380 0 0,11-6-329 0 0,2 0 0 0 0,0 2 0 0 0,0 1 0 0 0,-44 35 0 0 0,61-40-439 0 0,10-6-1332 0 0,0-4 1388 0 0,0 0 0 0 0,1-1 0 0 0,-1 1 0 0 0,0 0 0 0 0,0-1 0 0 0,1 1 0 0 0,-1-1 0 0 0,0 1 0 0 0,0-1 0 0 0,0 0 0 0 0,0 1 0 0 0,0-1-1 0 0,1-1 1 0 0,10-7-6742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45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17972 0 0,'-1'0'175'0'0,"0"1"0"0"0,1 0 0 0 0,-1 0 0 0 0,1 0 0 0 0,-1 1 0 0 0,1-1 0 0 0,-1 0 0 0 0,1 0 0 0 0,0 0 0 0 0,-1 0 0 0 0,1 0 0 0 0,0 0 0 0 0,0 1 0 0 0,0-1 0 0 0,0 0 0 0 0,0 2 0 0 0,0 3 164 0 0,-5 43 514 0 0,1 79 0 0 0,3-36-272 0 0,-7 60 229 0 0,-2 106 621 0 0,11-191-2320 0 0,16 123 0 0 0,-13-195-1249 0 0,0-8 790 0 0,5-51-7035 0 0,-8 35 3097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45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16 125 8754 0 0,'-1'-8'1347'0'0,"0"0"0"0"0,1-1-1 0 0,-1 1 1 0 0,2 0 0 0 0,1-13 0 0 0,-1 17-1153 0 0,-1-1 0 0 0,1 1 0 0 0,0 0 0 0 0,0 0 0 0 0,1 0 0 0 0,-1 0 0 0 0,1 0-1 0 0,0 0 1 0 0,0 0 0 0 0,0 1 0 0 0,1-1 0 0 0,3-4 0 0 0,-5 7-153 0 0,1 0 0 0 0,0 1-1 0 0,-1-1 1 0 0,1 0 0 0 0,0 0 0 0 0,0 1-1 0 0,0-1 1 0 0,0 1 0 0 0,-1 0 0 0 0,1-1-1 0 0,0 1 1 0 0,0 0 0 0 0,0 0 0 0 0,0 0-1 0 0,0 1 1 0 0,0-1 0 0 0,0 0-1 0 0,0 1 1 0 0,2 0 0 0 0,42 16 665 0 0,-33-12-380 0 0,-6-3 0 0 0,6 3 201 0 0,0 0-1 0 0,-1 1 1 0 0,1 0-1 0 0,-1 0 1 0 0,15 12-1 0 0,-25-17-472 0 0,0 1-1 0 0,0 0 0 0 0,0 0 0 0 0,-1-1 1 0 0,1 1-1 0 0,0 0 0 0 0,-1 0 1 0 0,1 1-1 0 0,-1-1 0 0 0,0 0 0 0 0,0 0 1 0 0,0 1-1 0 0,0-1 0 0 0,0 0 0 0 0,0 1 1 0 0,-1-1-1 0 0,1 1 0 0 0,-1-1 0 0 0,1 1 1 0 0,-1 0-1 0 0,0-1 0 0 0,0 1 0 0 0,0-1 1 0 0,-1 1-1 0 0,1-1 0 0 0,-1 1 0 0 0,1-1 1 0 0,-1 1-1 0 0,0-1 0 0 0,0 1 0 0 0,0-1 1 0 0,0 0-1 0 0,0 1 0 0 0,0-1 0 0 0,-3 3 1 0 0,-19 26 128 0 0,0-1 0 0 0,-2-1 1 0 0,-2-1-1 0 0,-55 45 0 0 0,56-51-149 0 0,21-17-48 0 0,1-2-13 0 0,1-1 0 0 0,0 1 0 0 0,0 0 0 0 0,0 0 0 0 0,0 0 0 0 0,0 0-1 0 0,0 1 1 0 0,1-1 0 0 0,0 1 0 0 0,0-1 0 0 0,-2 5 0 0 0,4-8 4 0 0,0 0 0 0 0,0 0 0 0 0,0 1 0 0 0,0-1-1 0 0,0 0 1 0 0,0 0 0 0 0,0 0 0 0 0,0 0 0 0 0,0 0 0 0 0,0 0 0 0 0,0 0 0 0 0,0 0 0 0 0,0 0 0 0 0,0 1 0 0 0,0-1 0 0 0,0 0 0 0 0,0 0-1 0 0,0 0 1 0 0,0 0 0 0 0,0 0 0 0 0,1 0 0 0 0,-1 0 0 0 0,0 0 0 0 0,0 0 0 0 0,0 0 0 0 0,0 0 0 0 0,0 1 0 0 0,0-1 0 0 0,0 0 0 0 0,0 0 0 0 0,0 0-1 0 0,0 0 1 0 0,0 0 0 0 0,1 0 0 0 0,-1 0 0 0 0,0 0 0 0 0,0 0 0 0 0,0 0 0 0 0,0 0 0 0 0,0 0 0 0 0,0 0 0 0 0,0 0 0 0 0,0 0 0 0 0,1 0 0 0 0,-1 0-1 0 0,0 0 1 0 0,0 0 0 0 0,0 0 0 0 0,0 0 0 0 0,0 0 0 0 0,0 0 0 0 0,0 0 0 0 0,0 0 0 0 0,0-1 0 0 0,1 1 0 0 0,-1 0 0 0 0,10-4-767 0 0,8-8-1308 0 0,33-32-7273 0 0,-27 21 3474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4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43 14715 0 0,'-14'22'1726'0'0,"7"-8"-1105"0"0,0 1 0 0 0,1 0 0 0 0,1 0 1 0 0,-5 22-1 0 0,9-33-564 0 0,0-1 0 0 0,1 1 0 0 0,0-1 0 0 0,0 1 0 0 0,0-1 1 0 0,0 1-1 0 0,0-1 0 0 0,1 1 0 0 0,-1-1 0 0 0,1 1 0 0 0,2 5 0 0 0,-1-7-25 0 0,-1 0-1 0 0,0 0 1 0 0,0 0 0 0 0,1-1-1 0 0,-1 1 1 0 0,1-1-1 0 0,-1 1 1 0 0,1-1 0 0 0,-1 1-1 0 0,1-1 1 0 0,0 0-1 0 0,0 0 1 0 0,0 0-1 0 0,0 0 1 0 0,0 0 0 0 0,0 0-1 0 0,0 0 1 0 0,0-1-1 0 0,0 1 1 0 0,0-1 0 0 0,3 1-1 0 0,0-1 78 0 0,0 0 1 0 0,0 0-1 0 0,0 0 0 0 0,0-1 1 0 0,0 0-1 0 0,0 0 0 0 0,0 0 1 0 0,-1-1-1 0 0,1 1 0 0 0,0-1 1 0 0,-1 0-1 0 0,1-1 0 0 0,-1 1 1 0 0,0-1-1 0 0,0 0 0 0 0,0 0 0 0 0,6-5 1 0 0,0-1 111 0 0,-1 0 0 0 0,0 0 0 0 0,-1-1 0 0 0,0 0 0 0 0,11-20 0 0 0,-17 27-144 0 0,-1-1 0 0 0,1 1-1 0 0,-1-1 1 0 0,0 1 0 0 0,0-1-1 0 0,0 1 1 0 0,0-1 0 0 0,-1 0 0 0 0,1 0-1 0 0,-1 0 1 0 0,0 1 0 0 0,0-1-1 0 0,0 0 1 0 0,-1 0 0 0 0,1 1-1 0 0,-1-1 1 0 0,0 0 0 0 0,0 1 0 0 0,-1-1-1 0 0,1 1 1 0 0,-1-1 0 0 0,1 1-1 0 0,-1-1 1 0 0,-2-2 0 0 0,2 3-55 0 0,0 1-1 0 0,-1-1 1 0 0,1 1 0 0 0,0 0 0 0 0,-1-1 0 0 0,1 1-1 0 0,-1 0 1 0 0,0 1 0 0 0,1-1 0 0 0,-1 0 0 0 0,0 1-1 0 0,0 0 1 0 0,0-1 0 0 0,0 1 0 0 0,0 0 0 0 0,-1 1-1 0 0,1-1 1 0 0,0 0 0 0 0,0 1 0 0 0,0 0 0 0 0,-1 0-1 0 0,1 0 1 0 0,0 0 0 0 0,-1 0 0 0 0,1 1 0 0 0,0 0-1 0 0,0-1 1 0 0,-4 2 0 0 0,5-1-235 0 0,-1 0-1 0 0,0 0 1 0 0,1 0 0 0 0,-1 1-1 0 0,0-1 1 0 0,1 1-1 0 0,0-1 1 0 0,-1 1 0 0 0,1 0-1 0 0,0 0 1 0 0,0 0 0 0 0,0 0-1 0 0,0 0 1 0 0,0 0-1 0 0,0 1 1 0 0,1-1 0 0 0,-1 1-1 0 0,1-1 1 0 0,-1 1-1 0 0,1-1 1 0 0,0 1 0 0 0,-1 3-1 0 0,2 4-1541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46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13363 0 0,'-2'5'345'0'0,"1"0"0"0"0,0 1 1 0 0,0-1-1 0 0,0 1 0 0 0,0-1 0 0 0,1 1 1 0 0,0-1-1 0 0,1 7 0 0 0,8 47 493 0 0,-4-32-654 0 0,-5-23-143 0 0,4 21 380 0 0,12 43 0 0 0,-14-62-283 0 0,-1-1 1 0 0,2 1-1 0 0,-1-1 1 0 0,0 0-1 0 0,1 0 1 0 0,0 0-1 0 0,0 0 1 0 0,0 0-1 0 0,1-1 1 0 0,0 1-1 0 0,0-1 1 0 0,0 0-1 0 0,0 0 1 0 0,5 3-1 0 0,-8-7-65 0 0,-1 1-1 0 0,1-1 0 0 0,-1 1 0 0 0,1-1 0 0 0,-1 0 1 0 0,1 1-1 0 0,-1-1 0 0 0,1 0 0 0 0,-1 0 0 0 0,1 0 1 0 0,0 1-1 0 0,-1-1 0 0 0,1 0 0 0 0,-1 0 0 0 0,1 0 1 0 0,0 0-1 0 0,-1 0 0 0 0,1 0 0 0 0,0 0 0 0 0,-1 0 1 0 0,1 0-1 0 0,-1 0 0 0 0,1 0 0 0 0,0-1 0 0 0,-1 1 1 0 0,1 0-1 0 0,-1 0 0 0 0,1-1 0 0 0,0 0 1 0 0,0 0 31 0 0,0 0 1 0 0,-1 0-1 0 0,1 0 1 0 0,0 0-1 0 0,-1 0 1 0 0,0 0 0 0 0,1 0-1 0 0,-1-1 1 0 0,1 1-1 0 0,-1 0 1 0 0,0 0 0 0 0,0-1-1 0 0,0-1 1 0 0,0-8 389 0 0,-1 0 0 0 0,-3-18 0 0 0,3 23-335 0 0,-11-51 247 0 0,8 43-269 0 0,1 0-1 0 0,0 0 1 0 0,1 0-1 0 0,0 0 1 0 0,1 0-1 0 0,2-29 1 0 0,0 42-157 0 0,-1 0 0 0 0,0 0 1 0 0,0 0-1 0 0,1 1 0 0 0,-1-1 1 0 0,0 0-1 0 0,1 0 0 0 0,-1 0 1 0 0,1 0-1 0 0,0 0 0 0 0,-1 1 1 0 0,1-1-1 0 0,0 0 0 0 0,-1 0 1 0 0,1 1-1 0 0,0-1 0 0 0,0 1 1 0 0,-1-1-1 0 0,1 1 0 0 0,0-1 1 0 0,0 1-1 0 0,0-1 0 0 0,0 1 1 0 0,0-1-1 0 0,0 1 0 0 0,0 0 1 0 0,0 0-1 0 0,0 0 0 0 0,-1-1 0 0 0,1 1 1 0 0,0 0-1 0 0,0 0 0 0 0,0 0 1 0 0,0 1-1 0 0,0-1 0 0 0,0 0 1 0 0,2 1-1 0 0,6 0-345 0 0,-1 1 0 0 0,1 1 0 0 0,11 5 0 0 0,-5-2-185 0 0,-12-6 233 0 0,22 8-2670 0 0,-8-3-2676 0 0,-3-1-984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46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25 235 7370 0 0,'3'0'1077'0'0,"1"0"1"0"0,-1-1 0 0 0,1 1-1 0 0,-1-1 1 0 0,1 0 0 0 0,4-2 0 0 0,36-20 2351 0 0,-30 15-2961 0 0,1 0 2 0 0,1-2 1 0 0,-1 1-1 0 0,-1-2 0 0 0,21-18 1 0 0,-32 25-359 0 0,1 0 0 0 0,-1 0 0 0 0,0 0 0 0 0,0 0 0 0 0,0 0 0 0 0,-1-1 0 0 0,1 1 0 0 0,-1-1 0 0 0,2-5 0 0 0,-4 7-2 0 0,1 0 0 0 0,0 0 0 0 0,-1 0 0 0 0,0 0-1 0 0,0 0 1 0 0,0 0 0 0 0,0 0 0 0 0,0 0 0 0 0,0 0 0 0 0,-1 0-1 0 0,0 0 1 0 0,1 0 0 0 0,-1 0 0 0 0,0 0 0 0 0,-1 1 0 0 0,-1-6-1 0 0,1 6-53 0 0,1 0 0 0 0,0 0-1 0 0,-1 0 1 0 0,1 1-1 0 0,-1-1 1 0 0,1 0 0 0 0,-1 1-1 0 0,0-1 1 0 0,0 1-1 0 0,1-1 1 0 0,-1 1 0 0 0,0 0-1 0 0,0 0 1 0 0,-1 0-1 0 0,1 0 1 0 0,0 0-1 0 0,0 1 1 0 0,0-1 0 0 0,-1 0-1 0 0,1 1 1 0 0,0 0-1 0 0,0 0 1 0 0,-1-1 0 0 0,1 1-1 0 0,0 1 1 0 0,-1-1-1 0 0,1 0 1 0 0,0 0-1 0 0,0 1 1 0 0,-1 0 0 0 0,1-1-1 0 0,0 1 1 0 0,0 0-1 0 0,-4 2 1 0 0,-3 1 11 0 0,-1 1 0 0 0,1 1 0 0 0,0-1 0 0 0,1 1 0 0 0,-1 1 1 0 0,-9 9-1 0 0,9-6-37 0 0,1 0 0 0 0,0 0 1 0 0,1 1-1 0 0,0 0 0 0 0,0 0 1 0 0,1 1-1 0 0,1 0 1 0 0,0 0-1 0 0,1 0 0 0 0,0 0 1 0 0,0 1-1 0 0,2-1 0 0 0,-3 18 1 0 0,4-21-40 0 0,0-1 1 0 0,1 1 0 0 0,0 0 0 0 0,0 0-1 0 0,1-1 1 0 0,0 1 0 0 0,0 0-1 0 0,1-1 1 0 0,0 1 0 0 0,1-1-1 0 0,-1 0 1 0 0,2 0 0 0 0,-1 0 0 0 0,1 0-1 0 0,0 0 1 0 0,1-1 0 0 0,0 0-1 0 0,0 0 1 0 0,1 0 0 0 0,10 10-1 0 0,-11-14 33 0 0,0 1 0 0 0,0-1-1 0 0,0 0 1 0 0,0-1 0 0 0,0 1-1 0 0,1-1 1 0 0,0 0 0 0 0,-1 0-1 0 0,1-1 1 0 0,0 0-1 0 0,0 0 1 0 0,-1 0 0 0 0,1-1-1 0 0,0 0 1 0 0,0 0 0 0 0,0 0-1 0 0,0-1 1 0 0,0 1 0 0 0,0-2-1 0 0,-1 1 1 0 0,1-1-1 0 0,9-3 1 0 0,-7 1-121 0 0,1 1 1 0 0,-1-2-1 0 0,0 1 0 0 0,0-1 0 0 0,-1 0 0 0 0,9-7 1 0 0,-10 6-470 0 0,0 0 1 0 0,-1 0-1 0 0,0 0 1 0 0,0 0 0 0 0,0-1-1 0 0,7-13 1 0 0,-7 5-7741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52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4 13363 0 0,'-1'0'85'0'0,"0"-1"1"0"0,0 1-1 0 0,0-1 1 0 0,0 1-1 0 0,0 0 1 0 0,0-1-1 0 0,0 1 1 0 0,0 0-1 0 0,0 0 1 0 0,0 0-1 0 0,0 0 1 0 0,0 0-1 0 0,0 0 1 0 0,0 0-1 0 0,0 0 1 0 0,0 0-1 0 0,0 0 1 0 0,0 0-1 0 0,0 1 1 0 0,0-1-1 0 0,0 0 1 0 0,1 1-1 0 0,-1-1 1 0 0,-1 2-1 0 0,0 0 112 0 0,1 0-1 0 0,0 0 1 0 0,0 1-1 0 0,0-1 1 0 0,0 1-1 0 0,0-1 1 0 0,1 1-1 0 0,-1-1 1 0 0,0 4-1 0 0,-4 31 139 0 0,1 0 0 0 0,2 0-1 0 0,1 0 1 0 0,7 55 0 0 0,-6-88-284 0 0,0 1 0 0 0,1-1 0 0 0,0 0 1 0 0,0 1-1 0 0,0-1 0 0 0,1 0 0 0 0,-1 0 0 0 0,1 0 0 0 0,0 0 1 0 0,0 0-1 0 0,0 0 0 0 0,1-1 0 0 0,-1 1 0 0 0,1 0 1 0 0,3 2-1 0 0,-1-2 1 0 0,-1-1 0 0 0,1 0-1 0 0,0 0 1 0 0,0 0 0 0 0,0 0 0 0 0,1-1 0 0 0,-1 0 0 0 0,0 0 0 0 0,1-1 0 0 0,0 1 0 0 0,5 0-1 0 0,43 5 418 0 0,-32-4-230 0 0,-1 0-1 0 0,38 11 1 0 0,-57-14-221 0 0,-1 1 0 0 0,1-1 0 0 0,-1 1 0 0 0,0-1 0 0 0,1 1 0 0 0,-1-1 0 0 0,0 1 0 0 0,1 0 0 0 0,-1-1 0 0 0,0 1 0 0 0,0 0 0 0 0,0 0 0 0 0,0 0 0 0 0,1 0 0 0 0,-1 0 0 0 0,-1 0 0 0 0,1 0 0 0 0,0 1 0 0 0,0-1 0 0 0,0 0 0 0 0,-1 0 0 0 0,1 1 0 0 0,0-1 0 0 0,-1 0 0 0 0,1 2 0 0 0,-1-1 12 0 0,0 0 1 0 0,-1 0-1 0 0,1 0 0 0 0,-1 0 0 0 0,1-1 0 0 0,-1 1 1 0 0,0 0-1 0 0,1 0 0 0 0,-1-1 0 0 0,0 1 0 0 0,0 0 1 0 0,0-1-1 0 0,-1 1 0 0 0,1-1 0 0 0,0 0 0 0 0,-3 3 1 0 0,-5 4 95 0 0,-2 1 1 0 0,1-2-1 0 0,-1 1 1 0 0,-14 6 0 0 0,-26 15 13 0 0,35-19-299 0 0,0 0 0 0 0,0-1 1 0 0,-1-1-1 0 0,-1 0 0 0 0,1-2 1 0 0,-1 0-1 0 0,-26 5 0 0 0,43-11-35 0 0,0 1 1 0 0,0-1-1 0 0,0 0 0 0 0,0 0 0 0 0,0 0 0 0 0,0 0 1 0 0,0-1-1 0 0,-1 1 0 0 0,1 0 0 0 0,0 0 1 0 0,1-1-1 0 0,-1 1 0 0 0,0 0 0 0 0,0-1 1 0 0,0 1-1 0 0,-2-2 0 0 0,-6-4-1502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53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 15667 0 0,'-1'0'101'0'0,"1"-1"0"0"0,-1 1 0 0 0,0 0 0 0 0,1 0 0 0 0,-1 0 0 0 0,0 0 1 0 0,1 0-1 0 0,-1 0 0 0 0,0 0 0 0 0,1 0 0 0 0,-1 0 0 0 0,0 0 0 0 0,1 1 0 0 0,-1-1 0 0 0,0 0 0 0 0,1 0 0 0 0,-1 1 0 0 0,1-1 0 0 0,-1 0 0 0 0,0 1 0 0 0,1-1 0 0 0,-1 0 0 0 0,1 1 0 0 0,-1-1 0 0 0,1 1 0 0 0,-1-1 0 0 0,1 1 0 0 0,0-1 0 0 0,-1 1 0 0 0,1 0 0 0 0,0-1 0 0 0,-1 1 0 0 0,1 0 0 0 0,0 2 58 0 0,0-1 1 0 0,0 0-1 0 0,1 0 0 0 0,0 0 0 0 0,-1 0 0 0 0,1 0 1 0 0,0 0-1 0 0,0 0 0 0 0,0 0 0 0 0,0 0 0 0 0,1 2 0 0 0,1 0 8 0 0,0 0 0 0 0,0 0-1 0 0,0 0 1 0 0,1 0-1 0 0,-1-1 1 0 0,1 0-1 0 0,0 1 1 0 0,0-1-1 0 0,0 0 1 0 0,0-1-1 0 0,0 1 1 0 0,8 2-1 0 0,-4-2-42 0 0,0 0 0 0 0,0-1 0 0 0,1 0-1 0 0,-1 0 1 0 0,0-1 0 0 0,17 0 0 0 0,-6-1 7 0 0,-1-2 1 0 0,0 0 0 0 0,0-1-1 0 0,0-1 1 0 0,0 0 0 0 0,23-10-1 0 0,-40 13-128 0 0,4 0 100 0 0,0-1 1 0 0,0 0 0 0 0,-1 0-1 0 0,1 0 1 0 0,-1-1 0 0 0,1 0-1 0 0,-1 0 1 0 0,0 0 0 0 0,5-5-1 0 0,-9 8-102 0 0,0-1 0 0 0,0 1 0 0 0,0 0-1 0 0,0-1 1 0 0,0 1 0 0 0,-1 0 0 0 0,1-1 0 0 0,0 1-1 0 0,0-1 1 0 0,0 1 0 0 0,0 0 0 0 0,-1 0 0 0 0,1-1-1 0 0,0 1 1 0 0,0 0 0 0 0,-1-1 0 0 0,1 1 0 0 0,0 0-1 0 0,-1 0 1 0 0,1-1 0 0 0,0 1 0 0 0,0 0 0 0 0,-1 0-1 0 0,1 0 1 0 0,0 0 0 0 0,-1-1 0 0 0,1 1-1 0 0,-1 0 1 0 0,1 0 0 0 0,0 0 0 0 0,-1 0 0 0 0,1 0-1 0 0,0 0 1 0 0,-1 0 0 0 0,1 0 0 0 0,-1 0 0 0 0,1 0-1 0 0,0 0 1 0 0,-1 0 0 0 0,1 0 0 0 0,-1 1 0 0 0,-7 7-4276 0 0,-2 17 1980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53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74 18372 0 0,'0'0'58'0'0,"-1"0"0"0"0,1 0 0 0 0,-1 0 1 0 0,0 0-1 0 0,1 0 0 0 0,-1 0 0 0 0,1 0 0 0 0,-1 0 0 0 0,1 0 1 0 0,-1 0-1 0 0,1 1 0 0 0,-1-1 0 0 0,1 0 0 0 0,-1 0 0 0 0,1 1 1 0 0,-1-1-1 0 0,1 0 0 0 0,-1 1 0 0 0,1-1 0 0 0,0 1 0 0 0,-1-1 1 0 0,1 0-1 0 0,-1 1 0 0 0,1-1 0 0 0,0 1 0 0 0,0-1 0 0 0,-1 1 1 0 0,1-1-1 0 0,0 1 0 0 0,0-1 0 0 0,0 1 0 0 0,-1-1 0 0 0,1 1 1 0 0,0 0-1 0 0,0-1 0 0 0,0 1 0 0 0,0-1 0 0 0,0 1 0 0 0,0-1 1 0 0,0 1-1 0 0,0-1 0 0 0,0 1 0 0 0,0 0 0 0 0,1-1 0 0 0,-1 1 1 0 0,0-1-1 0 0,0 1 0 0 0,1 0 0 0 0,-1 1 37 0 0,1 0 0 0 0,0-1-1 0 0,0 1 1 0 0,0 0 0 0 0,0-1 0 0 0,0 1-1 0 0,0-1 1 0 0,0 1 0 0 0,0-1 0 0 0,1 0-1 0 0,-1 1 1 0 0,0-1 0 0 0,1 0 0 0 0,-1 0-1 0 0,1 0 1 0 0,2 2 0 0 0,5-1 51 0 0,0 0 0 0 0,-1 0 0 0 0,1 0 0 0 0,0-1 0 0 0,0 0 0 0 0,0-1-1 0 0,1 0 1 0 0,-1-1 0 0 0,0 0 0 0 0,0 0 0 0 0,13-4 0 0 0,9-4 73 0 0,55-22-1 0 0,-70 25-300 0 0,0-1 0 0 0,0 0 0 0 0,-1-1 0 0 0,0-1-1 0 0,0-1 1 0 0,-1 0 0 0 0,13-13 0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54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83 15667 0 0,'-8'-12'1657'0'0,"11"6"343"0"0,22 5 284 0 0,-17 1-2635 0 0,76-1 843 0 0,79 1-4 0 0,-152 1-427 0 0,0 0 1 0 0,-1 0 0 0 0,1 1 0 0 0,0 1-1 0 0,-1 0 1 0 0,0 0 0 0 0,0 1-1 0 0,0 0 1 0 0,14 8 0 0 0,-20-10-25 0 0,-1 0 0 0 0,0 1 1 0 0,0-1-1 0 0,0 1 0 0 0,0-1 0 0 0,-1 1 1 0 0,1 0-1 0 0,-1 0 0 0 0,1 0 0 0 0,-1 1 1 0 0,0-1-1 0 0,0 0 0 0 0,-1 1 1 0 0,1-1-1 0 0,-1 1 0 0 0,0 0 0 0 0,0-1 1 0 0,0 1-1 0 0,0 0 0 0 0,0 0 0 0 0,-1 0 1 0 0,0 0-1 0 0,0-1 0 0 0,0 1 0 0 0,0 0 1 0 0,0 0-1 0 0,-1 0 0 0 0,0 0 1 0 0,-1 4-1 0 0,-3 8 46 0 0,-1 0 1 0 0,0 0 0 0 0,-1-1-1 0 0,-13 21 1 0 0,-43 56 284 0 0,19-30-217 0 0,-22 28 383 0 0,25-35 283 0 0,41-55-801 0 0,-1 0-1 0 0,1 0 0 0 0,-1 1 0 0 0,1-1 0 0 0,0 1 1 0 0,-1-1-1 0 0,1 0 0 0 0,0 1 0 0 0,-1-1 1 0 0,1 1-1 0 0,0-1 0 0 0,0 0 0 0 0,-1 1 1 0 0,1-1-1 0 0,0 1 0 0 0,0-1 0 0 0,0 1 0 0 0,0-1 1 0 0,0 1-1 0 0,0-1 0 0 0,0 1 0 0 0,0-1 1 0 0,0 1-1 0 0,0-1 0 0 0,0 1 0 0 0,0-1 1 0 0,0 1-1 0 0,0-1 0 0 0,0 1 0 0 0,0-1 1 0 0,0 1-1 0 0,1 0 0 0 0,0-1-10 0 0,0 0 1 0 0,0 1-1 0 0,0-1 1 0 0,0 0-1 0 0,0 0 1 0 0,0 0-1 0 0,0 0 1 0 0,0 0-1 0 0,0 0 1 0 0,0 0-1 0 0,0 0 1 0 0,0 0-1 0 0,0-1 1 0 0,1 0-1 0 0,37-14-359 0 0,-1-10-1005 0 0,0-1 0 0 0,-2-2 1 0 0,47-48-1 0 0,-41 38 145 0 0,46-45-1542 0 0,68-58-2351 0 0,-114 104 3504 0 0,-29 25 1407 0 0,-1 0 1 0 0,1 1-1 0 0,1 1 1 0 0,20-12-1 0 0,-34 22 287 0 0,0-1-1 0 0,0 1 1 0 0,1 0 0 0 0,-1 0-1 0 0,0 0 1 0 0,0 0 0 0 0,0 0-1 0 0,1 0 1 0 0,-1 0 0 0 0,0 0-1 0 0,0 0 1 0 0,0 0-1 0 0,0 0 1 0 0,1 0 0 0 0,-1 0-1 0 0,0 0 1 0 0,0 0 0 0 0,0 0-1 0 0,1 0 1 0 0,-1 0 0 0 0,0 0-1 0 0,0 0 1 0 0,0 0 0 0 0,1 0-1 0 0,-1 0 1 0 0,0 0 0 0 0,0 0-1 0 0,0 0 1 0 0,0 0 0 0 0,1 1-1 0 0,-1-1 1 0 0,0 0 0 0 0,0 0-1 0 0,0 0 1 0 0,0 0-1 0 0,0 0 1 0 0,1 1 0 0 0,-1-1-1 0 0,0 0 1 0 0,0 0 0 0 0,0 0-1 0 0,0 1 1 0 0,1 12 2503 0 0,-7 21-322 0 0,5-28-2114 0 0,-3 16 394 0 0,-10 67 1318 0 0,14-81-1715 0 0,-1 0-1 0 0,1 1 1 0 0,1-1-1 0 0,0 0 1 0 0,0 0-1 0 0,0 0 1 0 0,1 0-1 0 0,5 12 1 0 0,-6-17-93 0 0,0-1 1 0 0,0 1 0 0 0,1-1 0 0 0,-1 0-1 0 0,1 1 1 0 0,-1-1 0 0 0,1 0 0 0 0,0 0-1 0 0,0 0 1 0 0,0 0 0 0 0,0-1 0 0 0,0 1-1 0 0,1 0 1 0 0,-1-1 0 0 0,0 0-1 0 0,1 1 1 0 0,4 0 0 0 0,-2 0 24 0 0,0-1-1 0 0,0 0 1 0 0,0 0-1 0 0,1-1 1 0 0,-1 1-1 0 0,0-1 1 0 0,1-1 0 0 0,8 0-1 0 0,0-2 110 0 0,1 0-1 0 0,-1-1 1 0 0,0-1 0 0 0,-1 0-1 0 0,24-13 1 0 0,-17 7 116 0 0,0-2 0 0 0,0 0 0 0 0,27-25 0 0 0,-41 33-206 0 0,0-1 0 0 0,0 0 0 0 0,-1 0 0 0 0,0 0 0 0 0,0-1 0 0 0,-1 1 0 0 0,1-1 0 0 0,-1 0 0 0 0,-1-1 0 0 0,1 1 0 0 0,-1-1 0 0 0,-1 1 0 0 0,0-1 0 0 0,2-8 0 0 0,-4 12-38 0 0,1 1 0 0 0,-1-1 0 0 0,-1 1 0 0 0,1-1 0 0 0,0 0 0 0 0,-1 1 0 0 0,0-1 0 0 0,0 1 0 0 0,0-1 0 0 0,0 1 0 0 0,0-1 1 0 0,-1 1-1 0 0,1 0 0 0 0,-4-4 0 0 0,1 1 3 0 0,1 2 0 0 0,-2-1 0 0 0,1 0 0 0 0,-1 1 0 0 0,1 0 1 0 0,-1 0-1 0 0,-10-6 0 0 0,3 3-46 0 0,-1 1 0 0 0,0 0 1 0 0,0 1-1 0 0,-1 0 0 0 0,0 1 0 0 0,-22-4 1 0 0,17 5-260 0 0,1 1 0 0 0,-19 1-1 0 0,31 1-335 0 0,0 0 0 0 0,0 1-1 0 0,-1 0 1 0 0,1 0-1 0 0,0 0 1 0 0,0 1-1 0 0,0 0 1 0 0,0 0-1 0 0,-9 5 1 0 0,2 2-1414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3:56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6 10594 0 0,'0'-1'112'0'0,"-1"1"0"0"0,0-1 0 0 0,0 1-1 0 0,1-1 1 0 0,-1 1 0 0 0,0-1 0 0 0,0 1 0 0 0,0 0-1 0 0,1 0 1 0 0,-1-1 0 0 0,0 1 0 0 0,0 0 0 0 0,0 0-1 0 0,0 0 1 0 0,0 0 0 0 0,0 0 0 0 0,1 0 0 0 0,-1 0-1 0 0,0 0 1 0 0,-1 1 0 0 0,1 0 196 0 0,0 0 1 0 0,0 0-1 0 0,0 1 1 0 0,1-1-1 0 0,-1 0 1 0 0,0 1-1 0 0,1-1 0 0 0,-1 1 1 0 0,1-1-1 0 0,0 1 1 0 0,0-1-1 0 0,-1 3 1 0 0,-2 29 434 0 0,0 0 0 0 0,3 0 0 0 0,0 0 1 0 0,10 59-1 0 0,-4-37-302 0 0,-2-18-236 0 0,35 305 1110 0 0,-36-317-824 0 0,13 41 0 0 0,-13-58-422 0 0,0 0 1 0 0,0 0-1 0 0,1-1 0 0 0,0 1 0 0 0,0-1 1 0 0,0 0-1 0 0,1 0 0 0 0,9 11 1 0 0,-13-17-55 0 0,0-1 0 0 0,-1 1 0 0 0,1 0 1 0 0,0 0-1 0 0,0-1 0 0 0,-1 1 1 0 0,1 0-1 0 0,0-1 0 0 0,0 1 0 0 0,0-1 1 0 0,0 1-1 0 0,0-1 0 0 0,0 1 1 0 0,0-1-1 0 0,0 0 0 0 0,1 1 1 0 0,-1-2-81 0 0,0 1 0 0 0,0-1 1 0 0,0 1-1 0 0,-1-1 1 0 0,1 1-1 0 0,0-1 1 0 0,0 0-1 0 0,-1 1 1 0 0,1-1-1 0 0,0 0 1 0 0,-1 0-1 0 0,1 0 1 0 0,0 1-1 0 0,-1-1 1 0 0,1 0-1 0 0,-1 0 1 0 0,1-2-1 0 0,12-22-2241 0 0,-7 7 1123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4:22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12443 0 0,'-1'0'127'0'0,"0"0"1"0"0,0 0-1 0 0,1 0 1 0 0,-1 0-1 0 0,0 0 1 0 0,0 0-1 0 0,0 0 1 0 0,0 0-1 0 0,0 0 0 0 0,0 1 1 0 0,0-1-1 0 0,1 0 1 0 0,-1 0-1 0 0,0 1 1 0 0,0-1-1 0 0,0 1 1 0 0,0-1-1 0 0,1 1 1 0 0,-1-1-1 0 0,0 1 1 0 0,-1 0-1 0 0,-13 22 1660 0 0,11-13-1288 0 0,0 1 0 0 0,-4 19 0 0 0,-22 206 504 0 0,22-150-765 0 0,5-62 6 0 0,1 0 0 0 0,1 1-1 0 0,6 47 1 0 0,-5-70-217 0 0,0-1 0 0 0,0 0 0 0 0,0 0 0 0 0,0 0 0 0 0,0 0 0 0 0,1 0 0 0 0,-1 0 0 0 0,0 0 0 0 0,1 0 0 0 0,-1 0 0 0 0,1 0 0 0 0,-1 0 0 0 0,1 0 0 0 0,-1 0 0 0 0,1 0 0 0 0,0 0 0 0 0,0 0 0 0 0,-1-1 0 0 0,1 1 0 0 0,0 0 0 0 0,0 0 0 0 0,0-1 0 0 0,0 1 0 0 0,0-1 0 0 0,0 1 0 0 0,0-1 0 0 0,0 1 0 0 0,0-1 0 0 0,0 0 0 0 0,0 1 0 0 0,0-1 0 0 0,0 0-1 0 0,0 0 1 0 0,0 0 0 0 0,0 0 0 0 0,1 0 0 0 0,-1 0 0 0 0,0 0 0 0 0,0 0 0 0 0,2 0 0 0 0,4-3 174 0 0,1 1 0 0 0,-1-1 1 0 0,0 0-1 0 0,0 0 0 0 0,7-5 0 0 0,2-1 128 0 0,0 1 58 0 0,-1-2-1 0 0,19-14 1 0 0,13-8 117 0 0,22-6-260 0 0,-35 20-365 0 0,0-1 0 0 0,-2-2 0 0 0,0-1 0 0 0,45-41 0 0 0,-74 60-149 0 0,8-10-1451 0 0,-11 13 1560 0 0,0-1 0 0 0,0 1 1 0 0,0 0-1 0 0,0-1 0 0 0,0 1 0 0 0,0 0 1 0 0,0-1-1 0 0,0 1 0 0 0,0 0 1 0 0,0-1-1 0 0,0 1 0 0 0,0-1 0 0 0,0 1 1 0 0,-1 0-1 0 0,1-1 0 0 0,0 1 0 0 0,0 0 1 0 0,0 0-1 0 0,0-1 0 0 0,-1 1 1 0 0,1 0-1 0 0,0-1 0 0 0,0 1 0 0 0,-1 0 1 0 0,1 0-1 0 0,-1-1 0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4:22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13883 0 0,'-2'2'88'0'0,"1"0"0"0"0,0-1-1 0 0,0 1 1 0 0,0 0 0 0 0,1 0 0 0 0,-1-1 0 0 0,0 1 0 0 0,1 0-1 0 0,-1 0 1 0 0,1 0 0 0 0,-1 0 0 0 0,1 0 0 0 0,0 0 0 0 0,0 0-1 0 0,0 0 1 0 0,0 3 0 0 0,0 1 23 0 0,2 230 4293 0 0,3-121-3154 0 0,-5-87-960 0 0,0-4 207 0 0,1 0 1 0 0,6 39 0 0 0,-6-56-395 0 0,1 0 0 0 0,0 0 0 0 0,1 0 1 0 0,-1 0-1 0 0,1-1 0 0 0,1 1 1 0 0,-1-1-1 0 0,1 1 0 0 0,0-1 1 0 0,1 0-1 0 0,-1-1 0 0 0,11 11 1 0 0,-13-14-78 0 0,0-1 0 0 0,-1 1 0 0 0,1 0 0 0 0,0-1 0 0 0,0 0 0 0 0,0 1 0 0 0,0-1 0 0 0,0 0 1 0 0,1 0-1 0 0,-1 0 0 0 0,4 1 0 0 0,-6-2-47 0 0,0 0 1 0 0,1 0-1 0 0,-1 0 1 0 0,0 0-1 0 0,1 0 0 0 0,-1-1 1 0 0,0 1-1 0 0,0 0 1 0 0,1 0-1 0 0,-1 0 0 0 0,0 0 1 0 0,1 0-1 0 0,-1-1 1 0 0,0 1-1 0 0,0 0 0 0 0,1 0 1 0 0,-1-1-1 0 0,0 1 1 0 0,0 0-1 0 0,0 0 0 0 0,1-1 1 0 0,-1 1-1 0 0,0 0 1 0 0,0 0-1 0 0,0-1 0 0 0,0 1 1 0 0,0 0-1 0 0,1-1 1 0 0,0-19-2550 0 0,-2 10-5184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4:28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60 161 6593 0 0,'0'0'77'0'0,"0"0"1"0"0,1 0-1 0 0,-1 0 0 0 0,0 1 0 0 0,0-1 0 0 0,0 0 0 0 0,0 0 0 0 0,1 0 0 0 0,-1 0 0 0 0,0 0 0 0 0,0 1 0 0 0,0-1 0 0 0,0 0 0 0 0,0 0 1 0 0,1 0-1 0 0,-1 0 0 0 0,0 1 0 0 0,0-1 0 0 0,0 0 0 0 0,-4 7 5748 0 0,8-5-5155 0 0,16 5 474 0 0,0-1 0 0 0,36 6 1 0 0,14 5 44 0 0,-54-13-989 0 0,-10-1-106 0 0,0-1-1 0 0,0-1 1 0 0,1 1-1 0 0,-1-1 1 0 0,0 0 0 0 0,9 0-1 0 0,-13-1-73 0 0,0-1 1 0 0,1 1-1 0 0,-1 0 0 0 0,0-1 1 0 0,0 0-1 0 0,0 0 0 0 0,0 1 1 0 0,0-1-1 0 0,0 0 0 0 0,0 0 1 0 0,-1-1-1 0 0,1 1 0 0 0,0 0 1 0 0,0-1-1 0 0,-1 1 0 0 0,1-1 1 0 0,-1 1-1 0 0,1-1 0 0 0,-1 0 1 0 0,0 0-1 0 0,0 1 0 0 0,0-1 1 0 0,1-3-1 0 0,1 0 36 0 0,0-1 1 0 0,-1 0-1 0 0,0 0 0 0 0,0 0 0 0 0,-1 0 1 0 0,0 0-1 0 0,0 0 0 0 0,0 0 1 0 0,-1-1-1 0 0,1 1 0 0 0,-2 0 0 0 0,1 0 1 0 0,-1-1-1 0 0,0 1 0 0 0,0 0 0 0 0,0 0 1 0 0,-5-11-1 0 0,4 12-23 0 0,-1 0 0 0 0,1 0 0 0 0,-1 0 0 0 0,0 1-1 0 0,0-1 1 0 0,0 1 0 0 0,0 0 0 0 0,-1 0 0 0 0,0 0 0 0 0,0 1 0 0 0,0-1 0 0 0,0 1 0 0 0,-1 0-1 0 0,1 0 1 0 0,-1 1 0 0 0,0-1 0 0 0,1 1 0 0 0,-1 0 0 0 0,0 0 0 0 0,-1 0 0 0 0,-7-1-1 0 0,4 2 2 0 0,0 0-1 0 0,1 1 0 0 0,-1 0 0 0 0,1 1 0 0 0,-1-1 1 0 0,1 2-1 0 0,-1-1 0 0 0,1 1 0 0 0,-1 0 0 0 0,1 1 1 0 0,0 0-1 0 0,0 0 0 0 0,0 1 0 0 0,1 0 1 0 0,-1 1-1 0 0,-8 6 0 0 0,8-5-8 0 0,0 0 0 0 0,1 1 0 0 0,-1 0 0 0 0,1 0 0 0 0,1 1 0 0 0,-1 0-1 0 0,2 0 1 0 0,-1 1 0 0 0,1 0 0 0 0,0-1 0 0 0,1 2 0 0 0,0-1 0 0 0,-5 15 0 0 0,6-9-20 0 0,-1 1 0 0 0,2 0-1 0 0,0 0 1 0 0,1 0 0 0 0,0 1 0 0 0,2-1-1 0 0,0 0 1 0 0,3 17 0 0 0,-3-27-13 0 0,0 0-1 0 0,0 0 1 0 0,1 0 0 0 0,0 0 0 0 0,0 0-1 0 0,1-1 1 0 0,0 1 0 0 0,0-1-1 0 0,0 1 1 0 0,0-1 0 0 0,1 0-1 0 0,0 0 1 0 0,0 0 0 0 0,0-1 0 0 0,1 0-1 0 0,-1 0 1 0 0,1 0 0 0 0,0 0-1 0 0,0 0 1 0 0,1-1 0 0 0,-1 0 0 0 0,1 0-1 0 0,9 3 1 0 0,-5-4 20 0 0,0 1 1 0 0,0-1 0 0 0,0 0-1 0 0,1-1 1 0 0,-1-1-1 0 0,1 1 1 0 0,-1-2-1 0 0,1 1 1 0 0,-1-1-1 0 0,0-1 1 0 0,1 0 0 0 0,-1 0-1 0 0,0-1 1 0 0,0-1-1 0 0,-1 0 1 0 0,1 0-1 0 0,-1 0 1 0 0,0-1-1 0 0,0-1 1 0 0,0 0-1 0 0,10-8 1 0 0,98-82 623 0 0,-102 86-2678 0 0,-12 10 1007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4:38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4145 0 0,'0'-1'245'0'0,"0"1"1"0"0,0-1 0 0 0,0 1-1 0 0,0-1 1 0 0,1 1-1 0 0,-1-1 1 0 0,0 1 0 0 0,0-1-1 0 0,0 1 1 0 0,1-1-1 0 0,-1 1 1 0 0,0-1 0 0 0,1 1-1 0 0,-1-1 1 0 0,0 1-1 0 0,1 0 1 0 0,-1-1 0 0 0,0 1-1 0 0,1 0 1 0 0,-1-1-1 0 0,1 1 1 0 0,-1 0 0 0 0,1 0-1 0 0,-1-1 1 0 0,1 1-1 0 0,13-9 466 0 0,-6 6-385 0 0,1 0 0 0 0,-1 1 0 0 0,1 0 0 0 0,-1 0 0 0 0,1 0 0 0 0,0 1 0 0 0,13 1 0 0 0,-11-1 102 0 0,1 0 1 0 0,-1 0 0 0 0,20-5-1 0 0,-5-3-286 0 0,0 2 0 0 0,1 1 0 0 0,0 1 0 0 0,0 1 0 0 0,0 2 0 0 0,0 0 0 0 0,1 2 0 0 0,-1 1-1 0 0,31 5 1 0 0,-10 6-45 0 0,-35-8-51 0 0,1-1 0 0 0,0 0 0 0 0,0 0 1 0 0,0-2-1 0 0,20 1 0 0 0,-3-4 71 0 0,0 2 1 0 0,0 1-1 0 0,-1 1 1 0 0,1 1 0 0 0,48 13-1 0 0,-64-12-29 0 0,1 0 1 0 0,1-1-1 0 0,-1-1 0 0 0,23 0 0 0 0,-33-2-56 0 0,1 0 0 0 0,0-1 0 0 0,-1 1 0 0 0,1-1 0 0 0,-1-1 1 0 0,0 1-1 0 0,1-1 0 0 0,-1 0 0 0 0,0-1 0 0 0,0 0 0 0 0,0 0 0 0 0,0 0 0 0 0,8-6 0 0 0,-13 9-14 0 0,-1-1 1 0 0,1 1-1 0 0,0-1 1 0 0,0 1-1 0 0,-1-1 1 0 0,1 1-1 0 0,-1-1 1 0 0,1 1-1 0 0,-1-1 1 0 0,1 1-1 0 0,0-1 1 0 0,-1 0-1 0 0,0 1 1 0 0,1-1-1 0 0,-1 0 1 0 0,1 0-1 0 0,-1 1 1 0 0,0-1-1 0 0,0 0 1 0 0,1 0-1 0 0,-1 1 1 0 0,0-1-1 0 0,0 0 1 0 0,0 0-1 0 0,0 0 1 0 0,0 0-1 0 0,0 1 1 0 0,0-1-1 0 0,0 0 1 0 0,0 0-1 0 0,0 0 1 0 0,-1 1-1 0 0,1-1 1 0 0,-1-1-1 0 0,0 1-52 0 0,0 0 0 0 0,0 1 0 0 0,0-1 0 0 0,0 0 0 0 0,0 1 0 0 0,0-1 0 0 0,0 1 0 0 0,0-1 0 0 0,0 1 0 0 0,-1 0 0 0 0,1-1 0 0 0,0 1 0 0 0,0 0 0 0 0,0 0 0 0 0,-1 0 0 0 0,1 0 0 0 0,0 0 0 0 0,0 0 0 0 0,0 0 0 0 0,-1 0-1 0 0,1 1 1 0 0,0-1 0 0 0,-1 1 0 0 0,-25 6-2041 0 0,10 0 996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5:04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28 197 3225 0 0,'12'-37'5182'0'0,"-6"21"-4240"0"0,-4 10-424 0 0,0 4-247 0 0,-1 0 1 0 0,-1 0-1 0 0,1 0 1 0 0,0 0-1 0 0,0 0 1 0 0,-1 0-1 0 0,1-1 1 0 0,-1 1-1 0 0,0 0 1 0 0,0 0-1 0 0,1 0 1 0 0,-1-1 0 0 0,-1 1-1 0 0,1 0 1 0 0,-1-3-1 0 0,-9 25 2416 0 0,5-9-2314 0 0,0 1 1 0 0,1 0-1 0 0,0 0 0 0 0,1 0 0 0 0,-3 18 0 0 0,2 1 41 0 0,0 33-1 0 0,4-53-328 0 0,0 1 0 0 0,1-1 0 0 0,0 0 0 0 0,1 0 0 0 0,1 0 0 0 0,-1 0 0 0 0,2 0 0 0 0,-1 0 1 0 0,7 12-1 0 0,-8-20-72 0 0,-1 0 1 0 0,1 0 0 0 0,0 0 0 0 0,0 0 0 0 0,0 0 0 0 0,0 0 0 0 0,1-1 0 0 0,-1 1 0 0 0,1-1 0 0 0,0 1-1 0 0,0-1 1 0 0,-1 0 0 0 0,1 0 0 0 0,0 0 0 0 0,1-1 0 0 0,-1 1 0 0 0,0-1 0 0 0,1 0 0 0 0,-1 0 0 0 0,0 0 0 0 0,1 0-1 0 0,-1 0 1 0 0,1-1 0 0 0,-1 1 0 0 0,1-1 0 0 0,0 0 0 0 0,-1 0 0 0 0,1-1 0 0 0,-1 1 0 0 0,1-1 0 0 0,-1 0-1 0 0,1 1 1 0 0,3-3 0 0 0,2-1 3 0 0,0 0-1 0 0,0-1 1 0 0,0 0-1 0 0,-1 0 1 0 0,1-1-1 0 0,-1 0 1 0 0,-1 0-1 0 0,1-1 1 0 0,-1 0 0 0 0,-1 0-1 0 0,1-1 1 0 0,-1 0-1 0 0,0 0 1 0 0,6-13-1 0 0,-2 3 63 0 0,-1-1 1 0 0,0 1-1 0 0,-2-2 0 0 0,0 1 1 0 0,-1-1-1 0 0,3-22 0 0 0,-7 32 68 0 0,-1-1 0 0 0,0 0 1 0 0,0 0-1 0 0,-1 0 0 0 0,-1 0 0 0 0,0 0 0 0 0,-1 0 0 0 0,0 0 1 0 0,0 1-1 0 0,-6-16 0 0 0,6 22-81 0 0,0-1 0 0 0,0 1 0 0 0,0 0 0 0 0,-1 0 0 0 0,1 0 0 0 0,-1 0 0 0 0,0 0 0 0 0,0 0 1 0 0,0 1-1 0 0,-1 0 0 0 0,1-1 0 0 0,-1 1 0 0 0,0 0 0 0 0,0 1 0 0 0,0-1 0 0 0,0 1 0 0 0,0 0 0 0 0,-1 0 0 0 0,1 0 0 0 0,-1 0 0 0 0,1 1 0 0 0,-1 0 1 0 0,0 0-1 0 0,1 0 0 0 0,-10 0 0 0 0,6 1-52 0 0,-1 0 0 0 0,0 1 0 0 0,1 0 1 0 0,-1 0-1 0 0,0 1 0 0 0,1 0 0 0 0,0 1 0 0 0,-1-1 1 0 0,1 2-1 0 0,0-1 0 0 0,0 1 0 0 0,1 0 0 0 0,-1 1 1 0 0,-7 6-1 0 0,6-4-572 0 0,1 1-1 0 0,-1 0 1 0 0,1 0-1 0 0,1 1 1 0 0,0 0 0 0 0,-7 11-1 0 0,4-2-776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9:53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5 223 11979 0 0,'-1'-1'122'0'0,"1"0"0"0"0,-1 0 0 0 0,1 0 0 0 0,-1 0 0 0 0,1 0 0 0 0,0 0 1 0 0,-1 0-1 0 0,1 0 0 0 0,0 0 0 0 0,0 0 0 0 0,0 0 0 0 0,0-1 0 0 0,0 1 1 0 0,0 0-1 0 0,0 0 0 0 0,0 0 0 0 0,1 0 0 0 0,-1 0 0 0 0,0 0 0 0 0,1 0 0 0 0,-1 0 1 0 0,0 0-1 0 0,1 0 0 0 0,0 0 0 0 0,-1 0 0 0 0,1 0 0 0 0,-1 0 0 0 0,1 0 1 0 0,0 0-1 0 0,0 0 0 0 0,0 1 0 0 0,-1-1 0 0 0,3-1 0 0 0,3-4 794 0 0,1 1-1 0 0,0 0 1 0 0,9-5 0 0 0,-12 8-1043 0 0,67-36 1731 0 0,1 3 0 0 0,114-39 1 0 0,-181 73-1517 0 0,1-2-7 0 0,0 1 1 0 0,-1 1-1 0 0,1-1 0 0 0,1 1 1 0 0,-1 0-1 0 0,0 0 0 0 0,7 1 1 0 0,-13 0-123 0 0,0 0-1 0 0,0 0 1 0 0,0 1 0 0 0,0-1 0 0 0,0 0 0 0 0,0 0-1 0 0,0 0 1 0 0,0 1 0 0 0,0-1 0 0 0,0 0 0 0 0,0 0 0 0 0,0 0-1 0 0,0 1 1 0 0,0-1 0 0 0,0 0 0 0 0,0 0 0 0 0,0 1-1 0 0,-1-1 1 0 0,1 0 0 0 0,0 0 0 0 0,0 0 0 0 0,0 0 0 0 0,0 1-1 0 0,0-1 1 0 0,0 0 0 0 0,-1 0 0 0 0,1 0 0 0 0,0 0-1 0 0,0 1 1 0 0,0-1 0 0 0,0 0 0 0 0,-1 0 0 0 0,1 0 0 0 0,0 0-1 0 0,0 0 1 0 0,-1 0 0 0 0,1 0 0 0 0,0 0 0 0 0,0 0 0 0 0,0 0-1 0 0,-1 0 1 0 0,1 0 0 0 0,0 0 0 0 0,0 0 0 0 0,-16 10-2341 0 0,12-8 1258 0 0,-6 4-1559 0 0,-2-2-3796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9:53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2761 0 0,'0'0'95'0'0,"0"0"0"0"0,-1 0 0 0 0,1 0 0 0 0,-1 1 0 0 0,1-1 0 0 0,-1 0 0 0 0,1 1 0 0 0,0-1 0 0 0,-1 0 0 0 0,1 1 1 0 0,0-1-1 0 0,-1 0 0 0 0,1 1 0 0 0,0-1 0 0 0,-1 0 0 0 0,1 1 0 0 0,0-1 0 0 0,0 1 0 0 0,0-1 0 0 0,-1 1 0 0 0,1-1 1 0 0,0 1-1 0 0,0-1 0 0 0,0 1 0 0 0,0-1 0 0 0,0 1 0 0 0,0 0 0 0 0,-2 19 6619 0 0,2-14-5405 0 0,-5 116 5792 0 0,7-39-5343 0 0,18 124-1 0 0,-17-183-1339 0 0,2 0 0 0 0,11 35 0 0 0,-13-52-333 0 0,0 1 0 0 0,0 0 0 0 0,1-1 0 0 0,0 1 0 0 0,1-1 0 0 0,0 0 0 0 0,0 0 0 0 0,0-1 0 0 0,1 0 0 0 0,11 11 0 0 0,-9-9 253 0 0,-15-18-3926 0 0,-4-9-4746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09:5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524 196 14283 0 0,'-9'-50'2904'0'0,"8"41"-2666"0"0,0 0 1 0 0,0 0-1 0 0,-1 0 1 0 0,-1 0 0 0 0,1 0-1 0 0,-1 1 1 0 0,-1-1-1 0 0,1 1 1 0 0,-2 0 0 0 0,1 0-1 0 0,-1 0 1 0 0,-7-8-1 0 0,10 14-176 0 0,0-1 0 0 0,0 1 0 0 0,-1 0 0 0 0,1 0 0 0 0,-1 0-1 0 0,1 0 1 0 0,-1 1 0 0 0,0-1 0 0 0,1 1 0 0 0,-1 0 0 0 0,0-1 0 0 0,0 1-1 0 0,0 0 1 0 0,0 1 0 0 0,0-1 0 0 0,0 0 0 0 0,-6 1 0 0 0,4 0-1 0 0,0 1 0 0 0,0-1 1 0 0,1 1-1 0 0,-1 0 0 0 0,0 1 1 0 0,0-1-1 0 0,1 1 0 0 0,-1 0 0 0 0,1 0 1 0 0,-6 4-1 0 0,-6 5 79 0 0,-1 1 0 0 0,2 1 1 0 0,0 1-1 0 0,-17 19 0 0 0,32-33-136 0 0,-32 36 67 0 0,1 1 1 0 0,2 1-1 0 0,-42 76 1 0 0,53-81-53 0 0,2 1-1 0 0,2 0 1 0 0,1 1 0 0 0,2 1 0 0 0,-10 52 0 0 0,18-74 1 0 0,1 0-1 0 0,1 0 1 0 0,0 0 0 0 0,1 0 0 0 0,1 0 0 0 0,2 16 0 0 0,-3-25-1 0 0,1-1 0 0 0,0 1 0 0 0,0-1 0 0 0,1 0 0 0 0,0 0 0 0 0,-1 1 0 0 0,1-1 0 0 0,1 0 0 0 0,-1 0 0 0 0,1-1 0 0 0,-1 1 1 0 0,1 0-1 0 0,0-1 0 0 0,0 0 0 0 0,1 1 0 0 0,-1-1 0 0 0,1-1 0 0 0,-1 1 0 0 0,1 0 0 0 0,0-1 0 0 0,0 0 0 0 0,7 3 0 0 0,-1-1 13 0 0,1-1 0 0 0,-1-1 1 0 0,1 1-1 0 0,0-2 0 0 0,-1 1 0 0 0,1-2 0 0 0,0 1 1 0 0,18-3-1 0 0,-12 0 43 0 0,1-2 0 0 0,-1 0 0 0 0,0 0 0 0 0,29-13 1 0 0,-11 0 17 0 0,0-1 0 0 0,-1-2 1 0 0,-1-1-1 0 0,31-27 0 0 0,-44 33-64 0 0,-1 0 0 0 0,-1-2 0 0 0,-1 0-1 0 0,0-1 1 0 0,-2 0 0 0 0,23-34 0 0 0,-37 49-20 0 0,0 1 1 0 0,1-1-1 0 0,-1 0 0 0 0,0 0 1 0 0,0 0-1 0 0,-1 1 1 0 0,1-1-1 0 0,-1 0 1 0 0,1 0-1 0 0,-1 0 0 0 0,0 0 1 0 0,0 0-1 0 0,0 0 1 0 0,-1 0-1 0 0,1 0 1 0 0,-2-4-1 0 0,2 7-24 0 0,0-1 0 0 0,-1 0 0 0 0,1 0 0 0 0,-1 0 0 0 0,1 0 0 0 0,-1 0 0 0 0,1 0 0 0 0,-1 0 0 0 0,0 1 0 0 0,1-1 0 0 0,-1 0 0 0 0,0 1 0 0 0,0-1 0 0 0,0 0 0 0 0,1 1 0 0 0,-1-1 0 0 0,0 1 0 0 0,0-1 0 0 0,-1 0 0 0 0,0 1-68 0 0,0 0-1 0 0,1 0 1 0 0,-1-1-1 0 0,0 1 0 0 0,0 0 1 0 0,0 0-1 0 0,1 1 1 0 0,-1-1-1 0 0,0 0 1 0 0,0 1-1 0 0,1-1 1 0 0,-1 1-1 0 0,0-1 1 0 0,-2 2-1 0 0,-6 2-981 0 0,-2 2-43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7:20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5065 0 0,'-2'0'220'0'0,"1"0"-1"0"0,0 0 1 0 0,-1 1 0 0 0,1-1-1 0 0,-1 0 1 0 0,1 1-1 0 0,0-1 1 0 0,0 0 0 0 0,-1 1-1 0 0,1 0 1 0 0,0-1-1 0 0,0 1 1 0 0,0 0 0 0 0,-1 0-1 0 0,1-1 1 0 0,0 1-1 0 0,0 0 1 0 0,0 0 0 0 0,-1 2-1 0 0,0 0 48 0 0,0 0 0 0 0,0 0 0 0 0,1 0 0 0 0,-1 1-1 0 0,1-1 1 0 0,0 0 0 0 0,-1 7 0 0 0,-1 1 292 0 0,2 1 1 0 0,0 0-1 0 0,1 22 1 0 0,0 24 255 0 0,-3 0 0 0 0,-2-1 0 0 0,-16 70 0 0 0,18-109-747 0 0,-20 148 620 0 0,21-147-624 0 0,2 1 1 0 0,0-1-1 0 0,1 1 1 0 0,1-1-1 0 0,1 0 1 0 0,7 28-1 0 0,-9-46-65 0 0,-1 1-1 0 0,1-1 0 0 0,0 1 1 0 0,-1 0-1 0 0,1-1 1 0 0,0 1-1 0 0,0-1 0 0 0,0 0 1 0 0,0 1-1 0 0,0-1 1 0 0,1 2-1 0 0,-1-3-22 0 0,-1 1-1 0 0,1-1 1 0 0,-1 0-1 0 0,1 0 1 0 0,-1 1 0 0 0,1-1-1 0 0,0 0 1 0 0,-1 0 0 0 0,1 1-1 0 0,-1-1 1 0 0,1 0 0 0 0,-1 0-1 0 0,1 0 1 0 0,0 0-1 0 0,-1 0 1 0 0,1 0 0 0 0,-1 0-1 0 0,1 0 1 0 0,0 0 0 0 0,-1 0-1 0 0,1 0 1 0 0,0-1-1 0 0,1 0-58 0 0,0 0-1 0 0,0-1 1 0 0,0 1-1 0 0,0-1 1 0 0,0 0-1 0 0,0 1 1 0 0,0-1-1 0 0,0 0 0 0 0,-1 0 1 0 0,1 0-1 0 0,-1 0 1 0 0,0 0-1 0 0,2-5 1 0 0,44-99-863 0 0,-6 9 259 0 0,-40 96 688 0 0,13-21 786 0 0,-14 21-773 0 0,0 1 0 0 0,0 0-1 0 0,0 0 1 0 0,0 0 0 0 0,0 0 0 0 0,1 0-1 0 0,-1 0 1 0 0,0 0 0 0 0,0 0-1 0 0,0 0 1 0 0,0 0 0 0 0,0 0 0 0 0,1-1-1 0 0,-1 1 1 0 0,0 0 0 0 0,0 0-1 0 0,0 0 1 0 0,0 0 0 0 0,1 0 0 0 0,-1 0-1 0 0,0 0 1 0 0,0 1 0 0 0,0-1-1 0 0,0 0 1 0 0,1 0 0 0 0,-1 0 0 0 0,0 0-1 0 0,0 0 1 0 0,0 0 0 0 0,0 0-1 0 0,0 0 1 0 0,1 0 0 0 0,-1 0 0 0 0,0 0-1 0 0,0 1 1 0 0,0-1 0 0 0,0 0-1 0 0,0 0 1 0 0,0 0 0 0 0,1 0 0 0 0,3 16 325 0 0,-1 0 124 0 0,-1-2-326 0 0,0 0-1 0 0,1 1 0 0 0,1-1 1 0 0,6 15-1 0 0,-9-27-137 0 0,0 1 0 0 0,0-1 0 0 0,0 1 0 0 0,0-1 0 0 0,1 1 0 0 0,-1-1 1 0 0,1 0-1 0 0,0 0 0 0 0,-1 0 0 0 0,1 0 0 0 0,0 0 0 0 0,0 0 0 0 0,1 0 0 0 0,-1-1 0 0 0,0 1 0 0 0,1-1 1 0 0,-1 1-1 0 0,0-1 0 0 0,1 0 0 0 0,0 0 0 0 0,-1 0 0 0 0,1 0 0 0 0,0-1 0 0 0,-1 1 0 0 0,1-1 0 0 0,0 1 1 0 0,0-1-1 0 0,2 0 0 0 0,0-1 19 0 0,0 0 0 0 0,0 0 0 0 0,0-1 0 0 0,0 1 1 0 0,0-1-1 0 0,0 0 0 0 0,-1-1 0 0 0,1 1 0 0 0,-1-1 0 0 0,0 0 1 0 0,1 0-1 0 0,-1 0 0 0 0,-1 0 0 0 0,5-5 0 0 0,-2 1 63 0 0,0 1-1 0 0,0-1 1 0 0,-1-1-1 0 0,0 1 1 0 0,0-1-1 0 0,-1 0 1 0 0,4-10-1 0 0,-6 14 7 0 0,-1 0-1 0 0,-1 0 1 0 0,1-1 0 0 0,-1 1-1 0 0,0 0 1 0 0,0 0 0 0 0,0-1-1 0 0,0 1 1 0 0,-1 0 0 0 0,1-1-1 0 0,-1 1 1 0 0,-1 0 0 0 0,1 0-1 0 0,0 0 1 0 0,-1 0-1 0 0,0 0 1 0 0,0 0 0 0 0,0 1-1 0 0,0-1 1 0 0,-1 0 0 0 0,1 1-1 0 0,-1 0 1 0 0,0-1 0 0 0,-4-2-1 0 0,4 2-1 0 0,-1 1 0 0 0,0-1 0 0 0,0 1-1 0 0,0 0 1 0 0,0 0 0 0 0,-1 0-1 0 0,1 0 1 0 0,-1 1 0 0 0,0 0 0 0 0,0 0-1 0 0,0 0 1 0 0,0 1 0 0 0,0-1-1 0 0,0 1 1 0 0,0 0 0 0 0,0 1 0 0 0,0-1-1 0 0,-1 1 1 0 0,-6 1 0 0 0,8 0-91 0 0,1 0 1 0 0,0 1-1 0 0,-1-1 0 0 0,1 1 1 0 0,0 0-1 0 0,0 0 0 0 0,0 0 1 0 0,0 0-1 0 0,1 0 0 0 0,-1 1 1 0 0,0 0-1 0 0,1-1 1 0 0,0 1-1 0 0,0 0 0 0 0,0 0 1 0 0,-3 6-1 0 0,4-8-81 0 0,0 1 0 0 0,0-1 1 0 0,0 1-1 0 0,0-1 0 0 0,1 1 0 0 0,-1-1 0 0 0,1 1 1 0 0,-1-1-1 0 0,1 1 0 0 0,-1 0 0 0 0,1-1 0 0 0,0 1 1 0 0,0 0-1 0 0,0 0 0 0 0,0-1 0 0 0,0 1 0 0 0,0 0 1 0 0,1-1-1 0 0,-1 1 0 0 0,0-1 0 0 0,1 1 0 0 0,-1 0 1 0 0,1-1-1 0 0,0 1 0 0 0,0-1 0 0 0,-1 1 0 0 0,1-1 1 0 0,0 1-1 0 0,0-1 0 0 0,0 0 0 0 0,0 1 0 0 0,1-1 1 0 0,-1 0-1 0 0,0 0 0 0 0,0 0 0 0 0,3 1 0 0 0,-1-1-160 0 0,0 0 0 0 0,0 0 0 0 0,0 0 0 0 0,0 0-1 0 0,0-1 1 0 0,0 0 0 0 0,0 0 0 0 0,0 0-1 0 0,0 0 1 0 0,0 0 0 0 0,0 0 0 0 0,0-1 0 0 0,0 1-1 0 0,0-1 1 0 0,6-2 0 0 0,47-22-2231 0 0,-41 18 1995 0 0,13-7-232 0 0,0-2-1 0 0,38-27 0 0 0,-47 28 1092 0 0,0 0 0 0 0,-1-1 0 0 0,29-35 0 0 0,-40 38 1638 0 0,-17 15 274 0 0,-15 14 4 0 0,5-2-1526 0 0,2-1-569 0 0,0 1-1 0 0,1 0 1 0 0,-28 31-1 0 0,44-44-196 0 0,0 0 0 0 0,0 0 0 0 0,0 1-1 0 0,0-1 1 0 0,0 0 0 0 0,0 1 0 0 0,0-1-1 0 0,1 1 1 0 0,-1-1 0 0 0,0 1 0 0 0,1-1-1 0 0,0 1 1 0 0,-1-1 0 0 0,1 1 0 0 0,0-1 0 0 0,-1 1-1 0 0,1 0 1 0 0,1 2 0 0 0,-1-3-20 0 0,0 0 0 0 0,1 0 0 0 0,0 0-1 0 0,-1 0 1 0 0,1 0 0 0 0,0 0 0 0 0,-1 0 0 0 0,1 0 0 0 0,0-1 0 0 0,0 1 0 0 0,-1 0 0 0 0,1-1 0 0 0,0 1 0 0 0,0 0-1 0 0,0-1 1 0 0,0 1 0 0 0,0-1 0 0 0,0 0 0 0 0,0 1 0 0 0,2 0 0 0 0,7 0-195 0 0,1 1 0 0 0,-1-1 1 0 0,0 0-1 0 0,17-2 0 0 0,-15 1 86 0 0,7-1 91 0 0,47 4-150 0 0,-61-3 179 0 0,-1 1 0 0 0,1 0-1 0 0,0 0 1 0 0,0 0-1 0 0,-1 1 1 0 0,1 0-1 0 0,-1 0 1 0 0,1 0-1 0 0,-1 0 1 0 0,0 1-1 0 0,4 2 1 0 0,-7-4 16 0 0,0-1 1 0 0,-1 1 0 0 0,1 0-1 0 0,-1-1 1 0 0,1 1-1 0 0,-1-1 1 0 0,1 1 0 0 0,-1 0-1 0 0,1-1 1 0 0,-1 1-1 0 0,0 0 1 0 0,1 0 0 0 0,-1-1-1 0 0,0 1 1 0 0,0 0-1 0 0,0 0 1 0 0,1 0 0 0 0,-1-1-1 0 0,0 1 1 0 0,0 0-1 0 0,0 0 1 0 0,0 0 0 0 0,0-1-1 0 0,0 1 1 0 0,-1 1-1 0 0,0 0 38 0 0,0 1 0 0 0,0-1 0 0 0,0 0 0 0 0,0-1 0 0 0,0 1 0 0 0,0 0 0 0 0,-1 0 0 0 0,1 0 0 0 0,-3 2 0 0 0,-4 3 219 0 0,0 0 0 0 0,-19 11 0 0 0,26-17-247 0 0,-2 0 4 0 0,-16 11 274 0 0,-26 21 1 0 0,41-29-361 0 0,0 0 0 0 0,0 0 0 0 0,0 0 0 0 0,1 0 0 0 0,-1 0 0 0 0,1 1 0 0 0,0 0 0 0 0,0-1 0 0 0,0 1 0 0 0,1 0 0 0 0,-3 9 0 0 0,4-13 18 0 0,1-1 0 0 0,0 0 0 0 0,0 0 1 0 0,0 0-1 0 0,0 0 0 0 0,0 1 0 0 0,0-1 0 0 0,0 0 0 0 0,0 0 0 0 0,-1 0 1 0 0,1 1-1 0 0,0-1 0 0 0,0 0 0 0 0,0 0 0 0 0,0 0 0 0 0,0 1 0 0 0,0-1 1 0 0,0 0-1 0 0,0 0 0 0 0,0 0 0 0 0,0 1 0 0 0,0-1 0 0 0,0 0 0 0 0,0 0 0 0 0,1 0 1 0 0,-1 1-1 0 0,0-1 0 0 0,0 0 0 0 0,0 0 0 0 0,0 0 0 0 0,0 1 0 0 0,0-1 1 0 0,0 0-1 0 0,1 0 0 0 0,-1 0 0 0 0,0 0 0 0 0,0 0 0 0 0,0 1 0 0 0,0-1 1 0 0,0 0-1 0 0,1 0 0 0 0,-1 0 0 0 0,0 0 0 0 0,0 0 0 0 0,0 0 0 0 0,1 0 0 0 0,-1 0 1 0 0,0 0-1 0 0,0 1 0 0 0,0-1 0 0 0,1 0 0 0 0,-1 0 0 0 0,0 0 0 0 0,0 0 1 0 0,0 0-1 0 0,1-1 0 0 0,4 0-1275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7:20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8 12643 0 0,'0'0'57'0'0,"0"0"-1"0"0,0-1 1 0 0,0 1 0 0 0,0 0 0 0 0,0-1 0 0 0,0 1 0 0 0,0 0 0 0 0,-1-1 0 0 0,1 1-1 0 0,0 0 1 0 0,0-1 0 0 0,0 1 0 0 0,0 0 0 0 0,-1 0 0 0 0,1-1 0 0 0,0 1 0 0 0,0 0-1 0 0,0 0 1 0 0,-1-1 0 0 0,1 1 0 0 0,0 0 0 0 0,-1 0 0 0 0,1 0 0 0 0,0-1 0 0 0,0 1-1 0 0,-1 0 1 0 0,1 0 0 0 0,0 0 0 0 0,-1 0 0 0 0,1 0 0 0 0,-1 0 0 0 0,-15-1 1484 0 0,-19 10 311 0 0,31-8-1731 0 0,-1 0-2 0 0,0 1 0 0 0,0 0 0 0 0,-1 1 0 0 0,1-1 0 0 0,1 1 0 0 0,-1 0 0 0 0,0 0 0 0 0,1 0 0 0 0,-1 1 0 0 0,1 0 0 0 0,0 0 0 0 0,0 0 0 0 0,1 0 0 0 0,-1 0 0 0 0,1 1 0 0 0,0 0 0 0 0,0 0 0 0 0,-4 10 0 0 0,5-12-126 0 0,1 1 0 0 0,0-1 0 0 0,0 1 0 0 0,1 0 0 0 0,-1-1 0 0 0,1 1 0 0 0,-1 0 0 0 0,1 0-1 0 0,1-1 1 0 0,-1 1 0 0 0,0 0 0 0 0,1 0 0 0 0,0-1 0 0 0,0 1 0 0 0,0 0 0 0 0,0-1 0 0 0,0 1-1 0 0,1-1 1 0 0,0 0 0 0 0,-1 1 0 0 0,1-1 0 0 0,1 0 0 0 0,-1 0 0 0 0,0 0 0 0 0,1 0 0 0 0,-1-1-1 0 0,1 1 1 0 0,6 3 0 0 0,7 5-76 0 0,0 0-1 0 0,1-2 0 0 0,29 12 0 0 0,-24-12 59 0 0,38 24 0 0 0,-59-32 50 0 0,0-1 1 0 0,1 1-1 0 0,-1 0 1 0 0,0 0-1 0 0,0-1 0 0 0,0 1 1 0 0,0 0-1 0 0,0 0 1 0 0,0 0-1 0 0,-1 0 0 0 0,1 0 1 0 0,0 1-1 0 0,0-1 1 0 0,-1 0-1 0 0,1 0 0 0 0,-1 0 1 0 0,1 1-1 0 0,-1-1 1 0 0,1 0-1 0 0,-1 1 1 0 0,0-1-1 0 0,0 0 0 0 0,1 3 1 0 0,-2-2 45 0 0,1 0 0 0 0,-1 0 0 0 0,0 0 0 0 0,1-1 0 0 0,-1 1 0 0 0,0 0 0 0 0,0 0 0 0 0,0-1 0 0 0,0 1 0 0 0,0 0 0 0 0,-1-1 0 0 0,1 1 0 0 0,0-1 0 0 0,-3 2 0 0 0,-4 4 169 0 0,0-1 1 0 0,-1-1-1 0 0,0 1 0 0 0,0-1 0 0 0,-10 3 1 0 0,-3 0 2 0 0,0-1 0 0 0,-44 7 0 0 0,46-11-819 0 0,0 2 1 0 0,0 0-1 0 0,1 1 1 0 0,-25 10-1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7:21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501 51 3225 0 0,'-14'-23'8420'0'0,"-3"4"-4528"0"0,16 18-3831 0 0,0 0 1 0 0,-1 0 0 0 0,1 0-1 0 0,0 0 1 0 0,-1 1 0 0 0,1-1-1 0 0,-1 1 1 0 0,1-1 0 0 0,0 1-1 0 0,-1 0 1 0 0,1-1 0 0 0,-1 1-1 0 0,1 0 1 0 0,-1 0 0 0 0,1 0-1 0 0,-1 0 1 0 0,1 0 0 0 0,-1 0-1 0 0,1 1 1 0 0,-1-1 0 0 0,1 0-1 0 0,-1 1 1 0 0,1-1 0 0 0,-1 1-1 0 0,1-1 1 0 0,0 1 0 0 0,-1 0-1 0 0,1 0 1 0 0,0 0 0 0 0,0-1-1 0 0,-1 1 1 0 0,0 2 0 0 0,-3 2 40 0 0,-1 0 0 0 0,2 1 0 0 0,-1-1 0 0 0,1 1 0 0 0,-1 0 0 0 0,2 0 0 0 0,-1 1 1 0 0,1-1-1 0 0,0 1 0 0 0,-4 12 0 0 0,-1 7-16 0 0,-5 42-1 0 0,10-51-22 0 0,-29 177-39 0 0,-9 254 0 0 0,42-420-237 0 0,1 1 0 0 0,2-1-1 0 0,0 0 1 0 0,16 52 0 0 0,-9-37-296 0 0,-19-59-246 0 0,0-1 0 0 0,-18-23 0 0 0,-7-11 213 0 0,-39-70 1149 0 0,-57-103 2228 0 0,116 200-2340 0 0,9 20-301 0 0,1-1 0 0 0,-1-1 0 0 0,1 1 0 0 0,1 0 0 0 0,-1-1 1 0 0,1 1-1 0 0,0-1 0 0 0,0 0 0 0 0,1 0 0 0 0,-2-10 0 0 0,3 15-175 0 0,0 0-1 0 0,1 1 1 0 0,-1-1-1 0 0,0 0 1 0 0,1 1 0 0 0,-1-1-1 0 0,0 0 1 0 0,1 1-1 0 0,-1-1 1 0 0,1 1-1 0 0,-1-1 1 0 0,1 1 0 0 0,0-1-1 0 0,-1 1 1 0 0,1-1-1 0 0,-1 1 1 0 0,1-1 0 0 0,0 1-1 0 0,-1 0 1 0 0,1 0-1 0 0,0-1 1 0 0,-1 1-1 0 0,1 0 1 0 0,0 0 0 0 0,0 0-1 0 0,-1-1 1 0 0,1 1-1 0 0,0 0 1 0 0,0 0-1 0 0,-1 0 1 0 0,2 0 0 0 0,27 2-114 0 0,-26-1 123 0 0,42 4-736 0 0,1-2-1 0 0,75-4 1 0 0,-94-2 119 0 0,-1 0 0 0 0,1-2 0 0 0,-1-1 0 0 0,0-1-1 0 0,47-19 1 0 0,-37 11 298 0 0,28-13-233 0 0,-58 25 751 0 0,0-1 0 0 0,0 1 0 0 0,-1-1 0 0 0,0 0 0 0 0,1 0 0 0 0,-2-1 0 0 0,10-9 0 0 0,-21 21 1852 0 0,-24 29-1322 0 0,17-12-686 0 0,0 1-1 0 0,2 0 0 0 0,1 1 1 0 0,-10 34-1 0 0,17-45-44 0 0,0 0-1 0 0,1 1 1 0 0,1-1 0 0 0,1 1-1 0 0,0-1 1 0 0,1 1-1 0 0,0-1 1 0 0,1 1 0 0 0,5 20-1 0 0,-5-32-62 0 0,0 0 0 0 0,0 0 0 0 0,1 0 0 0 0,-1 0-1 0 0,1 0 1 0 0,0-1 0 0 0,0 1 0 0 0,0 0 0 0 0,1-1 0 0 0,0 1-1 0 0,-1-1 1 0 0,1 0 0 0 0,0 0 0 0 0,0 0 0 0 0,1 0 0 0 0,6 4-1 0 0,-8-6 12 0 0,1 0-1 0 0,-1 0 0 0 0,1 0 0 0 0,-1 0 0 0 0,1 0 0 0 0,-1-1 0 0 0,1 1 0 0 0,0-1 0 0 0,-1 0 0 0 0,1 1 0 0 0,0-1 0 0 0,-1 0 0 0 0,1-1 1 0 0,0 1-1 0 0,-1 0 0 0 0,1-1 0 0 0,0 0 0 0 0,-1 1 0 0 0,1-1 0 0 0,-1 0 0 0 0,1 0 0 0 0,-1-1 0 0 0,1 1 0 0 0,-1 0 0 0 0,0-1 0 0 0,0 0 1 0 0,3-1-1 0 0,3-5-103 0 0,1-1 1 0 0,-1 0 0 0 0,-1 0-1 0 0,1 0 1 0 0,-2-1-1 0 0,8-13 1 0 0,30-69 147 0 0,-29 56-57 0 0,-9 24 61 0 0,-2 5 196 0 0,0-1 0 0 0,-1 1 0 0 0,0-1 0 0 0,0 0 0 0 0,-1 0 0 0 0,2-16 0 0 0,-27 90 2779 0 0,16-42-2932 0 0,1 0 0 0 0,-3 25 0 0 0,8-40-454 0 0,1 1 0 0 0,0-1 0 0 0,1 14-1 0 0,0-19-362 0 0,0 1 0 0 0,0 0 0 0 0,0-1 0 0 0,0 1-1 0 0,1-1 1 0 0,0 0 0 0 0,0 0 0 0 0,2 5 0 0 0,3 0-5328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7:21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11546 0 0,'3'-11'589'0'0,"0"0"-1"0"0,1 0 1 0 0,0 0-1 0 0,1 1 0 0 0,9-14 1 0 0,-11 22 704 0 0,-1 8-688 0 0,-2 11-62 0 0,-15 54-215 0 0,11-54-455 0 0,0 1-1 0 0,0 0 0 0 0,0 29 1 0 0,4-47 115 0 0,0 0 0 0 0,0 0 1 0 0,-1 0-1 0 0,1 0 0 0 0,0 0 1 0 0,0 1-1 0 0,0-1 0 0 0,0 0 1 0 0,0 0-1 0 0,0 0 0 0 0,0 0 0 0 0,0 1 1 0 0,0-1-1 0 0,0 0 0 0 0,0 0 1 0 0,0 0-1 0 0,0 1 0 0 0,0-1 1 0 0,0 0-1 0 0,0 0 0 0 0,0 0 1 0 0,0 0-1 0 0,0 1 0 0 0,0-1 1 0 0,0 0-1 0 0,0 0 0 0 0,0 0 1 0 0,0 0-1 0 0,0 1 0 0 0,0-1 0 0 0,0 0 1 0 0,1 0-1 0 0,-1 0 0 0 0,0 0 1 0 0,0 0-1 0 0,0 1 0 0 0,0-1 1 0 0,0 0-1 0 0,1 0 0 0 0,-1 0 1 0 0,0 0-1 0 0,0 0 0 0 0,0 0 1 0 0,0 0-1 0 0,0 0 0 0 0,1 0 1 0 0,-1 1-1 0 0,0-1 0 0 0,0 0 0 0 0,0 0 1 0 0,1 0-1 0 0,-1 0 0 0 0,0 0 1 0 0,0 0-1 0 0,0 0 0 0 0,1 0 1 0 0,8-12-266 0 0,6-21 139 0 0,2-17 104 0 0,16-37 729 0 0,-29 79-487 0 0,0 0 0 0 0,1 0 0 0 0,0 0 0 0 0,0 1 0 0 0,0-1 0 0 0,1 1 0 0 0,13-11 0 0 0,-18 17-173 0 0,-1 0 1 0 0,1 0-1 0 0,0 0 1 0 0,0 1-1 0 0,0-1 1 0 0,-1 0-1 0 0,1 1 0 0 0,0-1 1 0 0,0 1-1 0 0,0-1 1 0 0,0 1-1 0 0,0-1 0 0 0,0 1 1 0 0,0 0-1 0 0,0-1 1 0 0,0 1-1 0 0,0 0 1 0 0,1 0-1 0 0,-1 0 0 0 0,0 0 1 0 0,0 0-1 0 0,0 0 1 0 0,0 0-1 0 0,0 0 1 0 0,0 0-1 0 0,0 1 0 0 0,0-1 1 0 0,0 0-1 0 0,0 1 1 0 0,0-1-1 0 0,0 1 0 0 0,0-1 1 0 0,0 1-1 0 0,0-1 1 0 0,0 1-1 0 0,0 0 1 0 0,0-1-1 0 0,-1 1 0 0 0,1 0 1 0 0,0 0-1 0 0,0-1 1 0 0,-1 1-1 0 0,1 0 1 0 0,-1 0-1 0 0,1 0 0 0 0,-1 0 1 0 0,1 0-1 0 0,0 1 1 0 0,2 7-3 0 0,1 0-1 0 0,-1 1 1 0 0,0-1 0 0 0,1 15 0 0 0,-1-10-125 0 0,-1-5-362 0 0,1 0 0 0 0,-1 0 0 0 0,8 14 0 0 0,-8-19-122 0 0,0-1 0 0 0,0-1-1 0 0,0 1 1 0 0,0 0 0 0 0,0 0-1 0 0,1-1 1 0 0,-1 1 0 0 0,4 1 0 0 0,2 1-4528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7:21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144 123 3681 0 0,'7'-14'3896'0'0,"-2"6"-2321"0"0,0-1 0 0 0,-1 0 0 0 0,5-18 0 0 0,-8 26-1429 0 0,0-1 0 0 0,-1 0 0 0 0,0 0 0 0 0,1 0 0 0 0,-1 0 0 0 0,0 0 0 0 0,0 0 0 0 0,0 0 0 0 0,0 0 0 0 0,0 0 0 0 0,-1 0 0 0 0,1 0 0 0 0,-1 1 0 0 0,1-1 0 0 0,-1 0 0 0 0,0 0 0 0 0,1 0 0 0 0,-1 1 0 0 0,0-1 0 0 0,0 0 0 0 0,0 1 0 0 0,-1-1 0 0 0,1 1 0 0 0,0-1 0 0 0,-2-1 0 0 0,1 2-32 0 0,0 0 1 0 0,0 0-1 0 0,0 0 0 0 0,1 1 0 0 0,-1-1 0 0 0,0 0 1 0 0,0 1-1 0 0,0-1 0 0 0,0 1 0 0 0,0 0 0 0 0,0 0 1 0 0,0 0-1 0 0,0 0 0 0 0,0 0 0 0 0,0 0 0 0 0,0 1 1 0 0,0-1-1 0 0,0 0 0 0 0,0 1 0 0 0,0 0 0 0 0,0-1 1 0 0,1 1-1 0 0,-1 0 0 0 0,0 0 0 0 0,0 0 0 0 0,-1 2 1 0 0,-4 1 66 0 0,1 0-1 0 0,0 1 1 0 0,0-1 0 0 0,0 2 0 0 0,-7 8 0 0 0,4-3-130 0 0,2-1 0 0 0,-1 2 1 0 0,2-1-1 0 0,0 1 0 0 0,0 0 0 0 0,1 0 0 0 0,0 1 1 0 0,-3 13-1 0 0,7-20-95 0 0,0 0 1 0 0,0 0 0 0 0,0 0-1 0 0,1 1 1 0 0,0-1 0 0 0,0 0-1 0 0,1 0 1 0 0,1 11 0 0 0,-1-14-42 0 0,0 1 1 0 0,1-1-1 0 0,-1 1 1 0 0,1-1 0 0 0,-1 0-1 0 0,1 0 1 0 0,0 0-1 0 0,0 0 1 0 0,1 0-1 0 0,-1 0 1 0 0,1 0-1 0 0,-1-1 1 0 0,1 1 0 0 0,0-1-1 0 0,5 4 1 0 0,-4-4-129 0 0,1 0 0 0 0,-1 0 1 0 0,1-1-1 0 0,0 0 0 0 0,-1 0 0 0 0,1 0 1 0 0,0 0-1 0 0,0 0 0 0 0,0-1 0 0 0,-1 0 1 0 0,1 0-1 0 0,0-1 0 0 0,0 1 0 0 0,0-1 1 0 0,-1 0-1 0 0,1 0 0 0 0,6-3 1 0 0,-1 1-714 0 0,-1-1 0 0 0,1 0 0 0 0,-1 0 0 0 0,0-1 0 0 0,0-1 1 0 0,0 1-1 0 0,9-9 0 0 0,1-3-3119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7:22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74 321 3225 0 0,'28'-63'288'0'0,"-22"46"1344"0"0,15-36 1520 0 0,-3-1 0 0 0,12-60 1 0 0,-30 94-853 0 0,-2 21-343 0 0,-2 11-1025 0 0,-6 42-796 0 0,2 0 0 0 0,2 1 0 0 0,3 0 0 0 0,4 59 0 0 0,2-84-514 0 0,-1-13-61 0 0,-1 1 0 0 0,-1-1 0 0 0,0 1 0 0 0,-3 18 0 0 0,3-35 393 0 0,0 0-1 0 0,0 0 0 0 0,0 0 0 0 0,-1-1 1 0 0,1 1-1 0 0,0 0 0 0 0,0 0 0 0 0,-1 0 0 0 0,1 0 1 0 0,0 0-1 0 0,-1 0 0 0 0,1-1 0 0 0,-1 1 0 0 0,1 0 1 0 0,-1 0-1 0 0,1-1 0 0 0,-1 1 0 0 0,0 0 0 0 0,1-1 1 0 0,-1 1-1 0 0,0 0 0 0 0,1-1 0 0 0,-1 1 0 0 0,0-1 1 0 0,-1 1-1 0 0,1-1-77 0 0,0 0 1 0 0,0 0-1 0 0,0 0 1 0 0,0-1-1 0 0,0 1 1 0 0,0 0-1 0 0,0-1 1 0 0,0 1-1 0 0,0 0 1 0 0,0-1-1 0 0,0 0 1 0 0,0 1-1 0 0,0-1 1 0 0,0 1-1 0 0,0-1 1 0 0,1 0-1 0 0,-1 0 1 0 0,-1 0-1 0 0,-4-6-703 0 0,0-1 0 0 0,0 1 0 0 0,-7-16-1 0 0,-4-8 2731 0 0,1 0 1 0 0,2-2-1 0 0,-16-56 0 0 0,24 55-646 0 0,5 33-1182 0 0,1-1 0 0 0,0 1 0 0 0,-1-1 0 0 0,1 1 0 0 0,0 0 0 0 0,0-1-1 0 0,0 1 1 0 0,0 0 0 0 0,1-1 0 0 0,-1 1 0 0 0,0-1 0 0 0,1 1 0 0 0,-1 0 0 0 0,0-1-1 0 0,1 1 1 0 0,-1 0 0 0 0,1 0 0 0 0,0-1 0 0 0,0 1 0 0 0,1-2 0 0 0,-1 3-65 0 0,1 0 0 0 0,0-1 1 0 0,0 1-1 0 0,-1 0 1 0 0,1 0-1 0 0,0 0 0 0 0,0 0 1 0 0,-1 1-1 0 0,1-1 1 0 0,0 0-1 0 0,0 1 0 0 0,-1-1 1 0 0,1 1-1 0 0,-1-1 1 0 0,1 1-1 0 0,0 0 1 0 0,-1 0-1 0 0,3 1 0 0 0,27 20-628 0 0,-30-21 573 0 0,5 4-817 0 0,1 0-1 0 0,-1-1 1 0 0,1 0 0 0 0,0 0-1 0 0,12 4 1 0 0,-2-3-5077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7:22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43 9442 0 0,'3'-1'315'0'0,"1"-1"0"0"0,0 1 0 0 0,-1-1-1 0 0,0 0 1 0 0,1 1 0 0 0,3-4 0 0 0,-6 4-137 0 0,0 1 0 0 0,0-1 0 0 0,-1 0 1 0 0,1 1-1 0 0,0-1 0 0 0,0 0 0 0 0,-1 0 0 0 0,1 0 0 0 0,0 1 0 0 0,-1-1 1 0 0,1 0-1 0 0,-1 0 0 0 0,1 0 0 0 0,-1 0 0 0 0,1 0 0 0 0,-1 0 1 0 0,0 0-1 0 0,1 0 0 0 0,-1 0 0 0 0,0 0 0 0 0,0 0 0 0 0,0-1 0 0 0,0 1 1 0 0,0 0-1 0 0,0 0 0 0 0,0 0 0 0 0,0-1 0 0 0,-1 2-125 0 0,1 0 1 0 0,0-1-1 0 0,0 1 0 0 0,-1 0 0 0 0,1 0 0 0 0,0 0 1 0 0,0 0-1 0 0,-1 0 0 0 0,1 0 0 0 0,0 0 0 0 0,-1-1 0 0 0,1 1 1 0 0,0 0-1 0 0,-1 0 0 0 0,1 0 0 0 0,0 0 0 0 0,-1 0 1 0 0,1 0-1 0 0,0 0 0 0 0,-1 1 0 0 0,1-1 0 0 0,0 0 0 0 0,0 0 1 0 0,-1 0-1 0 0,1 0 0 0 0,0 0 0 0 0,-1 0 0 0 0,1 1 1 0 0,0-1-1 0 0,0 0 0 0 0,-1 0 0 0 0,1 0 0 0 0,0 1 1 0 0,0-1-1 0 0,-1 0 0 0 0,1 0 0 0 0,0 1 0 0 0,0-1 0 0 0,0 0 1 0 0,0 0-1 0 0,-1 1 0 0 0,1-1 0 0 0,0 1 0 0 0,-11 12 393 0 0,3 4-415 0 0,1 1-1 0 0,0 0 0 0 0,2 0 1 0 0,0 0-1 0 0,0 1 0 0 0,2 0 1 0 0,0 0-1 0 0,2 0 1 0 0,0 0-1 0 0,1 0 0 0 0,1 1 1 0 0,0-1-1 0 0,7 27 1 0 0,-8-43-384 0 0,1 0 0 0 0,0 0 0 0 0,0 0 0 0 0,0 0 0 0 0,0 0 0 0 0,1 0 0 0 0,-1 0 0 0 0,1 0 0 0 0,3 4-1 0 0,-1-4-1622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7:22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15 283 10370 0 0,'-9'-159'3342'0'0,"4"36"1178"0"0,10 160-2010 0 0,11 35-4877 0 0,-11-50 1188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7:23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88 3681 0 0,'-21'22'598'0'0,"17"-15"804"0"0,-1 0-1 0 0,1 0 1 0 0,0 1 0 0 0,1-1 0 0 0,0 1-1 0 0,-3 8 1 0 0,1 2-710 0 0,-8 33-1 0 0,12-46-684 0 0,1-1-1 0 0,-1 1 0 0 0,1 0 0 0 0,0 0 0 0 0,0 0 1 0 0,0 0-1 0 0,1 0 0 0 0,0-1 0 0 0,0 1 1 0 0,0 0-1 0 0,0 0 0 0 0,4 6 0 0 0,-5-10-21 0 0,1 0 0 0 0,-1 0 0 0 0,1 0 0 0 0,-1 0 0 0 0,1 0 0 0 0,0 0 0 0 0,-1 0 0 0 0,1 0 0 0 0,0 0-1 0 0,0 0 1 0 0,0 0 0 0 0,0-1 0 0 0,0 1 0 0 0,0 0 0 0 0,0-1 0 0 0,0 1 0 0 0,0-1 0 0 0,0 1 0 0 0,0-1 0 0 0,1 1 0 0 0,-1-1-1 0 0,0 0 1 0 0,2 1 0 0 0,-1-1-18 0 0,0-1-1 0 0,0 1 0 0 0,0-1 0 0 0,0 1 0 0 0,-1-1 1 0 0,1 1-1 0 0,0-1 0 0 0,0 0 0 0 0,-1 0 1 0 0,1 0-1 0 0,-1 0 0 0 0,1 0 0 0 0,2-2 1 0 0,2-3-48 0 0,0 0 1 0 0,-1 0 0 0 0,0-1 0 0 0,0 0-1 0 0,7-12 1 0 0,-8 11 304 0 0,-1-1-1 0 0,1 0 1 0 0,-2 1 0 0 0,1-1-1 0 0,-1 0 1 0 0,-1 0 0 0 0,1 0-1 0 0,-2 0 1 0 0,1-10 0 0 0,-1 14 73 0 0,0 1-1 0 0,-1-1 1 0 0,1 1 0 0 0,-1-1 0 0 0,0 1 0 0 0,0-1-1 0 0,0 1 1 0 0,0 0 0 0 0,-1-1 0 0 0,0 1 0 0 0,0 0-1 0 0,0 0 1 0 0,0 0 0 0 0,-1 1 0 0 0,0-1 0 0 0,1 0 0 0 0,-1 1-1 0 0,-1 0 1 0 0,1-1 0 0 0,-4-2 0 0 0,65 49-4174 0 0,-42-35 1653 0 0,-8-4 1634 0 0,-1 0 1 0 0,1 0-1 0 0,-1 1 1 0 0,7 5-1 0 0,-13-9 701 0 0,1 0-1 0 0,-1 0 1 0 0,0 0-1 0 0,0-1 1 0 0,0 2-1 0 0,-1-1 1 0 0,1 0-1 0 0,0 0 1 0 0,0 0-1 0 0,-1 0 1 0 0,1 0-1 0 0,0 1 1 0 0,-1-1-1 0 0,1 0 0 0 0,-1 1 1 0 0,0-1-1 0 0,1 0 1 0 0,-1 1-1 0 0,0-1 1 0 0,0 0-1 0 0,0 1 1 0 0,0-1-1 0 0,0 1 1 0 0,0-1-1 0 0,0 0 1 0 0,0 1-1 0 0,-1-1 1 0 0,1 0-1 0 0,0 1 1 0 0,-1-1-1 0 0,0 2 1 0 0,1-3-98 0 0,0 0 1 0 0,0 0 0 0 0,0 0 0 0 0,0 0 0 0 0,0 0-1 0 0,-1 0 1 0 0,1 0 0 0 0,0 0 0 0 0,0 0 0 0 0,0 0-1 0 0,0 0 1 0 0,0 0 0 0 0,0 0 0 0 0,0 0-1 0 0,0 1 1 0 0,0-1 0 0 0,0 0 0 0 0,0 0 0 0 0,0 0-1 0 0,0 0 1 0 0,0 0 0 0 0,0 0 0 0 0,0 0 0 0 0,0 0-1 0 0,0 0 1 0 0,0 1 0 0 0,0-1 0 0 0,0 0-1 0 0,0 0 1 0 0,0 0 0 0 0,0 0 0 0 0,0 0 0 0 0,0 0-1 0 0,0 0 1 0 0,0 0 0 0 0,0 0 0 0 0,0 1 0 0 0,0-1-1 0 0,0 0 1 0 0,0 0 0 0 0,0 0 0 0 0,0 0 0 0 0,0 0-1 0 0,0 0 1 0 0,0 0 0 0 0,0 0 0 0 0,0 0-1 0 0,0 0 1 0 0,0 0 0 0 0,1 1 0 0 0,-1-1 0 0 0,0 0-1 0 0,0 0 1 0 0,0 0 0 0 0,0 0 0 0 0,0 0 0 0 0,0 0-1 0 0,0 0 1 0 0,0 0 0 0 0,0 0 0 0 0,0 0-1 0 0,1 0 1 0 0,-1 0 0 0 0,0 0 0 0 0,9-4 148 0 0,9-11-252 0 0,25-47-224 0 0,-36 49 513 0 0,1 0 1 0 0,0 1-1 0 0,1 0 0 0 0,1 1 1 0 0,0 0-1 0 0,20-17 0 0 0,-28 25-23 0 0,1 1-1 0 0,0 1 0 0 0,0-1 1 0 0,0 0-1 0 0,0 1 0 0 0,0-1 1 0 0,0 1-1 0 0,1 0 0 0 0,-1 0 0 0 0,0 0 1 0 0,1 1-1 0 0,-1-1 0 0 0,1 1 1 0 0,-1 0-1 0 0,4 0 0 0 0,-5 0-91 0 0,0 1 0 0 0,0-1-1 0 0,0 1 1 0 0,0 0 0 0 0,-1 0 0 0 0,1 0-1 0 0,0 0 1 0 0,-1 0 0 0 0,1 0-1 0 0,-1 0 1 0 0,1 1 0 0 0,-1-1 0 0 0,1 1-1 0 0,-1-1 1 0 0,0 1 0 0 0,0-1 0 0 0,1 1-1 0 0,-1 0 1 0 0,-1 0 0 0 0,1-1-1 0 0,0 1 1 0 0,0 0 0 0 0,-1 0 0 0 0,1 0-1 0 0,-1 0 1 0 0,1 0 0 0 0,-1 2 0 0 0,5 16-38 0 0,-2 0 0 0 0,0 1 0 0 0,-1-1 0 0 0,-1 1 0 0 0,-1 0 0 0 0,-4 32 0 0 0,3-50-386 0 0,0 1-1 0 0,0-1 0 0 0,0 0 0 0 0,-1 1 1 0 0,1-1-1 0 0,-1 0 0 0 0,1 0 0 0 0,-1 0 1 0 0,-3 4-1 0 0,-2 1-1325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7:23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5065 0 0,'23'1'10405'0'0,"-15"0"-9881"0"0,0-1 0 0 0,-1 0 0 0 0,1 0 0 0 0,0-1 0 0 0,-1 0 1 0 0,11-2-1 0 0,34-17-48 0 0,-39 15-1860 0 0,-4 4-3216 0 0,1 1-1269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7:24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0 296 5529 0 0,'3'-24'2066'0'0,"1"1"0"0"0,1 0 0 0 0,1 0 1 0 0,1 0-1 0 0,11-23 0 0 0,13-17-1321 0 0,-28 58-662 0 0,0 1 1 0 0,0 0 0 0 0,1 0-1 0 0,-1 0 1 0 0,1 0 0 0 0,0 1-1 0 0,0 0 1 0 0,0-1 0 0 0,0 1-1 0 0,0 1 1 0 0,1-1 0 0 0,-1 1-1 0 0,1-1 1 0 0,0 1 0 0 0,0 1-1 0 0,10-3 1 0 0,6-1 168 0 0,1 2 0 0 0,38-2 0 0 0,-30 3-16 0 0,-21 2-176 0 0,-1-1 1 0 0,1 1 0 0 0,-1 1 0 0 0,1 0 0 0 0,-1 0 0 0 0,0 0 0 0 0,1 1 0 0 0,-1 0-1 0 0,0 1 1 0 0,14 6 0 0 0,-19-7-22 0 0,0 0-1 0 0,0 0 0 0 0,0 0 1 0 0,0 0-1 0 0,0 1 0 0 0,-1-1 1 0 0,1 1-1 0 0,-1 0 1 0 0,1-1-1 0 0,-1 1 0 0 0,0 0 1 0 0,0 1-1 0 0,0-1 1 0 0,-1 0-1 0 0,1 0 0 0 0,-1 1 1 0 0,0-1-1 0 0,0 1 0 0 0,0-1 1 0 0,0 1-1 0 0,0 0 1 0 0,-1-1-1 0 0,0 1 0 0 0,0 0 1 0 0,0-1-1 0 0,0 1 0 0 0,-1 4 1 0 0,-4 19 95 0 0,-2-1 0 0 0,-1 0 1 0 0,0 0-1 0 0,-24 46 0 0 0,-8 23-454 0 0,29-63-1374 0 0,8-18-52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7:24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16588 0 0,'2'4'6761'0'0,"-1"11"-5391"0"0,2 5-1056 0 0,2-5-1629 0 0,-5-14 1135 0 0,0-1-1 0 0,0 0 1 0 0,1 1-1 0 0,-1-1 1 0 0,0 0-1 0 0,0 0 1 0 0,0 1-1 0 0,0-1 1 0 0,1 0-1 0 0,-1 0 1 0 0,0 0-1 0 0,0 1 1 0 0,0-1-1 0 0,1 0 1 0 0,-1 0-1 0 0,0 0 1 0 0,0 1-1 0 0,1-1 1 0 0,-1 0-1 0 0,0 0 1 0 0,1 0-1 0 0,-1 0 1 0 0,0 0-1 0 0,0 0 1 0 0,1 0-1 0 0,-1 0 1 0 0,0 0-1 0 0,1 0 1 0 0,-1 0-1 0 0,0 0 1 0 0,1 0-1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27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37 4201 0 0,'-6'41'3135'0'0,"3"-33"-2887"0"0,2 0 0 0 0,-1 0 0 0 0,1 12 0 0 0,10 342 2589 0 0,-21-120-2528 0 0,4-37 1188 0 0,7-187-1484 0 0,2 0 1 0 0,0 0 0 0 0,1 0-1 0 0,1 0 1 0 0,0-1 0 0 0,8 22-1 0 0,7 42 28 0 0,-18-76-14 0 0,0-1 0 0 0,0 1 0 0 0,-1 0 0 0 0,0-1 0 0 0,0 1 0 0 0,0 0 0 0 0,0-1 0 0 0,-1 1 0 0 0,1-1 0 0 0,-1 0 0 0 0,-4 8 0 0 0,6-11 37 0 0,0 0 0 0 0,0 0 0 0 0,0 0 0 0 0,0 0 0 0 0,0 0 1 0 0,0 0-1 0 0,0 0 0 0 0,0 0 0 0 0,1-1 0 0 0,-1 1 0 0 0,0 0 0 0 0,1 0 0 0 0,-1 0 1 0 0,1 0-1 0 0,-1 0 0 0 0,1 0 0 0 0,-1 0 0 0 0,1-1 0 0 0,0 1 0 0 0,-1 0 0 0 0,1-1 0 0 0,0 1 1 0 0,0 0-1 0 0,-1-1 0 0 0,1 1 0 0 0,0-1 0 0 0,0 1 0 0 0,0-1 0 0 0,0 1 0 0 0,1-1 1 0 0,2 3-2 0 0,0-1 0 0 0,0 0 0 0 0,1 0 1 0 0,-1 0-1 0 0,9 2 0 0 0,26 0-2 0 0,0-2 1 0 0,0-2-1 0 0,0-1 0 0 0,41-7 1 0 0,65-2 76 0 0,-39 12-138 0 0,56-1 0 0 0,-71-2 13 0 0,-59 2-5 0 0,0-1 1 0 0,-1-2-1 0 0,1-1 1 0 0,0-1 0 0 0,40-12-1 0 0,109-49 56 0 0,-177 64-55 0 0,1-1 0 0 0,-1 0-1 0 0,0 0 1 0 0,0 0-1 0 0,0 0 1 0 0,0-1-1 0 0,0 1 1 0 0,-1-1-1 0 0,6-5 1 0 0,-42-10 1199 0 0,32 17-1178 0 0,-1 0-1 0 0,1 0 1 0 0,0 0-1 0 0,-1-1 0 0 0,1 1 1 0 0,0 0-1 0 0,0-1 1 0 0,-1 1-1 0 0,1-1 1 0 0,0 0-1 0 0,1 1 1 0 0,-1-1-1 0 0,0 0 1 0 0,0 1-1 0 0,1-1 1 0 0,-1 0-1 0 0,1 0 1 0 0,-1-2-1 0 0,-3-39-117 0 0,4 30 131 0 0,-3-75-43 0 0,16-152 0 0 0,-7 174 16 0 0,-4 1 0 0 0,-2 0 0 0 0,-11-89 0 0 0,1 42-16 0 0,7 59 0 0 0,-11-54 0 0 0,11 96 0 0 0,1 0 0 0 0,0-1 0 0 0,-1-19 0 0 0,6 20 98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32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71 341 9218 0 0,'-5'3'317'0'0,"2"-2"-186"0"0,0 0 0 0 0,1 1-1 0 0,-1-1 1 0 0,1 1 0 0 0,-1-1 0 0 0,1 1 0 0 0,0 0 0 0 0,0 0 0 0 0,-1 0 0 0 0,1 0 0 0 0,1 0 0 0 0,-3 3 0 0 0,-1 4 140 0 0,0 1-1 0 0,1-1 1 0 0,0 1-1 0 0,0-1 1 0 0,1 1 0 0 0,1 0-1 0 0,-1 1 1 0 0,2-1-1 0 0,-1 0 1 0 0,1 0-1 0 0,2 21 1 0 0,-1-20-185 0 0,1 0-1 0 0,0 0 1 0 0,1 1-1 0 0,1-1 1 0 0,0-1 0 0 0,0 1-1 0 0,1 0 1 0 0,0-1 0 0 0,1 0-1 0 0,11 19 1 0 0,-13-25-68 0 0,0 0-1 0 0,0 0 1 0 0,1-1 0 0 0,0 1-1 0 0,-1-1 1 0 0,2 1-1 0 0,-1-1 1 0 0,0 0 0 0 0,0-1-1 0 0,1 1 1 0 0,0-1 0 0 0,-1 0-1 0 0,10 3 1 0 0,-6-3 20 0 0,0-1-1 0 0,0 0 1 0 0,-1 0-1 0 0,1 0 1 0 0,0-1 0 0 0,0-1-1 0 0,0 1 1 0 0,11-3 0 0 0,-3-1 28 0 0,-1 0 1 0 0,1-1 0 0 0,-1-1-1 0 0,0 0 1 0 0,0-1 0 0 0,-1-1-1 0 0,0 0 1 0 0,16-13 0 0 0,-16 10-21 0 0,-2-1 1 0 0,1 0 0 0 0,-2-1-1 0 0,1 0 1 0 0,-2-1 0 0 0,0 0-1 0 0,0-1 1 0 0,-2 0 0 0 0,0 0-1 0 0,0-1 1 0 0,-2 0 0 0 0,0-1-1 0 0,0 1 1 0 0,3-26 0 0 0,-5 24 179 0 0,-2 0 0 0 0,0 0 0 0 0,-1-1 0 0 0,-1 1 0 0 0,-1 0 1 0 0,0 0-1 0 0,-2 0 0 0 0,0 0 0 0 0,-1 0 0 0 0,0 1 0 0 0,-2-1 0 0 0,0 1 1 0 0,-15-29-1 0 0,16 38-162 0 0,0 1 0 0 0,0-1 0 0 0,-1 1 0 0 0,0 1 0 0 0,0-1 0 0 0,-1 1 0 0 0,0 0 0 0 0,0 0 0 0 0,0 1 1 0 0,-1 0-1 0 0,1 0 0 0 0,-1 1 0 0 0,-1 0 0 0 0,1 0 0 0 0,0 1 0 0 0,-1 0 0 0 0,0 1 0 0 0,0 0 0 0 0,0 0 0 0 0,1 0 0 0 0,-2 2 1 0 0,1-1-1 0 0,0 1 0 0 0,0 0 0 0 0,0 1 0 0 0,0 0 0 0 0,0 0 0 0 0,0 1 0 0 0,0 0 0 0 0,1 1 0 0 0,-1 0 0 0 0,1 0 0 0 0,-1 1 1 0 0,1 0-1 0 0,0 0 0 0 0,1 1 0 0 0,-15 11 0 0 0,0 5-1440 0 0,3 2-3844 0 0,2 2-1799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33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44 6913 0 0,'-1'0'57'0'0,"-1"0"1"0"0,1 0-1 0 0,0 0 0 0 0,0 0 0 0 0,0 0 0 0 0,-1 1 0 0 0,1-1 0 0 0,0 0 0 0 0,0 1 0 0 0,0-1 0 0 0,0 0 0 0 0,0 1 0 0 0,0-1 0 0 0,0 1 0 0 0,0 0 0 0 0,0-1 0 0 0,0 1 0 0 0,0 0 0 0 0,0 0 0 0 0,-1 1 0 0 0,-7 22 3084 0 0,6-13-1980 0 0,0-1-1007 0 0,-30 121 2341 0 0,30-119-2338 0 0,2 0-1 0 0,0-1 1 0 0,0 1 0 0 0,1 0-1 0 0,0 0 1 0 0,1 0-1 0 0,1 0 1 0 0,0 0-1 0 0,4 12 1 0 0,-6-22-149 0 0,1 0 0 0 0,0 0 1 0 0,0 0-1 0 0,-1 0 1 0 0,1-1-1 0 0,1 1 1 0 0,-1 0-1 0 0,0-1 1 0 0,0 1-1 0 0,0 0 1 0 0,1-1-1 0 0,-1 0 0 0 0,1 1 1 0 0,-1-1-1 0 0,1 0 1 0 0,0 0-1 0 0,-1 0 1 0 0,1 0-1 0 0,3 1 1 0 0,-2-1 23 0 0,0 0 0 0 0,0-1 0 0 0,0 1 1 0 0,1-1-1 0 0,-1 0 0 0 0,0 0 0 0 0,0 0 1 0 0,0 0-1 0 0,0-1 0 0 0,1 1 0 0 0,2-2 1 0 0,6-2 85 0 0,0 0 0 0 0,-1-1 0 0 0,0-1 0 0 0,0 1 0 0 0,12-10 0 0 0,-5 3 28 0 0,-2-1 0 0 0,0 0 0 0 0,0-1 1 0 0,-2-1-1 0 0,1 0 0 0 0,16-25 0 0 0,-24 30 78 0 0,0-1 0 0 0,0 0-1 0 0,-2 0 1 0 0,1-1 0 0 0,-1 1-1 0 0,-1-1 1 0 0,0 0 0 0 0,-1 0-1 0 0,0-1 1 0 0,-1 1 0 0 0,2-24-1 0 0,-4 33-178 0 0,0 0-1 0 0,0 1 0 0 0,0-1 0 0 0,-1 1 1 0 0,1-1-1 0 0,-1 0 0 0 0,1 1 0 0 0,-1-1 1 0 0,0 1-1 0 0,0-1 0 0 0,0 1 0 0 0,0 0 1 0 0,0-1-1 0 0,-1 1 0 0 0,1 0 0 0 0,-1 0 1 0 0,1 0-1 0 0,-1 0 0 0 0,0 0 0 0 0,0 0 1 0 0,-2-1-1 0 0,0 1 6 0 0,0 0 0 0 0,0 0 0 0 0,0 0 0 0 0,0 1 0 0 0,0-1 0 0 0,0 1 0 0 0,0 0 0 0 0,-1 0 0 0 0,1 1 0 0 0,0-1 0 0 0,-8 1 0 0 0,-6 1-196 0 0,1 1 1 0 0,0 1-1 0 0,-1 0 0 0 0,1 1 1 0 0,-21 8-1 0 0,8 0-1118 0 0,-1 1-3921 0 0,1 1-1639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33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161 169 10594 0 0,'-10'-2'389'0'0,"8"1"-208"0"0,0 0 0 0 0,0 0-1 0 0,0 0 1 0 0,0 1 0 0 0,0-1-1 0 0,0 1 1 0 0,0 0-1 0 0,0-1 1 0 0,0 1 0 0 0,0 0-1 0 0,0 0 1 0 0,0 0 0 0 0,0 1-1 0 0,0-1 1 0 0,0 0 0 0 0,0 1-1 0 0,0-1 1 0 0,0 1 0 0 0,0 0-1 0 0,1-1 1 0 0,-1 1 0 0 0,0 0-1 0 0,0 0 1 0 0,0 1 0 0 0,1-1-1 0 0,-1 0 1 0 0,1 0-1 0 0,-3 3 1 0 0,-6 8 66 0 0,1 0-1 0 0,0 0 1 0 0,1 1-1 0 0,1 1 1 0 0,0-1-1 0 0,0 1 1 0 0,1 0-1 0 0,-5 21 1 0 0,6-15-11 0 0,0 1-1 0 0,1 0 1 0 0,1-1 0 0 0,1 1-1 0 0,1 34 1 0 0,2-49-199 0 0,-1 1 1 0 0,1-1-1 0 0,0 1 0 0 0,0-1 1 0 0,1 0-1 0 0,0 0 0 0 0,0 1 1 0 0,0-1-1 0 0,1-1 0 0 0,0 1 1 0 0,0 0-1 0 0,8 10 0 0 0,-8-13-42 0 0,0 0-1 0 0,1 0 0 0 0,-1 0 0 0 0,1 0 0 0 0,0-1 0 0 0,0 1 0 0 0,-1-1 0 0 0,2 0 1 0 0,-1 0-1 0 0,0-1 0 0 0,0 1 0 0 0,0-1 0 0 0,1 0 0 0 0,-1 0 0 0 0,1 0 0 0 0,-1 0 1 0 0,1-1-1 0 0,-1 0 0 0 0,7 0 0 0 0,1-1 5 0 0,-1 0-1 0 0,0-1 1 0 0,0 0 0 0 0,1-1 0 0 0,-1 0-1 0 0,-1-1 1 0 0,1 0 0 0 0,-1-1-1 0 0,1 0 1 0 0,-1-1 0 0 0,15-11 0 0 0,-13 8 7 0 0,0-1 1 0 0,-1-1-1 0 0,0 0 0 0 0,-1 0 1 0 0,0-1-1 0 0,-1-1 1 0 0,0 1-1 0 0,8-18 1 0 0,-9 15 51 0 0,-1 0 0 0 0,0 0 0 0 0,-2-1 0 0 0,0 0 0 0 0,0 0 0 0 0,-2 0 0 0 0,0 0 0 0 0,0-1 0 0 0,-2 1 1 0 0,0-1-1 0 0,-1 1 0 0 0,-1-1 0 0 0,0 1 0 0 0,-1-1 0 0 0,-1 1 0 0 0,-1 0 0 0 0,-5-17 0 0 0,4 21 28 0 0,0 0 0 0 0,0 0 0 0 0,-1 0 0 0 0,-1 1 0 0 0,-9-12 0 0 0,14 20-109 0 0,-1 0 0 0 0,1 0 0 0 0,-1 0 0 0 0,0 0 0 0 0,0 1 0 0 0,0-1 0 0 0,0 1 0 0 0,-1 0 0 0 0,1 0 0 0 0,0 0 0 0 0,-1 0 0 0 0,0 1 0 0 0,1 0 0 0 0,-1-1 0 0 0,0 1 0 0 0,0 0 0 0 0,1 1 0 0 0,-1-1 0 0 0,0 1 0 0 0,0 0 0 0 0,-7 0 0 0 0,2 1-338 0 0,0 1 1 0 0,0 0 0 0 0,0 0-1 0 0,-16 8 1 0 0,-10 6-699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35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9074 0 0,'4'23'1874'0'0,"-4"12"-1058"0"0,-1 1 1 0 0,-6 43-1 0 0,-2 16 33 0 0,-3 81-316 0 0,-1 52-279 0 0,-19 316 928 0 0,23-427-1082 0 0,-11 234-108 0 0,14 52 403 0 0,5-361-476 0 0,-11 82 1 0 0,6-82 137 0 0,-1 80 1 0 0,10 98-407 0 0,-3-55-52 0 0,0-163 393 0 0,0 0 0 0 0,0 0 0 0 0,0 0 0 0 0,1 0 0 0 0,-1-1-1 0 0,1 1 1 0 0,-1 0 0 0 0,1 0 0 0 0,1 3 0 0 0,-2-5 5 0 0,1 0 0 0 0,-1 1 0 0 0,0-1 1 0 0,0 0-1 0 0,0 0 0 0 0,1 1 0 0 0,-1-1 0 0 0,0 0 0 0 0,0 1 0 0 0,0-1 0 0 0,1 0 1 0 0,-1 0-1 0 0,0 1 0 0 0,1-1 0 0 0,-1 0 0 0 0,0 0 0 0 0,1 0 0 0 0,-1 0 1 0 0,0 1-1 0 0,1-1 0 0 0,-1 0 0 0 0,0 0 0 0 0,1 0 0 0 0,-1 0 0 0 0,0 0 0 0 0,1 0 1 0 0,-1 0-1 0 0,0 0 0 0 0,1 0 0 0 0,-1 0 0 0 0,1 0 0 0 0,-1 0 0 0 0,0 0 1 0 0,1 0-1 0 0,-1 0 0 0 0,0-1 0 0 0,1 1 0 0 0,-1 0 0 0 0,0 0 0 0 0,1 0 0 0 0,-1 0 1 0 0,0-1-1 0 0,0 1 0 0 0,1 0 0 0 0,-1 0 0 0 0,0-1 0 0 0,1 1 0 0 0,2-3 81 0 0,-1 0 0 0 0,1 0 0 0 0,1 1 0 0 0,-1-1 0 0 0,0 1 0 0 0,0 0 0 0 0,1 0 0 0 0,-1 0 0 0 0,1 0 0 0 0,0 1-1 0 0,0 0 1 0 0,-1-1 0 0 0,1 1 0 0 0,0 1 0 0 0,0-1 0 0 0,0 0 0 0 0,0 1 0 0 0,0 0 0 0 0,0 0 0 0 0,5 1 0 0 0,0-1-56 0 0,0 0 0 0 0,0 0-1 0 0,0-1 1 0 0,0 0 0 0 0,0-1 0 0 0,0 0 0 0 0,12-4 0 0 0,60-29 80 0 0,-60 24-23 0 0,0 1-1 0 0,33-9 0 0 0,33 0-119 0 0,-75 17 35 0 0,-1 1 0 0 0,0 1 0 0 0,1-1 0 0 0,-1 2 0 0 0,20 2-1 0 0,-4 7 227 0 0,-24-8-180 0 0,0 0 0 0 0,0-1 0 0 0,0 0 1 0 0,0 1-1 0 0,0-1 0 0 0,0-1 0 0 0,1 1 1 0 0,-1 0-1 0 0,4 0 0 0 0,-4-1-37 0 0,1 0 0 0 0,-1 0 0 0 0,0-1 1 0 0,1 1-1 0 0,-1-1 0 0 0,0 1 0 0 0,0-1 0 0 0,0 0 0 0 0,1 0 1 0 0,-1-1-1 0 0,0 1 0 0 0,0-1 0 0 0,-1 1 0 0 0,1-1 0 0 0,0 0 0 0 0,0 0 1 0 0,-1 0-1 0 0,3-3 0 0 0,-1 0 3 0 0,-1 1 0 0 0,0-1 0 0 0,0 0 0 0 0,0-1 0 0 0,-1 1 0 0 0,0 0 0 0 0,0-1 0 0 0,0 1 0 0 0,1-11 0 0 0,4-30 66 0 0,3-88 0 0 0,-7 74-19 0 0,22-518-130 0 0,-30 376 195 0 0,-1 32-75 0 0,20-93-138 0 0,-7 214 63 0 0,2 0 1 0 0,2 1-1 0 0,23-61 0 0 0,-25 83 32 0 0,-1-1 0 0 0,-1 0 0 0 0,-1 0 0 0 0,-1 0 0 0 0,-1-1 0 0 0,-2 1 0 0 0,-2-56 0 0 0,-8 1 20 0 0,3 39-9 0 0,2-1 0 0 0,4-64 0 0 0,22-85-11 0 0,-22 180 0 0 0,0 1 0 0 0,-1-1 0 0 0,0 1 0 0 0,-2-15 0 0 0,2 27 1 0 0,-1-1 1 0 0,1 0-1 0 0,0 1 1 0 0,-1-1-1 0 0,1 1 1 0 0,0-1-1 0 0,-1 1 0 0 0,1-1 1 0 0,-1 1-1 0 0,1-1 1 0 0,0 1-1 0 0,-1-1 0 0 0,0 1 1 0 0,1 0-1 0 0,-1-1 1 0 0,1 1-1 0 0,-1 0 1 0 0,1-1-1 0 0,-1 1 0 0 0,0 0 1 0 0,1 0-1 0 0,-1 0 1 0 0,1-1-1 0 0,-2 1 1 0 0,-22-2 68 0 0,11 0-29 0 0,-11-2 119 0 0,0 2 1 0 0,0 0-1 0 0,-1 1 1 0 0,1 1-1 0 0,-28 4 0 0 0,11 3-31 0 0,0 0 0 0 0,-47 17 0 0 0,-75 11-285 0 0,23-6-1630 0 0,115-22-416 0 0,-41 17 0 0 0,43-12 611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39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28 8410 0 0,'-6'5'269'0'0,"1"0"0"0"0,-1 0 0 0 0,1 1 0 0 0,0-1 0 0 0,0 1 0 0 0,0 0 0 0 0,1 1 0 0 0,0-1 0 0 0,0 1 0 0 0,1 0 0 0 0,0 0 0 0 0,0 0 0 0 0,-2 10 0 0 0,0-1-23 0 0,1 1 1 0 0,1 0 0 0 0,1 1 0 0 0,-1 30 0 0 0,5 228 522 0 0,-5-207-748 0 0,0-31 6 0 0,2 0-1 0 0,2 0 1 0 0,7 51 0 0 0,-4-65-17 0 0,-1-15 3 0 0,-1 1 0 0 0,0 0 0 0 0,-1 0 1 0 0,0-1-1 0 0,-1 1 0 0 0,0 0 0 0 0,0 0 0 0 0,-4 18 0 0 0,4-27-5 0 0,0-1 0 0 0,0 1 0 0 0,0 0 0 0 0,0-1 0 0 0,0 1 0 0 0,1-1-1 0 0,-1 1 1 0 0,0-1 0 0 0,0 1 0 0 0,0 0 0 0 0,0-1 0 0 0,1 1 0 0 0,-1-1 0 0 0,0 1 0 0 0,1-1 0 0 0,-1 1 0 0 0,0-1-1 0 0,1 1 1 0 0,-1-1 0 0 0,1 0 0 0 0,-1 1 0 0 0,1-1 0 0 0,-1 1 0 0 0,1-1 0 0 0,-1 0 0 0 0,1 0 0 0 0,-1 1 0 0 0,1-1-1 0 0,-1 0 1 0 0,1 0 0 0 0,-1 0 0 0 0,1 1 0 0 0,0-1 0 0 0,-1 0 0 0 0,1 0 0 0 0,-1 0 0 0 0,2 0 0 0 0,25 2 378 0 0,-25-2-369 0 0,143-10 1118 0 0,0 0-917 0 0,121 21 38 0 0,-230-9-243 0 0,-1-3 1 0 0,0-1 0 0 0,0-1-1 0 0,43-10 1 0 0,20-3 128 0 0,-70 13-85 0 0,0-1 71 0 0,0 1 0 0 0,0 1 0 0 0,0 1 0 0 0,0 2 1 0 0,35 5-1 0 0,-54-6-99 0 0,1 1 0 0 0,0-1 0 0 0,0-1 0 0 0,0 1 0 0 0,0-2 0 0 0,-1 1 0 0 0,1-2 0 0 0,0 1 0 0 0,-1-1 1 0 0,0 0-1 0 0,0-1 0 0 0,0 0 0 0 0,0-1 0 0 0,10-7 0 0 0,-17 11 11 0 0,0 0 0 0 0,-1 0 0 0 0,1 0-1 0 0,-1 0 1 0 0,1-1 0 0 0,-1 1 0 0 0,0-1 0 0 0,1 1 0 0 0,-1-1 0 0 0,0 1 0 0 0,0-1-1 0 0,0 0 1 0 0,0 1 0 0 0,0-1 0 0 0,0 0 0 0 0,-1 0 0 0 0,1 0 0 0 0,0 0-1 0 0,-1 0 1 0 0,1-3 0 0 0,0 0 83 0 0,4-17 0 0 0,-1 1-1 0 0,-1-1 1 0 0,0 0 0 0 0,-2 0 0 0 0,-2-25-1 0 0,3-138 33 0 0,1 119-24 0 0,-11-130-1 0 0,-19 47-119 0 0,26 144-5 0 0,1 1-1 0 0,-1 0 1 0 0,0 0-1 0 0,0 0 1 0 0,-1 0-1 0 0,1 0 1 0 0,-1 0-1 0 0,0 0 1 0 0,0 1 0 0 0,0-1-1 0 0,-4-4 1 0 0,6 8-2 0 0,0 0 0 0 0,0 0 0 0 0,0 0 0 0 0,0-1 0 0 0,0 1 0 0 0,-1 0 0 0 0,1 0 0 0 0,0 0 0 0 0,0 0 0 0 0,0 0 0 0 0,0 0 0 0 0,-1 0 0 0 0,1-1 0 0 0,0 1 0 0 0,0 0 1 0 0,0 0-1 0 0,0 0 0 0 0,-1 0 0 0 0,1 0 0 0 0,0 0 0 0 0,0 0 0 0 0,0 0 0 0 0,-1 0 0 0 0,1 0 0 0 0,0 0 0 0 0,0 0 0 0 0,0 0 0 0 0,-1 0 0 0 0,1 0 0 0 0,0 0 0 0 0,0 0 0 0 0,0 0 0 0 0,-1 0 0 0 0,1 1 1 0 0,0-1-1 0 0,0 0 0 0 0,0 0 0 0 0,0 0 0 0 0,-1 0 0 0 0,1 0 0 0 0,0 0 0 0 0,0 1 0 0 0,0-1 0 0 0,0 0 0 0 0,0 0 0 0 0,-1 0 0 0 0,1 0 0 0 0,0 1 0 0 0,0-1 0 0 0,0 0 0 0 0,0 0 0 0 0,0 1 28 0 0,-1 2-658 0 0,-8 19-285 0 0,1-12-5584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40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28 10226 0 0,'-3'3'127'0'0,"0"-1"-1"0"0,1 1 1 0 0,-1 0 0 0 0,1 0-1 0 0,0 1 1 0 0,0-1-1 0 0,0 0 1 0 0,0 1 0 0 0,0-1-1 0 0,1 1 1 0 0,-2 4-1 0 0,-8 44 551 0 0,7-30-254 0 0,1-11-192 0 0,1 1 0 0 0,1-1 0 0 0,0 1-1 0 0,0 0 1 0 0,1 0 0 0 0,2 16-1 0 0,-1-26-198 0 0,-1 1 0 0 0,0-1 0 0 0,1 0 0 0 0,-1 0 0 0 0,1 0 0 0 0,0 1 0 0 0,0-1 0 0 0,0 0 0 0 0,0 0 0 0 0,0 0 0 0 0,0 0 0 0 0,0 0 0 0 0,1-1 0 0 0,-1 1 0 0 0,1 0 0 0 0,-1-1 0 0 0,1 1 0 0 0,0-1 0 0 0,-1 1 0 0 0,1-1 0 0 0,0 0 0 0 0,0 0 0 0 0,0 1 0 0 0,0-1 0 0 0,0-1 0 0 0,1 1 0 0 0,-1 0 0 0 0,0-1 0 0 0,0 1 0 0 0,0-1 0 0 0,1 1 0 0 0,-1-1 0 0 0,0 0 0 0 0,0 0 0 0 0,1 0 0 0 0,-1 0-1 0 0,0-1 1 0 0,0 1 0 0 0,1 0 0 0 0,2-2 0 0 0,3-1-1 0 0,0 1 0 0 0,-1-1 0 0 0,0-1 0 0 0,0 1 0 0 0,0-1 0 0 0,0 0-1 0 0,0-1 1 0 0,-1 0 0 0 0,0 0 0 0 0,0 0 0 0 0,0-1 0 0 0,0 0 0 0 0,-1 0 0 0 0,0 0-1 0 0,-1-1 1 0 0,1 1 0 0 0,-1-1 0 0 0,5-12 0 0 0,-6 13 0 0 0,-1 1 0 0 0,1-1 0 0 0,-1 0 0 0 0,-1 1 0 0 0,1-1-1 0 0,-1 0 1 0 0,0 0 0 0 0,0 0 0 0 0,0 0 0 0 0,-1 0 0 0 0,0 0 0 0 0,0 0 0 0 0,-1 0 0 0 0,0-1 0 0 0,0 2 0 0 0,0-1 0 0 0,-1 0 0 0 0,0 0 0 0 0,0 0 0 0 0,0 1 0 0 0,-1-1 0 0 0,0 1 0 0 0,0-1-1 0 0,0 1 1 0 0,-4-4 0 0 0,4 6 28 0 0,0 0 0 0 0,0 0 0 0 0,-1 1 0 0 0,1 0 0 0 0,-1-1 0 0 0,1 1 0 0 0,-1 1 0 0 0,1-1 0 0 0,-1 0 0 0 0,0 1 0 0 0,0 0 0 0 0,0 0 0 0 0,0 0 0 0 0,0 0 1 0 0,0 1-1 0 0,0-1 0 0 0,0 1 0 0 0,-1 0 0 0 0,1 1 0 0 0,0-1 0 0 0,0 0 0 0 0,0 1 0 0 0,0 0 0 0 0,0 0 0 0 0,0 1 0 0 0,1-1 0 0 0,-1 1 0 0 0,0-1 0 0 0,0 1 0 0 0,1 0 0 0 0,-1 1 0 0 0,1-1 0 0 0,0 1 0 0 0,0-1 0 0 0,0 1 0 0 0,0 0 0 0 0,0 0 0 0 0,1 0 0 0 0,-1 1 0 0 0,1-1 0 0 0,0 0 0 0 0,0 1 0 0 0,-3 6 0 0 0,1 2-903 0 0,1-1 0 0 0,-2 21-1 0 0,1 3-674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40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96 100 15147 0 0,'-2'0'77'0'0,"0"0"-1"0"0,0 1 1 0 0,0-1-1 0 0,0 1 0 0 0,0-1 1 0 0,0 1-1 0 0,0-1 1 0 0,0 1-1 0 0,0 0 1 0 0,1 0-1 0 0,-1 0 1 0 0,0 0-1 0 0,0 0 0 0 0,1 1 1 0 0,-1-1-1 0 0,1 0 1 0 0,-1 1-1 0 0,1-1 1 0 0,-2 3-1 0 0,1 1-14 0 0,-1 0-1 0 0,1 0 1 0 0,0 0-1 0 0,0 1 1 0 0,-2 8-1 0 0,2-5-37 0 0,-2 7 92 0 0,0 1 0 0 0,1 0 0 0 0,-1 30 0 0 0,4-41-79 0 0,0 0 0 0 0,1 0 0 0 0,-1 0 0 0 0,1-1-1 0 0,1 1 1 0 0,2 9 0 0 0,-3-13-19 0 0,0 1-1 0 0,1-1 0 0 0,-1 1 1 0 0,0-1-1 0 0,1 0 0 0 0,0 1 1 0 0,-1-1-1 0 0,1 0 1 0 0,0 0-1 0 0,0 0 0 0 0,0-1 1 0 0,0 1-1 0 0,1 0 0 0 0,4 2 1 0 0,-6-3-15 0 0,1-1 0 0 0,-1 1 0 0 0,1 0 0 0 0,-1-1 0 0 0,1 0 0 0 0,-1 1 0 0 0,1-1 0 0 0,0 0 0 0 0,-1 0 0 0 0,1 0 1 0 0,0 0-1 0 0,-1 0 0 0 0,1 0 0 0 0,-1 0 0 0 0,1 0 0 0 0,0-1 0 0 0,-1 1 0 0 0,4-2 0 0 0,-2 1 2 0 0,0-1 1 0 0,-1 0-1 0 0,1 0 0 0 0,0 0 1 0 0,-1 0-1 0 0,1 0 0 0 0,-1 0 1 0 0,4-6-1 0 0,2-2 32 0 0,-1-2 0 0 0,0 1 0 0 0,8-20 1 0 0,-14 29-29 0 0,7-14 79 0 0,-2-1-1 0 0,1 0 1 0 0,-2 0 0 0 0,-1-1 0 0 0,3-18-1 0 0,-6 30 18 0 0,0 0 0 0 0,0 0 0 0 0,-1 0 0 0 0,0 0 1 0 0,-1 0-1 0 0,1 0 0 0 0,-1 0 0 0 0,0 0 0 0 0,-1 0 0 0 0,1 1 0 0 0,-1-1 0 0 0,0 0 0 0 0,-1 1 0 0 0,1-1 0 0 0,-1 1 0 0 0,0 0 0 0 0,0 0 0 0 0,-1 0 0 0 0,-4-5 0 0 0,6 8-37 0 0,0 0 0 0 0,0 0 0 0 0,0 0 0 0 0,0 1 0 0 0,-1-1 0 0 0,1 0 0 0 0,0 1 0 0 0,-1 0-1 0 0,0-1 1 0 0,1 1 0 0 0,-1 0 0 0 0,0 0 0 0 0,1 0 0 0 0,-1 1 0 0 0,0-1 0 0 0,0 1 0 0 0,0 0 0 0 0,0-1 0 0 0,0 1 0 0 0,1 0 0 0 0,-1 1 0 0 0,0-1-1 0 0,0 0 1 0 0,0 1 0 0 0,0 0 0 0 0,1 0 0 0 0,-1 0 0 0 0,0 0 0 0 0,1 0 0 0 0,-1 0 0 0 0,1 1 0 0 0,-1-1 0 0 0,1 1 0 0 0,-4 3 0 0 0,0-1-279 0 0,0 1 0 0 0,1 0 0 0 0,0 1 0 0 0,0-1 0 0 0,-6 10 0 0 0,6-7-1334 0 0,0 0 0 0 0,1 0 0 0 0,-6 15 0 0 0,-1 11-5288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41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8754 0 0,'-2'1'480'0'0,"-1"0"-1"0"0,1-1 1 0 0,0 1-1 0 0,-1 0 1 0 0,1 1 0 0 0,0-1-1 0 0,0 0 1 0 0,0 0 0 0 0,0 1-1 0 0,0 0 1 0 0,0-1 0 0 0,-3 4-1 0 0,1 0-42 0 0,1 0 0 0 0,-1 0 1 0 0,1 1-1 0 0,-5 9 0 0 0,2 1-26 0 0,0 0 0 0 0,-6 29 0 0 0,10-33-165 0 0,0 0 0 0 0,1 1 0 0 0,0-1 1 0 0,2 22-1 0 0,-1-30-193 0 0,1 0 0 0 0,-1 0 0 0 0,1 0 0 0 0,0 1-1 0 0,1-1 1 0 0,-1 0 0 0 0,4 6 0 0 0,-4-8-48 0 0,0 0 0 0 0,0-1-1 0 0,0 1 1 0 0,1-1-1 0 0,-1 1 1 0 0,0-1-1 0 0,1 0 1 0 0,-1 0-1 0 0,1 1 1 0 0,-1-1-1 0 0,1 0 1 0 0,0 0 0 0 0,-1 0-1 0 0,1-1 1 0 0,0 1-1 0 0,0 0 1 0 0,3 0-1 0 0,-2-1-7 0 0,0 1 0 0 0,0-1-1 0 0,0 0 1 0 0,0-1 0 0 0,-1 1-1 0 0,1 0 1 0 0,0-1 0 0 0,0 0-1 0 0,0 0 1 0 0,0 1 0 0 0,0-2-1 0 0,-1 1 1 0 0,1 0 0 0 0,-1-1-1 0 0,1 1 1 0 0,-1-1 0 0 0,1 1-1 0 0,-1-1 1 0 0,0 0 0 0 0,0 0-1 0 0,1 0 1 0 0,-2-1 0 0 0,1 1-1 0 0,2-4 1 0 0,3-3-28 0 0,-1 0 1 0 0,0-1-1 0 0,-1 0 1 0 0,8-21-1 0 0,-10 22 52 0 0,0 0-1 0 0,-1 0 1 0 0,0-1 0 0 0,0 1-1 0 0,-1-1 1 0 0,-1 0-1 0 0,1 1 1 0 0,-2-11-1 0 0,1 18-2 0 0,-1-1-1 0 0,1 1 1 0 0,0-1-1 0 0,-1 1 0 0 0,1 0 1 0 0,-1-1-1 0 0,0 1 1 0 0,1 0-1 0 0,-1 0 1 0 0,-1-1-1 0 0,1 1 0 0 0,0 0 1 0 0,0 0-1 0 0,-1 0 1 0 0,1 0-1 0 0,-1 1 0 0 0,1-1 1 0 0,-1 0-1 0 0,0 1 1 0 0,0-1-1 0 0,0 1 0 0 0,0-1 1 0 0,0 1-1 0 0,0 0 1 0 0,0 0-1 0 0,0 0 1 0 0,-1 0-1 0 0,1 0 0 0 0,0 1 1 0 0,-1-1-1 0 0,1 1 1 0 0,0-1-1 0 0,-1 1 0 0 0,1 0 1 0 0,0 0-1 0 0,-1 0 1 0 0,-3 0-1 0 0,4 0-153 0 0,0 1 0 0 0,0-1 0 0 0,0 0 0 0 0,1 1 1 0 0,-1-1-1 0 0,0 1 0 0 0,0 0 0 0 0,0 0 0 0 0,1 0 0 0 0,-1 0 0 0 0,0 0 0 0 0,1 0 0 0 0,-1 0 0 0 0,1 0 0 0 0,-1 0 0 0 0,1 1 1 0 0,0-1-1 0 0,-1 1 0 0 0,1-1 0 0 0,0 1 0 0 0,0-1 0 0 0,0 1 0 0 0,-1 3 0 0 0,-4 7-1274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41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13363 0 0,'-1'10'262'0'0,"-1"1"0"0"0,2-1 1 0 0,-1 1-1 0 0,2-1 0 0 0,-1 1 1 0 0,1 0-1 0 0,1-1 0 0 0,0 0 1 0 0,3 11-1 0 0,-2-13-145 0 0,-1 0 1 0 0,1 0-1 0 0,0 0 1 0 0,1-1-1 0 0,0 1 1 0 0,0-1-1 0 0,1 0 1 0 0,0 0-1 0 0,0-1 1 0 0,1 1-1 0 0,11 9 1 0 0,-16-14-100 0 0,1-1 1 0 0,0 1 0 0 0,0-1-1 0 0,-1 0 1 0 0,1 0 0 0 0,0 0-1 0 0,0 0 1 0 0,0 0-1 0 0,0-1 1 0 0,0 1 0 0 0,0-1-1 0 0,0 1 1 0 0,1-1 0 0 0,-1 0-1 0 0,4 1 1 0 0,-5-2-1 0 0,1 1 0 0 0,-1 0 0 0 0,0-1 0 0 0,1 1 0 0 0,-1-1 0 0 0,0 1 1 0 0,1-1-1 0 0,-1 0 0 0 0,0 0 0 0 0,0 1 0 0 0,0-1 0 0 0,0 0 0 0 0,0 0 0 0 0,0 0 0 0 0,0 0 0 0 0,0 0 0 0 0,0 0 1 0 0,1-2-1 0 0,0-1 24 0 0,0 0 0 0 0,0 1 0 0 0,-1-1 0 0 0,0 0 1 0 0,1-1-1 0 0,-1 1 0 0 0,-1 0 0 0 0,1 0 0 0 0,-1 0 1 0 0,1 0-1 0 0,-1-1 0 0 0,0 1 0 0 0,-1 0 0 0 0,0-6 1 0 0,-2-2-324 0 0,-1 1 1 0 0,0 1 0 0 0,-1-1 0 0 0,0 1 0 0 0,-1-1-1 0 0,0 2 1 0 0,0-1 0 0 0,-15-16 0 0 0,4 5-1018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42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3681 0 0,'0'0'181'0'0,"-1"0"0"0"0,0 0 0 0 0,0 0 0 0 0,1 0 0 0 0,-1 1 0 0 0,1-1 0 0 0,-1 0 0 0 0,0 1 0 0 0,1-1 0 0 0,-1 0 0 0 0,1 1 0 0 0,-1-1 0 0 0,0 1 0 0 0,1-1 0 0 0,-1 1 0 0 0,1-1 0 0 0,0 1 0 0 0,-1-1 0 0 0,1 1 0 0 0,-1-1 0 0 0,1 1 0 0 0,0 0 0 0 0,-1-1 0 0 0,1 1 0 0 0,0 0 0 0 0,0-1 0 0 0,0 1-1 0 0,-1 0 1 0 0,1-1 0 0 0,0 1 0 0 0,0 0 0 0 0,0-1 0 0 0,0 1 0 0 0,0 0 0 0 0,0 1 0 0 0,4 34 6344 0 0,-3-21-6564 0 0,-5 145 1449 0 0,0-114-1143 0 0,3 1-1 0 0,4 52 1 0 0,-3-95-301 0 0,1 0 0 0 0,0 0 0 0 0,0 0 0 0 0,0 0 0 0 0,2 6 0 0 0,5 0-2648 0 0,-6-9 1311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42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10594 0 0,'0'-1'325'0'0,"0"0"-1"0"0,0 0 0 0 0,0 0 1 0 0,0 0-1 0 0,0 0 1 0 0,0-1-1 0 0,0 1 0 0 0,0 0 1 0 0,0 0-1 0 0,1 0 1 0 0,-1 0-1 0 0,0 0 0 0 0,1 0 1 0 0,-1 0-1 0 0,1 0 0 0 0,-1 0 1 0 0,1 0-1 0 0,-1 0 1 0 0,2 0-1 0 0,19-18 1081 0 0,31-6-1499 0 0,-51 24 210 0 0,19-7-47 0 0,-1 1-1 0 0,1 1 0 0 0,0 1 1 0 0,1 0-1 0 0,-1 1 1 0 0,32 0-1 0 0,-52 4-69 0 0,1 0-1 0 0,-1 0 0 0 0,1 0 1 0 0,-1 0-1 0 0,1 0 1 0 0,-1 1-1 0 0,1-1 1 0 0,-1 0-1 0 0,0 0 1 0 0,1 1-1 0 0,-1-1 1 0 0,1 0-1 0 0,-1 1 1 0 0,0-1-1 0 0,1 0 0 0 0,-1 1 1 0 0,1-1-1 0 0,-1 1 1 0 0,0-1-1 0 0,0 0 1 0 0,1 1-1 0 0,-1-1 1 0 0,0 1-1 0 0,0-1 1 0 0,0 1-1 0 0,1-1 1 0 0,-1 1-1 0 0,0-1 0 0 0,0 1 1 0 0,0-1-1 0 0,0 1 1 0 0,0-1-1 0 0,0 1 1 0 0,0 0-1 0 0,0-1 1 0 0,0 1-1 0 0,0-1 1 0 0,0 1-1 0 0,-1-1 0 0 0,1 1 1 0 0,0-1-1 0 0,0 1 1 0 0,-1 0-1 0 0,-9 30-99 0 0,7-23 86 0 0,-24 68 161 0 0,18-55-87 0 0,2 1 0 0 0,0 0-1 0 0,1 0 1 0 0,1 0 0 0 0,1 1 0 0 0,-2 28-1 0 0,6-50-33 0 0,0-1-1 0 0,0 0 0 0 0,0 0 0 0 0,0 0 0 0 0,0 0 0 0 0,0 0 0 0 0,0 0 0 0 0,0 0 0 0 0,0 0 0 0 0,1 1 0 0 0,-1-1 1 0 0,0 0-1 0 0,0 0 0 0 0,0 0 0 0 0,0 0 0 0 0,0 0 0 0 0,0 0 0 0 0,0 0 0 0 0,0 0 0 0 0,0 0 0 0 0,0 0 1 0 0,0 1-1 0 0,0-1 0 0 0,0 0 0 0 0,1 0 0 0 0,-1 0 0 0 0,0 0 0 0 0,0 0 0 0 0,0 0 0 0 0,0 0 0 0 0,0 0 0 0 0,0 0 1 0 0,0 0-1 0 0,0 0 0 0 0,0 0 0 0 0,1 0 0 0 0,-1 0 0 0 0,0 0 0 0 0,0 0 0 0 0,0 0 0 0 0,0 0 0 0 0,0 0 0 0 0,0 0 1 0 0,0 0-1 0 0,1 0 0 0 0,-1 0 0 0 0,0 0 0 0 0,0 0 0 0 0,0 0 0 0 0,0 0 0 0 0,0 0 0 0 0,0 0 0 0 0,0 0 0 0 0,0-1 1 0 0,0 1-1 0 0,0 0 0 0 0,1 0 0 0 0,-1 0 0 0 0,0 0 0 0 0,0 0 0 0 0,0 0 0 0 0,0 0 0 0 0,0 0 0 0 0,0 0 1 0 0,0 0-1 0 0,0-1 0 0 0,0 1 0 0 0,0 0 0 0 0,12-12 958 0 0,15-25-289 0 0,-21 29-635 0 0,1-2-142 0 0,13-17 338 0 0,25-26 1 0 0,-38 45-653 0 0,1 1 0 0 0,0 0 0 0 0,0 0 0 0 0,0 1 0 0 0,1 0 0 0 0,0 1 0 0 0,17-8 0 0 0,-16 10-1004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43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146 269 14139 0 0,'-2'-9'281'0'0,"0"0"1"0"0,1 0-1 0 0,0-1 1 0 0,1 1-1 0 0,0 0 1 0 0,0-1-1 0 0,1 1 1 0 0,2-11-1 0 0,-1 6-5 0 0,-1 0 0 0 0,0-19 0 0 0,-2 24-185 0 0,0 0 0 0 0,0-1 0 0 0,-1 1 0 0 0,0 1 0 0 0,-1-1 0 0 0,0 0 1 0 0,-6-13-1 0 0,8 20-67 0 0,0 0 1 0 0,0 0-1 0 0,0 0 1 0 0,0 1-1 0 0,-1-1 1 0 0,1 1 0 0 0,0-1-1 0 0,-1 1 1 0 0,1-1-1 0 0,-1 1 1 0 0,1 0-1 0 0,-1 0 1 0 0,0-1 0 0 0,1 1-1 0 0,-1 0 1 0 0,0 1-1 0 0,0-1 1 0 0,0 0 0 0 0,0 0-1 0 0,0 1 1 0 0,0-1-1 0 0,0 1 1 0 0,0 0-1 0 0,0 0 1 0 0,0 0 0 0 0,0 0-1 0 0,0 0 1 0 0,0 0-1 0 0,0 0 1 0 0,0 0-1 0 0,0 1 1 0 0,0-1 0 0 0,0 1-1 0 0,0 0 1 0 0,0-1-1 0 0,1 1 1 0 0,-1 0-1 0 0,0 0 1 0 0,0 0 0 0 0,-1 2-1 0 0,-2 0 35 0 0,1 0-1 0 0,0 0 1 0 0,0 1 0 0 0,1-1-1 0 0,-1 1 1 0 0,1 0 0 0 0,0 0-1 0 0,0 0 1 0 0,0 0-1 0 0,0 1 1 0 0,1-1 0 0 0,0 1-1 0 0,0 0 1 0 0,0-1 0 0 0,0 1-1 0 0,1 0 1 0 0,0 0 0 0 0,0 0-1 0 0,0 0 1 0 0,0 1-1 0 0,1-1 1 0 0,0 0 0 0 0,0 0-1 0 0,1 5 1 0 0,0 1-61 0 0,1 0 1 0 0,0 0-1 0 0,0 0 1 0 0,1 0-1 0 0,0-1 0 0 0,1 1 1 0 0,1-1-1 0 0,-1 0 1 0 0,1 0-1 0 0,8 11 0 0 0,0-5-82 0 0,0-1 0 0 0,1 0 0 0 0,1-1 0 0 0,0-1 0 0 0,1 0 0 0 0,25 16 0 0 0,-4-7-210 0 0,78 35 0 0 0,-109-55 357 0 0,0 1-1 0 0,0 0 1 0 0,0 0 0 0 0,0 1-1 0 0,5 4 1 0 0,-10-7-51 0 0,0-1 0 0 0,0 1 1 0 0,-1 0-1 0 0,1 0 0 0 0,0-1 0 0 0,0 1 1 0 0,-1 0-1 0 0,1 0 0 0 0,-1 0 0 0 0,1 0 1 0 0,-1 0-1 0 0,1 0 0 0 0,-1 0 0 0 0,1 0 1 0 0,-1 0-1 0 0,0 0 0 0 0,0 0 0 0 0,1 0 1 0 0,-1 0-1 0 0,0 0 0 0 0,0 0 0 0 0,0 0 1 0 0,0 0-1 0 0,0 0 0 0 0,0 1 0 0 0,-1-1 0 0 0,1 0 1 0 0,0 0-1 0 0,-1 0 0 0 0,1 0 0 0 0,0 0 1 0 0,-1 0-1 0 0,1 0 0 0 0,-1 0 0 0 0,0-1 1 0 0,1 1-1 0 0,-1 0 0 0 0,0 0 0 0 0,0 1 1 0 0,-7 5 146 0 0,1 1 0 0 0,-2-1 1 0 0,1-1-1 0 0,-1 0 1 0 0,0 0-1 0 0,0 0 1 0 0,0-1-1 0 0,-1-1 0 0 0,0 0 1 0 0,0 0-1 0 0,-12 3 1 0 0,2-2 93 0 0,0-1 1 0 0,0 0 0 0 0,-1-2 0 0 0,-39 0 0 0 0,52-2-142 0 0,-1-1 1 0 0,1-1-1 0 0,-1 1 1 0 0,1-1-1 0 0,-1-1 1 0 0,1 1-1 0 0,-14-8 1 0 0,21 10-95 0 0,-1-1 0 0 0,1 0 0 0 0,-1 1 0 0 0,1-1 0 0 0,-1 0 0 0 0,1 0 1 0 0,0 0-1 0 0,0 0 0 0 0,-1 0 0 0 0,1 0 0 0 0,0-1 0 0 0,0 1 0 0 0,0 0 0 0 0,0 0 1 0 0,0-1-1 0 0,0 1 0 0 0,1-1 0 0 0,-1 1 0 0 0,0-1 0 0 0,1 1 0 0 0,-1-1 0 0 0,1 1 0 0 0,-1-1 1 0 0,1 0-1 0 0,0 1 0 0 0,0-1 0 0 0,0 0 0 0 0,0 1 0 0 0,0-1 0 0 0,0 1 0 0 0,0-1 1 0 0,0 0-1 0 0,1 1 0 0 0,-1-1 0 0 0,1 1 0 0 0,-1-1 0 0 0,1 1 0 0 0,-1-1 0 0 0,1 1 0 0 0,0-1 1 0 0,0 1-1 0 0,0-1 0 0 0,0 1 0 0 0,0 0 0 0 0,0 0 0 0 0,0 0 0 0 0,2-2 0 0 0,12-12-66 0 0,1 2-1 0 0,0 0 0 0 0,1 0 1 0 0,30-16-1 0 0,-15 10-20 0 0,31-24-121 0 0,-31 20-539 0 0,1 2 0 0 0,63-31 0 0 0,-96 52 632 0 0,0 0 1 0 0,1 0 0 0 0,-1-1 0 0 0,0 1 0 0 0,0 0 0 0 0,1 0 0 0 0,-1 0 0 0 0,0 0 0 0 0,1 0 0 0 0,-1 0 0 0 0,0-1 0 0 0,1 1-1 0 0,-1 0 1 0 0,0 0 0 0 0,1 0 0 0 0,-1 0 0 0 0,0 0 0 0 0,1 0 0 0 0,-1 0 0 0 0,0 0 0 0 0,1 0 0 0 0,-1 1 0 0 0,0-1 0 0 0,1 0-1 0 0,-1 0 1 0 0,0 0 0 0 0,1 0 0 0 0,-1 0 0 0 0,0 0 0 0 0,1 1 0 0 0,-1-1 0 0 0,1 1 0 0 0,-2 11-4103 0 0,-3 3 1768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43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18116 0 0,'-2'1'141'0'0,"1"0"0"0"0,0 0 0 0 0,-1 1 0 0 0,1-1 0 0 0,0 0 0 0 0,0 1 0 0 0,0-1 0 0 0,0 1 0 0 0,0-1 0 0 0,1 1 0 0 0,-1-1 0 0 0,0 1 0 0 0,1 0 1 0 0,-1-1-1 0 0,1 1 0 0 0,-1 0 0 0 0,1 0 0 0 0,0 2 0 0 0,-3 40 334 0 0,2-28-63 0 0,1-14-353 0 0,-5 123 1686 0 0,5-108-1787 0 0,1-1 0 0 0,1 0 0 0 0,1 0 0 0 0,0 0 1 0 0,8 25-1 0 0,0-23-1029 0 0,-10-18 936 0 0,-1 1 0 0 0,1-1 0 0 0,-1 1 1 0 0,1-1-1 0 0,-1 0 0 0 0,1 1 1 0 0,-1-1-1 0 0,1 0 0 0 0,-1 0 1 0 0,1 1-1 0 0,-1-1 0 0 0,1 0 1 0 0,-1 0-1 0 0,1 0 0 0 0,0 0 0 0 0,-1 0 1 0 0,1 0-1 0 0,-1 0 0 0 0,1 0 1 0 0,0 0-1 0 0,-1 0 0 0 0,1 0 1 0 0,-1 0-1 0 0,1 0 0 0 0,0 0 1 0 0,-1 0-1 0 0,1-1 0 0 0,-1 1 1 0 0,1 0-1 0 0,0-1 0 0 0,5-3-1611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44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9218 0 0,'0'-7'7286'0'0,"1"7"-7099"0"0,10-7 2286 0 0,12 1-1697 0 0,-18 5-660 0 0,1 0-1 0 0,-1 1 0 0 0,1 0 0 0 0,-1 0 1 0 0,1 1-1 0 0,-1-1 0 0 0,0 1 1 0 0,1 0-1 0 0,-1 1 0 0 0,0-1 0 0 0,7 4 1 0 0,-10-4-120 0 0,0 0 1 0 0,-1 0 0 0 0,1 0-1 0 0,-1 0 1 0 0,1 0-1 0 0,-1 1 1 0 0,1-1 0 0 0,-1 1-1 0 0,0-1 1 0 0,0 1-1 0 0,1-1 1 0 0,-1 1-1 0 0,0 0 1 0 0,-1-1 0 0 0,1 1-1 0 0,0 0 1 0 0,0 0-1 0 0,-1 0 1 0 0,1 0 0 0 0,-1 0-1 0 0,0-1 1 0 0,1 1-1 0 0,-1 0 1 0 0,0 0 0 0 0,0 0-1 0 0,0 0 1 0 0,0 0-1 0 0,-1 0 1 0 0,1 0 0 0 0,-1 0-1 0 0,1 0 1 0 0,-1 0-1 0 0,1-1 1 0 0,-3 4 0 0 0,-18 50-108 0 0,11-32 447 0 0,1 1 0 0 0,2 1 0 0 0,-7 29 0 0 0,14-51-233 0 0,-1 0 0 0 0,1 0 0 0 0,0 1 0 0 0,1-1 0 0 0,-1 0 0 0 0,0 0 0 0 0,1 0 0 0 0,0 0 0 0 0,-1 0 0 0 0,1 0 0 0 0,2 3 0 0 0,-3-5-101 0 0,1 0 0 0 0,-1-1-1 0 0,0 1 1 0 0,1 0 0 0 0,-1-1 0 0 0,1 1-1 0 0,-1 0 1 0 0,1-1 0 0 0,-1 1 0 0 0,1 0-1 0 0,0-1 1 0 0,-1 1 0 0 0,1-1-1 0 0,0 1 1 0 0,-1-1 0 0 0,1 0 0 0 0,0 1-1 0 0,0-1 1 0 0,-1 0 0 0 0,1 1 0 0 0,0-1-1 0 0,0 0 1 0 0,0 0 0 0 0,-1 0 0 0 0,1 0-1 0 0,0 0 1 0 0,0 0 0 0 0,0 0-1 0 0,0 0 1 0 0,-1 0 0 0 0,1 0 0 0 0,0 0-1 0 0,0 0 1 0 0,0 0 0 0 0,-1-1 0 0 0,1 1-1 0 0,0 0 1 0 0,0-1 0 0 0,-1 1-1 0 0,1-1 1 0 0,0 1 0 0 0,-1-1 0 0 0,2 0-1 0 0,6-5-491 0 0,1-1 0 0 0,-1-1-1 0 0,-1 1 1 0 0,0-1 0 0 0,13-18-1 0 0,-3 4-5011 0 0,-3 4-1098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44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150 344 6913 0 0,'24'-61'7426'0'0,"-4"-5"-4440"0"0,-17 53-2696 0 0,0-1 0 0 0,-1 0 0 0 0,0 1 0 0 0,-1-1 0 0 0,-1 0-1 0 0,0 0 1 0 0,-4-22 0 0 0,3 31-242 0 0,0 0 1 0 0,0-1-1 0 0,-1 1 0 0 0,0 0 0 0 0,0 0 0 0 0,0 0 0 0 0,-1 0 1 0 0,1 1-1 0 0,-1-1 0 0 0,-1 1 0 0 0,1-1 0 0 0,-5-4 1 0 0,6 7 0 0 0,0 1 0 0 0,-1-1 1 0 0,1 0-1 0 0,0 1 1 0 0,-1 0-1 0 0,1-1 1 0 0,-1 1-1 0 0,1 0 1 0 0,-1 0-1 0 0,1 1 1 0 0,-1-1-1 0 0,0 0 1 0 0,0 1-1 0 0,1 0 1 0 0,-1-1-1 0 0,0 1 0 0 0,0 0 1 0 0,1 0-1 0 0,-1 1 1 0 0,0-1-1 0 0,0 1 1 0 0,1-1-1 0 0,-1 1 1 0 0,0 0-1 0 0,-3 2 1 0 0,0-1 34 0 0,0 1 1 0 0,0 0 0 0 0,1 0 0 0 0,-1 0 0 0 0,1 1 0 0 0,0 0-1 0 0,0 0 1 0 0,0 0 0 0 0,1 1 0 0 0,-1 0 0 0 0,1-1 0 0 0,0 1-1 0 0,1 1 1 0 0,-1-1 0 0 0,1 1 0 0 0,0-1 0 0 0,-2 7 0 0 0,2-4-56 0 0,1 1 0 0 0,0-1 0 0 0,0 0 1 0 0,1 0-1 0 0,0 1 0 0 0,0-1 0 0 0,1 1 1 0 0,0-1-1 0 0,1 0 0 0 0,0 1 0 0 0,0-1 0 0 0,4 14 1 0 0,0-5-74 0 0,1 0-1 0 0,0-1 1 0 0,1 0 0 0 0,1 0 0 0 0,1 0 0 0 0,0-1 0 0 0,0 0-1 0 0,2 0 1 0 0,0-1 0 0 0,1-1 0 0 0,0 0 0 0 0,0-1 0 0 0,2 0-1 0 0,0-1 1 0 0,0 0 0 0 0,1-1 0 0 0,28 14 0 0 0,-29-17-41 0 0,64 34-670 0 0,-68-35 664 0 0,-1 0 1 0 0,0 1-1 0 0,-1 0 0 0 0,0 0 0 0 0,14 16 1 0 0,-21-22 119 0 0,0 0 0 0 0,0 1 0 0 0,0-1 0 0 0,-1 1 0 0 0,1-1 0 0 0,0 0 0 0 0,-1 1 0 0 0,1-1 0 0 0,-1 1 0 0 0,1 0 0 0 0,-1-1 0 0 0,0 1 0 0 0,1-1 0 0 0,-1 1 0 0 0,0-1 0 0 0,0 1 0 0 0,0 0 0 0 0,0-1 0 0 0,-1 1 0 0 0,1-1 0 0 0,0 1 0 0 0,-1 0 0 0 0,1-1 0 0 0,-1 1 0 0 0,1-1 0 0 0,-1 1 0 0 0,0-1 0 0 0,0 0 0 0 0,0 1 0 0 0,1-1 0 0 0,-1 0 0 0 0,-1 1 0 0 0,1-1 0 0 0,0 0 0 0 0,0 0 0 0 0,0 0 0 0 0,0 0 0 0 0,-1 0 0 0 0,-1 1 0 0 0,-3 2 157 0 0,-1 1 0 0 0,0-1 0 0 0,0-1 0 0 0,-1 1 0 0 0,1-1 0 0 0,-12 3-1 0 0,5-2-20 0 0,0-1-1 0 0,0-1 1 0 0,-1-1 0 0 0,1 0-1 0 0,0-1 1 0 0,-1 0-1 0 0,1-1 1 0 0,-1-1-1 0 0,1 0 1 0 0,-21-6-1 0 0,28 6-101 0 0,1 0 0 0 0,0-1-1 0 0,0 0 1 0 0,0 0 0 0 0,0 0-1 0 0,0-1 1 0 0,1 0 0 0 0,0 0-1 0 0,-1 0 1 0 0,-7-10 0 0 0,10 10-29 0 0,0 0 1 0 0,0 0-1 0 0,0-1 1 0 0,1 1-1 0 0,0-1 1 0 0,0 1-1 0 0,0-1 1 0 0,1 0-1 0 0,-1 0 1 0 0,1 0-1 0 0,0 0 1 0 0,1 0-1 0 0,-1 0 1 0 0,1 0-1 0 0,1-10 1 0 0,0 9-34 0 0,0 0 0 0 0,0-1 0 0 0,1 1 0 0 0,0 0 0 0 0,0 0 0 0 0,0 1 0 0 0,1-1 0 0 0,0 0 0 0 0,0 1 0 0 0,0-1 0 0 0,1 1 0 0 0,0 0 0 0 0,0 0 0 0 0,0 1 0 0 0,0-1 0 0 0,9-6 0 0 0,8-4-2 0 0,0 0 0 0 0,42-21 0 0 0,-18 11 3 0 0,-13 6-46 0 0,60-26 0 0 0,-92 44 19 0 0,0 1 0 0 0,1 0 1 0 0,-1 0-1 0 0,1-1 0 0 0,-1 1 1 0 0,1 0-1 0 0,0 0 0 0 0,-1 0 1 0 0,1 0-1 0 0,-1-1 0 0 0,1 1 1 0 0,-1 0-1 0 0,1 0 0 0 0,-1 0 1 0 0,1 0-1 0 0,0 0 0 0 0,-1 1 1 0 0,1-1-1 0 0,-1 0 0 0 0,1 0 1 0 0,-1 0-1 0 0,1 0 0 0 0,0 1 1 0 0,0 10-775 0 0,-16 21-2463 0 0,11-25 1625 0 0,0 1-171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52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14 109 9218 0 0,'0'0'6'0'0,"-11"-21"1425"0"0,11 20-1304 0 0,0 1-1 0 0,-1-1 1 0 0,1 1 0 0 0,0-1-1 0 0,-1 0 1 0 0,1 1 0 0 0,0-1-1 0 0,0 1 1 0 0,-1-1 0 0 0,1 1-1 0 0,0-1 1 0 0,0 0 0 0 0,0 1-1 0 0,0-1 1 0 0,0 0 0 0 0,0 1-1 0 0,0-1 1 0 0,0 1 0 0 0,0-1-1 0 0,0 0 1 0 0,0 1 0 0 0,1-1-1 0 0,-1 1 1 0 0,0-1 0 0 0,0 0-1 0 0,1 1 1 0 0,-1-1 0 0 0,0 1-1 0 0,1-1 1 0 0,-1 1 0 0 0,0-1 0 0 0,1 1-1 0 0,0-1 1 0 0,0 1-23 0 0,-1 0 0 0 0,1 0 1 0 0,0 0-1 0 0,-1 1 0 0 0,1-1 1 0 0,0 0-1 0 0,0 1 0 0 0,-1-1 1 0 0,1 0-1 0 0,-1 1 0 0 0,1-1 1 0 0,0 1-1 0 0,-1-1 0 0 0,1 1 1 0 0,-1-1-1 0 0,1 1 0 0 0,-1-1 1 0 0,1 1-1 0 0,-1 0 0 0 0,1-1 1 0 0,-1 1-1 0 0,1 0 0 0 0,8 16 523 0 0,-8-16-652 0 0,3 8 197 0 0,0 0 0 0 0,0 0 0 0 0,-1 0 0 0 0,-1 0 0 0 0,1 1 0 0 0,-1-1 1 0 0,0 11-1 0 0,1 68 952 0 0,-4-61-746 0 0,0 6 159 0 0,-10 51 0 0 0,6-51-210 0 0,-2 51 0 0 0,12-88 599 0 0,1-7-982 0 0,22-122-637 0 0,-12 51 578 0 0,40-120 0 0 0,-54 195 113 0 0,18-41-67 0 0,-18 44 63 0 0,0 1 1 0 0,0-1 0 0 0,0 1 0 0 0,0-1 0 0 0,1 1 0 0 0,0 0-1 0 0,-1 0 1 0 0,1 0 0 0 0,0 1 0 0 0,5-4 0 0 0,-7 5 10 0 0,0 1 0 0 0,1-1-1 0 0,-1 1 1 0 0,1-1 0 0 0,-1 1 0 0 0,1 0 0 0 0,-1 0 0 0 0,0 0 0 0 0,1 0 0 0 0,-1 0-1 0 0,1 0 1 0 0,-1 0 0 0 0,1 0 0 0 0,-1 1 0 0 0,0-1 0 0 0,1 0 0 0 0,-1 1 0 0 0,1-1 0 0 0,-1 1-1 0 0,0 0 1 0 0,0-1 0 0 0,1 1 0 0 0,-1 0 0 0 0,0 0 0 0 0,0 0 0 0 0,0 0 0 0 0,0 0-1 0 0,0 0 1 0 0,0 0 0 0 0,0 0 0 0 0,1 2 0 0 0,4 5 49 0 0,0 1-1 0 0,0-1 1 0 0,5 12-1 0 0,-9-16-40 0 0,8 17 68 0 0,0 0 0 0 0,-2 1 0 0 0,0 0 0 0 0,-1 0 0 0 0,-2 1 0 0 0,0 0 0 0 0,-1 0 1 0 0,-2 0-1 0 0,0 0 0 0 0,-1 0 0 0 0,-3 25 0 0 0,0-38-42 0 0,1 0 0 0 0,-2 0 0 0 0,-3 12 0 0 0,3-14-142 0 0,0 1 0 0 0,1-1 0 0 0,0 0 0 0 0,-1 16 0 0 0,6-22-1773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52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74 256 2304 0 0,'-2'3'8954'0'0,"6"4"-4449"0"0,9 4-2690 0 0,-9-11-1648 0 0,0 0-1 0 0,0 0 1 0 0,0 0-1 0 0,0 0 1 0 0,0-1-1 0 0,0 0 1 0 0,0 0-1 0 0,0 0 0 0 0,0 0 1 0 0,0 0-1 0 0,-1-1 1 0 0,1 0-1 0 0,5-3 1 0 0,45-32 308 0 0,-45 31-328 0 0,5-5 11 0 0,-1 1-1 0 0,0-2 1 0 0,-1 0 0 0 0,0 0 0 0 0,12-17-1 0 0,-21 24-89 0 0,0 0 0 0 0,-1 1 0 0 0,1-1 0 0 0,-1 0 0 0 0,0 0 0 0 0,0 0 0 0 0,0-1 0 0 0,1-9 0 0 0,-2 11-39 0 0,-1 1 1 0 0,0-1 0 0 0,0 1 0 0 0,-1 0-1 0 0,1-1 1 0 0,-1 1 0 0 0,1-1 0 0 0,-1 1-1 0 0,0 0 1 0 0,0 0 0 0 0,-1 0 0 0 0,1 0 0 0 0,-1-1-1 0 0,1 2 1 0 0,-5-6 0 0 0,5 6-7 0 0,-1 0 1 0 0,0 0-1 0 0,0 1 1 0 0,-1-1-1 0 0,1 1 1 0 0,0-1-1 0 0,-1 1 0 0 0,1 0 1 0 0,0 0-1 0 0,-1 0 1 0 0,0 0-1 0 0,1 0 1 0 0,-1 0-1 0 0,1 1 1 0 0,-1-1-1 0 0,0 1 1 0 0,1 0-1 0 0,-1 0 0 0 0,0 0 1 0 0,0 0-1 0 0,1 0 1 0 0,-1 1-1 0 0,0-1 1 0 0,1 1-1 0 0,-4 1 1 0 0,-7 2 12 0 0,1 0 0 0 0,0 0 0 0 0,-22 13 1 0 0,23-10-28 0 0,0 0 0 0 0,1 1 0 0 0,0 0 0 0 0,0 1 0 0 0,1 0 0 0 0,0 0 0 0 0,0 1 0 0 0,1 0 0 0 0,1 1 0 0 0,0 0 0 0 0,0 0 0 0 0,1 1 0 0 0,-5 12 0 0 0,2-3-25 0 0,2 1-1 0 0,0-1 0 0 0,1 1 0 0 0,2 0 0 0 0,0 0 0 0 0,-1 40 0 0 0,4-54 9 0 0,2-1 0 0 0,-1 1 0 0 0,1-1 0 0 0,0 0 0 0 0,0 1 0 0 0,1-1 0 0 0,0 0 0 0 0,0 0 0 0 0,1 0 0 0 0,0 0 0 0 0,0-1 0 0 0,8 12 0 0 0,-9-15-2 0 0,0 0-1 0 0,1-1 1 0 0,-1 1 0 0 0,1-1 0 0 0,-1 0-1 0 0,1 1 1 0 0,0-1 0 0 0,0-1-1 0 0,0 1 1 0 0,0 0 0 0 0,0-1-1 0 0,1 1 1 0 0,-1-1 0 0 0,0 0-1 0 0,1 0 1 0 0,-1 0 0 0 0,1-1-1 0 0,-1 1 1 0 0,1-1 0 0 0,-1 0-1 0 0,1 0 1 0 0,-1 0 0 0 0,1 0-1 0 0,-1 0 1 0 0,1-1 0 0 0,-1 0 0 0 0,0 0-1 0 0,5-1 1 0 0,11-6-129 0 0,-1-1 0 0 0,0-1 1 0 0,0 0-1 0 0,-1-2 0 0 0,-1 0 1 0 0,23-20-1 0 0,22-17-3771 0 0,-47 40 1423 0 0,0-1-3396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53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403 128 11490 0 0,'4'-6'471'0'0,"0"-1"0"0"0,-1-1-1 0 0,0 1 1 0 0,0 0 0 0 0,-1-1-1 0 0,0 1 1 0 0,0-1 0 0 0,1-11-1 0 0,-3 18-359 0 0,0-1-1 0 0,0 0 1 0 0,1 0-1 0 0,-1 0 1 0 0,0 1-1 0 0,-1-1 0 0 0,1 0 1 0 0,0 0-1 0 0,0 0 1 0 0,-1 1-1 0 0,1-1 1 0 0,-1 0-1 0 0,0 0 0 0 0,1 1 1 0 0,-1-1-1 0 0,0 0 1 0 0,0 1-1 0 0,0-1 1 0 0,0 1-1 0 0,0-1 0 0 0,0 1 1 0 0,-1 0-1 0 0,1 0 1 0 0,0-1-1 0 0,-1 1 1 0 0,1 0-1 0 0,-1 0 0 0 0,1 0 1 0 0,-1 0-1 0 0,0 0 1 0 0,1 1-1 0 0,-1-1 1 0 0,0 1-1 0 0,0-1 0 0 0,1 1 1 0 0,-1-1-1 0 0,0 1 1 0 0,0 0-1 0 0,0 0 1 0 0,1 0-1 0 0,-4 0 0 0 0,-5 1 39 0 0,1 0-1 0 0,-1 0 1 0 0,0 1-1 0 0,1 0 1 0 0,-1 1-1 0 0,1 0 1 0 0,0 1-1 0 0,0 0 1 0 0,0 0-1 0 0,0 1 1 0 0,1 0-1 0 0,0 0 1 0 0,0 1-1 0 0,-10 9 1 0 0,3-1-55 0 0,1 1 0 0 0,0 0 0 0 0,1 1 1 0 0,0 0-1 0 0,-18 34 0 0 0,22-33-20 0 0,0 2 0 0 0,1-1 0 0 0,0 1 1 0 0,2 0-1 0 0,-5 25 0 0 0,9-37-78 0 0,1-1 1 0 0,0 1-1 0 0,0-1 1 0 0,0 1-1 0 0,1 0 1 0 0,0-1-1 0 0,1 1 0 0 0,0 0 1 0 0,0-1-1 0 0,0 1 1 0 0,0-1-1 0 0,1 0 0 0 0,0 1 1 0 0,1-1-1 0 0,-1 0 1 0 0,1 0-1 0 0,1 0 1 0 0,-1-1-1 0 0,8 11 0 0 0,-7-13-45 0 0,0 0-1 0 0,0 0 1 0 0,0-1 0 0 0,0 1-1 0 0,1-1 1 0 0,-1 0-1 0 0,1 0 1 0 0,-1 0-1 0 0,1 0 1 0 0,0-1-1 0 0,0 0 1 0 0,0 0 0 0 0,0-1-1 0 0,-1 1 1 0 0,1-1-1 0 0,0 0 1 0 0,0 0-1 0 0,6-1 1 0 0,0 0-93 0 0,0-1 0 0 0,0 0 0 0 0,1-1 0 0 0,-1 0 0 0 0,-1-1 0 0 0,20-8 0 0 0,-14 2 95 0 0,-1 1 0 0 0,0-2 0 0 0,-1 0 0 0 0,-1-1 0 0 0,0 0 0 0 0,0-1 1 0 0,-1-1-1 0 0,-1 0 0 0 0,0 0 0 0 0,-1-1 0 0 0,0 0 0 0 0,-1-1 0 0 0,-1 0 0 0 0,-1 0 1 0 0,0-1-1 0 0,-1 0 0 0 0,-1 0 0 0 0,0-1 0 0 0,-2 0 0 0 0,3-21 0 0 0,-8 7 512 0 0,2 31-406 0 0,0 0-1 0 0,0 0 1 0 0,0 0 0 0 0,0 0 0 0 0,0 0-1 0 0,0 0 1 0 0,-1 0 0 0 0,1 0-1 0 0,0 1 1 0 0,-1-1 0 0 0,1 0 0 0 0,0 0-1 0 0,-1 0 1 0 0,1 0 0 0 0,-1 0-1 0 0,1 1 1 0 0,-1-1 0 0 0,0 0-1 0 0,1 0 1 0 0,-1 1 0 0 0,0-1 0 0 0,0 1-1 0 0,1-1 1 0 0,-1 0 0 0 0,0 1-1 0 0,0-1 1 0 0,0 1 0 0 0,-1-1 0 0 0,1 1-10 0 0,0 1 1 0 0,0-1 0 0 0,0 1 0 0 0,0-1 0 0 0,1 0 0 0 0,-1 1 0 0 0,0 0 0 0 0,0-1 0 0 0,1 1-1 0 0,-1-1 1 0 0,0 1 0 0 0,1 0 0 0 0,-1 0 0 0 0,1-1 0 0 0,-1 1 0 0 0,1 0 0 0 0,-1 0 0 0 0,1 0 0 0 0,0-1-1 0 0,-1 1 1 0 0,1 0 0 0 0,0 0 0 0 0,0 0 0 0 0,-1 1 0 0 0,-4 27 236 0 0,4-27-235 0 0,-16 265 10 0 0,8-73-433 0 0,5-138 275 0 0,-10 75 142 0 0,11-114 51 0 0,0 1 0 0 0,-2 0 0 0 0,0-1 0 0 0,-1 0 0 0 0,-10 18 0 0 0,13-30-60 0 0,0 1 0 0 0,0-1 0 0 0,-1 0 0 0 0,0 0 0 0 0,0 0 0 0 0,0 0-1 0 0,0-1 1 0 0,-1 0 0 0 0,0 0 0 0 0,0 0 0 0 0,0 0 0 0 0,0-1 0 0 0,-1 0 0 0 0,0 0 0 0 0,1 0-1 0 0,-1-1 1 0 0,0 0 0 0 0,0 0 0 0 0,0-1 0 0 0,0 1 0 0 0,0-1 0 0 0,-10 0 0 0 0,5-1-3 0 0,0 0 1 0 0,-1 0 0 0 0,1-2 0 0 0,0 1 0 0 0,0-2-1 0 0,1 1 1 0 0,-1-1 0 0 0,0-1 0 0 0,1 0 0 0 0,0 0-1 0 0,-18-12 1 0 0,16 9-61 0 0,1 0-1 0 0,1-1 1 0 0,0-1-1 0 0,0 0 1 0 0,0 0-1 0 0,1-1 1 0 0,0 0-1 0 0,-10-16 0 0 0,16 21-189 0 0,0-1 0 0 0,0 1 0 0 0,0-1 0 0 0,1 1 0 0 0,0-1 0 0 0,0 0-1 0 0,0 0 1 0 0,1 0 0 0 0,0 0 0 0 0,0 0 0 0 0,1 0 0 0 0,-1 0 0 0 0,1-1-1 0 0,1 1 1 0 0,-1 0 0 0 0,1 0 0 0 0,0 0 0 0 0,0 0 0 0 0,1 0 0 0 0,3-9-1 0 0,7-8-1938 0 0,2 1-76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53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42 14283 0 0,'-1'-1'181'0'0,"1"-1"0"0"0,0 0 0 0 0,-1 0 0 0 0,0 0 0 0 0,1 1 0 0 0,-1-1 0 0 0,0 0 0 0 0,0 0 0 0 0,0 1-1 0 0,0-1 1 0 0,0 1 0 0 0,0-1 0 0 0,-1 1 0 0 0,1-1 0 0 0,0 1 0 0 0,-1 0 0 0 0,1 0 0 0 0,-1 0 0 0 0,-2-2 0 0 0,1 2-25 0 0,-1-1 0 0 0,0 1 0 0 0,0-1-1 0 0,0 1 1 0 0,0 0 0 0 0,0 0 0 0 0,0 1 0 0 0,-7-1 0 0 0,0 1-14 0 0,1 1 0 0 0,-1 0 0 0 0,0 0 0 0 0,1 1 0 0 0,-1 0 0 0 0,-12 5 0 0 0,11-1-34 0 0,-1 0 0 0 0,1 1 0 0 0,0 0 0 0 0,0 1 0 0 0,1 0 0 0 0,0 1 0 0 0,-18 18 1 0 0,12-9 121 0 0,0 2 1 0 0,2 0-1 0 0,-20 31 1 0 0,29-41-40 0 0,0 1-1 0 0,1 1 1 0 0,0-1-1 0 0,0 1 1 0 0,1-1 0 0 0,-4 21-1 0 0,8-28-160 0 0,-1 0-1 0 0,1 0 1 0 0,-1 0-1 0 0,1 0 1 0 0,0 0-1 0 0,1 0 1 0 0,-1 0-1 0 0,1 0 0 0 0,-1 0 1 0 0,1 0-1 0 0,1 0 1 0 0,-1 0-1 0 0,0 0 1 0 0,1 0-1 0 0,0-1 1 0 0,0 1-1 0 0,0-1 1 0 0,0 1-1 0 0,1-1 1 0 0,-1 0-1 0 0,1 0 1 0 0,0 0-1 0 0,0 0 1 0 0,3 2-1 0 0,-2-2-62 0 0,0-1 0 0 0,-1 0 0 0 0,1 0-1 0 0,1-1 1 0 0,-1 1 0 0 0,0-1 0 0 0,0 0 0 0 0,0 0 0 0 0,1 0-1 0 0,-1 0 1 0 0,1-1 0 0 0,-1 0 0 0 0,0 0 0 0 0,1 0-1 0 0,-1-1 1 0 0,1 1 0 0 0,-1-1 0 0 0,0 0 0 0 0,0 0 0 0 0,1 0-1 0 0,-1-1 1 0 0,0 0 0 0 0,0 1 0 0 0,4-4 0 0 0,5-2-145 0 0,0-1 0 0 0,0-1 0 0 0,-1 0 0 0 0,0 0-1 0 0,18-19 1 0 0,-19 16 104 0 0,0 0-1 0 0,0-1 0 0 0,-2 0 1 0 0,1 0-1 0 0,-2-1 0 0 0,0-1 1 0 0,0 1-1 0 0,7-22 0 0 0,-15 35 133 0 0,1 0-1 0 0,-1 0 1 0 0,0-1-1 0 0,1 1 1 0 0,-1 0 0 0 0,0 0-1 0 0,0 0 1 0 0,0 0-1 0 0,0 0 1 0 0,0 0-1 0 0,0 0 1 0 0,0 0-1 0 0,-1 0 1 0 0,1 0-1 0 0,0 0 1 0 0,0 0 0 0 0,-2-2-1 0 0,-3 2 1300 0 0,-3 11-396 0 0,4-1-914 0 0,0 0-1 0 0,1 0 1 0 0,0 0-1 0 0,0 0 1 0 0,1 1-1 0 0,0-1 1 0 0,1 1-1 0 0,0-1 1 0 0,1 1-1 0 0,-1 0 1 0 0,2-1-1 0 0,0 1 1 0 0,0-1-1 0 0,0 1 1 0 0,7 18-1 0 0,-8-27-128 0 0,1 1-1 0 0,0 0 0 0 0,0 0 0 0 0,0 0 0 0 0,0-1 0 0 0,0 1 1 0 0,1-1-1 0 0,-1 1 0 0 0,0-1 0 0 0,1 1 0 0 0,-1-1 0 0 0,1 0 0 0 0,0 0 1 0 0,-1 1-1 0 0,1-1 0 0 0,0 0 0 0 0,-1-1 0 0 0,1 1 0 0 0,0 0 1 0 0,0 0-1 0 0,0-1 0 0 0,0 1 0 0 0,0-1 0 0 0,0 0 0 0 0,0 0 0 0 0,0 1 1 0 0,0-1-1 0 0,0 0 0 0 0,0-1 0 0 0,0 1 0 0 0,0 0 0 0 0,0 0 1 0 0,2-2-1 0 0,2 1-623 0 0,0-1 1 0 0,0 1 0 0 0,-1-1 0 0 0,1-1 0 0 0,0 1-1 0 0,-1-1 1 0 0,1 0 0 0 0,-1-1 0 0 0,7-5 0 0 0,1-3-5278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53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13 13971 0 0,'0'-1'95'0'0,"0"1"0"0"0,0-1 0 0 0,0 1 0 0 0,0-1 0 0 0,0 1 0 0 0,0 0 0 0 0,0-1 0 0 0,0 1 0 0 0,0-1 0 0 0,0 1-1 0 0,0-1 1 0 0,0 1 0 0 0,0-1 0 0 0,0 1 0 0 0,-1 0 0 0 0,1-1 0 0 0,0 1 0 0 0,0-1 0 0 0,-1 1 0 0 0,1 0 0 0 0,0-1 0 0 0,0 1 0 0 0,-1 0 0 0 0,1-1 0 0 0,0 1 0 0 0,-1 0 0 0 0,1 0 0 0 0,-1-1 0 0 0,0 1 0 0 0,-7 11 1835 0 0,-6 32-257 0 0,12-36-1606 0 0,-12 46 317 0 0,2 0 1 0 0,3 1-1 0 0,2 0 1 0 0,2 0-1 0 0,3 0 0 0 0,6 82 1 0 0,-3-133-516 0 0,-1 0 0 0 0,0-1 0 0 0,0 1 1 0 0,0 0-1 0 0,0-1 0 0 0,-1 1 0 0 0,1 0 0 0 0,-1-1 0 0 0,-1 4 0 0 0,2-5 33 0 0,0-1-1 0 0,0 0 0 0 0,0 1 0 0 0,0-1 0 0 0,-1 0 0 0 0,1 1 0 0 0,0-1 1 0 0,0 0-1 0 0,-1 0 0 0 0,1 1 0 0 0,0-1 0 0 0,-1 0 0 0 0,1 0 1 0 0,0 0-1 0 0,0 0 0 0 0,-1 1 0 0 0,1-1 0 0 0,0 0 0 0 0,-1 0 0 0 0,1 0 1 0 0,0 0-1 0 0,-1 0 0 0 0,1 0 0 0 0,-1 0 0 0 0,1 0 0 0 0,-1 0 0 0 0,-13-8-3438 0 0,5 1 1754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54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14 13307 0 0,'-1'-3'-62'0'0,"-2"-8"2354"0"0,13 15 722 0 0,-9-3-2572 0 0,3 2-23 0 0,3 2-268 0 0,1 1 1 0 0,0-1-1 0 0,0 0 0 0 0,1-1 0 0 0,-1 0 0 0 0,1 0 1 0 0,0-1-1 0 0,0 0 0 0 0,0-1 0 0 0,0 0 1 0 0,1 0-1 0 0,-1-1 0 0 0,1 0 0 0 0,-1 0 0 0 0,1-1 1 0 0,-1-1-1 0 0,13-1 0 0 0,46-8 271 0 0,16-1-1695 0 0,-28 6-6758 0 0,-45 5 2293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54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4 6913 0 0,'-6'-3'8309'0'0,"0"6"-3999"0"0,-3 9-2539 0 0,7-7-1789 0 0,-7 10 489 0 0,0 1 1 0 0,2 1 0 0 0,0 0-1 0 0,-6 21 1 0 0,8-24-283 0 0,3-7-141 0 0,0 1-1 0 0,0-1 1 0 0,0 1 0 0 0,1-1 0 0 0,0 1 0 0 0,0-1-1 0 0,1 1 1 0 0,0 0 0 0 0,0-1 0 0 0,1 1 0 0 0,0 0-1 0 0,4 12 1 0 0,-5-18-112 0 0,1-1 0 0 0,0 1 0 0 0,0-1 0 0 0,0 1 0 0 0,0-1 0 0 0,0 0-1 0 0,0 1 1 0 0,0-1 0 0 0,0 0 0 0 0,1 0 0 0 0,-1 0 0 0 0,0 0 0 0 0,1 0 0 0 0,-1 0 0 0 0,1 0-1 0 0,2 1 1 0 0,10-2-2624 0 0,-13 0 2242 0 0,0 0 0 0 0,0-1-1 0 0,-1 1 1 0 0,1 0 0 0 0,0-1 0 0 0,0 1 0 0 0,-1-1 0 0 0,1 0-1 0 0,0 1 1 0 0,0-1 0 0 0,-1 1 0 0 0,1-1 0 0 0,-1 0 0 0 0,1 1-1 0 0,0-2 1 0 0,3-5-2064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54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24 14283 0 0,'-2'-23'1702'0'0,"-1"75"4603"0"0,1-33-6345 0 0,1 0 0 0 0,2 23 0 0 0,9 36-3542 0 0,-7-63-3203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54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8754 0 0,'4'8'7412'0'0,"-2"3"-3868"0"0,0 31-3720 0 0,-2-28 1061 0 0,-1 43-291 0 0,0-32-266 0 0,3 34 0 0 0,-2-51-124 0 0,2 0-1 0 0,-1-1 0 0 0,1 1 1 0 0,0-1-1 0 0,0 1 1 0 0,1-1-1 0 0,0 0 0 0 0,7 12 1 0 0,-9-18-192 0 0,-1 0 1 0 0,1 1 0 0 0,0-1 0 0 0,0 0 0 0 0,0 0 0 0 0,0 0-1 0 0,0 0 1 0 0,0 0 0 0 0,0 0 0 0 0,0 0 0 0 0,0-1-1 0 0,0 1 1 0 0,1 0 0 0 0,-1 0 0 0 0,0-1 0 0 0,1 1-1 0 0,-1-1 1 0 0,0 1 0 0 0,1-1 0 0 0,-1 0 0 0 0,0 0-1 0 0,1 1 1 0 0,1-1 0 0 0,0-1 29 0 0,-1 1 0 0 0,0-1 0 0 0,1 1 0 0 0,-1-1 0 0 0,1 0 1 0 0,-1 0-1 0 0,0 0 0 0 0,0 0 0 0 0,1-1 0 0 0,-1 1 0 0 0,0 0 0 0 0,2-3 0 0 0,5-4 151 0 0,0-1-1 0 0,-1 0 1 0 0,0-1 0 0 0,9-13-1 0 0,-5 1 182 0 0,0-1 0 0 0,-1 0-1 0 0,-1-1 1 0 0,-2 0-1 0 0,0-1 1 0 0,7-39 0 0 0,19-58 730 0 0,-30 109-845 0 0,3-6-974 0 0,-4 20-396 0 0,0 11-595 0 0,1 12-2787 0 0,-2-9-3431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8:55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113 347 15843 0 0,'25'-16'965'0'0,"5"-3"214"0"0,-2-1 0 0 0,0-1 0 0 0,31-31 1 0 0,-52 45-945 0 0,-1 1 0 0 0,0-1 0 0 0,-1 0 1 0 0,1-1-1 0 0,-2 1 0 0 0,1-1 1 0 0,-1 0-1 0 0,0 0 0 0 0,0-1 1 0 0,-1 1-1 0 0,-1-1 0 0 0,1 0 1 0 0,-1 1-1 0 0,-1-1 0 0 0,1 0 1 0 0,-1 0-1 0 0,-1-17 0 0 0,0 24-196 0 0,0 0-1 0 0,-1-1 1 0 0,1 1-1 0 0,0-1 1 0 0,-1 1-1 0 0,1 0 1 0 0,-1-1-1 0 0,0 1 0 0 0,0 0 1 0 0,0 0-1 0 0,0 0 1 0 0,0 0-1 0 0,-1 0 1 0 0,1 0-1 0 0,-1 0 1 0 0,1 0-1 0 0,-1 0 1 0 0,1 0-1 0 0,-1 1 1 0 0,0-1-1 0 0,0 1 1 0 0,0-1-1 0 0,0 1 1 0 0,0 0-1 0 0,0 0 1 0 0,0 0-1 0 0,-1 0 1 0 0,1 0-1 0 0,0 0 0 0 0,-1 1 1 0 0,1-1-1 0 0,-4 0 1 0 0,1 1 31 0 0,0 0 1 0 0,-1 0-1 0 0,1 0 0 0 0,-1 1 0 0 0,1 0 1 0 0,0 0-1 0 0,-1 0 0 0 0,1 1 1 0 0,0-1-1 0 0,0 1 0 0 0,0 1 0 0 0,0-1 1 0 0,-7 5-1 0 0,-3 5-40 0 0,0 0 1 0 0,0 1-1 0 0,1 1 0 0 0,1 0 0 0 0,0 0 1 0 0,1 2-1 0 0,0-1 0 0 0,2 2 1 0 0,0-1-1 0 0,-9 21 0 0 0,6-8-184 0 0,1 1 0 0 0,2 0-1 0 0,0 1 1 0 0,3 1 0 0 0,-7 42 0 0 0,13-64 49 0 0,0-1 0 0 0,1 0 1 0 0,0 0-1 0 0,0 0 0 0 0,1 0 0 0 0,0 0 1 0 0,1 0-1 0 0,0 0 0 0 0,4 13 0 0 0,-4-18 35 0 0,0 0 0 0 0,0 0 0 0 0,0 0 0 0 0,1 0 0 0 0,0 0-1 0 0,-1 0 1 0 0,1-1 0 0 0,0 1 0 0 0,1-1 0 0 0,-1 0 0 0 0,0 0 0 0 0,1 0-1 0 0,0-1 1 0 0,0 1 0 0 0,0-1 0 0 0,0 0 0 0 0,0 0 0 0 0,0 0 0 0 0,0 0-1 0 0,8 1 1 0 0,-2-1 10 0 0,1-1-1 0 0,0 0 1 0 0,0-1-1 0 0,0 0 1 0 0,-1-1-1 0 0,1 0 1 0 0,0 0-1 0 0,0-1 1 0 0,-1-1-1 0 0,0 0 1 0 0,1 0 0 0 0,-1-1-1 0 0,17-9 1 0 0,4-3 523 0 0,-1-2 1 0 0,54-43-1 0 0,-65 46-177 0 0,4-2 443 0 0,39-39-1 0 0,-56 49-631 0 0,-1 1-1 0 0,0-1 0 0 0,0 0 0 0 0,0 0 0 0 0,-1 0 0 0 0,0-1 0 0 0,0 0 1 0 0,-1 0-1 0 0,0 0 0 0 0,0 0 0 0 0,1-8 0 0 0,-4 15-90 0 0,1 0 0 0 0,-1-1 0 0 0,0 1 0 0 0,0 0 0 0 0,0 0 0 0 0,0 0 0 0 0,0 0 0 0 0,0 0 0 0 0,0-1 0 0 0,0 1 0 0 0,0 0 0 0 0,-1 0 0 0 0,1 0 0 0 0,-1-2 1 0 0,1 3-25 0 0,0 0-1 0 0,-1-1 1 0 0,1 1 0 0 0,0 0 0 0 0,0 0 0 0 0,-1 0 0 0 0,1-1 0 0 0,0 1 0 0 0,-1 0 0 0 0,1 0 0 0 0,0 0 0 0 0,0 0 0 0 0,-1 0 0 0 0,1 0 0 0 0,0-1 0 0 0,-1 1 0 0 0,1 0 0 0 0,-1 0 0 0 0,1 0 0 0 0,0 0 0 0 0,-1 0 0 0 0,1 0 0 0 0,0 0 0 0 0,-1 0 0 0 0,1 1 0 0 0,0-1 0 0 0,-1 0 0 0 0,1 0 0 0 0,-1 0 0 0 0,-1 1-227 0 0,0 1 1 0 0,0-1-1 0 0,0 0 1 0 0,0 1-1 0 0,0-1 1 0 0,0 1-1 0 0,0 0 1 0 0,0 0-1 0 0,1-1 0 0 0,-1 1 1 0 0,-1 3-1 0 0,-3 5-1274 0 0,1 1-58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9:07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14 12987 0 0,'-3'-5'463'0'0,"-2"-2"1127"0"0,5 7-1540 0 0,0 0 0 0 0,0 0 0 0 0,0-1 0 0 0,0 1 0 0 0,0 0 0 0 0,0 0 0 0 0,0 0 0 0 0,-1 0 0 0 0,1 0 0 0 0,0 0 0 0 0,0 0 0 0 0,0 0 0 0 0,0 0 0 0 0,0 0 0 0 0,0 0 0 0 0,0 0 0 0 0,-1 0 0 0 0,1 0 0 0 0,0 0 0 0 0,0 0 0 0 0,0 0 0 0 0,0 0 0 0 0,0 0-1 0 0,0 0 1 0 0,-1 0 0 0 0,1 0 0 0 0,0 0 0 0 0,0 0 0 0 0,0 0 0 0 0,0 0 0 0 0,0 0 0 0 0,0 0 0 0 0,0 0 0 0 0,-1 1 0 0 0,1-1 0 0 0,0 0 0 0 0,0 0 0 0 0,0 0 0 0 0,0 0 0 0 0,0 0 0 0 0,0 0 0 0 0,0 0 0 0 0,0 0 0 0 0,0 0 0 0 0,0 1 0 0 0,0-1 0 0 0,0 0 0 0 0,0 0 0 0 0,0 0 0 0 0,0 0-1 0 0,-1 1 484 0 0,1 3-66 0 0,-1 55 996 0 0,13 117 0 0 0,-6-151-941 0 0,-5-22-491 0 0,-1-1 0 0 0,1 1-1 0 0,0 0 1 0 0,-1-1-1 0 0,0 1 1 0 0,1 0-1 0 0,-1-1 1 0 0,0 1-1 0 0,0 0 1 0 0,-1-1-1 0 0,1 1 1 0 0,0-1 0 0 0,-1 1-1 0 0,0 0 1 0 0,0-1-1 0 0,1 1 1 0 0,-1-1-1 0 0,-2 3 1 0 0,-1 12-657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9:08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93 12875 0 0,'-5'3'244'0'0,"0"0"0"0"0,1 1 1 0 0,-1-1-1 0 0,1 1 1 0 0,0 1-1 0 0,0-1 0 0 0,0 0 1 0 0,1 1-1 0 0,-1 0 0 0 0,1 0 1 0 0,-3 6-1 0 0,-1 3 113 0 0,0 0 0 0 0,1 1 1 0 0,-3 15-1 0 0,6-22-207 0 0,1-1 1 0 0,1 2 0 0 0,0-1 0 0 0,0 0-1 0 0,0 0 1 0 0,1 0 0 0 0,1 0 0 0 0,-1 1 0 0 0,1-1-1 0 0,3 13 1 0 0,-3-19-117 0 0,0 1 0 0 0,0 0 0 0 0,0-1-1 0 0,0 1 1 0 0,1 0 0 0 0,-1-1 0 0 0,1 0 0 0 0,-1 1 0 0 0,1-1-1 0 0,0 0 1 0 0,0 0 0 0 0,0 0 0 0 0,0 0 0 0 0,0 0-1 0 0,0-1 1 0 0,1 1 0 0 0,-1 0 0 0 0,1-1 0 0 0,-1 0 0 0 0,1 0-1 0 0,-1 1 1 0 0,1-2 0 0 0,0 1 0 0 0,-1 0 0 0 0,1 0 0 0 0,0-1-1 0 0,0 0 1 0 0,0 1 0 0 0,-1-1 0 0 0,1 0 0 0 0,0 0 0 0 0,0-1-1 0 0,4 0 1 0 0,-2 0-13 0 0,1-1-1 0 0,-1 1 1 0 0,1-1-1 0 0,-1-1 0 0 0,0 1 1 0 0,0-1-1 0 0,0 0 1 0 0,0 0-1 0 0,0 0 0 0 0,0-1 1 0 0,-1 1-1 0 0,0-1 1 0 0,0 0-1 0 0,0-1 1 0 0,5-7-1 0 0,6-8 82 0 0,-2 0 0 0 0,14-28 0 0 0,-24 42-75 0 0,3-6 253 0 0,0-1-1 0 0,-1 0 1 0 0,0 0-1 0 0,-1 0 1 0 0,0-1-1 0 0,-1 1 0 0 0,2-20 1 0 0,-5 30-192 0 0,1-1 0 0 0,-1 0 0 0 0,0 1 1 0 0,0-1-1 0 0,-1 0 0 0 0,1 1 0 0 0,-1-1 1 0 0,1 1-1 0 0,-1-1 0 0 0,0 1 0 0 0,0-1 0 0 0,-1 1 1 0 0,1-1-1 0 0,-1 1 0 0 0,0 0 0 0 0,0 0 0 0 0,0 0 1 0 0,0 0-1 0 0,0 0 0 0 0,-1 0 0 0 0,1 1 0 0 0,-1-1 1 0 0,0 1-1 0 0,0-1 0 0 0,0 1 0 0 0,0 0 0 0 0,0 0 1 0 0,0 1-1 0 0,0-1 0 0 0,-1 1 0 0 0,1-1 0 0 0,-1 1 1 0 0,-3-1-1 0 0,2 1-71 0 0,-1 1-1 0 0,1 0 1 0 0,-1 0 0 0 0,1 0-1 0 0,-1 0 1 0 0,1 1 0 0 0,-1 0-1 0 0,1 0 1 0 0,0 0 0 0 0,-1 1 0 0 0,1 0-1 0 0,0 0 1 0 0,0 0 0 0 0,0 1-1 0 0,1-1 1 0 0,-1 1 0 0 0,0 0-1 0 0,-6 6 1 0 0,-5 5-599 0 0,1 0 1 0 0,0 1-1 0 0,-19 25 0 0 0,-11 15-3151 0 0,22-26 1813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9:08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119 216 7834 0 0,'-1'3'365'0'0,"-1"-1"-1"0"0,1 0 1 0 0,0 0 0 0 0,0 0 0 0 0,-1 1 0 0 0,2-1 0 0 0,-1 1 0 0 0,0-1 0 0 0,0 1 0 0 0,1-1 0 0 0,0 1-1 0 0,-1-1 1 0 0,1 4 0 0 0,0 40 3159 0 0,1-27-4253 0 0,-1 1 803 0 0,1 46 359 0 0,0-60-364 0 0,0 0 0 0 0,0-1 0 0 0,0 1 1 0 0,0 0-1 0 0,1-1 0 0 0,0 1 0 0 0,0-1 0 0 0,5 10 0 0 0,-6-14-41 0 0,0 0 0 0 0,0 0 1 0 0,-1 0-1 0 0,1 0 0 0 0,0 0 0 0 0,0 0 0 0 0,0-1 0 0 0,0 1 0 0 0,0 0 0 0 0,0 0 0 0 0,0-1 0 0 0,0 1 0 0 0,0-1 0 0 0,0 1 1 0 0,1-1-1 0 0,-1 1 0 0 0,0-1 0 0 0,0 0 0 0 0,1 1 0 0 0,-1-1 0 0 0,0 0 0 0 0,0 0 0 0 0,2 0 0 0 0,0 0 30 0 0,-1-1-1 0 0,1 1 0 0 0,0-1 0 0 0,0 0 1 0 0,-1 0-1 0 0,1 0 0 0 0,0 0 0 0 0,-1-1 1 0 0,1 1-1 0 0,1-2 0 0 0,4-3 89 0 0,-1 1 0 0 0,0-2 0 0 0,0 1 1 0 0,-1-1-1 0 0,9-10 0 0 0,-1-5 117 0 0,0 0 0 0 0,-2-1 0 0 0,0-1 0 0 0,10-33 0 0 0,23-101 1125 0 0,-44 151-1209 0 0,1 0 1 0 0,-1 0-1 0 0,-1-1 1 0 0,1 1-1 0 0,-1 0 1 0 0,-1 0-1 0 0,1 0 1 0 0,-4-14-1 0 0,4 19-122 0 0,-1 0 0 0 0,1 0 0 0 0,-1 1 0 0 0,0-1 1 0 0,0 0-1 0 0,0 1 0 0 0,0-1 0 0 0,0 0 0 0 0,0 1 0 0 0,0-1 0 0 0,-1 1 0 0 0,1 0 0 0 0,0-1 0 0 0,-1 1 0 0 0,1 0 0 0 0,-1 0 0 0 0,1 0 0 0 0,-1 0 0 0 0,0 0 0 0 0,1 0 0 0 0,-1 0 1 0 0,0 1-1 0 0,0-1 0 0 0,0 1 0 0 0,1-1 0 0 0,-1 1 0 0 0,0 0 0 0 0,0-1 0 0 0,0 1 0 0 0,0 0 0 0 0,0 0 0 0 0,0 1 0 0 0,0-1 0 0 0,1 0 0 0 0,-1 1 0 0 0,0-1 0 0 0,-3 2 0 0 0,-5 1 13 0 0,0 0 0 0 0,0 1 0 0 0,1 1 0 0 0,-1 0-1 0 0,1 0 1 0 0,0 1 0 0 0,1 0 0 0 0,-10 8-1 0 0,-4 6-308 0 0,-33 37 0 0 0,-8 23-1128 0 0,51-61-413 0 0,0 0 1 0 0,-13 32-1 0 0,13-21-425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19:09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38 3225 0 0,'-28'39'1343'0'0,"20"-24"1164"0"0,1 0-1 0 0,-9 23 0 0 0,-4 33 3908 0 0,10-24-7033 0 0,6-27 946 0 0,0 0 0 0 0,2 1 0 0 0,-1 38 0 0 0,4-53-232 0 0,-1 0 0 0 0,1 0 0 0 0,0 0 0 0 0,1 0 0 0 0,-1 0 0 0 0,1 0-1 0 0,5 10 1 0 0,-5-13-75 0 0,-1-1 0 0 0,1 1-1 0 0,0-1 1 0 0,0 1 0 0 0,0-1-1 0 0,0 1 1 0 0,1-1 0 0 0,-1 0 0 0 0,1 0-1 0 0,-1 0 1 0 0,1-1 0 0 0,0 1-1 0 0,-1 0 1 0 0,1-1 0 0 0,0 0 0 0 0,3 1-1 0 0,0 0-23 0 0,-1-1-1 0 0,1-1 1 0 0,-1 1-1 0 0,1-1 0 0 0,0 0 1 0 0,-1 0-1 0 0,1 0 1 0 0,0-1-1 0 0,-1 0 1 0 0,1 0-1 0 0,-1-1 0 0 0,1 1 1 0 0,7-5-1 0 0,-3 2-9 0 0,0-1-1 0 0,0 0 0 0 0,0-1 1 0 0,-1 0-1 0 0,16-14 0 0 0,-11 5 179 0 0,-1 0 0 0 0,0-1-1 0 0,-1-1 1 0 0,-1 1-1 0 0,-1-2 1 0 0,0 0 0 0 0,-1 0-1 0 0,-1-1 1 0 0,11-38 0 0 0,-17 45 11 0 0,1 0 1 0 0,-2 0 0 0 0,1 0 0 0 0,-2 0 0 0 0,1 0-1 0 0,-2 0 1 0 0,0 0 0 0 0,0 0 0 0 0,-1 0-1 0 0,-4-14 1 0 0,5 22-36 0 0,0 0 0 0 0,-1 0 0 0 0,0 0 0 0 0,0 0-1 0 0,0 0 1 0 0,0 1 0 0 0,-1-1 0 0 0,1 0 0 0 0,-1 1 0 0 0,0 0 0 0 0,0 0-1 0 0,0-1 1 0 0,-5-2 0 0 0,5 4-48 0 0,-1 0 1 0 0,1 1-1 0 0,-1-1 0 0 0,1 1 1 0 0,-1 0-1 0 0,0 0 0 0 0,1 0 1 0 0,-1 0-1 0 0,0 1 0 0 0,0 0 1 0 0,1-1-1 0 0,-1 1 0 0 0,0 1 1 0 0,0-1-1 0 0,0 0 0 0 0,1 1 1 0 0,-7 2-1 0 0,-5 1 3 0 0,1 1 0 0 0,0 1 0 0 0,0 0 0 0 0,0 1 0 0 0,1 0-1 0 0,0 1 1 0 0,1 1 0 0 0,0 0 0 0 0,0 0 0 0 0,1 2 0 0 0,-20 21 0 0 0,19-17-566 0 0,-1 1 0 0 0,2 0 0 0 0,0 1 0 0 0,1 1 0 0 0,1 0-1 0 0,1 0 1 0 0,0 1 0 0 0,-7 28 0 0 0,7-16-905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0:28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4 224 11058 0 0,'-1'-1'250'0'0,"1"1"-1"0"0,0-1 0 0 0,-1 1 0 0 0,1-1 1 0 0,0 1-1 0 0,0-1 0 0 0,-1 1 0 0 0,1-1 1 0 0,0 1-1 0 0,0-1 0 0 0,0 1 0 0 0,0-1 1 0 0,0 1-1 0 0,-1-1 0 0 0,1 1 0 0 0,0-1 1 0 0,0 0-1 0 0,0 1 0 0 0,1-1 0 0 0,-1 1 1 0 0,0-1-1 0 0,0 1 0 0 0,0-1 0 0 0,0 1 1 0 0,0-1-1 0 0,1 1 0 0 0,-1-1 0 0 0,0 1 1 0 0,0-1-1 0 0,1 1 0 0 0,0-1 0 0 0,18-19 1828 0 0,-10 13-1989 0 0,1 1 1 0 0,18-9 0 0 0,37-9 868 0 0,100-25 1 0 0,-45 16 3 0 0,10-1-294 0 0,-130 33-702 0 0,0 1-1 0 0,0 0 1 0 0,-1 0-1 0 0,1 0 1 0 0,0 0-1 0 0,0 0 1 0 0,0 0-1 0 0,0-1 1 0 0,0 1-1 0 0,0 0 1 0 0,0 0 0 0 0,-1 0-1 0 0,1 0 1 0 0,0-1-1 0 0,0 1 1 0 0,0 0-1 0 0,0 0 1 0 0,0 0-1 0 0,0 0 1 0 0,0-1 0 0 0,0 1-1 0 0,0 0 1 0 0,0 0-1 0 0,0 0 1 0 0,0-1-1 0 0,0 1 1 0 0,0 0-1 0 0,0 0 1 0 0,0 0-1 0 0,0 0 1 0 0,0-1 0 0 0,0 1-1 0 0,0 0 1 0 0,1 0-1 0 0,-1 0 1 0 0,0 0-1 0 0,0-1 1 0 0,0 1-1 0 0,0 0 1 0 0,0 0 0 0 0,0 0-1 0 0,0 0 1 0 0,1 0-1 0 0,-1 0 1 0 0,0-1-1 0 0,0 1 1 0 0,0 0-1 0 0,0 0 1 0 0,1 0-1 0 0,-1 0 1 0 0,0 0 0 0 0,0 0-1 0 0,0 0 1 0 0,0 0-1 0 0,1 0 1 0 0,-1 0-1 0 0,-20-7-4742 0 0,18 6 3926 0 0,-8-1-5639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0:28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17076 0 0,'-1'0'79'0'0,"-1"0"0"0"0,0 0 1 0 0,0 0-1 0 0,0 1 0 0 0,0-1 1 0 0,1 0-1 0 0,-1 1 0 0 0,0-1 1 0 0,0 1-1 0 0,1 0 0 0 0,-1 0 1 0 0,0-1-1 0 0,1 1 0 0 0,-1 0 1 0 0,1 0-1 0 0,-1 1 0 0 0,1-1 1 0 0,-1 0-1 0 0,1 0 0 0 0,0 1 1 0 0,0-1-1 0 0,0 1 0 0 0,0-1 1 0 0,0 1-1 0 0,0-1 0 0 0,0 1 1 0 0,0 0-1 0 0,0-1 0 0 0,1 1 1 0 0,-1 0-1 0 0,1 0 0 0 0,-1 2 1 0 0,-8 33 570 0 0,2 0 1 0 0,1 1 0 0 0,-1 41 0 0 0,5 117 500 0 0,2-188-1115 0 0,8 180 651 0 0,-4-145-443 0 0,1-1-1 0 0,17 58 0 0 0,-2-42 66 0 0,-13-42-213 0 0,-1 1 0 0 0,-1-1 0 0 0,6 32-1 0 0,-11-47-117 0 0,0 0 0 0 0,0 0 0 0 0,0 0 0 0 0,0 0 0 0 0,0-1 0 0 0,0 1 0 0 0,0 0 0 0 0,0 0 0 0 0,0 0 0 0 0,0 0 0 0 0,0 0 0 0 0,-1 0 0 0 0,1-1 0 0 0,0 1 0 0 0,0 0 0 0 0,-1 0 0 0 0,1 0 0 0 0,-1-1 0 0 0,1 1 0 0 0,-2 1 0 0 0,2-2-96 0 0,-1 0 1 0 0,1 0-1 0 0,-1 0 0 0 0,1 0 0 0 0,-1-1 1 0 0,1 1-1 0 0,-1 0 0 0 0,1 0 0 0 0,0 0 0 0 0,-1-1 1 0 0,1 1-1 0 0,-1 0 0 0 0,1-1 0 0 0,-1 1 1 0 0,1 0-1 0 0,0-1 0 0 0,-1 1 0 0 0,1 0 1 0 0,0-1-1 0 0,0 1 0 0 0,-1-1 0 0 0,1 1 1 0 0,0 0-1 0 0,0-1 0 0 0,-1 1 0 0 0,1-1 0 0 0,0 1 1 0 0,0-1-1 0 0,0 1 0 0 0,0-1 0 0 0,0 1 1 0 0,0-1-1 0 0,0 1 0 0 0,0-1 0 0 0,0 1 1 0 0,0-1-1 0 0,-2-9-1708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0:56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2 209 6449 0 0,'-1'-24'2717'0'0,"0"1"1"0"0,7-46-1 0 0,-4 52-2979 0 0,-2 10 655 0 0,1-1-1 0 0,0 1 1 0 0,1 0-1 0 0,0 0 1 0 0,0 0-1 0 0,0 1 1 0 0,1-1-1 0 0,6-10 1 0 0,-9 16-372 0 0,0 1 0 0 0,0 0 0 0 0,0 0 1 0 0,0 0-1 0 0,0 0 0 0 0,1 0 0 0 0,-1 0 0 0 0,0-1 1 0 0,0 1-1 0 0,0 0 0 0 0,0 0 0 0 0,1 0 0 0 0,-1 0 1 0 0,0 0-1 0 0,0 0 0 0 0,0 0 0 0 0,0 0 1 0 0,1 0-1 0 0,-1 0 0 0 0,0 0 0 0 0,0 0 0 0 0,0 0 1 0 0,1 0-1 0 0,-1 0 0 0 0,0 0 0 0 0,0 0 0 0 0,0 0 1 0 0,1 0-1 0 0,-1 0 0 0 0,0 0 0 0 0,0 0 0 0 0,0 0 1 0 0,0 0-1 0 0,1 1 0 0 0,-1-1 0 0 0,0 0 0 0 0,0 0 1 0 0,0 0-1 0 0,6 10 284 0 0,-1 10-109 0 0,-2 44 37 0 0,-2-1 0 0 0,-10 67 0 0 0,4-63-58 0 0,4 111-1 0 0,3-165-139 0 0,-1-1-1 0 0,6 18 1 0 0,-6-26-17 0 0,0-1 0 0 0,0 1 1 0 0,0-1-1 0 0,1 0 0 0 0,-1 1 0 0 0,1-1 0 0 0,0 0 0 0 0,0 0 1 0 0,0 0-1 0 0,0 0 0 0 0,1 0 0 0 0,4 4 0 0 0,-6-7-7 0 0,-1 1 0 0 0,1-1 0 0 0,-1 0-1 0 0,1 0 1 0 0,-1 1 0 0 0,1-1 0 0 0,-1 0 0 0 0,1 0-1 0 0,-1 0 1 0 0,1 0 0 0 0,0 0 0 0 0,-1 0-1 0 0,1 0 1 0 0,-1 0 0 0 0,1 0 0 0 0,-1 0 0 0 0,1 0-1 0 0,0 0 1 0 0,-1 0 0 0 0,1 0 0 0 0,-1-1-1 0 0,1 1 1 0 0,-1 0 0 0 0,1 0 0 0 0,-1-1-1 0 0,1 1 1 0 0,-1 0 0 0 0,1-1 0 0 0,-1 1 0 0 0,0 0-1 0 0,1-1 1 0 0,-1 1 0 0 0,1-1 0 0 0,-1 1-1 0 0,0-1 1 0 0,1 1 0 0 0,-1-1 0 0 0,1 0-1 0 0,11-25 235 0 0,-9 19-180 0 0,30-74 213 0 0,24-89 0 0 0,-3 6-365 0 0,-45 140-8 0 0,1 1-1 0 0,25-41 1 0 0,-25 54 33 0 0,-6 17 45 0 0,-5 28 30 0 0,1-26-19 0 0,-1 1 8 0 0,0 139 56 0 0,3-116-78 0 0,0-1 0 0 0,12 50 0 0 0,-12-75 15 0 0,0 1 1 0 0,0-1 0 0 0,1 0-1 0 0,0 0 1 0 0,0 0 0 0 0,1 0 0 0 0,0-1-1 0 0,0 0 1 0 0,0 1 0 0 0,1-1 0 0 0,7 7-1 0 0,-9-11 39 0 0,0 1 0 0 0,0-1 0 0 0,0 0 0 0 0,1 0 0 0 0,-1 0 0 0 0,1 0 0 0 0,-1 0 0 0 0,1-1 0 0 0,-1 1 0 0 0,1-1-1 0 0,0 0 1 0 0,0 0 0 0 0,0-1 0 0 0,0 1 0 0 0,-1-1 0 0 0,1 0 0 0 0,0 0 0 0 0,0 0 0 0 0,0 0 0 0 0,0-1 0 0 0,0 1 0 0 0,0-1-1 0 0,6-2 1 0 0,-7 1 47 0 0,0 0 0 0 0,0 0 0 0 0,1 0 0 0 0,-1 0 0 0 0,-1-1 0 0 0,1 1 0 0 0,0-1 0 0 0,-1 1 0 0 0,1-1 0 0 0,-1 0 0 0 0,0 0 0 0 0,0 0 0 0 0,0 0 0 0 0,0-1 0 0 0,0 1 0 0 0,-1 0 0 0 0,2-5 0 0 0,2-6 150 0 0,-1 0 1 0 0,0 0-1 0 0,2-16 1 0 0,-3 0-150 0 0,-1 1 1 0 0,-3-61 0 0 0,-15-60-107 0 0,9 95 38 0 0,7 54-44 0 0,-6-27 78 0 0,5 27-144 0 0,1 0 0 0 0,0 1 1 0 0,-1-1-1 0 0,1 1 0 0 0,-1-1 0 0 0,1 0 0 0 0,-1 1 1 0 0,1-1-1 0 0,-1 1 0 0 0,1-1 0 0 0,-1 1 0 0 0,0-1 1 0 0,1 1-1 0 0,-1 0 0 0 0,0-1 0 0 0,1 1 0 0 0,-1 0 1 0 0,0-1-1 0 0,0 1 0 0 0,1 0 0 0 0,-1 0 0 0 0,0 0 1 0 0,0-1-1 0 0,1 1 0 0 0,-1 0 0 0 0,0 0 0 0 0,0 0 1 0 0,1 0-1 0 0,-1 1 0 0 0,0-1 0 0 0,0 0 1 0 0,1 0-1 0 0,-2 1 0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0:56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4 251 920 0 0,'-1'-1'584'0'0,"1"0"0"0"0,0 1 0 0 0,-1-1 0 0 0,1 0 0 0 0,0 0 0 0 0,-1 1 0 0 0,1-1-1 0 0,0 0 1 0 0,0 0 0 0 0,0 0 0 0 0,0 1 0 0 0,0-1 0 0 0,0 0 0 0 0,0 0 0 0 0,0 0 0 0 0,0 1 0 0 0,0-1 0 0 0,1 0-1 0 0,-1-1 1 0 0,15 0 6349 0 0,-2 1-8317 0 0,167 3 3671 0 0,-41 2-1933 0 0,-79-7-116 0 0,0-2-1 0 0,67-15 1 0 0,-112 17-152 0 0,-10 3-2 0 0,0-1 1 0 0,0 1-1 0 0,0-1 1 0 0,0-1-1 0 0,0 1 1 0 0,0-1 0 0 0,0 0-1 0 0,-1 0 1 0 0,1 0-1 0 0,4-3 1 0 0,-9 4-32 0 0,0 1 0 0 0,0-1 0 0 0,0 1 0 0 0,0 0 0 0 0,-1-1 0 0 0,1 1 0 0 0,0-1 0 0 0,0 1 0 0 0,-1 0 0 0 0,1-1 1 0 0,0 1-1 0 0,0 0 0 0 0,-1-1 0 0 0,1 1 0 0 0,0 0 0 0 0,-1 0 0 0 0,1-1 0 0 0,0 1 0 0 0,-1 0 0 0 0,1 0 0 0 0,0 0 0 0 0,-1-1 0 0 0,1 1 0 0 0,-1 0 1 0 0,1 0-1 0 0,0 0 0 0 0,-1 0 0 0 0,-13-6 721 0 0,-5 1-336 0 0,0 1-1 0 0,0 0 1 0 0,-36 0-1 0 0,37 3-341 0 0,1 0-1 0 0,-1-2 0 0 0,1 0 0 0 0,-32-9 0 0 0,47 11-106 0 0,0 0-1 0 0,0 1 1 0 0,0-1 0 0 0,0 0-1 0 0,0 0 1 0 0,0-1 0 0 0,1 1-1 0 0,-1 0 1 0 0,0 0 0 0 0,1-1-1 0 0,-1 1 1 0 0,1-1 0 0 0,0 1-1 0 0,-1-1 1 0 0,1 0 0 0 0,0 0-1 0 0,0 1 1 0 0,0-1 0 0 0,0 0-1 0 0,0 0 1 0 0,1 0 0 0 0,-1 0-1 0 0,1 0 1 0 0,-1 0 0 0 0,1 0-1 0 0,-1 0 1 0 0,1-4 0 0 0,1-1-290 0 0,-1 1 1 0 0,1 0-1 0 0,1 0 1 0 0,-1 0-1 0 0,1 0 1 0 0,0 0-1 0 0,0 0 1 0 0,4-6-1 0 0,10-17-1163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0:59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3 319 2761 0 0,'-1'-22'5885'0'0,"0"18"-5334"0"0,1-1-1 0 0,-1 0 0 0 0,1 1 0 0 0,1-1 1 0 0,-1 0-1 0 0,1 0 0 0 0,-1 1 1 0 0,1-1-1 0 0,1 1 0 0 0,-1-1 1 0 0,3-4-1 0 0,-2 2-95 0 0,0-1 0 0 0,-1 1 0 0 0,0 0 1 0 0,0-1-1 0 0,0 1 0 0 0,-1-11 0 0 0,2 50 57 0 0,3 0-1 0 0,0-1 1 0 0,2 1 0 0 0,14 38 0 0 0,-13-43-326 0 0,41 114 387 0 0,-46-135-541 0 0,-1-1 0 0 0,1 1 0 0 0,0 0 0 0 0,0-1 0 0 0,0 0 1 0 0,1 0-1 0 0,0 0 0 0 0,0 0 0 0 0,6 5 0 0 0,-9-9-19 0 0,0 0 1 0 0,0 0-1 0 0,1 0 0 0 0,-1-1 1 0 0,0 1-1 0 0,1 0 0 0 0,-1-1 1 0 0,1 1-1 0 0,-1-1 1 0 0,1 1-1 0 0,-1-1 0 0 0,1 0 1 0 0,-1 1-1 0 0,1-1 0 0 0,-1 0 1 0 0,4 0-1 0 0,-3-1-6 0 0,0 1 0 0 0,0-1 1 0 0,-1 0-1 0 0,1 0 0 0 0,0 1 0 0 0,0-1 0 0 0,0-1 0 0 0,-1 1 0 0 0,1 0 1 0 0,-1 0-1 0 0,1 0 0 0 0,-1-1 0 0 0,1 1 0 0 0,-1-1 0 0 0,0 1 0 0 0,2-4 0 0 0,1 0-16 0 0,-1-1 0 0 0,0 0 0 0 0,0 0 0 0 0,0 0 0 0 0,-1 0 0 0 0,0-1 0 0 0,1-7 0 0 0,7-51-145 0 0,-5 33 88 0 0,-1 5 65 0 0,-2 5-52 0 0,1 1 0 0 0,2 0 0 0 0,0 0 0 0 0,1 0 0 0 0,15-35 1 0 0,-21 55 56 0 0,0 1 0 0 0,1-1 0 0 0,-1 1 0 0 0,0-1 0 0 0,0 1 1 0 0,1-1-1 0 0,-1 1 0 0 0,0-1 0 0 0,1 1 0 0 0,-1-1 0 0 0,1 1 0 0 0,-1 0 1 0 0,1-1-1 0 0,-1 1 0 0 0,0-1 0 0 0,1 1 0 0 0,-1 0 0 0 0,1 0 0 0 0,0-1 1 0 0,-1 1-1 0 0,1 0 0 0 0,-1 0 0 0 0,1 0 0 0 0,-1-1 0 0 0,1 1 0 0 0,-1 0 1 0 0,1 0-1 0 0,0 0 0 0 0,0 0 0 0 0,0 1-8 0 0,1-1 0 0 0,-1 1 1 0 0,0-1-1 0 0,0 1 0 0 0,0 0 0 0 0,0 0 0 0 0,0-1 1 0 0,0 1-1 0 0,0 0 0 0 0,0 0 0 0 0,0 0 0 0 0,-1 0 1 0 0,2 1-1 0 0,21 41-52 0 0,-21-37 134 0 0,63 119 65 0 0,-58-111-126 0 0,0-1 0 0 0,20 25 0 0 0,-24-33-15 0 0,1-1 1 0 0,0 0 0 0 0,-1 0 0 0 0,2 0-1 0 0,-1-1 1 0 0,0 1 0 0 0,1-1 0 0 0,-1 0-1 0 0,1 0 1 0 0,0-1 0 0 0,10 4 0 0 0,-13-5 4 0 0,1-1 1 0 0,-1 0-1 0 0,1 0 1 0 0,0 0 0 0 0,-1-1-1 0 0,1 1 1 0 0,-1-1-1 0 0,1 1 1 0 0,-1-1 0 0 0,1 0-1 0 0,-1 0 1 0 0,0 0-1 0 0,1 0 1 0 0,-1 0 0 0 0,0-1-1 0 0,0 1 1 0 0,0-1-1 0 0,0 1 1 0 0,0-1-1 0 0,0 0 1 0 0,0 0 0 0 0,0 0-1 0 0,-1 0 1 0 0,3-3-1 0 0,4-6 78 0 0,0-1 0 0 0,-1 0 0 0 0,7-14 0 0 0,-7 9-18 0 0,-1 0 1 0 0,0 0-1 0 0,-1 0 0 0 0,-1-1 1 0 0,-1 0-1 0 0,-1 1 0 0 0,1-37 1 0 0,-4 17 61 0 0,-1 0 1 0 0,-14-68-1 0 0,15 97-194 0 0,-1-1-507 0 0,0-1 0 0 0,0 1-1 0 0,-7-15 1 0 0,8 22 406 0 0,1 1 1 0 0,-1-1-1 0 0,0 1 0 0 0,0-1 0 0 0,1 1 0 0 0,-1 0 0 0 0,0-1 1 0 0,0 1-1 0 0,0 0 0 0 0,0 0 0 0 0,-1 0 0 0 0,1 0 1 0 0,0 0-1 0 0,0 0 0 0 0,-1 0 0 0 0,1 0 0 0 0,0 0 1 0 0,-1 1-1 0 0,1-1 0 0 0,-1 0 0 0 0,1 1 0 0 0,-1-1 1 0 0,1 1-1 0 0,-1 0 0 0 0,0 0 0 0 0,1-1 0 0 0,-1 1 0 0 0,1 0 1 0 0,-3 1-1 0 0,-5 1-6837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0:59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4 335 11522 0 0,'-1'-1'260'0'0,"1"0"-1"0"0,-1-1 1 0 0,1 1-1 0 0,-1 0 1 0 0,1-1-1 0 0,0 1 1 0 0,-1-1-1 0 0,1 1 1 0 0,0 0 0 0 0,0-1-1 0 0,0 1 1 0 0,0-1-1 0 0,0 1 1 0 0,1-1-1 0 0,-1 1 1 0 0,0 0-1 0 0,1-1 1 0 0,-1 1-1 0 0,1 0 1 0 0,0-2-1 0 0,0 0-46 0 0,1 0 0 0 0,0 1 0 0 0,0-1 0 0 0,0 1 0 0 0,0 0-1 0 0,0-1 1 0 0,1 1 0 0 0,3-3 0 0 0,2 0-60 0 0,0 0-1 0 0,1 0 1 0 0,-1 1-1 0 0,1 0 0 0 0,10-3 1 0 0,191-37 1920 0 0,-97 23-1658 0 0,34 0-249 0 0,-5 1 160 0 0,-117 15-242 0 0,0-1 0 0 0,-1-1 0 0 0,35-15-1 0 0,-58 22-31 0 0,0-1 0 0 0,0 1 0 0 0,0 0 0 0 0,0-1 0 0 0,-1 1 0 0 0,1-1 0 0 0,0 1 0 0 0,0-1 0 0 0,0 1 0 0 0,-1-1 0 0 0,1 1-1 0 0,0-1 1 0 0,-1 0 0 0 0,1 0 0 0 0,0 1 0 0 0,-1-1 0 0 0,1 0 0 0 0,-1 0 0 0 0,1 0 0 0 0,-1 0-10 0 0,0 1-1 0 0,0-1 1 0 0,0 1 0 0 0,-1-1 0 0 0,1 1-1 0 0,0-1 1 0 0,0 1 0 0 0,0-1 0 0 0,-1 1 0 0 0,1 0-1 0 0,0-1 1 0 0,-1 1 0 0 0,1-1 0 0 0,0 1-1 0 0,-1 0 1 0 0,1-1 0 0 0,-1 1 0 0 0,1 0-1 0 0,0 0 1 0 0,-1-1 0 0 0,1 1 0 0 0,-1 0-1 0 0,1 0 1 0 0,-1 0 0 0 0,0-1 0 0 0,-40-9 1099 0 0,37 9-1190 0 0,-81-12 423 0 0,-41-8-413 0 0,107 16-2614 0 0,1-1 0 0 0,-26-11 0 0 0,27 9-5400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1:02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9 127 14083 0 0,'-8'-2'2080'0'0,"15"-2"-289"0"0,11-2-1073 0 0,6-1-499 0 0,-1-1 1 0 0,0-1-1 0 0,0-1 0 0 0,41-25 1 0 0,0 0-62 0 0,-50 29-11 0 0,-5 2-1974 0 0,-25 5-1609 0 0,13-1 2948 0 0,0 1 0 0 0,0 0 0 0 0,0 1 0 0 0,0-1 0 0 0,0 0 0 0 0,1 1 0 0 0,-1 0 0 0 0,0 0 0 0 0,-3 3 0 0 0,0-1 117 0 0,1 1 1 0 0,0 0-1 0 0,0 0 1 0 0,0 1-1 0 0,1-1 1 0 0,-6 10 0 0 0,7-8 1262 0 0,0 0 1 0 0,1 0 0 0 0,0 0 0 0 0,0 1 0 0 0,1-1-1 0 0,0 1 1 0 0,0 13 0 0 0,5 57 737 0 0,-1-39-576 0 0,-1 7-234 0 0,3-1 0 0 0,1 0 0 0 0,15 50 0 0 0,-18-87-751 0 0,-1 2 1317 0 0,-3-9-773 0 0,-3-4-445 0 0,4 2-270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1:01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19 172 12987 0 0,'-10'-10'602'0'0,"1"4"1234"0"0,15 21-899 0 0,13 33-625 0 0,-3 0-1 0 0,-1 2 0 0 0,9 61 1 0 0,-10-47 107 0 0,25 75-1 0 0,-39-139-411 0 0,0 0 1 0 0,0-1-1 0 0,0 1 0 0 0,0 0 0 0 0,1 0 0 0 0,-1 0 1 0 0,0 0-1 0 0,0 0 0 0 0,0 0 0 0 0,0 0 0 0 0,0 0 0 0 0,0 0 1 0 0,0 0-1 0 0,0 0 0 0 0,0-1 0 0 0,0 1 0 0 0,1 0 0 0 0,-1 0 1 0 0,0 0-1 0 0,0 0 0 0 0,0 0 0 0 0,0 0 0 0 0,0 0 1 0 0,0 0-1 0 0,0 0 0 0 0,1 0 0 0 0,-1 0 0 0 0,0 0 0 0 0,0 0 1 0 0,0 0-1 0 0,0 0 0 0 0,0 0 0 0 0,0 0 0 0 0,0 0 0 0 0,0 0 1 0 0,1 0-1 0 0,-1 1 0 0 0,0-1 0 0 0,0 0 0 0 0,0 0 1 0 0,0 0-1 0 0,0 0 0 0 0,0 0 0 0 0,0 0 0 0 0,0 0 0 0 0,0 0 1 0 0,0 0-1 0 0,1 0 0 0 0,-1 0 0 0 0,0 1 0 0 0,0-1 1 0 0,0 0-1 0 0,0 0 0 0 0,0 0 0 0 0,0 0 0 0 0,0 0 0 0 0,0 0 1 0 0,0 0-1 0 0,0 0 0 0 0,0 1 0 0 0,0-1 0 0 0,0 0 0 0 0,4-17 248 0 0,2-29 7 0 0,-5 39-192 0 0,5-143 467 0 0,-6 103-379 0 0,2 1 0 0 0,12-70 0 0 0,-7 99 311 0 0,-7 17-452 0 0,0 0 0 0 0,0 0-1 0 0,1 0 1 0 0,-1 0 0 0 0,0 0 0 0 0,0 0 0 0 0,1 0 0 0 0,-1 0 0 0 0,0 0 0 0 0,0 0 0 0 0,1 0 0 0 0,-1 0 0 0 0,0 0 0 0 0,0 0 0 0 0,1 0 0 0 0,-1 0 0 0 0,0 0-1 0 0,0 0 1 0 0,1 0 0 0 0,-1 0 0 0 0,0 0 0 0 0,0 0 0 0 0,1 0 0 0 0,-1 0 0 0 0,0 1 0 0 0,0-1 0 0 0,0 0 0 0 0,1 0 0 0 0,-1 0 0 0 0,0 0 0 0 0,0 1-1 0 0,0-1 1 0 0,1 0 0 0 0,-1 1 0 0 0,16 29 606 0 0,-14-26-685 0 0,10 30 75 0 0,0 0 0 0 0,10 61 1 0 0,-16-63-2 0 0,2 0 0 0 0,1 0 0 0 0,20 47 0 0 0,-27-75-4 0 0,0 0 0 0 0,0 0 0 0 0,1 1 0 0 0,0-1 0 0 0,0-1 0 0 0,0 1 0 0 0,0 0 0 0 0,1-1 0 0 0,-1 0 0 0 0,1 1 0 0 0,4 2 0 0 0,-6-5 1 0 0,0 0 0 0 0,0-1 0 0 0,-1 1 0 0 0,1 0 1 0 0,0-1-1 0 0,0 1 0 0 0,0-1 0 0 0,0 1 0 0 0,0-1 0 0 0,0 0 0 0 0,0 0 0 0 0,0 0 0 0 0,0 0 0 0 0,0 0 0 0 0,0-1 0 0 0,0 1 0 0 0,0 0 0 0 0,0-1 0 0 0,0 1 0 0 0,0-1 0 0 0,0 0 0 0 0,-1 0 0 0 0,1 0 1 0 0,0 0-1 0 0,0 0 0 0 0,-1 0 0 0 0,1 0 0 0 0,-1-1 0 0 0,2-1 0 0 0,4-3 62 0 0,0-2 0 0 0,-1 1 0 0 0,0-1 0 0 0,-1 0 0 0 0,1 0 0 0 0,-2-1 0 0 0,1 1 0 0 0,4-15 0 0 0,2-9 225 0 0,8-36 1 0 0,-8 14-49 0 0,-3 0 0 0 0,-3-1 0 0 0,-2 1 0 0 0,-6-92 0 0 0,3 140-245 0 0,0 1 3 0 0,-1 1 1 0 0,1 0 0 0 0,0-1 0 0 0,-1 1 0 0 0,0 0 0 0 0,0-1 0 0 0,0 1-1 0 0,-4-6 1 0 0,5 10-10 0 0,0 0 0 0 0,0 0-1 0 0,-1 0 1 0 0,1 0-1 0 0,0 0 1 0 0,0 0-1 0 0,-1 0 1 0 0,1 1 0 0 0,0-1-1 0 0,0 0 1 0 0,-1 0-1 0 0,1 0 1 0 0,0 1-1 0 0,0-1 1 0 0,0 0 0 0 0,-1 0-1 0 0,1 1 1 0 0,0-1-1 0 0,0 0 1 0 0,0 0 0 0 0,0 1-1 0 0,0-1 1 0 0,0 0-1 0 0,0 0 1 0 0,-1 1-1 0 0,1-1 1 0 0,0 0 0 0 0,0 1-1 0 0,0-1 1 0 0,0 0-1 0 0,0 0 1 0 0,0 1-1 0 0,0-1 1 0 0,0 0 0 0 0,1 1-1 0 0,-1-1 1 0 0,0 1-1 0 0,-3 14-306 0 0,-8 119-7750 0 0,6-103 5598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1:01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33 372 16388 0 0,'-4'-3'220'0'0,"0"1"1"0"0,1-2-1 0 0,-1 1 1 0 0,1 0-1 0 0,0-1 1 0 0,0 1 0 0 0,-4-7-1 0 0,7 8-200 0 0,0 1 0 0 0,-1 0-1 0 0,1 0 1 0 0,0 0 0 0 0,0 0-1 0 0,-1 0 1 0 0,1-1 0 0 0,0 1-1 0 0,0 0 1 0 0,1 0 0 0 0,-1 0-1 0 0,0 0 1 0 0,0-1 0 0 0,0 1-1 0 0,1 0 1 0 0,-1 0 0 0 0,1 0-1 0 0,-1 0 1 0 0,1 0-1 0 0,-1 0 1 0 0,1 0 0 0 0,-1 0-1 0 0,1 0 1 0 0,0 0 0 0 0,0 0-1 0 0,-1 0 1 0 0,1 0 0 0 0,0 1-1 0 0,0-1 1 0 0,0 0 0 0 0,0 1-1 0 0,0-1 1 0 0,0 1 0 0 0,0-1-1 0 0,2 0 1 0 0,2-2 17 0 0,0 1-1 0 0,1 0 1 0 0,-1 0 0 0 0,0 0-1 0 0,1 0 1 0 0,-1 1 0 0 0,1 0-1 0 0,0 0 1 0 0,9 1 0 0 0,57 4 435 0 0,-29-1 139 0 0,60-4 167 0 0,0-5 0 0 0,180-34 1 0 0,-260 36-512 0 0,0-1 0 0 0,0-1 0 0 0,-1-1 0 0 0,0-1 0 0 0,0-1 0 0 0,21-12 1 0 0,-43 21-226 0 0,1-1 0 0 0,0 1 0 0 0,-1-1 0 0 0,1 1 0 0 0,-1-1 1 0 0,1 1-1 0 0,-1-1 0 0 0,1 1 0 0 0,0-1 0 0 0,-1 1 0 0 0,0-1 1 0 0,1 1-1 0 0,-1-1 0 0 0,1 0 0 0 0,-1 1 0 0 0,0-1 1 0 0,1 0-1 0 0,-1 1 0 0 0,0-1 0 0 0,0 0 0 0 0,0 0 0 0 0,0 1 1 0 0,1-1-1 0 0,-1 0 0 0 0,0 0 0 0 0,0 1 0 0 0,0-1 0 0 0,0 0 1 0 0,-1 0-1 0 0,1 1 0 0 0,0-1 0 0 0,0 0 0 0 0,0 0 1 0 0,-1 1-1 0 0,1-1 0 0 0,0 0 0 0 0,-1 1 0 0 0,1-1 0 0 0,0 0 1 0 0,-1 1-1 0 0,1-1 0 0 0,-1 1 0 0 0,1-1 0 0 0,-1 1 0 0 0,1-1 1 0 0,-1 1-1 0 0,0-1 0 0 0,-6-6 154 0 0,0 2 0 0 0,0-1-1 0 0,-11-6 1 0 0,4 3-5 0 0,-10-10-352 0 0,-59-41 449 0 0,69 51-1626 0 0,-1 1 0 0 0,-17-6 0 0 0,16 6-7277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1:03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163 117 11490 0 0,'0'-4'236'0'0,"0"1"0"0"0,0-1 0 0 0,0 1 0 0 0,0-1 0 0 0,0 1 0 0 0,1-1 0 0 0,-1 1 0 0 0,1-1-1 0 0,0 1 1 0 0,0 0 0 0 0,0 0 0 0 0,1-1 0 0 0,-1 1 0 0 0,1 0 0 0 0,2-4 0 0 0,-2 4-129 0 0,0 0 1 0 0,-1 0-1 0 0,1 0 0 0 0,-1 0 1 0 0,0-1-1 0 0,1 1 1 0 0,-2-1-1 0 0,1 1 1 0 0,0-1-1 0 0,-1 1 1 0 0,1-1-1 0 0,-1 1 0 0 0,0-5 1 0 0,0 8-82 0 0,-1-1 0 0 0,1 1 0 0 0,0-1 0 0 0,-1 1 0 0 0,1 0 0 0 0,0-1 0 0 0,-1 1 0 0 0,1-1 0 0 0,0 1 0 0 0,-1 0 0 0 0,1-1 0 0 0,0 1 0 0 0,-1 0 0 0 0,1-1 0 0 0,-1 1 0 0 0,1 0 0 0 0,-1 0 0 0 0,1 0 0 0 0,-1-1 1 0 0,1 1-1 0 0,-1 0 0 0 0,1 0 0 0 0,-1 0 0 0 0,1 0 0 0 0,-1 0 0 0 0,1 0 0 0 0,-1 0 0 0 0,1 0 0 0 0,-1 0 0 0 0,0 0 0 0 0,1 0 0 0 0,-1 0 0 0 0,1 0 0 0 0,-1 1 0 0 0,1-1 0 0 0,-1 0 0 0 0,1 0 0 0 0,0 1 0 0 0,-1-1 0 0 0,0 1 0 0 0,-20 9 702 0 0,11-3-556 0 0,1 1 0 0 0,1 1 0 0 0,0-1 0 0 0,0 1 0 0 0,0 0 0 0 0,1 1 0 0 0,1 0 0 0 0,-8 14 0 0 0,-1 5 277 0 0,-19 56 0 0 0,29-71-342 0 0,0 0 0 0 0,1 0 0 0 0,1 0-1 0 0,1 0 1 0 0,0 0 0 0 0,1 1 0 0 0,0-1 0 0 0,1 0 0 0 0,0 1 0 0 0,2-1 0 0 0,2 17 0 0 0,-3-29-93 0 0,0 1 0 0 0,0 0 0 0 0,0 0 0 0 0,0-1 0 0 0,1 1 1 0 0,-1-1-1 0 0,1 1 0 0 0,0-1 0 0 0,-1 0 0 0 0,1 1 0 0 0,0-1 0 0 0,0 0 1 0 0,1 0-1 0 0,-1 0 0 0 0,0-1 0 0 0,1 1 0 0 0,-1-1 0 0 0,1 1 0 0 0,-1-1 0 0 0,1 0 1 0 0,0 0-1 0 0,-1 0 0 0 0,1 0 0 0 0,0 0 0 0 0,0 0 0 0 0,0-1 0 0 0,0 0 1 0 0,-1 1-1 0 0,1-1 0 0 0,0 0 0 0 0,0-1 0 0 0,0 1 0 0 0,5-1 0 0 0,1-1 2 0 0,0 0-1 0 0,0 0 0 0 0,-1-1 0 0 0,1 0 0 0 0,-1-1 0 0 0,0 0 0 0 0,0 0 1 0 0,0 0-1 0 0,12-10 0 0 0,18-20 127 0 0,34-40 0 0 0,-20 20-378 0 0,-49 53-1087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8:25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10282 0 0,'0'-3'126'0'0,"0"1"-1"0"0,0-1 1 0 0,-1 1 0 0 0,2-1-1 0 0,-1 1 1 0 0,0-1 0 0 0,0 1-1 0 0,1 0 1 0 0,0-1-1 0 0,-1 1 1 0 0,1-1 0 0 0,0 1-1 0 0,0 0 1 0 0,2-4-1 0 0,-2 5-75 0 0,-1 0-1 0 0,1 0 1 0 0,0 0-1 0 0,-1 0 1 0 0,1 0-1 0 0,0 0 1 0 0,0 0-1 0 0,0 0 1 0 0,0 0-1 0 0,0 0 1 0 0,0 0-1 0 0,0 1 1 0 0,0-1-1 0 0,0 0 1 0 0,1 1-1 0 0,-1-1 1 0 0,0 1-1 0 0,0-1 1 0 0,1 1-1 0 0,-1 0 1 0 0,0-1-1 0 0,0 1 1 0 0,1 0-1 0 0,-1 0 1 0 0,0 0-1 0 0,1 0 0 0 0,-1 0 1 0 0,0 0-1 0 0,3 1 1 0 0,-1 0 35 0 0,-1 1 1 0 0,1 0-1 0 0,-1-1 1 0 0,1 1-1 0 0,-1 0 0 0 0,0 0 1 0 0,1 0-1 0 0,-1 1 1 0 0,0-1-1 0 0,0 0 0 0 0,-1 1 1 0 0,1-1-1 0 0,-1 1 1 0 0,1 0-1 0 0,-1-1 0 0 0,2 7 1 0 0,15 47 725 0 0,-11-21-400 0 0,-2 1 0 0 0,2 56 0 0 0,-9 72 635 0 0,0 10 72 0 0,2-168-1090 0 0,1 0 0 0 0,0 0 0 0 0,0 0 1 0 0,0-1-1 0 0,0 1 0 0 0,1 0 0 0 0,5 9 0 0 0,-7-14-21 0 0,0-1 0 0 0,1 1 0 0 0,-1 0 0 0 0,1 0 0 0 0,-1-1-1 0 0,1 1 1 0 0,-1 0 0 0 0,1-1 0 0 0,0 1 0 0 0,-1 0 0 0 0,1-1 0 0 0,0 1-1 0 0,0-1 1 0 0,-1 1 0 0 0,1-1 0 0 0,0 0 0 0 0,0 1 0 0 0,0-1-1 0 0,-1 0 1 0 0,1 1 0 0 0,0-1 0 0 0,1 0 0 0 0,0 0-1 0 0,-1-1 1 0 0,1 1-1 0 0,-1-1 1 0 0,1 1-1 0 0,-1-1 0 0 0,1 1 1 0 0,-1-1-1 0 0,0 0 1 0 0,1 0-1 0 0,-1 0 1 0 0,0 0-1 0 0,0 0 0 0 0,1 0 1 0 0,-1 0-1 0 0,0 0 1 0 0,0-1-1 0 0,1-1 1 0 0,14-20-6 0 0,-1 0 0 0 0,-1-1 0 0 0,-1 0 0 0 0,12-30 0 0 0,28-109-68 0 0,-30 75 67 0 0,-10 30 0 0 0,4 0 0 0 0,1 0 0 0 0,28-54 0 0 0,-37 96 126 0 0,-6 18 118 0 0,-1 9-6 0 0,38 286 374 0 0,-33-253-584 0 0,-6-33-17 0 0,3 17 2 0 0,2 0-1 0 0,0 0 1 0 0,15 38 0 0 0,-17-58-12 0 0,-1 0-1 0 0,1 0 1 0 0,1-1 0 0 0,0 0-1 0 0,0 0 1 0 0,10 12 0 0 0,-11-16 0 0 0,0 1 0 0 0,0-1 1 0 0,0 0-1 0 0,0 0 1 0 0,1 0-1 0 0,-1 0 0 0 0,1-1 1 0 0,0 0-1 0 0,0 0 0 0 0,0 0 1 0 0,0-1-1 0 0,6 2 1 0 0,-7-2 34 0 0,-1-1 1 0 0,1 1 0 0 0,0-1-1 0 0,0 0 1 0 0,-1 0 0 0 0,1-1 0 0 0,0 1-1 0 0,0-1 1 0 0,-1 1 0 0 0,1-1-1 0 0,0-1 1 0 0,-1 1 0 0 0,1 0 0 0 0,-1-1-1 0 0,0 1 1 0 0,5-4 0 0 0,-3 1 52 0 0,-1 1 0 0 0,1-2 0 0 0,-1 1 0 0 0,0 0 0 0 0,0-1 0 0 0,0 0 1 0 0,0 0-1 0 0,-1 0 0 0 0,4-7 0 0 0,0-4 118 0 0,-1 0 0 0 0,0-1 1 0 0,-1 0-1 0 0,-1 0 0 0 0,0 0 0 0 0,1-19 0 0 0,-3 16 7 0 0,-1 0-1 0 0,-1-1 1 0 0,-1 1-1 0 0,0 0 1 0 0,-7-33-1 0 0,5 41-124 0 0,0 1 1 0 0,-1-1-1 0 0,-1 1 0 0 0,1 0 1 0 0,-2 0-1 0 0,1 0 0 0 0,-1 1 1 0 0,-1 0-1 0 0,0 0 0 0 0,-16-16 1 0 0,22 25-92 0 0,0-1 0 0 0,-1 1 0 0 0,1 0 0 0 0,0 0 0 0 0,-1 1 0 0 0,1-1 0 0 0,-1 0 0 0 0,1 0 0 0 0,-1 1 0 0 0,0-1 0 0 0,1 1 0 0 0,-1-1 0 0 0,0 1 0 0 0,1 0 0 0 0,-3-1 0 0 0,-5 0-2825 0 0,0-2-4851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8:2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61 15779 0 0,'0'0'38'0'0,"-1"0"-1"0"0,1 0 0 0 0,-1 0 1 0 0,1 0-1 0 0,-1-1 1 0 0,1 1-1 0 0,0 0 0 0 0,-1 0 1 0 0,1 0-1 0 0,-1 0 0 0 0,1 0 1 0 0,-1 1-1 0 0,1-1 1 0 0,-1 0-1 0 0,1 0 0 0 0,0 0 1 0 0,-1 0-1 0 0,1 0 0 0 0,-1 1 1 0 0,1-1-1 0 0,0 0 0 0 0,-1 0 1 0 0,1 0-1 0 0,0 1 1 0 0,-1-1-1 0 0,1 0 0 0 0,0 1 1 0 0,-1-1-1 0 0,1 0 0 0 0,0 1 1 0 0,-1-1-1 0 0,1 0 1 0 0,0 1-1 0 0,0-1 0 0 0,0 1 1 0 0,-1-1-1 0 0,1 1 0 0 0,0-1 1 0 0,0 1-1 0 0,1 22 370 0 0,-1-21-434 0 0,1 3 102 0 0,0-1-1 0 0,0 1 0 0 0,1-1 0 0 0,0 0 0 0 0,0 1 0 0 0,0-1 0 0 0,0 0 0 0 0,1 0 0 0 0,-1-1 1 0 0,1 1-1 0 0,0 0 0 0 0,0-1 0 0 0,0 0 0 0 0,1 1 0 0 0,-1-2 0 0 0,1 1 0 0 0,6 4 0 0 0,8 4 300 0 0,1-1-1 0 0,29 12 0 0 0,-38-18-317 0 0,9 4 143 0 0,0-2-1 0 0,0-1 1 0 0,1 0-1 0 0,-1-1 1 0 0,1-1-1 0 0,30 1 1 0 0,-17-4 77 0 0,-1-2 1 0 0,0 0-1 0 0,40-9 1 0 0,-17-3 284 0 0,84-33 0 0 0,-89 28-4 0 0,-42 16-438 0 0,-2 2 20 0 0,-1-1 0 0 0,0 0 0 0 0,0 0-1 0 0,1 0 1 0 0,-1-1 0 0 0,-1 0 0 0 0,1 0 0 0 0,8-7 0 0 0,-13 10-110 0 0,0-1 0 0 0,0 1-1 0 0,0-1 1 0 0,0 1 0 0 0,0 0 0 0 0,-1-1-1 0 0,1 1 1 0 0,0-1 0 0 0,0 1-1 0 0,-1 0 1 0 0,1-1 0 0 0,0 1 0 0 0,-1 0-1 0 0,1-1 1 0 0,0 1 0 0 0,-1 0 0 0 0,1-1-1 0 0,0 1 1 0 0,-1 0 0 0 0,1 0 0 0 0,-1 0-1 0 0,1-1 1 0 0,-1 1 0 0 0,1 0-1 0 0,0 0 1 0 0,-1 0 0 0 0,1 0 0 0 0,-1 0-1 0 0,-17-7 403 0 0,16 7-377 0 0,-29-9 330 0 0,0 2 0 0 0,-41-4 1 0 0,-31-6-227 0 0,90 14-292 0 0,0-1 0 0 0,0 0 0 0 0,0-1 1 0 0,0 0-1 0 0,-15-10 0 0 0,27 15 131 0 0,0-1-214 0 0,0 1-1 0 0,0-1 0 0 0,0 0 1 0 0,0 1-1 0 0,0-1 1 0 0,0 0-1 0 0,0 1 1 0 0,0-1-1 0 0,0 0 0 0 0,1 0 1 0 0,-1 0-1 0 0,0 0 1 0 0,0 0-1 0 0,1 0 1 0 0,-1 0-1 0 0,0 0 0 0 0,1 0 1 0 0,-1 0-1 0 0,1 0 1 0 0,-1-2-1 0 0,4-3-1331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8:27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1 198 10106 0 0,'9'-23'1104'0'0,"20"-45"1257"0"0,-21 53-1916 0 0,2-1 422 0 0,-2-1 0 0 0,0 0 0 0 0,8-25 0 0 0,-19 61 281 0 0,0-1 0 0 0,2 33 0 0 0,-2 3-1008 0 0,-4 23 68 0 0,-7 87 208 0 0,13-128-368 0 0,1 0 1 0 0,9 55-1 0 0,-9-88-47 0 0,10 37 98 0 0,-10-38-94 0 0,0 0 0 0 0,1-1 0 0 0,0 1 0 0 0,-1-1 0 0 0,1 1 1 0 0,0-1-1 0 0,0 1 0 0 0,0-1 0 0 0,0 1 0 0 0,0-1 0 0 0,0 0 0 0 0,0 0 1 0 0,1 1-1 0 0,-1-1 0 0 0,0 0 0 0 0,1 0 0 0 0,-1 0 0 0 0,1 0 0 0 0,-1-1 1 0 0,3 2-1 0 0,-2-2-1 0 0,-1 0 0 0 0,1 0 0 0 0,-1 0 0 0 0,0-1 1 0 0,1 1-1 0 0,-1 0 0 0 0,1-1 0 0 0,-1 1 0 0 0,0-1 1 0 0,1 0-1 0 0,-1 1 0 0 0,0-1 0 0 0,0 0 0 0 0,1 0 0 0 0,-1 0 1 0 0,0 0-1 0 0,0 0 0 0 0,0 0 0 0 0,0 0 0 0 0,0 0 1 0 0,1-3-1 0 0,19-28 78 0 0,-19 28-80 0 0,16-30 83 0 0,17-49 1 0 0,-11 25-13 0 0,3-5-79 0 0,2 1 0 0 0,4 1 0 0 0,47-67 0 0 0,-78 125 24 0 0,12-12 18 0 0,-9 15 28 0 0,-1 10 97 0 0,-3 12 0 0 0,-1 0 0 0 0,-3 33 0 0 0,0-7-179 0 0,1-10-24 0 0,0 9 68 0 0,4 61 1 0 0,-1-95-34 0 0,1 0 0 0 0,0 0-1 0 0,1 0 1 0 0,0 0 0 0 0,1 0 0 0 0,1-1 0 0 0,0 0 0 0 0,0 0 0 0 0,11 17 0 0 0,-14-27 22 0 0,-1 1 0 0 0,1-1 1 0 0,0 1-1 0 0,0-1 0 0 0,0 0 0 0 0,0 0 1 0 0,0 0-1 0 0,1 0 0 0 0,-1 0 0 0 0,1-1 1 0 0,-1 1-1 0 0,1 0 0 0 0,0-1 0 0 0,-1 0 1 0 0,1 0-1 0 0,0 0 0 0 0,0 0 0 0 0,0 0 1 0 0,0-1-1 0 0,0 1 0 0 0,0-1 0 0 0,0 0 1 0 0,5 0-1 0 0,-3-1 21 0 0,0 0 0 0 0,-1 0 0 0 0,1 0-1 0 0,0-1 1 0 0,-1 0 0 0 0,1 0 0 0 0,-1 0 0 0 0,0-1 0 0 0,0 1 0 0 0,0-1 0 0 0,0 0-1 0 0,0 0 1 0 0,0-1 0 0 0,3-3 0 0 0,2-4 22 0 0,-1 0-1 0 0,0 0 1 0 0,0-1 0 0 0,-1 0-1 0 0,10-23 1 0 0,21-69 263 0 0,-36 97-284 0 0,2-5 13 0 0,31-106 232 0 0,-31 100-296 0 0,0 1 1 0 0,-2-1-1 0 0,0 1 1 0 0,-1-34-1 0 0,-1 46-53 0 0,-1 1 1 0 0,1-1-1 0 0,-1 1 0 0 0,0 0 0 0 0,0-1 0 0 0,-1 1 0 0 0,1 0 0 0 0,-1 0 0 0 0,-3-6 0 0 0,4 9-133 0 0,0-1 1 0 0,0 1-1 0 0,-1-1 0 0 0,1 1 0 0 0,0-1 0 0 0,-1 1 0 0 0,0 0 0 0 0,1 0 0 0 0,-1 0 0 0 0,1 0 0 0 0,-1 0 1 0 0,0 0-1 0 0,0 0 0 0 0,0 0 0 0 0,0 1 0 0 0,1-1 0 0 0,-1 1 0 0 0,0-1 0 0 0,0 1 0 0 0,0 0 1 0 0,0 0-1 0 0,0 0 0 0 0,-3 0 0 0 0,-10 2-1775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8:27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6 188 6913 0 0,'-1'-5'299'0'0,"-3"-13"6724"0"0,5 11-7023 0 0,-1 9 154 0 0,0-1 0 0 0,1 1 0 0 0,-1 0 0 0 0,0-1 0 0 0,1 1-1 0 0,-1-1 1 0 0,1 1 0 0 0,0-1 0 0 0,0 1 0 0 0,-1-1 0 0 0,1 1 0 0 0,0-1 0 0 0,0 0 0 0 0,1 1-1 0 0,-1-1 1 0 0,0 0 0 0 0,2 2 0 0 0,25 20 1396 0 0,-17-19-1186 0 0,0 0 0 0 0,0 0 1 0 0,1-1-1 0 0,-1 0 0 0 0,24 2 1 0 0,60-1 595 0 0,-66-4-768 0 0,199-4 636 0 0,-163 0-480 0 0,96-18 0 0 0,-158 21-313 0 0,60-15 646 0 0,-59 14-562 0 0,0 1 0 0 0,-1 0 0 0 0,1-1 0 0 0,-1 0 0 0 0,0 0 0 0 0,1 0 0 0 0,-1 0 0 0 0,0 0 0 0 0,0 0 0 0 0,0-1 0 0 0,-1 0 0 0 0,1 0 0 0 0,-1 1 0 0 0,4-6 0 0 0,-6 7-79 0 0,0 0 0 0 0,1 0 0 0 0,-1 0 0 0 0,0 0 0 0 0,0 0 0 0 0,0 0 0 0 0,0 0 0 0 0,0 0 1 0 0,0 0-1 0 0,-1-1 0 0 0,1 1 0 0 0,0 0 0 0 0,0 0 0 0 0,-1 0 0 0 0,1 0 0 0 0,0 0 0 0 0,-1 0 0 0 0,0 0 1 0 0,1 0-1 0 0,-1 1 0 0 0,1-1 0 0 0,-1 0 0 0 0,0 0 0 0 0,1 0 0 0 0,-1 1 0 0 0,0-1 0 0 0,0 0 1 0 0,0 1-1 0 0,-1-2 0 0 0,-27-16 412 0 0,6 9-391 0 0,-26-8 1 0 0,28 11-681 0 0,1-1 0 0 0,-21-10 1 0 0,34 13-511 0 0,0 0 0 0 0,0 0-1 0 0,1-1 1 0 0,-1 0 0 0 0,-6-7 0 0 0,-1-2-1324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8:34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8 18404 0 0,'-1'-1'75'0'0,"0"1"1"0"0,-1-1-1 0 0,1 0 1 0 0,0 0-1 0 0,0 1 1 0 0,-1-1 0 0 0,1 1-1 0 0,0-1 1 0 0,-1 1-1 0 0,1-1 1 0 0,0 1-1 0 0,-1 0 1 0 0,1 0-1 0 0,0-1 1 0 0,-1 1-1 0 0,1 0 1 0 0,-1 1-1 0 0,1-1 1 0 0,0 0-1 0 0,-1 0 1 0 0,1 0-1 0 0,-1 1 1 0 0,1-1-1 0 0,0 1 1 0 0,0-1-1 0 0,-1 1 1 0 0,1 0-1 0 0,0-1 1 0 0,0 1-1 0 0,-1 0 1 0 0,1 0-1 0 0,0 0 1 0 0,-1 1-1 0 0,-7 5 37 0 0,1 1 0 0 0,0 0 0 0 0,-9 11 0 0 0,10-10 179 0 0,-179 221 1365 0 0,146-173-1542 0 0,2 2 1 0 0,-36 77-1 0 0,70-127-530 0 0,-10 18-833 0 0,2-14-5812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8:34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16676 0 0,'0'0'58'0'0,"0"0"0"0"0,0 0 1 0 0,0 0-1 0 0,-1 1 0 0 0,1-1 1 0 0,0 0-1 0 0,0 1 0 0 0,0-1 1 0 0,0 0-1 0 0,0 0 1 0 0,0 1-1 0 0,0-1 0 0 0,0 0 1 0 0,0 1-1 0 0,-1-1 0 0 0,1 0 1 0 0,0 1-1 0 0,0-1 0 0 0,1 0 1 0 0,-1 0-1 0 0,0 1 0 0 0,0-1 1 0 0,0 0-1 0 0,0 1 1 0 0,0-1-1 0 0,0 0 0 0 0,0 0 1 0 0,0 1-1 0 0,1-1 0 0 0,-1 0 1 0 0,0 0-1 0 0,0 1 0 0 0,0-1 1 0 0,7 15-291 0 0,-6-14 413 0 0,44 100 289 0 0,45 89 218 0 0,-77-168-621 0 0,1 0 0 0 0,1-1 0 0 0,0 0 0 0 0,2-2 0 0 0,0 0 0 0 0,22 19 0 0 0,-18-20-77 0 0,-13-10-192 0 0,0-1-1 0 0,0-1 1 0 0,0 1 0 0 0,1-1-1 0 0,11 5 1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8:34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3225 0 0,'-15'1'-1266'0'0,"0"4"7966"0"0,4 8 1523 0 0,4 1-6780 0 0,-3 8-1183 0 0,1 1 0 0 0,1-1 0 0 0,1 2-1 0 0,1-1 1 0 0,-6 44 0 0 0,4 124 284 0 0,8-189-685 0 0,1 29 106 0 0,3-14-3684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8:35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0 204 14283 0 0,'3'-4'216'0'0,"0"-1"0"0"0,1 1 0 0 0,-1-1 0 0 0,1 1 0 0 0,0 0-1 0 0,0 0 1 0 0,1 1 0 0 0,-1-1 0 0 0,1 1 0 0 0,6-4 0 0 0,-1 2-182 0 0,-1 0 1 0 0,0 1-1 0 0,1 0 1 0 0,17-4-1 0 0,-21 6 69 0 0,0 2 0 0 0,0-1 0 0 0,0 1 0 0 0,0 0 0 0 0,-1 0 0 0 0,1 0 0 0 0,0 1 0 0 0,0 0 0 0 0,0 0 0 0 0,-1 1 0 0 0,1 0 0 0 0,-1 0 0 0 0,1 0 0 0 0,-1 0 0 0 0,0 1 0 0 0,0 0 0 0 0,7 4 0 0 0,4 6 459 0 0,0 1-1 0 0,0 0 1 0 0,19 23-1 0 0,-33-35-516 0 0,4 6 40 0 0,1-1 1 0 0,-2 1-1 0 0,1-1 0 0 0,-1 2 1 0 0,0-1-1 0 0,-1 0 0 0 0,0 1 1 0 0,0 0-1 0 0,-1 0 0 0 0,0 0 1 0 0,3 17-1 0 0,-6-19-74 0 0,1 1 0 0 0,-1-1 0 0 0,0 1 0 0 0,0-1 0 0 0,-1 1 0 0 0,0-1 0 0 0,0 0 0 0 0,-1 1 0 0 0,0-1 0 0 0,0 0 0 0 0,-1 0 0 0 0,0 0 0 0 0,0 0 0 0 0,-1 0 0 0 0,-6 8 0 0 0,-1 1-2 0 0,-1-2-1 0 0,-1 1 0 0 0,0-2 0 0 0,-20 16 1 0 0,-63 41 36 0 0,24-18-54 0 0,54-34 69 0 0,18-18-57 0 0,0 0 0 0 0,0 0-1 0 0,0 0 1 0 0,0 0 0 0 0,0 0-1 0 0,0 0 1 0 0,0 0 0 0 0,0 0-1 0 0,0 0 1 0 0,0 0 0 0 0,0 0-1 0 0,0 0 1 0 0,0 0-1 0 0,0 0 1 0 0,1 0 0 0 0,-1 0-1 0 0,0 0 1 0 0,0 0 0 0 0,0 0-1 0 0,0 0 1 0 0,0 0 0 0 0,0 0-1 0 0,0 0 1 0 0,0 0 0 0 0,0 0-1 0 0,0 0 1 0 0,0 0 0 0 0,0 0-1 0 0,0 0 1 0 0,0 0 0 0 0,0 0-1 0 0,0 1 1 0 0,0-1 0 0 0,0 0-1 0 0,0 0 1 0 0,0 0 0 0 0,0 0-1 0 0,0 0 1 0 0,0 0 0 0 0,0 0-1 0 0,0 0 1 0 0,0 0 0 0 0,0 0-1 0 0,0 0 1 0 0,0 0 0 0 0,0 0-1 0 0,0 0 1 0 0,0 0 0 0 0,0 0-1 0 0,0 1 1 0 0,0-1-1 0 0,0 0 1 0 0,0 0 0 0 0,0 0-1 0 0,0 0 1 0 0,0 0 0 0 0,0 0-1 0 0,0 0 1 0 0,0 0 0 0 0,0 0-1 0 0,0 0 1 0 0,13-7 167 0 0,31-20 86 0 0,1 3 1 0 0,1 1-1 0 0,77-26 1 0 0,-5 3-254 0 0,5 2-276 0 0,-84 32 200 0 0,-1-2 0 0 0,48-23 0 0 0,-74 30 67 0 0,0 0-1 0 0,0-1 1 0 0,-1 0 0 0 0,0 0-1 0 0,-1-1 1 0 0,0-1 0 0 0,0 0 0 0 0,-1 0-1 0 0,0-1 1 0 0,13-21 0 0 0,-14 18 46 0 0,-1 1 1 0 0,0-1 0 0 0,-1-1 0 0 0,-1 1-1 0 0,0-1 1 0 0,0 0 0 0 0,-2 0-1 0 0,0-1 1 0 0,-1 1 0 0 0,0 0 0 0 0,-1-1-1 0 0,-2-20 1 0 0,0 32-4 0 0,0-1 1 0 0,0 1-1 0 0,0 0 0 0 0,-1 0 1 0 0,0-1-1 0 0,0 1 0 0 0,0 1 1 0 0,0-1-1 0 0,-1 0 0 0 0,1 0 1 0 0,-1 1-1 0 0,0 0 0 0 0,0-1 1 0 0,0 1-1 0 0,0 0 0 0 0,-1 1 1 0 0,1-1-1 0 0,-1 1 0 0 0,0-1 1 0 0,0 1-1 0 0,0 0 0 0 0,0 0 1 0 0,0 1-1 0 0,0-1 0 0 0,0 1 1 0 0,-1 0-1 0 0,-6-1 0 0 0,6 1-27 0 0,-1 0 0 0 0,1 0-1 0 0,0 1 1 0 0,-1 0 0 0 0,1 0-1 0 0,-1 0 1 0 0,1 1 0 0 0,-1 0-1 0 0,1 0 1 0 0,-1 0 0 0 0,1 1-1 0 0,0-1 1 0 0,0 1-1 0 0,0 1 1 0 0,0-1 0 0 0,0 1-1 0 0,0-1 1 0 0,1 1 0 0 0,-1 1-1 0 0,1-1 1 0 0,-7 8 0 0 0,6-4-32 0 0,1 0 0 0 0,0 0 0 0 0,1 0 0 0 0,0 0 0 0 0,0 1 0 0 0,0 0 0 0 0,1-1 0 0 0,0 1 0 0 0,0 0 0 0 0,1 0 0 0 0,0 0 0 0 0,1 0 0 0 0,0 0 0 0 0,0 1 0 0 0,3 13 0 0 0,1 8-86 0 0,2 0 0 0 0,17 53 1 0 0,3-16-91 0 0,67 127 1 0 0,2 2-906 0 0,-92-188 1134 0 0,0 1-1 0 0,0-1 1 0 0,-1 1-1 0 0,0 0 1 0 0,0 0-1 0 0,-1 0 1 0 0,0 0-1 0 0,-1 0 1 0 0,0 9-1 0 0,0-14-15 0 0,-1-1 1 0 0,1 1-1 0 0,-1-1 0 0 0,0 0 0 0 0,0 1 1 0 0,0-1-1 0 0,-1 0 0 0 0,1 0 1 0 0,-1 0-1 0 0,0 0 0 0 0,0 0 0 0 0,0 0 1 0 0,0 0-1 0 0,0 0 0 0 0,0-1 1 0 0,-1 1-1 0 0,1-1 0 0 0,-1 0 0 0 0,0 0 1 0 0,0 0-1 0 0,0 0 0 0 0,0 0 1 0 0,0-1-1 0 0,0 1 0 0 0,0-1 0 0 0,-5 2 1 0 0,-2-1 86 0 0,0 0 0 0 0,0 0 1 0 0,0-1-1 0 0,0 0 0 0 0,0-1 0 0 0,0 0 1 0 0,0 0-1 0 0,-1-1 0 0 0,1-1 1 0 0,0 1-1 0 0,-13-5 0 0 0,10 2 39 0 0,0-1-1 0 0,1 0 0 0 0,-1-1 0 0 0,1 0 1 0 0,1-1-1 0 0,-1 0 0 0 0,-20-17 1 0 0,26 18-60 0 0,0 0 0 0 0,0-1 0 0 0,1 0 0 0 0,0 0 0 0 0,0 0 0 0 0,1 0 0 0 0,0-1 0 0 0,0 0 0 0 0,1 0 0 0 0,0 0 0 0 0,0 0 0 0 0,1 0 0 0 0,0-1 0 0 0,0 1 0 0 0,1-1 0 0 0,0 1 0 0 0,1-1 0 0 0,0 1 0 0 0,0-1 0 0 0,2-9 0 0 0,-1 7-44 0 0,1 0 0 0 0,0 1 0 0 0,1-1 0 0 0,0 1-1 0 0,1-1 1 0 0,0 1 0 0 0,1 0 0 0 0,-1 1 0 0 0,2-1 0 0 0,0 1 0 0 0,0 0 0 0 0,0 0 0 0 0,1 1 0 0 0,1-1 0 0 0,11-9 0 0 0,-9 10-54 0 0,2 1 0 0 0,-1 0 1 0 0,1 1-1 0 0,0 0 0 0 0,0 0 0 0 0,1 1 0 0 0,0 1 0 0 0,0 0 0 0 0,25-3 1 0 0,8 1-39 0 0,71 1 0 0 0,-66 4-39 0 0,59 1-3599 0 0,-100-1 1697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8:44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30 13827 0 0,'0'-1'147'0'0,"0"0"1"0"0,-1 0-1 0 0,1 0 0 0 0,0 0 1 0 0,0 0-1 0 0,0 0 0 0 0,0 0 1 0 0,0 0-1 0 0,0 0 0 0 0,0 0 1 0 0,0 0-1 0 0,0 0 1 0 0,0-1-1 0 0,1 1 0 0 0,-1 0 1 0 0,0 0-1 0 0,1 0 0 0 0,-1 0 1 0 0,1 1-1 0 0,0-3 0 0 0,1 2-80 0 0,-1 1-1 0 0,1-1 1 0 0,0 0-1 0 0,0 1 0 0 0,0-1 1 0 0,-1 1-1 0 0,1-1 1 0 0,0 1-1 0 0,0 0 1 0 0,0-1-1 0 0,3 2 0 0 0,-4-2-57 0 0,1 1 0 0 0,0 0 0 0 0,-1 0-1 0 0,1 0 1 0 0,-1 0 0 0 0,1 0-1 0 0,0 0 1 0 0,-1 0 0 0 0,1 0-1 0 0,-1 1 1 0 0,1-1 0 0 0,-1 1-1 0 0,1-1 1 0 0,-1 1 0 0 0,1 0-1 0 0,-1-1 1 0 0,1 1 0 0 0,-1 0-1 0 0,0 0 1 0 0,1 0 0 0 0,-1 0-1 0 0,1 2 1 0 0,-1-2 25 0 0,0 1-1 0 0,0-1 1 0 0,-1 1-1 0 0,1 0 0 0 0,-1-1 1 0 0,0 1-1 0 0,1 0 1 0 0,-1 0-1 0 0,0-1 1 0 0,0 1-1 0 0,0 0 1 0 0,0 0-1 0 0,0-1 1 0 0,-1 1-1 0 0,1 0 1 0 0,-1 3-1 0 0,-3 5 143 0 0,0-1-1 0 0,0 1 1 0 0,0-1-1 0 0,-1 0 1 0 0,-10 14-1 0 0,-53 60 542 0 0,13-17-364 0 0,27-32-281 0 0,8-10-6 0 0,-19 30-1 0 0,35-47-52 0 0,0 0 0 0 0,0 0 0 0 0,1 0 0 0 0,-1 1 0 0 0,2-1-1 0 0,-1 1 1 0 0,1 0 0 0 0,0-1 0 0 0,-1 14 0 0 0,3-18 7 0 0,0 0 0 0 0,0 0-1 0 0,1 0 1 0 0,-1 0 0 0 0,1 0 0 0 0,0 0 0 0 0,0 0 0 0 0,0 0 0 0 0,0 0 0 0 0,0 0-1 0 0,0 0 1 0 0,1-1 0 0 0,-1 1 0 0 0,1-1 0 0 0,0 1 0 0 0,0-1 0 0 0,0 1 0 0 0,0-1-1 0 0,0 0 1 0 0,1 0 0 0 0,-1 0 0 0 0,0 0 0 0 0,1-1 0 0 0,0 1 0 0 0,-1-1-1 0 0,1 1 1 0 0,0-1 0 0 0,0 0 0 0 0,0 0 0 0 0,5 1 0 0 0,2 0 39 0 0,1 1 0 0 0,-1-2-1 0 0,1 0 1 0 0,-1 0 0 0 0,1-1 0 0 0,-1 0 0 0 0,19-3 0 0 0,2-3 80 0 0,1-1 1 0 0,-1-2-1 0 0,35-14 0 0 0,86-47 494 0 0,-111 50-444 0 0,24-10 314 0 0,-30 15-675 0 0,-1-2 0 0 0,43-27 1 0 0,-76 43 107 0 0,0 1 1 0 0,0-1 0 0 0,0 1 0 0 0,-1-1-1 0 0,1 1 1 0 0,0-1 0 0 0,-1 0 0 0 0,1 1 0 0 0,0-1-1 0 0,-1 0 1 0 0,1 0 0 0 0,-1 1 0 0 0,1-1-1 0 0,-1 0 1 0 0,0 0 0 0 0,1 0 0 0 0,-1 0-1 0 0,0 1 1 0 0,1-1 0 0 0,-1 0 0 0 0,0 0 0 0 0,0 0-1 0 0,0-2 1 0 0,0 3-143 0 0,0-1 0 0 0,-1 0 0 0 0,1 0 0 0 0,-1 1 0 0 0,1-1 1 0 0,-1 0-1 0 0,1 1 0 0 0,-1-1 0 0 0,1 0 0 0 0,-1 1 0 0 0,0-1 0 0 0,1 1 0 0 0,-1-1 0 0 0,0 1 0 0 0,1-1 0 0 0,-1 1 0 0 0,0 0 0 0 0,0-1 1 0 0,0 1-1 0 0,1 0 0 0 0,-1-1 0 0 0,0 1 0 0 0,0 0 0 0 0,0 0 0 0 0,1 0 0 0 0,-3 0 0 0 0,-7-2-5934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8:44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 5529 0 0,'-13'4'7041'0'0,"-1"6"-4028"0"0,-10 14-1987 0 0,22-21-793 0 0,-11 13 103 0 0,1 1-1 0 0,1 0 0 0 0,0 1 1 0 0,2 0-1 0 0,0 1 0 0 0,0 0 1 0 0,2 1-1 0 0,1-1 1 0 0,0 1-1 0 0,1 0 0 0 0,2 1 1 0 0,0-1-1 0 0,1 1 0 0 0,0 28 1 0 0,3-39-258 0 0,-1 0 0 0 0,2 0 0 0 0,-1-1 0 0 0,1 1 0 0 0,0 0 0 0 0,1-1 0 0 0,0 0 0 0 0,1 0 0 0 0,5 10 0 0 0,-8-17-203 0 0,1 1 0 0 0,0 0 0 0 0,0-1-1 0 0,0 0 1 0 0,0 1 0 0 0,0-1 0 0 0,0 0 0 0 0,1 0-1 0 0,-1 0 1 0 0,1-1 0 0 0,0 1 0 0 0,-1 0 0 0 0,5 1 0 0 0,-4-2-341 0 0,1 0 0 0 0,-1-1 1 0 0,0 1-1 0 0,0-1 1 0 0,0 0-1 0 0,0 0 1 0 0,1 0-1 0 0,-1 0 1 0 0,0 0-1 0 0,0-1 1 0 0,0 0-1 0 0,0 1 1 0 0,0-1-1 0 0,0 0 1 0 0,5-3-1 0 0,7-2-5344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8:44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105 126 12387 0 0,'-3'2'155'0'0,"0"-1"1"0"0,0 1 0 0 0,0 0 0 0 0,0 0-1 0 0,0 0 1 0 0,1 0 0 0 0,-1 0 0 0 0,1 0-1 0 0,-1 1 1 0 0,1-1 0 0 0,0 1-1 0 0,-4 5 1 0 0,-19 39 1158 0 0,17-30-953 0 0,4-10-235 0 0,-3 6 102 0 0,1-1 0 0 0,-6 20 0 0 0,11-29-179 0 0,0-1 0 0 0,0 1 0 0 0,1-1 0 0 0,-1 1 0 0 0,1 0 0 0 0,0 0 0 0 0,-1-1 0 0 0,1 1 0 0 0,0 0 0 0 0,1 0 0 0 0,-1-1 0 0 0,0 1 0 0 0,1 0 0 0 0,-1-1 0 0 0,1 1 0 0 0,0 0 0 0 0,0-1 0 0 0,0 1 0 0 0,2 3 0 0 0,-1-5 6 0 0,0 0-1 0 0,-1 1 1 0 0,1-1 0 0 0,0 0 0 0 0,0 0 0 0 0,0 1 0 0 0,0-1-1 0 0,0-1 1 0 0,0 1 0 0 0,0 0 0 0 0,0-1 0 0 0,0 1-1 0 0,0-1 1 0 0,0 1 0 0 0,1-1 0 0 0,-1 0 0 0 0,0 0 0 0 0,0 0-1 0 0,0 0 1 0 0,0 0 0 0 0,1-1 0 0 0,-1 1 0 0 0,0-1-1 0 0,0 1 1 0 0,0-1 0 0 0,0 0 0 0 0,3-1 0 0 0,5-2 251 0 0,0-1 0 0 0,0 0 0 0 0,-1-1 0 0 0,12-7-1 0 0,-10 4-69 0 0,-1 1-1 0 0,0-1 0 0 0,0-1 0 0 0,-1 0 1 0 0,0 0-1 0 0,-1-1 0 0 0,0 0 0 0 0,-1-1 1 0 0,0 1-1 0 0,0-1 0 0 0,4-14 0 0 0,-9 20-129 0 0,0 1 0 0 0,0-1 0 0 0,-1 1 0 0 0,0-1 0 0 0,0 0 0 0 0,0 0 0 0 0,-1 1 0 0 0,0-1 0 0 0,0 0 0 0 0,-1 0 0 0 0,1 1 0 0 0,-1-1 0 0 0,0 0 0 0 0,-1 1 0 0 0,1-1 0 0 0,-1 1 0 0 0,0 0 0 0 0,-1-1 0 0 0,1 1 0 0 0,-1 0 0 0 0,0 0 0 0 0,0 0 0 0 0,-1 1 0 0 0,1-1 0 0 0,-1 1-1 0 0,0 0 1 0 0,0 0 0 0 0,-7-5 0 0 0,8 7-75 0 0,0-1-1 0 0,0 1 0 0 0,0 0 0 0 0,-1 0 1 0 0,1 0-1 0 0,0 1 0 0 0,-1-1 1 0 0,1 1-1 0 0,-1 0 0 0 0,0 0 0 0 0,1 0 1 0 0,-1 0-1 0 0,0 1 0 0 0,0-1 0 0 0,1 1 1 0 0,-1 0-1 0 0,0 0 0 0 0,0 0 0 0 0,1 1 1 0 0,-1-1-1 0 0,-4 2 0 0 0,1 1-485 0 0,0 0 1 0 0,0 0-1 0 0,0 1 0 0 0,1 0 0 0 0,0 0 0 0 0,0 0 1 0 0,0 1-1 0 0,0 0 0 0 0,-9 10 0 0 0,5-2-1583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8:44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139 115 8754 0 0,'16'-45'829'0'0,"-13"34"658"0"0,0 0 1 0 0,2 0 0 0 0,-1 1 0 0 0,9-16 0 0 0,-11 29 305 0 0,-1 9-969 0 0,-1 15 11 0 0,-5 45 505 0 0,-3 0 0 0 0,-23 95 0 0 0,-53 136-986 0 0,70-257-369 0 0,8-27-517 0 0,-15 35-1 0 0,5-26-3906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28:45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7 11690 0 0,'23'-5'1689'0'0,"-22"4"-1576"0"0,0 1 0 0 0,0 0 0 0 0,0 0 1 0 0,-1 0-1 0 0,1 0 0 0 0,0 0 0 0 0,0 0 0 0 0,0 0 0 0 0,0 0 0 0 0,0 0 0 0 0,-1 1 0 0 0,1-1 0 0 0,0 0 0 0 0,0 0 0 0 0,0 1 0 0 0,-1-1 1 0 0,1 0-1 0 0,0 1 0 0 0,0-1 0 0 0,-1 1 0 0 0,1-1 0 0 0,0 1 0 0 0,-1-1 0 0 0,2 2 0 0 0,-3 0 89 0 0,0 0 1 0 0,0 0-1 0 0,0 0 1 0 0,0-1-1 0 0,-1 1 0 0 0,1 0 1 0 0,0-1-1 0 0,-1 1 0 0 0,1-1 1 0 0,-1 1-1 0 0,0-1 0 0 0,1 0 1 0 0,-1 1-1 0 0,0-1 0 0 0,-2 1 1 0 0,0 1 205 0 0,-59 40 1868 0 0,35-25-1311 0 0,-48 40 0 0 0,69-52-868 0 0,1 0 0 0 0,0 0 1 0 0,0 1-1 0 0,1-1 0 0 0,0 2 1 0 0,0-1-1 0 0,0 0 0 0 0,1 1 1 0 0,0 0-1 0 0,0 0 0 0 0,-4 16 0 0 0,7-19-58 0 0,0 0 0 0 0,1 1-1 0 0,-1-1 1 0 0,1 0-1 0 0,0 0 1 0 0,0 1-1 0 0,1-1 1 0 0,-1 0-1 0 0,1 0 1 0 0,0 0 0 0 0,1 0-1 0 0,-1 0 1 0 0,1 0-1 0 0,2 5 1 0 0,1-2 16 0 0,-1-1 1 0 0,1 0-1 0 0,0 0 0 0 0,0 0 1 0 0,1-1-1 0 0,0 0 1 0 0,13 11-1 0 0,2-2 8 0 0,1-1 0 0 0,0 0 1 0 0,1-2-1 0 0,41 16 0 0 0,-35-16-14 0 0,0-1 0 0 0,0-1 0 0 0,1-2 0 0 0,0 0 1 0 0,44 3-1 0 0,-73-10-29 0 0,21-1 457 0 0,-13-2-147 0 0,-9 1-323 0 0,0 1 0 0 0,0 0 0 0 0,0 0 0 0 0,0 0 0 0 0,0 0 1 0 0,0 0-1 0 0,1-1 0 0 0,-1 1 0 0 0,0 0 0 0 0,0 0 0 0 0,0 0 0 0 0,0 0 0 0 0,0-1 0 0 0,0 1 0 0 0,0 0 0 0 0,0 0 0 0 0,0 0 0 0 0,0 0 0 0 0,0-1 1 0 0,0 1-1 0 0,0 0 0 0 0,0 0 0 0 0,0 0 0 0 0,0 0 0 0 0,0 0 0 0 0,0-1 0 0 0,-1 1 0 0 0,1 0 0 0 0,0 0 0 0 0,0 0 0 0 0,0 0 0 0 0,0 0 0 0 0,0-1 0 0 0,0 1 1 0 0,0 0-1 0 0,0 0 0 0 0,-1 0 0 0 0,1 0 0 0 0,0 0 0 0 0,0 0 0 0 0,0-1 0 0 0,-1 0-161 0 0,0 0 0 0 0,0 0-1 0 0,0 0 1 0 0,-1 0 0 0 0,1 1 0 0 0,0-1 0 0 0,0 0 0 0 0,0 0-1 0 0,-1 1 1 0 0,1-1 0 0 0,0 1 0 0 0,-1-1 0 0 0,1 1-1 0 0,0-1 1 0 0,-1 1 0 0 0,1 0 0 0 0,-1 0 0 0 0,1 0 0 0 0,-1 0-1 0 0,1 0 1 0 0,0 0 0 0 0,-4 0 0 0 0,-2 3-1093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59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1 145 11058 0 0,'28'-7'4275'0'0,"-9"2"-3885"0"0,19-1 406 0 0,-1 1-1 0 0,1 2 0 0 0,56 3 1 0 0,-51 1-239 0 0,-1-2 1 0 0,59-9 0 0 0,-28-6 142 0 0,91-34 1 0 0,-86 24-459 0 0,-65 22-1393 0 0,0 0-1 0 0,1 1 1 0 0,-1 1 0 0 0,20-1 0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30:00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14 11058 0 0,'0'0'46'0'0,"0"0"-1"0"0,-1 0 1 0 0,1 0-1 0 0,0-1 1 0 0,0 1-1 0 0,-1 0 1 0 0,1 0-1 0 0,0 0 1 0 0,0 0-1 0 0,0 0 1 0 0,-1-1-1 0 0,1 1 1 0 0,0 0-1 0 0,0 0 1 0 0,0 0-1 0 0,-1-1 1 0 0,1 1 0 0 0,0 0-1 0 0,0 0 1 0 0,0-1-1 0 0,0 1 1 0 0,0 0-1 0 0,0 0 1 0 0,0-1-1 0 0,-1 1 1 0 0,1 0-1 0 0,0 0 1 0 0,0-1-1 0 0,0 1 1 0 0,0 0-1 0 0,0-1 1 0 0,0 1-1 0 0,0 0 1 0 0,0 0-1 0 0,0-1 1 0 0,1 1-1 0 0,-1 0 1 0 0,0 0-1 0 0,0-1 1 0 0,0 1-1 0 0,0 0 1 0 0,0 0-1 0 0,0-1 1 0 0,0 1-1 0 0,1 0 1 0 0,0-1 108 0 0,-1 1 1 0 0,1-1-1 0 0,0 1 0 0 0,0 0 1 0 0,0-1-1 0 0,0 1 1 0 0,-1 0-1 0 0,1 0 1 0 0,0 0-1 0 0,0 0 0 0 0,0 0 1 0 0,0-1-1 0 0,0 2 1 0 0,-1-1-1 0 0,1 0 1 0 0,0 0-1 0 0,2 0 0 0 0,10 5 541 0 0,0 0 0 0 0,0 0 0 0 0,0 2 0 0 0,16 9 0 0 0,24 12 591 0 0,8 0-523 0 0,-14-5-575 0 0,0-2 1 0 0,2-2-1 0 0,0-3 0 0 0,54 11 1 0 0,-91-25-172 0 0,-6-1 12 0 0,-1-1 1 0 0,1 1-1 0 0,0 0 0 0 0,-1 1 0 0 0,1-1 0 0 0,-1 1 1 0 0,0 0-1 0 0,1 1 0 0 0,-1-1 0 0 0,7 6 1 0 0,-12-8-9 0 0,1 1 0 0 0,-1-1 0 0 0,0 1 0 0 0,1 0 0 0 0,-1-1 0 0 0,0 1 0 0 0,0 0 0 0 0,0-1 0 0 0,0 1 0 0 0,1 0 0 0 0,-1-1 0 0 0,0 1 1 0 0,0 0-1 0 0,0-1 0 0 0,0 1 0 0 0,-1 0 0 0 0,1 0 0 0 0,0-1 0 0 0,0 1 0 0 0,0 0 0 0 0,0-1 0 0 0,-1 1 0 0 0,1-1 0 0 0,0 1 1 0 0,-1 0-1 0 0,1-1 0 0 0,0 1 0 0 0,-1-1 0 0 0,1 1 0 0 0,-1-1 0 0 0,1 1 0 0 0,-1-1 0 0 0,1 1 0 0 0,-2 0 0 0 0,-21 19 547 0 0,18-16-428 0 0,-107 87 1168 0 0,-204 153-247 0 0,283-221-1084 0 0,12-7-47 0 0,-1 0 0 0 0,-1-2 1 0 0,0-1-1 0 0,-1-1 0 0 0,-37 14 0 0 0,44-23-1870 0 0,5-3-6745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06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27 7834 0 0,'-1'-1'254'0'0,"-1"0"1"0"0,1 0 0 0 0,0 0-1 0 0,0 0 1 0 0,0 0-1 0 0,0 0 1 0 0,0 0 0 0 0,0-1-1 0 0,0 1 1 0 0,0 0 0 0 0,-1-2-1 0 0,-7-8 1919 0 0,9 11-2146 0 0,0 0 1 0 0,-1 0-1 0 0,1 0 1 0 0,-1 1-1 0 0,1-1 1 0 0,0 0-1 0 0,-1 0 0 0 0,1 0 1 0 0,0 1-1 0 0,-1-1 1 0 0,1 0-1 0 0,0 1 1 0 0,-1-1-1 0 0,1 0 1 0 0,0 1-1 0 0,0-1 0 0 0,-1 0 1 0 0,1 1-1 0 0,0-1 1 0 0,0 0-1 0 0,-1 1 1 0 0,1-1-1 0 0,0 1 1 0 0,0-1-1 0 0,0 0 0 0 0,0 1 1 0 0,0-1-1 0 0,0 1 1 0 0,0-1-1 0 0,0 1 1 0 0,0-1-1 0 0,0 0 1 0 0,0 2-1 0 0,-5 28 601 0 0,1 1 0 0 0,1 57 0 0 0,3-56-392 0 0,-13 231 1109 0 0,3-79-33 0 0,8-90 198 0 0,1-97-1628 0 0,0-5 246 0 0,3-2-2908 0 0,4-12-3586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07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70 5529 0 0,'-7'-10'388'0'0,"6"8"163"0"0,0-1 0 0 0,-1 1 0 0 0,1-1 0 0 0,-1 1 0 0 0,0-1 1 0 0,0 1-1 0 0,0 0 0 0 0,0 0 0 0 0,0 0 0 0 0,0 0 1 0 0,-5-3-1 0 0,6 6-458 0 0,0-1 1 0 0,0 0-1 0 0,0 1 0 0 0,0-1 1 0 0,0 0-1 0 0,0 1 1 0 0,0-1-1 0 0,0 1 1 0 0,1 0-1 0 0,-1-1 0 0 0,0 1 1 0 0,0-1-1 0 0,1 1 1 0 0,-1 0-1 0 0,0 0 1 0 0,1 0-1 0 0,-1-1 0 0 0,0 1 1 0 0,1 0-1 0 0,-1 0 1 0 0,1 0-1 0 0,0 0 1 0 0,-1 0-1 0 0,1 0 0 0 0,-1 2 1 0 0,-8 26 661 0 0,5-8-356 0 0,1 0-1 0 0,1 1 1 0 0,2 35-1 0 0,10 67 472 0 0,-4-64-509 0 0,-4-32-199 0 0,0-1 11 0 0,1-1 1 0 0,10 41 0 0 0,-13-66-168 0 0,0-1 1 0 0,0 0 0 0 0,0 0-1 0 0,0 0 1 0 0,0 0 0 0 0,0 0-1 0 0,0 1 1 0 0,0-1 0 0 0,0 0-1 0 0,0 0 1 0 0,0 0 0 0 0,0 0-1 0 0,0 0 1 0 0,1 1 0 0 0,-1-1-1 0 0,0 0 1 0 0,0 0 0 0 0,0 0-1 0 0,0 0 1 0 0,0 0 0 0 0,0 0-1 0 0,1 0 1 0 0,-1 1 0 0 0,0-1-1 0 0,0 0 1 0 0,0 0 0 0 0,0 0-1 0 0,0 0 1 0 0,1 0 0 0 0,-1 0-1 0 0,0 0 1 0 0,0 0 0 0 0,0 0-1 0 0,0 0 1 0 0,1 0 0 0 0,-1 0-1 0 0,0 0 1 0 0,0 0 0 0 0,0 0-1 0 0,0 0 1 0 0,1 0 0 0 0,-1 0-1 0 0,0 0 1 0 0,0 0 0 0 0,0 0-1 0 0,0 0 1 0 0,0-1 0 0 0,1 1-1 0 0,-1 0 1 0 0,0 0 0 0 0,0 0-1 0 0,0 0 1 0 0,0 0 0 0 0,0 0-1 0 0,0 0 1 0 0,0-1 0 0 0,1 1-1 0 0,-1 0 1 0 0,0 0 0 0 0,0 0-1 0 0,0 0 1 0 0,0 0 0 0 0,0-1-1 0 0,0 1 1 0 0,0 0 0 0 0,0 0-1 0 0,11-20 216 0 0,8-28-21 0 0,-2-7-100 0 0,11-68-1 0 0,-17 68-96 0 0,25-75-1 0 0,-36 130-3 0 0,0 0 0 0 0,0-1 0 0 0,0 1 0 0 0,0 0 0 0 0,0 0 0 0 0,0-1 0 0 0,0 1 0 0 0,0 0 0 0 0,1 0 0 0 0,-1-1 0 0 0,0 1 0 0 0,0 0 0 0 0,0-1 0 0 0,0 1 0 0 0,0 0 0 0 0,0 0 0 0 0,1 0 0 0 0,-1-1 0 0 0,0 1 0 0 0,0 0 0 0 0,0 0 0 0 0,1-1 0 0 0,-1 1 0 0 0,0 0 0 0 0,0 0 0 0 0,1 0 0 0 0,-1 0 0 0 0,0 0 0 0 0,0-1 0 0 0,1 1 0 0 0,-1 0 0 0 0,0 0 0 0 0,1 0 0 0 0,-1 0 0 0 0,0 0 0 0 0,0 0 0 0 0,1 0 0 0 0,-1 0 0 0 0,0 0 0 0 0,1 0 0 0 0,-1 0 0 0 0,0 0 0 0 0,0 0 0 0 0,1 0 0 0 0,-1 1 0 0 0,10 13 0 0 0,4 25 0 0 0,-14-39 0 0 0,22 81 1 0 0,-14-45 1 0 0,2-1 1 0 0,2 0-1 0 0,28 62 1 0 0,-39-96 10 0 0,-1 0-1 0 0,0 0 1 0 0,0-1-1 0 0,1 1 1 0 0,-1 0-1 0 0,1 0 1 0 0,-1 0-1 0 0,1-1 1 0 0,-1 1-1 0 0,1 0 1 0 0,-1-1-1 0 0,1 1 1 0 0,-1 0-1 0 0,1-1 1 0 0,0 1 0 0 0,-1-1-1 0 0,1 1 1 0 0,0-1-1 0 0,0 1 1 0 0,-1-1-1 0 0,1 0 1 0 0,0 1-1 0 0,0-1 1 0 0,0 0-1 0 0,0 0 1 0 0,-1 0-1 0 0,1 1 1 0 0,0-1-1 0 0,0 0 1 0 0,0 0-1 0 0,0 0 1 0 0,0 0 0 0 0,0 0-1 0 0,-1-1 1 0 0,1 1-1 0 0,0 0 1 0 0,0 0-1 0 0,0 0 1 0 0,0-1-1 0 0,-1 1 1 0 0,3-1-1 0 0,-2-1 41 0 0,1 0 0 0 0,0 1-1 0 0,0-1 1 0 0,-1 0 0 0 0,1 0 0 0 0,-1 0-1 0 0,1 0 1 0 0,-1 0 0 0 0,0-1-1 0 0,0 1 1 0 0,0 0 0 0 0,0-1 0 0 0,1-2-1 0 0,1-9 113 0 0,-1 0 0 0 0,0 0-1 0 0,-1 0 1 0 0,0 0 0 0 0,-2-24-1 0 0,-17-67 269 0 0,8 56-380 0 0,10 46-155 0 0,-3-10 116 0 0,1-1 1 0 0,0 1-1 0 0,1-23 0 0 0,1 32-334 0 0,1-1 0 0 0,-1 1 0 0 0,1 0 0 0 0,0 0 0 0 0,1-1 0 0 0,1-4 0 0 0,-1 6-406 0 0,-1 0-1 0 0,1 0 1 0 0,0 0-1 0 0,0 0 1 0 0,0 1-1 0 0,0-1 1 0 0,0 1-1 0 0,1 0 0 0 0,3-4 1 0 0,6-2-5115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07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85 1840 0 0,'-5'-11'2024'0'0,"-1"1"0"0"0,0-1-1 0 0,-1 1 1 0 0,-8-10 0 0 0,14 19-1910 0 0,0-1 0 0 0,-1 0 0 0 0,1 0 1 0 0,-1 1-1 0 0,0-1 0 0 0,1 1 0 0 0,-1 0 1 0 0,0-1-1 0 0,0 1 0 0 0,0 0 0 0 0,0 0 1 0 0,0 0-1 0 0,0 0 0 0 0,0 0 0 0 0,0 1 1 0 0,0-1-1 0 0,0 1 0 0 0,-1-1 1 0 0,1 1-1 0 0,0 0 0 0 0,0 0 0 0 0,-1 0 1 0 0,1 0-1 0 0,0 0 0 0 0,0 0 0 0 0,0 1 1 0 0,-1-1-1 0 0,1 1 0 0 0,0-1 0 0 0,-2 2 1 0 0,1 0-7 0 0,-1 1 0 0 0,1-1 0 0 0,0 1 1 0 0,0 0-1 0 0,1 0 0 0 0,-1 0 1 0 0,1 0-1 0 0,-1 0 0 0 0,1 0 0 0 0,0 1 1 0 0,0-1-1 0 0,-2 7 0 0 0,0 0 109 0 0,0 0-1 0 0,1 0 1 0 0,-4 15-1 0 0,2 7 65 0 0,2-1-1 0 0,0 1 0 0 0,3 0 0 0 0,0 0 0 0 0,2 0 0 0 0,1 0 0 0 0,2 0 0 0 0,12 44 0 0 0,-16-74-274 0 0,0 1 0 0 0,-1-1 1 0 0,2 1-1 0 0,-1 0 0 0 0,0-1 0 0 0,0 0 0 0 0,1 1 0 0 0,-1-1 1 0 0,1 0-1 0 0,0 0 0 0 0,0 0 0 0 0,0 0 0 0 0,0 0 1 0 0,0 0-1 0 0,2 1 0 0 0,-3-2-6 0 0,1-1 1 0 0,-1 1-1 0 0,0-1 1 0 0,0 0 0 0 0,0 0-1 0 0,1 0 1 0 0,-1 1-1 0 0,0-1 1 0 0,0 0-1 0 0,1 0 1 0 0,-1-1-1 0 0,0 1 1 0 0,0 0-1 0 0,0 0 1 0 0,1-1-1 0 0,-1 1 1 0 0,0 0-1 0 0,0-1 1 0 0,0 1-1 0 0,0-1 1 0 0,0 0-1 0 0,0 1 1 0 0,1-1 0 0 0,-2 0-1 0 0,1 1 1 0 0,0-1-1 0 0,0 0 1 0 0,0 0-1 0 0,0 0 1 0 0,0 0-1 0 0,-1 0 1 0 0,1 0-1 0 0,0 0 1 0 0,0-2-1 0 0,9-15 33 0 0,-2 0 0 0 0,0 0-1 0 0,-1 0 1 0 0,0-1 0 0 0,-2 0-1 0 0,0-1 1 0 0,2-19 0 0 0,-2 2 112 0 0,-1 0 0 0 0,-1-42 0 0 0,6 172 583 0 0,-5-37-4579 0 0,14 67 0 0 0,-15-110-2242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08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71 9218 0 0,'0'0'707'0'0,"0"17"3227"0"0,-12 118-1669 0 0,2-43-274 0 0,10-90-1883 0 0,0 0 1 0 0,0 0 0 0 0,0 0 0 0 0,0 0 0 0 0,0 0-1 0 0,0 0 1 0 0,1 0 0 0 0,-1 0 0 0 0,1 0 0 0 0,0 2-1 0 0,-1-4-97 0 0,0 0-1 0 0,0 0 1 0 0,0 0-1 0 0,0 0 1 0 0,0 0-1 0 0,1 0 1 0 0,-1 0-1 0 0,0 0 1 0 0,0 0-1 0 0,0 0 1 0 0,0 0-1 0 0,0 0 1 0 0,0 0-1 0 0,0 0 1 0 0,0 0-1 0 0,0 1 0 0 0,0-1 1 0 0,0 0-1 0 0,1 0 1 0 0,-1 0-1 0 0,0 0 1 0 0,0 0-1 0 0,0 0 1 0 0,0 0-1 0 0,0 0 1 0 0,0 0-1 0 0,0 0 1 0 0,0 0-1 0 0,0 0 1 0 0,0 0-1 0 0,1 0 0 0 0,-1 0 1 0 0,0 0-1 0 0,0 0 1 0 0,0-1-1 0 0,0 1 1 0 0,0 0-1 0 0,0 0 1 0 0,0 0-1 0 0,0 0 1 0 0,0 0-1 0 0,0 0 1 0 0,0 0-1 0 0,1 0 1 0 0,-1 0-1 0 0,0 0 1 0 0,0 0-1 0 0,0 0 0 0 0,0 0 1 0 0,0 0-1 0 0,0 0 1 0 0,0-1-1 0 0,0 1 1 0 0,0 0-1 0 0,0 0 1 0 0,0 0-1 0 0,4-14 100 0 0,40-182 666 0 0,-44 195-774 0 0,5-19 48 0 0,-3 8 0 0 0,1-1 0 0 0,1 1 0 0 0,0 0 0 0 0,1 0 0 0 0,0 0 1 0 0,9-15-1 0 0,-14 27-45 0 0,1-1 0 0 0,-1 1 1 0 0,1-1-1 0 0,-1 1 1 0 0,1-1-1 0 0,-1 1 1 0 0,1-1-1 0 0,-1 1 0 0 0,1 0 1 0 0,-1-1-1 0 0,1 1 1 0 0,0 0-1 0 0,-1-1 1 0 0,1 1-1 0 0,-1 0 1 0 0,1 0-1 0 0,0 0 0 0 0,-1-1 1 0 0,1 1-1 0 0,0 0 1 0 0,0 0-1 0 0,-1 0 1 0 0,1 0-1 0 0,0 0 0 0 0,-1 0 1 0 0,2 1-1 0 0,18 9 277 0 0,-15-5-203 0 0,1 0 0 0 0,-1 1 0 0 0,0 0 0 0 0,5 6 1 0 0,6 15-33 0 0,-1 1 0 0 0,-2 0 1 0 0,19 56-1 0 0,-11-29-96 0 0,2-10-2864 0 0,-15-34-4084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08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15 2761 0 0,'-2'-15'4451'0'0,"-4"27"1622"0"0,0 12-1689 0 0,4-15-6087 0 0,-1 6 1760 0 0,-13 60 1495 0 0,-8 125 0 0 0,22-176-1333 0 0,2-1 0 0 0,1 1 0 0 0,1-1 0 0 0,1 1 0 0 0,1-1 0 0 0,1 0 0 0 0,2 0 0 0 0,0-1 0 0 0,16 37 0 0 0,-20-53-290 0 0,1 0 0 0 0,-1-1 0 0 0,1 1 0 0 0,0-1 0 0 0,0 1 0 0 0,1-1 1 0 0,-1-1-1 0 0,1 1 0 0 0,0-1 0 0 0,6 5 0 0 0,-9-8-21 0 0,0 0 0 0 0,0 0 1 0 0,-1 0-1 0 0,1-1 0 0 0,0 1 0 0 0,0 0 0 0 0,0-1 1 0 0,0 1-1 0 0,0-1 0 0 0,0 1 0 0 0,0-1 0 0 0,0 0 0 0 0,0 0 1 0 0,0 0-1 0 0,0 0 0 0 0,0 0 0 0 0,0-1 0 0 0,0 1 0 0 0,0-1 1 0 0,0 1-1 0 0,0-1 0 0 0,0 0 0 0 0,0 0 0 0 0,0 1 1 0 0,-1-1-1 0 0,1 0 0 0 0,0-1 0 0 0,0 1 0 0 0,-1 0 0 0 0,1 0 1 0 0,-1-1-1 0 0,1 1 0 0 0,-1-1 0 0 0,0 0 0 0 0,0 1 1 0 0,2-4-1 0 0,-1 2-64 0 0,-1 1 0 0 0,0-1 1 0 0,0 0-1 0 0,0 0 0 0 0,0 0 1 0 0,0 1-1 0 0,-1-1 0 0 0,1 0 1 0 0,-1 0-1 0 0,0 0 0 0 0,0 0 1 0 0,0 0-1 0 0,0 0 0 0 0,0 0 1 0 0,-1 0-1 0 0,0 0 0 0 0,1 0 0 0 0,-1 0 1 0 0,0 0-1 0 0,0 0 0 0 0,-2-3 1 0 0,-4-9-793 0 0,-1 1 0 0 0,-15-22 0 0 0,19 29 615 0 0,-122-178-1347 0 0,108 159 1843 0 0,-36-47 2863 0 0,54 72-2865 0 0,0 1 1 0 0,-1 0-1 0 0,1-1 1 0 0,-1 1-1 0 0,1 0 1 0 0,0-1-1 0 0,-1 1 1 0 0,1-1 0 0 0,0 1-1 0 0,-1 0 1 0 0,1-1-1 0 0,0 1 1 0 0,0-1-1 0 0,0 1 1 0 0,-1-1-1 0 0,1 1 1 0 0,0-1 0 0 0,0 1-1 0 0,0-1 1 0 0,0 1-1 0 0,0-1 1 0 0,0 0-1 0 0,0 1 1 0 0,0-1-1 0 0,0 1 1 0 0,0-1 0 0 0,0 0-1 0 0,1 1-47 0 0,-1 0-1 0 0,1-1 1 0 0,-1 1-1 0 0,1 0 1 0 0,0-1-1 0 0,-1 1 1 0 0,1 0 0 0 0,0 0-1 0 0,-1-1 1 0 0,1 1-1 0 0,0 0 1 0 0,-1 0-1 0 0,1 0 1 0 0,0 0-1 0 0,-1 0 1 0 0,1 0 0 0 0,1 0-1 0 0,38 8 504 0 0,-33-7-415 0 0,16 4 9 0 0,-1-2 0 0 0,1 0 0 0 0,-1-2-1 0 0,1-1 1 0 0,0 0 0 0 0,32-6-1 0 0,1 0 207 0 0,-55 7-676 0 0,-1 0 0 0 0,0 1 1 0 0,0-1-1 0 0,0 0 0 0 0,0 0 1 0 0,1 0-1 0 0,-1 0 0 0 0,-1 1 1 0 0,1-1-1 0 0,0 0 1 0 0,0 0-1 0 0,0 0 0 0 0,-1 0 1 0 0,1 0-1 0 0,-1 2 0 0 0,-2 9-1204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09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6449 0 0,'-1'0'74'0'0,"0"0"0"0"0,0 0 0 0 0,-1 0 0 0 0,1 0 0 0 0,0 0 0 0 0,0 0 0 0 0,0 1 0 0 0,0-1 0 0 0,0 0 0 0 0,0 0 0 0 0,-1 1 0 0 0,1-1 0 0 0,0 1 0 0 0,0-1 0 0 0,0 1 0 0 0,0-1 0 0 0,0 1 0 0 0,1 0 0 0 0,-1 0 0 0 0,0-1 0 0 0,0 1 0 0 0,0 0 0 0 0,0 1 0 0 0,-1 1 510 0 0,1 1-1 0 0,0-1 0 0 0,0 0 0 0 0,0 0 0 0 0,1 1 1 0 0,-1 6-1 0 0,0-7-374 0 0,-3 41 1117 0 0,2 1 0 0 0,5 50-1 0 0,15 92-92 0 0,0-14-173 0 0,30 191 885 0 0,-43-351-2123 0 0,3-12-834 0 0,-7-2 838 0 0,-1 0 0 0 0,1 1 0 0 0,0-1-1 0 0,0 0 1 0 0,0 0 0 0 0,-1 0 0 0 0,1 0 0 0 0,0 0-1 0 0,-1 0 1 0 0,1 0 0 0 0,-1 0 0 0 0,1 0 0 0 0,-1 0-1 0 0,0 0 1 0 0,1 0 0 0 0,-1 0 0 0 0,0 0 0 0 0,0 0-1 0 0,0-3 1 0 0,0-11-1873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09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81 6913 0 0,'-1'-1'-194'0'0,"-7"-17"-443"0"0,2-8 4778 0 0,6 24-3933 0 0,0 1 1 0 0,0-1-1 0 0,0 1 1 0 0,1 0 0 0 0,-1-1-1 0 0,0 1 1 0 0,1 0-1 0 0,-1-1 1 0 0,1 1 0 0 0,-1 0-1 0 0,1 0 1 0 0,0-1-1 0 0,-1 1 1 0 0,1 0 0 0 0,0 0-1 0 0,0 0 1 0 0,0 0-1 0 0,0 0 1 0 0,0 0 0 0 0,0 0-1 0 0,0 0 1 0 0,0 0-1 0 0,0 1 1 0 0,0-1 0 0 0,1 0-1 0 0,-1 1 1 0 0,0-1-1 0 0,1 1 1 0 0,-1-1 0 0 0,0 1-1 0 0,1 0 1 0 0,0-1-1 0 0,11 0-58 0 0,-1 0-1 0 0,0 1 0 0 0,0 0 1 0 0,0 1-1 0 0,1 0 0 0 0,-1 1 1 0 0,22 6-1 0 0,-34-8-147 0 0,37 9 191 0 0,-1 1 0 0 0,1 1 1 0 0,-2 3-1 0 0,37 18 0 0 0,-68-30-110 0 0,0 0-1 0 0,0 1 0 0 0,0-1 0 0 0,0 1 1 0 0,0 0-1 0 0,-1 0 0 0 0,1 0 0 0 0,-1 1 1 0 0,0 0-1 0 0,0-1 0 0 0,0 1 0 0 0,0 0 0 0 0,2 5 1 0 0,-3-4 16 0 0,-1-1-1 0 0,0 0 1 0 0,0 1 0 0 0,0-1 0 0 0,-1 1 0 0 0,1-1 0 0 0,-1 1 0 0 0,0-1-1 0 0,0 1 1 0 0,-1-1 0 0 0,1 1 0 0 0,-1-1 0 0 0,-2 8 0 0 0,0-2-12 0 0,-1 0 0 0 0,0 0 0 0 0,0 0 0 0 0,-1-1 1 0 0,0 1-1 0 0,0-1 0 0 0,-1 0 0 0 0,-1-1 0 0 0,1 0 0 0 0,-9 8 1 0 0,-8 6 394 0 0,-52 37 1 0 0,6-7-178 0 0,63-43-892 0 0,11-4-1119 0 0,16-5-2614 0 0,-7-3-2243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10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17252 0 0,'-1'0'88'0'0,"0"0"0"0"0,1 0 0 0 0,-1 0 0 0 0,0 0 0 0 0,0 0 0 0 0,0 0 0 0 0,0 0 1 0 0,0 1-1 0 0,0-1 0 0 0,0 0 0 0 0,0 0 0 0 0,0 1 0 0 0,1-1 0 0 0,-1 1 0 0 0,0-1 0 0 0,0 1 1 0 0,0-1-1 0 0,1 1 0 0 0,-1-1 0 0 0,0 1 0 0 0,1 0 0 0 0,-2 0 0 0 0,-3 22 513 0 0,5-18-452 0 0,-15 286 1212 0 0,15-290-1390 0 0,0 0 1 0 0,0 0 0 0 0,0 0-1 0 0,0 0 1 0 0,0 0 0 0 0,0 0-1 0 0,0 0 1 0 0,0 0 0 0 0,0 0-1 0 0,1 0 1 0 0,-1 0 0 0 0,0 0-1 0 0,1-1 1 0 0,-1 1 0 0 0,1 0-1 0 0,0 1 1 0 0,-1-2-12 0 0,0 0 0 0 0,1 0 0 0 0,-1 0 0 0 0,0 0 1 0 0,1 0-1 0 0,-1 0 0 0 0,0 0 0 0 0,1 0 0 0 0,-1 0 0 0 0,0 0 0 0 0,1-1 0 0 0,-1 1 0 0 0,0 0 0 0 0,0 0 0 0 0,1 0 1 0 0,-1 0-1 0 0,0-1 0 0 0,0 1 0 0 0,1 0 0 0 0,-1 0 0 0 0,0 0 0 0 0,0-1 0 0 0,1 1 0 0 0,-1 0 0 0 0,0 0 0 0 0,0-1 1 0 0,0 1-1 0 0,0 0 0 0 0,1-1 0 0 0,14-30-3017 0 0,-12 16-1140 0 0,-2-4-1177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10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20 6449 0 0,'-7'-10'412'0'0,"-2"1"6302"0"0,9 9-6599 0 0,0 0 1 0 0,-1-1 0 0 0,1 1 0 0 0,0 0 0 0 0,0 0 0 0 0,0 0-1 0 0,0 0 1 0 0,0 0 0 0 0,0 0 0 0 0,-1 0 0 0 0,1 0-1 0 0,0 0 1 0 0,0 0 0 0 0,0 0 0 0 0,0 0 0 0 0,0 0-1 0 0,0 0 1 0 0,-1 0 0 0 0,1 0 0 0 0,0 0 0 0 0,0 1 0 0 0,0-1-1 0 0,0 0 1 0 0,0 0 0 0 0,0 0 0 0 0,-1 0 0 0 0,1 0-1 0 0,0 0 1 0 0,0 0 0 0 0,0 0 0 0 0,0 0 0 0 0,0 0-1 0 0,0 1 1 0 0,0-1 0 0 0,0 0 0 0 0,0 0 0 0 0,0 0-1 0 0,0 0 1 0 0,-1 0 0 0 0,1 0 0 0 0,0 0 0 0 0,0 1 0 0 0,0-1-1 0 0,0 0 1 0 0,0 0 0 0 0,0 0 0 0 0,1 16-375 0 0,2-1-108 0 0,0-1 0 0 0,11 26 1 0 0,-6-18-4148 0 0,-1-1-1141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10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13 16067 0 0,'-1'0'77'0'0,"0"0"0"0"0,1 0-1 0 0,-1-1 1 0 0,0 1 0 0 0,0 0-1 0 0,1-1 1 0 0,-1 1 0 0 0,0 0-1 0 0,1-1 1 0 0,-1 1 0 0 0,0-1-1 0 0,1 1 1 0 0,-1-1 0 0 0,1 1-1 0 0,-1-1 1 0 0,1 0 0 0 0,-1 1-1 0 0,1-1 1 0 0,-1 0 0 0 0,1 1-1 0 0,-1-2 1 0 0,15 0 351 0 0,29 9-486 0 0,-28-3 83 0 0,-1 1 0 0 0,1 0 0 0 0,-2 1 0 0 0,1 1 0 0 0,0 0 0 0 0,-1 0 0 0 0,23 19 0 0 0,-35-24 12 0 0,1-1 0 0 0,-1 0 1 0 0,1 1-1 0 0,-1-1 0 0 0,0 1 1 0 0,0-1-1 0 0,0 1 0 0 0,0 0 0 0 0,0-1 1 0 0,0 1-1 0 0,0 0 0 0 0,0 0 1 0 0,-1 0-1 0 0,1-1 0 0 0,-1 1 0 0 0,1 0 1 0 0,-1 0-1 0 0,0 0 0 0 0,0 2 1 0 0,0 0 62 0 0,0 1 0 0 0,-1-1 0 0 0,0 0 0 0 0,0-1 0 0 0,0 1 0 0 0,0 0 0 0 0,-1 0 0 0 0,-3 7 0 0 0,-2 1 259 0 0,-1 1 0 0 0,-1-1 1 0 0,0-1-1 0 0,-12 12 0 0 0,-64 55 4039 0 0,85-78-4392 0 0,0 0 1 0 0,0 0-1 0 0,0 0 0 0 0,0 0 0 0 0,0 0 0 0 0,0 1 0 0 0,0-1 0 0 0,0 0 0 0 0,0 0 1 0 0,0 0-1 0 0,0 0 0 0 0,0 0 0 0 0,-1 0 0 0 0,1 0 0 0 0,0 1 0 0 0,0-1 0 0 0,0 0 1 0 0,0 0-1 0 0,0 0 0 0 0,0 0 0 0 0,0 0 0 0 0,0 0 0 0 0,0 1 0 0 0,0-1 0 0 0,0 0 1 0 0,0 0-1 0 0,0 0 0 0 0,0 0 0 0 0,1 0 0 0 0,-1 0 0 0 0,0 1 0 0 0,0-1 0 0 0,0 0 1 0 0,0 0-1 0 0,0 0 0 0 0,0 0 0 0 0,0 0 0 0 0,0 0 0 0 0,0 0 0 0 0,0 0 0 0 0,0 0 0 0 0,0 1 1 0 0,1-1-1 0 0,-1 0 0 0 0,0 0 0 0 0,0 0 0 0 0,0 0 0 0 0,0 0 0 0 0,0 0 0 0 0,0 0 1 0 0,0 0-1 0 0,1 0 0 0 0,-1 0 0 0 0,0 0 0 0 0,0 0 0 0 0,13 3 17 0 0,12-3-198 0 0,-6-1-22 0 0,0-2 0 0 0,0 0-1 0 0,-1-1 1 0 0,1-1 0 0 0,23-10 0 0 0,22-15-2099 0 0,-3-4-3587 0 0,-45 23 3885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39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96 2304 0 0,'-6'-24'8634'0'0,"5"-19"-3026"0"0,1 32-3934 0 0,4 9-1203 0 0,1-1 0 0 0,-1 1 0 0 0,1 0 0 0 0,0 0 0 0 0,0 1 0 0 0,9-3 0 0 0,-6 3-233 0 0,1 0 0 0 0,-1 1 1 0 0,13 1-1 0 0,14-1-7 0 0,-31 0-222 0 0,0 0 0 0 0,-1 1 0 0 0,1 0 0 0 0,0-1 0 0 0,0 1 0 0 0,0 0 0 0 0,-1 1-1 0 0,1-1 1 0 0,0 1 0 0 0,-1-1 0 0 0,0 1 0 0 0,1 0 0 0 0,-1 1 0 0 0,6 4 0 0 0,-5-4 3 0 0,0 0-1 0 0,-1 1 0 0 0,1 0 1 0 0,-1-1-1 0 0,0 1 1 0 0,0 0-1 0 0,0 1 1 0 0,0-1-1 0 0,-1 0 0 0 0,4 10 1 0 0,-5-9-5 0 0,0 0 1 0 0,0 0 0 0 0,-1 1-1 0 0,0-1 1 0 0,0 0-1 0 0,0 0 1 0 0,0 1-1 0 0,-1-1 1 0 0,0 0-1 0 0,0 0 1 0 0,0 0 0 0 0,-1 0-1 0 0,0 0 1 0 0,-3 6-1 0 0,-4 7 4 0 0,-2 1 1 0 0,-15 21-1 0 0,1-2-18 0 0,-60 81 7 0 0,85-119 3 0 0,0 0 1 0 0,-1 1-1 0 0,1-1 0 0 0,0 0 1 0 0,-1 1-1 0 0,1-1 1 0 0,0 0-1 0 0,0 1 0 0 0,-1-1 1 0 0,1 0-1 0 0,0 1 1 0 0,0-1-1 0 0,0 1 0 0 0,-1-1 1 0 0,1 1-1 0 0,0-1 1 0 0,0 1-1 0 0,0-1 0 0 0,0 0 1 0 0,0 1-1 0 0,0-1 0 0 0,0 1 1 0 0,0-1-1 0 0,0 1 1 0 0,0-1-1 0 0,0 1 0 0 0,1-1 1 0 0,-1 1-1 0 0,0-1 1 0 0,0 0-1 0 0,0 1 0 0 0,1 0 1 0 0,14 1 564 0 0,-15-2-240 0 0,5-2-157 0 0,43-21 497 0 0,-38 17-560 0 0,1 1 1 0 0,0-1-1 0 0,0 2 0 0 0,0-1 1 0 0,0 2-1 0 0,1-1 0 0 0,-1 2 1 0 0,24-3-1 0 0,-21 9 193 0 0,-5-1-2628 0 0,-2-3-3976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39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52 7370 0 0,'0'-2'355'0'0,"0"0"1"0"0,0 0-1 0 0,0 0 1 0 0,0 0-1 0 0,-1 0 1 0 0,1 0-1 0 0,-1 1 1 0 0,1-1-1 0 0,-1 0 1 0 0,0 0-1 0 0,0 0 1 0 0,1 1-1 0 0,-1-1 1 0 0,0 1-1 0 0,-1-1 1 0 0,1 1-1 0 0,0-1 1 0 0,0 1-1 0 0,-1-1 1 0 0,-1 0-1 0 0,0 0-96 0 0,0 0-1 0 0,0 1 1 0 0,0-1 0 0 0,0 1-1 0 0,-1-1 1 0 0,1 1 0 0 0,0 0 0 0 0,-1 1-1 0 0,1-1 1 0 0,-5 0 0 0 0,-1 1 19 0 0,1-1 1 0 0,-1 2-1 0 0,1-1 1 0 0,-1 1-1 0 0,1 1 1 0 0,-1-1-1 0 0,1 1 0 0 0,-13 5 1 0 0,14-3-160 0 0,1 0 1 0 0,-1 1-1 0 0,0 0 0 0 0,1 0 1 0 0,0 0-1 0 0,0 1 1 0 0,0-1-1 0 0,1 1 0 0 0,0 1 1 0 0,0-1-1 0 0,1 1 0 0 0,0 0 1 0 0,0 0-1 0 0,0 0 0 0 0,1 1 1 0 0,0-1-1 0 0,0 1 1 0 0,-2 13-1 0 0,0 3-55 0 0,1 1-1 0 0,0-1 1 0 0,2 1-1 0 0,2 45 1 0 0,9 28 266 0 0,-7-88-296 0 0,-1-1-1 0 0,1 0 0 0 0,1 1 0 0 0,0-1 0 0 0,0 0 1 0 0,1-1-1 0 0,0 1 0 0 0,7 10 0 0 0,-10-17-25 0 0,1-1-1 0 0,-1 1 1 0 0,1 0-1 0 0,0 0 0 0 0,-1-1 1 0 0,1 1-1 0 0,0-1 1 0 0,0 1-1 0 0,0-1 0 0 0,0 0 1 0 0,1 0-1 0 0,-1 0 1 0 0,0 0-1 0 0,0 0 0 0 0,1 0 1 0 0,-1-1-1 0 0,0 1 1 0 0,1-1-1 0 0,-1 0 0 0 0,1 1 1 0 0,-1-1-1 0 0,0 0 1 0 0,1 0-1 0 0,-1-1 1 0 0,1 1-1 0 0,-1-1 0 0 0,0 1 1 0 0,1-1-1 0 0,-1 1 1 0 0,0-1-1 0 0,0 0 0 0 0,1 0 1 0 0,-1 0-1 0 0,0-1 1 0 0,4-2-1 0 0,2-1 46 0 0,-1-1 0 0 0,1 0 0 0 0,-1-1 0 0 0,0 1 0 0 0,0-2 0 0 0,-1 1 0 0 0,10-14 0 0 0,-1-5 52 0 0,0 0 0 0 0,-2 0 1 0 0,16-47-1 0 0,-22 53-83 0 0,-2 1 0 0 0,0-1 0 0 0,-1 0 1 0 0,-1-1-1 0 0,-1 1 0 0 0,-1-25 0 0 0,-8 3 133 0 0,12 100 1192 0 0,-3-18-1238 0 0,2 9-71 0 0,-2-18 32 0 0,5 33-1 0 0,-5-55-58 0 0,0 1 0 0 0,1-1-1 0 0,0 0 1 0 0,0-1-1 0 0,1 1 1 0 0,0 0-1 0 0,10 14 1 0 0,-14-22-49 0 0,0 0 0 0 0,1-1 1 0 0,-1 1-1 0 0,0-1 0 0 0,1 1 1 0 0,-1 0-1 0 0,0-1 0 0 0,1 1 0 0 0,-1-1 1 0 0,1 1-1 0 0,-1-1 0 0 0,1 1 1 0 0,-1-1-1 0 0,1 0 0 0 0,-1 1 1 0 0,1-1-1 0 0,-1 0 0 0 0,1 1 1 0 0,0-1-1 0 0,-1 0 0 0 0,1 1 0 0 0,0-1 1 0 0,-1 0-1 0 0,1 0 0 0 0,0 0 1 0 0,-1 0-1 0 0,1 0 0 0 0,0 0 1 0 0,-1 0-1 0 0,1 0 0 0 0,0 0 0 0 0,-1 0 1 0 0,1 0-1 0 0,0 0 0 0 0,-1 0 1 0 0,1-1-1 0 0,0 1 0 0 0,-1 0 1 0 0,1 0-1 0 0,-1-1 0 0 0,2 0 1 0 0,1-1-345 0 0,-1-1 0 0 0,0 0 1 0 0,0 0-1 0 0,0 0 1 0 0,0 0-1 0 0,2-5 0 0 0,-1 3 36 0 0,4-7-1599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14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4865 0 0,'0'0'226'0'0,"-1"0"0"0"0,1 0 0 0 0,0 1 1 0 0,-1-1-1 0 0,1 0 0 0 0,-1 1 0 0 0,1-1 0 0 0,-1 0 0 0 0,1 1 0 0 0,0-1 1 0 0,-1 0-1 0 0,1 1 0 0 0,0-1 0 0 0,-1 1 0 0 0,1-1 0 0 0,0 1 0 0 0,-1-1 1 0 0,1 1-1 0 0,0-1 0 0 0,0 1 0 0 0,0-1 0 0 0,0 1 0 0 0,-1-1 0 0 0,1 1 1 0 0,0-1-1 0 0,0 1 0 0 0,-3 26 1230 0 0,4 26-674 0 0,3 135 808 0 0,-5-117-360 0 0,15 263-207 0 0,-12 117 77 0 0,7 23-920 0 0,0 142-180 0 0,-10-252 0 0 0,7-56 0 0 0,-1-233-2 0 0,-2-32 75 0 0,-2 52 0 0 0,0 88 311 0 0,6 57-384 0 0,-4-185 0 0 0,8 276 128 0 0,-4-267-77 0 0,-1 21 26 0 0,-5-57 6 0 0,0-14 67 0 0,-1-1 0 0 0,0 1-1 0 0,-1-1 1 0 0,0 1 0 0 0,-6 19 0 0 0,31-92-5357 0 0,-17 44 3639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15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3225 0 0,'0'-3'11391'0'0,"4"4"-11085"0"0,15 5 9 0 0,-8-2-24 0 0,0-1 0 0 0,0 0 0 0 0,0 0 0 0 0,1-2 0 0 0,-1 1 0 0 0,13-1 0 0 0,344-21 15 0 0,-255 13-306 0 0,63 0 0 0 0,27 19 320 0 0,64 1 160 0 0,-123-12-312 0 0,156-2 392 0 0,-176-5-318 0 0,125 2 324 0 0,-100 15-572 0 0,155 6-12 0 0,104 2 18 0 0,-259-8 0 0 0,-61-7 0 0 0,1-4 0 0 0,162-19 0 0 0,-190 11 26 0 0,94 2 0 0 0,62 13 153 0 0,2 1-162 0 0,45-21 121 0 0,-78 1-12 0 0,-76 9-77 0 0,83-5 145 0 0,-146 7-97 0 0,70 5 1 0 0,30 0-176 0 0,-75-5 416 0 0,-39 1-6543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18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28 142 6913 0 0,'-4'-4'1063'0'0,"0"-1"0"0"0,0 0-1 0 0,0 0 1 0 0,0 0 0 0 0,-4-7 0 0 0,8 11-1043 0 0,0 1 1 0 0,1 0 0 0 0,-1 0 0 0 0,0 0-1 0 0,0-1 1 0 0,0 1 0 0 0,0 0 0 0 0,0 0 0 0 0,0 0-1 0 0,0-1 1 0 0,0 1 0 0 0,0 0 0 0 0,0 0 0 0 0,1 0-1 0 0,-1 0 1 0 0,0-1 0 0 0,0 1 0 0 0,0 0 0 0 0,0 0-1 0 0,0 0 1 0 0,1 0 0 0 0,-1 0 0 0 0,0 0-1 0 0,0 0 1 0 0,0-1 0 0 0,0 1 0 0 0,1 0 0 0 0,-1 0-1 0 0,0 0 1 0 0,0 0 0 0 0,0 0 0 0 0,1 0 0 0 0,-1 0-1 0 0,0 0 1 0 0,0 0 0 0 0,1 0 0 0 0,-1 0 0 0 0,0 0-1 0 0,0 0 1 0 0,0 0 0 0 0,1 0 0 0 0,-1 0 0 0 0,0 0-1 0 0,0 0 1 0 0,0 1 0 0 0,1-1 0 0 0,-1 0-1 0 0,0 0 1 0 0,2 0 211 0 0,227-38 1004 0 0,85-9 576 0 0,-272 44-1780 0 0,5-1 92 0 0,1 2 0 0 0,-1 2 0 0 0,48 6 0 0 0,34 10 36 0 0,48 7-133 0 0,-82-4 16 0 0,-43-8-61 0 0,0-2 0 0 0,59 2 0 0 0,11-8 74 0 0,316 20-48 0 0,-330-12 132 0 0,163-2 0 0 0,24-13 41 0 0,-97 9 50 0 0,65 0 77 0 0,-32 0 69 0 0,-44 1-66 0 0,-77-8-209 0 0,-27 0-30 0 0,103 11 0 0 0,-108-4-5 0 0,122-6 1 0 0,-168 0-65 0 0,215 14 72 0 0,-81-1-6 0 0,262-12 162 0 0,-360-2 233 0 0,78 7-1 0 0,-109 1-307 0 0,-36-5-215 0 0,-2-1 31 0 0,1 0-1 0 0,-1 0 1 0 0,1 0 0 0 0,-1 0-1 0 0,1 0 1 0 0,-1 0-1 0 0,1 0 1 0 0,0-1-1 0 0,-1 1 1 0 0,1 0 0 0 0,-1 0-1 0 0,1 0 1 0 0,0-1-1 0 0,-1 1 1 0 0,1 0-1 0 0,-1-1 1 0 0,1 1 0 0 0,0 0-1 0 0,0 0 1 0 0,-1-1-1 0 0,1 1 1 0 0,0-1-1 0 0,-1 1 1 0 0,1-1 0 0 0,-3-3-98 0 0,-1 0 1 0 0,1 0 0 0 0,0 0 0 0 0,1-1 0 0 0,-1 1 0 0 0,1-1 0 0 0,0 1 0 0 0,0-1-1 0 0,-1-5 1 0 0,-7-49-1405 0 0,8 44 1372 0 0,1-6-379 0 0,2 17 492 0 0,-1 0 1 0 0,0 0-1 0 0,0 0 0 0 0,0 0 1 0 0,-1 0-1 0 0,1 1 0 0 0,-1-1 1 0 0,0 0-1 0 0,0 0 1 0 0,-1 0-1 0 0,1 1 0 0 0,-4-7 1 0 0,5 10 51 0 0,0-1 0 0 0,-1 1 1 0 0,1 0-1 0 0,0 0 0 0 0,0-1 0 0 0,-1 1 1 0 0,1 0-1 0 0,0 0 0 0 0,-1 0 1 0 0,1 0-1 0 0,0-1 0 0 0,-1 1 1 0 0,1 0-1 0 0,0 0 0 0 0,0 0 1 0 0,-1 0-1 0 0,1 0 0 0 0,0 0 0 0 0,-1 0 1 0 0,1 0-1 0 0,0 0 0 0 0,-1 0 1 0 0,1 0-1 0 0,0 0 0 0 0,-1 0 1 0 0,1 0-1 0 0,0 1 0 0 0,-1-1 0 0 0,1 0 1 0 0,0 0-1 0 0,-1 0 0 0 0,1 1 1 0 0,-10 10 236 0 0,-3 17 45 0 0,12-28-287 0 0,-5 20 144 0 0,0 1 1 0 0,1-1 0 0 0,-4 38-1 0 0,1 64 75 0 0,8-116-228 0 0,-5 144 40 0 0,-11 212 94 0 0,13-312-127 0 0,-14 217 0 0 0,-2-27 64 0 0,14-195-64 0 0,2 1 0 0 0,2-1 0 0 0,7 61 0 0 0,1-43 19 0 0,-3 1-1 0 0,-3-1 1 0 0,-8 76 0 0 0,4-78 218 0 0,6 106-1 0 0,1-93-224 0 0,10 336 431 0 0,-13-76-262 0 0,-2-245-714 0 0,3 0-1 0 0,16 99 1 0 0,-14-118 403 0 0,-4-52 109 0 0,1 0 0 0 0,6 37 1 0 0,-2-34-1 0 0,0 0 1 0 0,-2 1-1 0 0,-1 0 1 0 0,-1-1-1 0 0,-1 1 0 0 0,-2 23 1 0 0,-6 23 6 0 0,3-21 118 0 0,1-1-1 0 0,2 1 0 0 0,4 54 1 0 0,3-44-13 0 0,-3 0-1 0 0,-6 68 1 0 0,-1-86-175 0 0,3-29 216 0 0,0 1 0 0 0,1-1 0 0 0,0 1 1 0 0,1 11-1 0 0,1-19-297 0 0,-1 0 0 0 0,1 0-1 0 0,-1 0 1 0 0,1 1 0 0 0,0-1 0 0 0,0 0 0 0 0,0-1-1 0 0,1 1 1 0 0,-1 0 0 0 0,1 0 0 0 0,0 0 0 0 0,-1-1-1 0 0,1 1 1 0 0,0-1 0 0 0,1 0 0 0 0,-1 1 0 0 0,0-1-1 0 0,3 2 1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21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3225 0 0,'0'0'240'0'0,"28"4"6055"0"0,-26-3-6196 0 0,0-1 0 0 0,-1 1 0 0 0,1-1 0 0 0,0 1 0 0 0,0-1 0 0 0,0 0 0 0 0,0 0 0 0 0,0 0 0 0 0,0 0 0 0 0,0-1 0 0 0,0 1 0 0 0,0 0 0 0 0,0-1 0 0 0,0 1 0 0 0,0-1-1 0 0,3-1 1 0 0,7-3 273 0 0,1 1 0 0 0,-1 0 0 0 0,1 0 0 0 0,1 2 0 0 0,-1-1-1 0 0,0 2 1 0 0,0 0 0 0 0,1 0 0 0 0,25 3 0 0 0,16 8 141 0 0,-40-7-298 0 0,1 0 0 0 0,28 1 0 0 0,-19-4-115 0 0,74 2 158 0 0,-85 0-146 0 0,0 0 0 0 0,-1 0-1 0 0,0 1 1 0 0,1 1 0 0 0,14 6 0 0 0,-19-7-119 0 0,1-1 1 0 0,1 0 0 0 0,-1-1-1 0 0,0 1 1 0 0,0-2 0 0 0,1 0-1 0 0,-1 0 1 0 0,12-2 0 0 0,16 0 143 0 0,183 17 17 0 0,-111-5-103 0 0,377-4 91 0 0,-265-9-105 0 0,-198 3-37 0 0,48 1 0 0 0,103-14 0 0 0,73-5 257 0 0,-175 14-205 0 0,-17 4 40 0 0,62 8 0 0 0,-52-3-41 0 0,315 15-51 0 0,0-16 311 0 0,-201-7-86 0 0,-93 3-229 0 0,189 6 147 0 0,-55 3-4 0 0,-51-3-57 0 0,339 18-82 0 0,-344-18 18 0 0,140 3 28 0 0,-21-20 682 0 0,-284 12-725 0 0,0-1 0 0 0,0 0 0 0 0,0 0-1 0 0,0 0 1 0 0,0 0 0 0 0,-1 0 0 0 0,1 0-1 0 0,0 1 1 0 0,0-1 0 0 0,0 0 0 0 0,0 0 0 0 0,0 0-1 0 0,0 0 1 0 0,0 1 0 0 0,0-1 0 0 0,0 0-1 0 0,0 0 1 0 0,0 0 0 0 0,0 0 0 0 0,0 1-1 0 0,0-1 1 0 0,0 0 0 0 0,0 0 0 0 0,0 0 0 0 0,0 0-1 0 0,0 0 1 0 0,0 1 0 0 0,0-1 0 0 0,0 0-1 0 0,0 0 1 0 0,1 0 0 0 0,-1 0 0 0 0,0 0-1 0 0,0 1 1 0 0,0-1 0 0 0,0 0 0 0 0,0 0 0 0 0,0 0-1 0 0,0 0 1 0 0,1 0 0 0 0,-1 0 0 0 0,0 0-1 0 0,0 1 1 0 0,0-1 0 0 0,0 0 0 0 0,0 0-1 0 0,1 0 1 0 0,-1 0 0 0 0,0 0 0 0 0,0 0 0 0 0,0 0-1 0 0,0 0 1 0 0,1 0 0 0 0,-1 0 0 0 0,0 0-1 0 0,0 0 1 0 0,0 0 0 0 0,0 0 0 0 0,1 0-1 0 0,-1 0 1 0 0,0 0 0 0 0,0 0 0 0 0,0 0 0 0 0,1-1-1 0 0,-14 9-2157 0 0,7-7-4360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23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3 165 6449 0 0,'0'0'23'0'0,"-3"-8"4106"0"0,9 6-1099 0 0,-1 2-2674 0 0,51 8 134 0 0,-25-3-77 0 0,0-1 0 0 0,44-1-1 0 0,-12-8 93 0 0,65-15 0 0 0,-39 5-106 0 0,233-9 319 0 0,-11 1-671 0 0,36-7 362 0 0,-78 9 57 0 0,35 5 123 0 0,-34 3-346 0 0,134 7-25 0 0,-158 7-36 0 0,264-4 317 0 0,-89 20 189 0 0,-195-3-426 0 0,-87-6-131 0 0,125 2 218 0 0,35 5-349 0 0,-160 4 76 0 0,28 1 24 0 0,-22-16 751 0 0,-144-3-874 0 0,-1-2 12 0 0,0 1 0 0 0,0 0 0 0 0,1 0 0 0 0,-1 0-1 0 0,0 0 1 0 0,0 0 0 0 0,0 0 0 0 0,1 0-1 0 0,-1 0 1 0 0,0 0 0 0 0,0 0 0 0 0,0 0 0 0 0,0 0-1 0 0,1 0 1 0 0,-1 0 0 0 0,0 0 0 0 0,0 0 0 0 0,0 0-1 0 0,1 0 1 0 0,-1 0 0 0 0,0 0 0 0 0,0 0 0 0 0,0 0-1 0 0,1 0 1 0 0,-1 1 0 0 0,0-1 0 0 0,0 0-1 0 0,0 0 1 0 0,0 0 0 0 0,0 0 0 0 0,1 0 0 0 0,-1 0-1 0 0,0 1 1 0 0,0-1 0 0 0,0 0 0 0 0,0 0 0 0 0,0 0-1 0 0,0 0 1 0 0,0 1 0 0 0,1-1 0 0 0,-1 0 0 0 0,0 0-1 0 0,0 0 1 0 0,0 1 0 0 0,0-1 0 0 0,0 0-1 0 0,0 0 1 0 0,0 0 0 0 0,0 1 0 0 0,0-1 0 0 0,0 0-1 0 0,0 0 1 0 0,0 0 0 0 0,0 1 0 0 0,0-1 0 0 0,0 0-1 0 0,-1 0 1 0 0,1 0 0 0 0,0 0 0 0 0,0 1 0 0 0,0-1-1 0 0,0 0 1 0 0,0 0 0 0 0,0 0 0 0 0,-7 4-380 0 0,5-3 161 0 0,-1 1 0 0 0,0-1 1 0 0,1 1-1 0 0,0 0 0 0 0,-1-1 1 0 0,1 1-1 0 0,-4 5 0 0 0,-3 3-922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26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 1840 0 0,'-10'15'6046'0'0,"3"7"-3787"0"0,-1 21-673 0 0,3 0-959 0 0,2 0 1 0 0,2 54-1 0 0,15 88-470 0 0,0-17 12 0 0,-8 407-100 0 0,2-201 493 0 0,-2-191-557 0 0,-23 435 433 0 0,3-472-121 0 0,-2 32-316 0 0,20 131 94 0 0,-12-6 100 0 0,-1-130-45 0 0,12 34-150 0 0,13-34 3 0 0,-7-99-46 0 0,-2 129 1 0 0,-11-171-70 0 0,3-24-46 0 0,0 1 0 0 0,0-1-1 0 0,0 1 1 0 0,2 13 0 0 0,-1-22 96 0 0,0 1 0 0 0,0-1 0 0 0,0 1 0 0 0,0-1 0 0 0,1 1 0 0 0,-1-1 0 0 0,0 0 0 0 0,0 1 0 0 0,0-1 0 0 0,0 1 0 0 0,1-1 1 0 0,-1 0-1 0 0,0 1 0 0 0,0-1 0 0 0,1 0 0 0 0,-1 1 0 0 0,0-1 0 0 0,1 0 0 0 0,-1 1 0 0 0,0-1 0 0 0,1 0 0 0 0,-1 1 0 0 0,0-1 0 0 0,1 0 0 0 0,-1 0 0 0 0,1 1 0 0 0,1-2-1344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27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11090 0 0,'-1'0'95'0'0,"0"0"-1"0"0,1 0 0 0 0,-1 0 1 0 0,0 0-1 0 0,0 0 0 0 0,0 0 1 0 0,1 0-1 0 0,-1 0 0 0 0,0 0 1 0 0,0 1-1 0 0,1-1 0 0 0,-1 0 0 0 0,0 1 1 0 0,0-1-1 0 0,1 0 0 0 0,-1 1 1 0 0,0-1-1 0 0,1 1 0 0 0,-1-1 1 0 0,1 1-1 0 0,-1-1 0 0 0,1 1 1 0 0,-1 0-1 0 0,1-1 0 0 0,-1 1 1 0 0,1 0-1 0 0,-1-1 0 0 0,1 1 1 0 0,0 0-1 0 0,-1-1 0 0 0,1 1 0 0 0,0 0 1 0 0,0 0-1 0 0,-1-1 0 0 0,1 1 1 0 0,0 0-1 0 0,0 0 0 0 0,0 1 1 0 0,-5 40 35 0 0,4-36 142 0 0,-2 82 951 0 0,11 113-1 0 0,1-8-525 0 0,-11 563 85 0 0,3-596-716 0 0,-3 230 241 0 0,18 369 361 0 0,-12-647-632 0 0,-4 397 28 0 0,1-390-32 0 0,19 149 0 0 0,-19-260-32 0 0,4 70 0 0 0,-9 148 0 0 0,4-142 48 0 0,1-57-21 0 0,-1 0 0 0 0,-5 37-1 0 0,4-58-698 0 0,3-12-687 0 0,1-1 362 0 0,0 1-32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9:28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 10082 0 0,'-1'0'137'0'0,"0"0"0"0"0,0 1-1 0 0,0-1 1 0 0,0 0 0 0 0,0 1 0 0 0,0-1-1 0 0,0 1 1 0 0,0 0 0 0 0,1-1 0 0 0,-1 1-1 0 0,0 0 1 0 0,0-1 0 0 0,1 1 0 0 0,-1 0-1 0 0,0 0 1 0 0,1 0 0 0 0,-1 0 0 0 0,1 0-1 0 0,-1 0 1 0 0,1-1 0 0 0,-1 1 0 0 0,1 0-1 0 0,0 0 1 0 0,-1 2 0 0 0,-7 29 1077 0 0,7-27-836 0 0,-34 286 3537 0 0,26-186-3471 0 0,-5 84-204 0 0,15 288 0 0 0,-13 34-240 0 0,-1-291 0 0 0,15 92-57 0 0,-5 73-22 0 0,-12-37 79 0 0,4-66 0 0 0,13 186 0 0 0,-7-244 78 0 0,-1-57-28 0 0,7-127-50 0 0,0-15 0 0 0,-4 39 0 0 0,5-51-834 0 0,-2-13 799 0 0,0 0-1 0 0,0 0 0 0 0,0-1 1 0 0,0 1-1 0 0,0 0 1 0 0,0 0-1 0 0,0 0 0 0 0,0 0 1 0 0,0 0-1 0 0,1 0 1 0 0,-1 0-1 0 0,0 0 1 0 0,0 0-1 0 0,0 0 0 0 0,0 0 1 0 0,0 0-1 0 0,0 0 1 0 0,0-1-1 0 0,0 1 1 0 0,0 0-1 0 0,1 0 0 0 0,-1 0 1 0 0,0 0-1 0 0,0 0 1 0 0,0 0-1 0 0,0 0 0 0 0,0 0 1 0 0,0 0-1 0 0,0 0 1 0 0,1 0-1 0 0,-1 0 1 0 0,0 0-1 0 0,0 0 0 0 0,0 0 1 0 0,0 1-1 0 0,0-1 1 0 0,0 0-1 0 0,0 0 0 0 0,0 0 1 0 0,0 0-1 0 0,1 0 1 0 0,-1-6-1350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35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35 1840 0 0,'-2'-8'4011'0'0,"0"5"-3273"0"0,1 0 0 0 0,1 0 0 0 0,-1 0 0 0 0,0 0 0 0 0,1 0 0 0 0,-1 0 0 0 0,1-3 0 0 0,4 186 4323 0 0,43 247-4049 0 0,-30-290-108 0 0,-17-134-866 0 0,2 4-300 0 0,5-11-5462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36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2304 0 0,'-1'-17'3619'0'0,"1"-7"1091"0"0,2 41-1884 0 0,17 203 804 0 0,-16-170-3557 0 0,26 225 473 0 0,-27-247-563 0 0,-2-24 9 0 0,0 0 0 0 0,0 0 0 0 0,0 1 0 0 0,1-1 0 0 0,0 0 0 0 0,0 0 1 0 0,0 0-1 0 0,2 5 0 0 0,-3-9-15 0 0,0 1 0 0 0,0-1 1 0 0,0 0-1 0 0,1 0 1 0 0,-1 0-1 0 0,0 0 0 0 0,0 0 1 0 0,0 0-1 0 0,0 1 0 0 0,0-1 1 0 0,0 0-1 0 0,1 0 0 0 0,-1 0 1 0 0,0 0-1 0 0,0 0 0 0 0,0 0 1 0 0,0 0-1 0 0,0 0 1 0 0,1 0-1 0 0,-1 0 0 0 0,0 0 1 0 0,0 0-1 0 0,0 0 0 0 0,1 0 1 0 0,-1 0-1 0 0,0 0 0 0 0,0 0 1 0 0,0 0-1 0 0,0 0 1 0 0,1 0-1 0 0,-1 0 0 0 0,0 0 1 0 0,0 0-1 0 0,0 0 0 0 0,0 0 1 0 0,0 0-1 0 0,1 0 0 0 0,-1 0 1 0 0,0 0-1 0 0,0-1 0 0 0,0 1 1 0 0,0 0-1 0 0,0 0 1 0 0,1 0-1 0 0,-1 0 0 0 0,0 0 1 0 0,0 0-1 0 0,0-1 0 0 0,0 1 1 0 0,0 0-1 0 0,1-1-185 0 0,-1 0-1 0 0,1 1 1 0 0,-1-1-1 0 0,0 0 1 0 0,1 0-1 0 0,-1 0 1 0 0,0 1-1 0 0,1-1 1 0 0,-1 0-1 0 0,0 0 1 0 0,0 0-1 0 0,0 0 1 0 0,0 0-1 0 0,0 0 1 0 0,0-1-1 0 0,-2-19-816 0 0,-1 3-93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38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1 290 6129 0 0,'0'2'199'0'0,"0"0"0"0"0,1 0 0 0 0,-1-1 0 0 0,1 1 0 0 0,0 0 0 0 0,-1 0-1 0 0,1-1 1 0 0,0 1 0 0 0,0-1 0 0 0,0 1 0 0 0,0-1 0 0 0,0 1 0 0 0,0-1 0 0 0,1 0-1 0 0,-1 1 1 0 0,0-1 0 0 0,1 0 0 0 0,-1 0 0 0 0,1 0 0 0 0,-1 0 0 0 0,1 0-1 0 0,-1 0 1 0 0,1 0 0 0 0,0-1 0 0 0,-1 1 0 0 0,1-1 0 0 0,3 1 0 0 0,3 2 111 0 0,0-2 0 0 0,0 1 1 0 0,0-1-1 0 0,15 0 1 0 0,45-4 403 0 0,111-20 1 0 0,45-3-87 0 0,189-15 396 0 0,-198 28-959 0 0,-4 0 340 0 0,195-20-32 0 0,-56 8 295 0 0,-12 0-858 0 0,-240 17 158 0 0,139 0 126 0 0,44-3 28 0 0,314-44-146 0 0,-95 48 177 0 0,-212 7-106 0 0,-6 2-22 0 0,-79 0-50 0 0,289 13 69 0 0,-124-2 169 0 0,-116-14-105 0 0,79 1 23 0 0,76 18 125 0 0,-381-17-207 0 0,0-1 0 0 0,0-1 0 0 0,0-1 0 0 0,34-7 0 0 0,-60 9-45 0 0,0 0 0 0 0,0 0-1 0 0,0 0 1 0 0,0 0-1 0 0,0 0 1 0 0,1-1-1 0 0,-1 1 1 0 0,0 0-1 0 0,0 0 1 0 0,0 0 0 0 0,0 0-1 0 0,0 0 1 0 0,0 0-1 0 0,0 0 1 0 0,0 0-1 0 0,0-1 1 0 0,0 1 0 0 0,0 0-1 0 0,1 0 1 0 0,-1 0-1 0 0,0 0 1 0 0,0 0-1 0 0,0-1 1 0 0,0 1-1 0 0,0 0 1 0 0,0 0 0 0 0,0 0-1 0 0,0 0 1 0 0,0 0-1 0 0,0 0 1 0 0,0-1-1 0 0,0 1 1 0 0,0 0 0 0 0,-1 0-1 0 0,1 0 1 0 0,0 0-1 0 0,0 0 1 0 0,0-1-1 0 0,0 1 1 0 0,0 0-1 0 0,0 0 1 0 0,0 0 0 0 0,0 0-1 0 0,0 0 1 0 0,0 0-1 0 0,-8-10 87 0 0,-9-6-2 0 0,11 10-84 0 0,0 1 0 0 0,-1 0 0 0 0,0 0 0 0 0,0 1 0 0 0,0 0 0 0 0,0 0 1 0 0,-1 1-1 0 0,1 0 0 0 0,-1 0 0 0 0,0 1 0 0 0,0 0 0 0 0,-14-2 0 0 0,21 4-4 0 0,1 0-1 0 0,-1 1 0 0 0,0-1 1 0 0,1 0-1 0 0,-1 0 0 0 0,1 1 1 0 0,-1-1-1 0 0,1 0 1 0 0,-1 1-1 0 0,1-1 0 0 0,-1 0 1 0 0,1 1-1 0 0,0-1 1 0 0,-1 1-1 0 0,1-1 0 0 0,-1 1 1 0 0,1-1-1 0 0,0 1 0 0 0,0-1 1 0 0,-1 1-1 0 0,1-1 1 0 0,0 1-1 0 0,0-1 0 0 0,-1 1 1 0 0,1-1-1 0 0,0 1 1 0 0,0 0-1 0 0,0-1 0 0 0,0 1 1 0 0,0-1-1 0 0,0 1 1 0 0,0-1-1 0 0,0 1 0 0 0,0 0 1 0 0,0-1-1 0 0,0 1 0 0 0,1 0 1 0 0,5 32-35 0 0,-4-23 29 0 0,6 53 246 0 0,-3 126-1 0 0,2 17 114 0 0,4-56-264 0 0,15 94 78 0 0,-26-242-155 0 0,1 0 0 0 0,-1-1 0 0 0,1 1 0 0 0,-1 0 0 0 0,0 0 0 0 0,0 0 0 0 0,0-1 0 0 0,0 1 0 0 0,0 0 0 0 0,0 0 0 0 0,0-1 0 0 0,-1 1 0 0 0,1 0 0 0 0,-2 3 0 0 0,1-5-3 0 0,0 1 1 0 0,0-1-1 0 0,0 1 1 0 0,0-1-1 0 0,0 0 0 0 0,0 1 1 0 0,0-1-1 0 0,0 0 1 0 0,0 0-1 0 0,0 0 0 0 0,-1 0 1 0 0,1 0-1 0 0,0 0 1 0 0,0 0-1 0 0,0 0 1 0 0,0-1-1 0 0,0 1 0 0 0,0 0 1 0 0,0-1-1 0 0,0 1 1 0 0,0-1-1 0 0,0 1 0 0 0,-2-2 1 0 0,-20-4 45 0 0,-1 1 1 0 0,0 0-1 0 0,0 2 0 0 0,0 1 1 0 0,-43 1-1 0 0,3 0 8 0 0,-37-4-109 0 0,0 4 1 0 0,-120 16 0 0 0,-137 12-259 0 0,130-14 133 0 0,-177 11-94 0 0,-126 11 408 0 0,326-12-67 0 0,-240 21 36 0 0,237-34-112 0 0,-244-21 0 0 0,44-24 216 0 0,223 18-116 0 0,-1 9 1 0 0,0 8-1 0 0,-202 26 0 0 0,-144 27-328 0 0,166-36 469 0 0,121-11-250 0 0,-70 3 133 0 0,243-6-56 0 0,-113-11 1 0 0,157 7-124 0 0,-1 2 0 0 0,-35 5 0 0 0,-27 0 83 0 0,27 6-28 0 0,64-12 1 0 0,-1 0 1 0 0,0-1-1 0 0,0 1 0 0 0,1 0 1 0 0,-1-1-1 0 0,0 1 1 0 0,1-1-1 0 0,-1 1 1 0 0,0-1-1 0 0,1 1 1 0 0,-1-1-1 0 0,1 1 1 0 0,-1-1-1 0 0,1 1 1 0 0,-1-1-1 0 0,1 0 1 0 0,-1 1-1 0 0,1-1 0 0 0,0 0 1 0 0,-1 0-1 0 0,1 1 1 0 0,0-1-1 0 0,0 0 1 0 0,-1 0-1 0 0,1 1 1 0 0,0-1-1 0 0,0 0 1 0 0,0 0-1 0 0,0 1 1 0 0,0-1-1 0 0,0 0 1 0 0,0 0-1 0 0,0 0 1 0 0,0 1-1 0 0,1-1 0 0 0,-1-1 1 0 0,6-38 73 0 0,-4 31-68 0 0,1-15-265 0 0,-2-1 0 0 0,-2-41 1 0 0,1 54 181 0 0,0 1-435 0 0,-1 1 1 0 0,1-1-1 0 0,-2 1 0 0 0,1-1 0 0 0,-2 1 0 0 0,1 0 0 0 0,-1-1 0 0 0,-6-11 0 0 0,4 14-5365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40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6913 0 0,'1'-11'4129'0'0,"2"16"-2138"0"0,2 19-1381 0 0,1 34 452 0 0,-2 110 0 0 0,-5-103-440 0 0,8 67-1 0 0,-7-126-567 0 0,1-1-1 0 0,0 0 0 0 0,0 0 1 0 0,0 0-1 0 0,0 1 0 0 0,1-1 1 0 0,0 0-1 0 0,0-1 0 0 0,0 1 1 0 0,1 0-1 0 0,5 8 0 0 0,-7-13-36 0 0,-1 1 0 0 0,0-1 0 0 0,1 0 0 0 0,-1 0 0 0 0,1 0 0 0 0,-1 0 0 0 0,0 0 0 0 0,1 0 0 0 0,-1 0 0 0 0,1 0 0 0 0,-1 0-1 0 0,0 0 1 0 0,1 0 0 0 0,-1 0 0 0 0,1 0 0 0 0,-1 0 0 0 0,0 0 0 0 0,1 0 0 0 0,-1-1 0 0 0,0 1 0 0 0,1 0 0 0 0,-1 0 0 0 0,1 0 0 0 0,-1-1-1 0 0,0 1 1 0 0,0 0 0 0 0,1 0 0 0 0,-1-1 0 0 0,0 1 0 0 0,1 0 0 0 0,-1-1 0 0 0,0 1 0 0 0,0 0 0 0 0,0-1 0 0 0,1 1 0 0 0,-1 0-1 0 0,0-1 1 0 0,0 1 0 0 0,0 0 0 0 0,0-1 0 0 0,0 1 0 0 0,1-1 0 0 0,7-21 271 0 0,-7 18-230 0 0,4-17 15 0 0,0 0 0 0 0,-2-1 0 0 0,2-34 0 0 0,0 7-13 0 0,12-125 4 0 0,-13 155-64 0 0,-2 18 133 0 0,1 6-50 0 0,1 6 37 0 0,16 60 233 0 0,14 46-304 0 0,-27-97-62 0 0,1 0 1 0 0,1-1 0 0 0,19 31-1 0 0,-27-48 21 0 0,0 0 1 0 0,0 0-1 0 0,0 0 0 0 0,1-1 1 0 0,-1 1-1 0 0,0 0 0 0 0,1-1 0 0 0,-1 1 1 0 0,1-1-1 0 0,0 0 0 0 0,-1 1 0 0 0,1-1 1 0 0,0 0-1 0 0,0 0 0 0 0,-1 0 0 0 0,1 0 1 0 0,0-1-1 0 0,0 1 0 0 0,0 0 0 0 0,0-1 1 0 0,0 1-1 0 0,1-1 0 0 0,-1 0 0 0 0,0 0 1 0 0,0 0-1 0 0,0 0 0 0 0,0 0 0 0 0,3-1 1 0 0,-2 0 29 0 0,0 0 1 0 0,0-1-1 0 0,0 0 1 0 0,0 1-1 0 0,0-1 1 0 0,-1 0 0 0 0,1-1-1 0 0,-1 1 1 0 0,1 0-1 0 0,-1-1 1 0 0,0 1-1 0 0,0-1 1 0 0,0 0 0 0 0,0 0-1 0 0,0 1 1 0 0,-1-1-1 0 0,3-6 1 0 0,3-9 99 0 0,0-1 1 0 0,-2 0-1 0 0,0 0 1 0 0,-1 0-1 0 0,0-1 0 0 0,-2 0 1 0 0,0-35-1 0 0,-5-2 112 0 0,-14-76 0 0 0,4 36-766 0 0,12 94 269 0 0,0-19-55 0 0,3 17-1282 0 0,5 11-2519 0 0,-1 2 2257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40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56 10138 0 0,'-8'-7'430'0'0,"1"-1"-1"0"0,-1 2 1 0 0,0-1-1 0 0,-1 1 1 0 0,-14-9-1 0 0,21 14-371 0 0,0 0 0 0 0,0 0-1 0 0,0 0 1 0 0,-1 1 0 0 0,1-1-1 0 0,0 0 1 0 0,0 1 0 0 0,0 0-1 0 0,-1-1 1 0 0,1 1 0 0 0,0 0 0 0 0,-1 0-1 0 0,1 0 1 0 0,0 0 0 0 0,-1 1-1 0 0,1-1 1 0 0,0 1 0 0 0,0-1-1 0 0,0 1 1 0 0,-1 0 0 0 0,1 0-1 0 0,0 0 1 0 0,0 0 0 0 0,0 0 0 0 0,0 0-1 0 0,0 1 1 0 0,1-1 0 0 0,-1 1-1 0 0,0-1 1 0 0,1 1 0 0 0,-1-1-1 0 0,-1 3 1 0 0,-2 4 151 0 0,0 0-1 0 0,0 1 1 0 0,1 0-1 0 0,0-1 1 0 0,0 2-1 0 0,1-1 0 0 0,0 0 1 0 0,1 0-1 0 0,-2 14 1 0 0,-1 14 141 0 0,1 38 0 0 0,4-64-294 0 0,-1 8 172 0 0,3 31 0 0 0,-2-46-188 0 0,1 0 1 0 0,0 1-1 0 0,0-1 0 0 0,0 0 1 0 0,0 0-1 0 0,1 0 1 0 0,-1 1-1 0 0,1-1 1 0 0,0-1-1 0 0,0 1 0 0 0,1 0 1 0 0,4 6-1 0 0,-6-9-36 0 0,0 0 0 0 0,-1-1-1 0 0,1 1 1 0 0,0-1 0 0 0,-1 1-1 0 0,1-1 1 0 0,0 1 0 0 0,-1-1-1 0 0,1 1 1 0 0,0-1 0 0 0,0 0-1 0 0,0 1 1 0 0,-1-1 0 0 0,1 0-1 0 0,0 0 1 0 0,0 1 0 0 0,0-1-1 0 0,0 0 1 0 0,0 0 0 0 0,-1 0-1 0 0,1 0 1 0 0,0 0 0 0 0,0 0-1 0 0,0 0 1 0 0,0-1-1 0 0,1 1 1 0 0,0-1 11 0 0,0 0 0 0 0,-1 0 0 0 0,1-1 0 0 0,0 1 0 0 0,-1 0 0 0 0,1 0 0 0 0,-1-1-1 0 0,1 1 1 0 0,-1-1 0 0 0,0 0 0 0 0,2-1 0 0 0,3-8 58 0 0,-1 1 1 0 0,0-1-1 0 0,5-12 0 0 0,-8 18-65 0 0,52-145-80 0 0,-60 178 31 0 0,1-1 1 0 0,-2 36-1 0 0,6-60-24 0 0,0 5-637 0 0,1 1 0 0 0,0-1 0 0 0,0 1-1 0 0,0-1 1 0 0,1 0 0 0 0,3 13 0 0 0,-2-14-4438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40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13 10226 0 0,'-8'109'3897'0'0,"4"-78"-3246"0"0,1 0-1 0 0,3 53 1 0 0,4-71-91 0 0,1-19-253 0 0,5-29-126 0 0,-7 25-151 0 0,71-185-1004 0 0,-73 192 968 0 0,0 1-1 0 0,0-1 1 0 0,0 1-1 0 0,1-1 1 0 0,-1 1-1 0 0,1-1 0 0 0,-1 1 1 0 0,1 0-1 0 0,0 0 1 0 0,0 0-1 0 0,0 0 1 0 0,4-3-1 0 0,-6 5 19 0 0,1-1 0 0 0,-1 1-1 0 0,1 0 1 0 0,-1 0 0 0 0,1 0 0 0 0,0 0-1 0 0,-1 0 1 0 0,1-1 0 0 0,-1 1 0 0 0,1 0 0 0 0,0 0-1 0 0,-1 1 1 0 0,1-1 0 0 0,-1 0 0 0 0,1 0 0 0 0,0 0-1 0 0,-1 0 1 0 0,1 0 0 0 0,-1 1 0 0 0,1-1 0 0 0,-1 0-1 0 0,2 1 1 0 0,-1 0 25 0 0,1 0-1 0 0,-1 1 1 0 0,1-1-1 0 0,-1 1 1 0 0,0-1-1 0 0,1 1 1 0 0,-1-1-1 0 0,0 1 1 0 0,2 3-1 0 0,28 62 397 0 0,-23-47-645 0 0,1 0 0 0 0,1 0 0 0 0,22 31 0 0 0,-32-50 134 0 0,1 0-1 0 0,-1 0 0 0 0,1-1 0 0 0,-1 1 0 0 0,1-1 1 0 0,0 1-1 0 0,-1 0 0 0 0,1-1 0 0 0,0 1 0 0 0,-1-1 0 0 0,1 1 1 0 0,0-1-1 0 0,0 0 0 0 0,-1 1 0 0 0,1-1 0 0 0,0 0 0 0 0,0 0 1 0 0,0 1-1 0 0,0-1 0 0 0,-1 0 0 0 0,1 0 0 0 0,0 0 1 0 0,0 0-1 0 0,0 0 0 0 0,1 0 0 0 0,-1-1-142 0 0,1 1 0 0 0,-1-1 0 0 0,1 0 0 0 0,-1 1 1 0 0,0-1-1 0 0,1 0 0 0 0,-1 0 0 0 0,0 0 0 0 0,1 0 0 0 0,-1 0 0 0 0,0 0 0 0 0,2-3 0 0 0,4-5-835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41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8290 0 0,'-3'49'6290'0'0,"3"-4"-5300"0"0,14 484 2573 0 0,-11-492-3466 0 0,1 1-152 0 0,-2 59 0 0 0,-6-83-725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41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11522 0 0,'14'15'1256'0'0,"1"-2"-1"0"0,28 21 0 0 0,-36-30-1000 0 0,0 0 1 0 0,0 0-1 0 0,0 0 0 0 0,1-1 1 0 0,0-1-1 0 0,-1 1 0 0 0,1-1 1 0 0,0 0-1 0 0,13 1 0 0 0,4-3 253 0 0,-1 0 0 0 0,1-1 0 0 0,-1-2 1 0 0,0 0-1 0 0,28-8 0 0 0,-48 10-55 0 0,1 0-2250 0 0,-8 8-1780 0 0,-2 1 1859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41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7 10138 0 0,'0'0'82'0'0,"0"-1"0"0"0,0 1 0 0 0,0 0 0 0 0,-1-1 0 0 0,1 1 0 0 0,0 0 0 0 0,0-1-1 0 0,0 1 1 0 0,-1 0 0 0 0,1 0 0 0 0,0-1 0 0 0,0 1 0 0 0,-1 0 0 0 0,1 0 0 0 0,0-1 0 0 0,-1 1 0 0 0,1 0 0 0 0,0 0 0 0 0,-1 0-1 0 0,1 0 1 0 0,0-1 0 0 0,-1 1 0 0 0,1 0 0 0 0,0 0 0 0 0,-1 0 0 0 0,1 0 0 0 0,0 0 0 0 0,-1 0 0 0 0,1 0 0 0 0,-1 0 0 0 0,1 0-1 0 0,0 0 1 0 0,-1 0 0 0 0,1 0 0 0 0,0 0 0 0 0,-1 0 0 0 0,1 1 0 0 0,0-1 0 0 0,-1 0 0 0 0,-7 17 1741 0 0,2 27-724 0 0,6-43-1090 0 0,-1 79 1378 0 0,19 159 0 0 0,-11-173-1200 0 0,78 466 550 0 0,-77-497-828 0 0,2 0-1 0 0,1-1 0 0 0,27 56 1 0 0,-29-80-349 0 0,-5-10-342 0 0,-2-7-1105 0 0,-3-4-223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42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13187 0 0,'0'0'25'0'0,"0"0"0"0"0,0 0 0 0 0,0 0 0 0 0,0 1 0 0 0,0-1-1 0 0,0 0 1 0 0,0 0 0 0 0,0 0 0 0 0,0 0 0 0 0,0 0 0 0 0,0 0 0 0 0,0 0 0 0 0,0 0 0 0 0,0 1 0 0 0,0-1 0 0 0,0 0 0 0 0,0 0 0 0 0,0 0 0 0 0,0 0 0 0 0,0 0 0 0 0,0 0 0 0 0,0 0 0 0 0,0 1 0 0 0,0-1-1 0 0,0 0 1 0 0,0 0 0 0 0,0 0 0 0 0,0 0 0 0 0,0 0 0 0 0,0 0 0 0 0,0 0 0 0 0,0 0 0 0 0,0 0 0 0 0,0 0 0 0 0,1 1 0 0 0,-1-1 0 0 0,0 0 0 0 0,0 0 0 0 0,0 0 0 0 0,0 0 0 0 0,0 0 0 0 0,0 0 0 0 0,0 0-1 0 0,0 0 1 0 0,1 0 0 0 0,-1 0 0 0 0,0 0 0 0 0,0 0 0 0 0,0 0 0 0 0,0 0 0 0 0,0 0 0 0 0,0 0 0 0 0,0 0 0 0 0,0 0 0 0 0,1 0 0 0 0,-1 0 0 0 0,0 0 0 0 0,0 0 0 0 0,14 5 335 0 0,16 1-14 0 0,-5-3 491 0 0,31-2-1 0 0,-33-2-507 0 0,-1 2 0 0 0,1 0 0 0 0,36 8 1 0 0,-54-8-272 0 0,0 0 1 0 0,0 0 0 0 0,0 1 0 0 0,-1 0-1 0 0,1 0 1 0 0,0 1 0 0 0,-1-1-1 0 0,1 1 1 0 0,-1 0 0 0 0,0 0 0 0 0,0 1-1 0 0,0-1 1 0 0,0 1 0 0 0,0 0 0 0 0,-1 0-1 0 0,0 0 1 0 0,0 0 0 0 0,0 0 0 0 0,0 1-1 0 0,3 7 1 0 0,-4-6 11 0 0,0 1 0 0 0,-1 0-1 0 0,0 0 1 0 0,0 1 0 0 0,0-1 0 0 0,-1 0 0 0 0,0 0-1 0 0,0 0 1 0 0,-1 0 0 0 0,0 0 0 0 0,0 0-1 0 0,0 0 1 0 0,-5 12 0 0 0,-4 8 180 0 0,-1 0 0 0 0,-15 25 0 0 0,22-45-194 0 0,-29 51 243 0 0,22-43-316 0 0,2 2-1 0 0,0-1 0 0 0,0 1 1 0 0,2 1-1 0 0,-8 23 1 0 0,15-40-220 0 0,-2 11 64 0 0,4-9-1774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42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10594 0 0,'7'18'781'0'0,"-1"1"0"0"0,0-1-1 0 0,-2 1 1 0 0,0 0-1 0 0,1 23 1 0 0,-4-38-672 0 0,5 41 764 0 0,2 0 0 0 0,18 57 1 0 0,-22-91-2357 0 0,-5-10 906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42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 8290 0 0,'-3'-1'368'0'0,"1"-1"80"0"0,0 2-360 0 0,1 2-88 0 0,1-1 0 0 0,0 1 0 0 0,1 2 1176 0 0,2 1 217 0 0,1 6 47 0 0,3 3 0 0 0,1 5-1160 0 0,2 2-280 0 0,4 1 0 0 0,-2-2 0 0 0,2 2-240 0 0,0-1-64 0 0,-1 4-16 0 0,2 1 0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42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15635 0 0,'-6'4'1028'0'0,"7"-1"-478"0"0,17 1-405 0 0,25-1-310 0 0,12-9 264 0 0,-46 4-88 0 0,0 0-1 0 0,0 1 0 0 0,0 0 0 0 0,0 1 1 0 0,0 0-1 0 0,0 1 0 0 0,16 2 0 0 0,-24-3-4 0 0,0 0-1 0 0,0 1 0 0 0,0-1 0 0 0,0 0 0 0 0,0 1 0 0 0,0-1 1 0 0,0 1-1 0 0,0 0 0 0 0,0-1 0 0 0,0 1 0 0 0,0 0 0 0 0,-1-1 1 0 0,1 1-1 0 0,0 0 0 0 0,-1 0 0 0 0,1 0 0 0 0,0-1 0 0 0,-1 1 1 0 0,1 0-1 0 0,-1 0 0 0 0,1 0 0 0 0,-1 0 0 0 0,1 1 0 0 0,-1 1 13 0 0,1 0-1 0 0,-1-1 1 0 0,0 1-1 0 0,0 0 1 0 0,0-1-1 0 0,0 1 0 0 0,-1-1 1 0 0,1 1-1 0 0,-1 3 1 0 0,-3 6 101 0 0,0 0 1 0 0,-1-1-1 0 0,-6 13 1 0 0,9-20-59 0 0,-7 10 270 0 0,0 1 0 0 0,-12 14-1 0 0,13-20 4 0 0,2 0 0 0 0,-1 0 0 0 0,1 1 0 0 0,0 0 1 0 0,1 0-1 0 0,1 0 0 0 0,-5 13 0 0 0,8-21-301 0 0,1-1 1 0 0,-1 1 0 0 0,1 0 0 0 0,0-1 0 0 0,-1 1-1 0 0,1 0 1 0 0,0-1 0 0 0,0 1 0 0 0,0 0-1 0 0,0-1 1 0 0,1 1 0 0 0,-1 0 0 0 0,0-1-1 0 0,1 1 1 0 0,-1-1 0 0 0,1 1 0 0 0,-1 0-1 0 0,1-1 1 0 0,1 2 0 0 0,-1-2-35 0 0,0 0 0 0 0,0 0 0 0 0,0 0 0 0 0,0-1 0 0 0,0 1 0 0 0,0 0 1 0 0,0-1-1 0 0,0 1 0 0 0,1 0 0 0 0,-1-1 0 0 0,0 0 0 0 0,0 1 0 0 0,1-1 0 0 0,-1 0 0 0 0,0 0 0 0 0,1 1 0 0 0,-1-1 0 0 0,3 0 0 0 0,1-1-112 0 0,0 0-1 0 0,0 0 1 0 0,0 0-1 0 0,0 0 1 0 0,0-1-1 0 0,0 1 1 0 0,-1-1-1 0 0,1 0 1 0 0,0-1 0 0 0,-1 1-1 0 0,6-5 1 0 0,5-6-1111 0 0,22-24 1 0 0,-16 13-2783 0 0,-16 19 2470 0 0,13-14-4158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43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38 5985 0 0,'-3'0'412'0'0,"1"1"0"0"0,0 0-1 0 0,-1-1 1 0 0,1 1 0 0 0,0 0 0 0 0,0 0-1 0 0,0 1 1 0 0,0-1 0 0 0,0 0 0 0 0,0 1-1 0 0,0-1 1 0 0,0 1 0 0 0,1 0 0 0 0,-4 3-1 0 0,-19 28 2594 0 0,23-32-2891 0 0,1 1 1 0 0,-1-1-1 0 0,1 0 0 0 0,-1 0 1 0 0,1 0-1 0 0,-1 0 0 0 0,1 0 1 0 0,0 0-1 0 0,-1 1 0 0 0,1-1 1 0 0,0 0-1 0 0,0 0 0 0 0,0 0 1 0 0,0 1-1 0 0,0-1 0 0 0,0 0 1 0 0,0 0-1 0 0,0 0 0 0 0,1 1 1 0 0,-1-1-1 0 0,0 0 0 0 0,1 0 1 0 0,0 2-1 0 0,0-2-14 0 0,0 1 0 0 0,1-1 0 0 0,-1 0 0 0 0,0 0 0 0 0,1 1 0 0 0,-1-1 0 0 0,1 0 0 0 0,0 0 0 0 0,-1 0 0 0 0,1 0 0 0 0,0-1 0 0 0,-1 1 0 0 0,4 0 0 0 0,6 2 100 0 0,1-1-1 0 0,-1 0 1 0 0,23 0 0 0 0,-27-2-115 0 0,32 1-21 0 0,-28-2-9 0 0,0 1-1 0 0,0 0 1 0 0,0 1 0 0 0,0 0-1 0 0,0 1 1 0 0,-1 0-1 0 0,18 6 1 0 0,-26-7-34 0 0,-1 0-1 0 0,0 0 1 0 0,0 1-1 0 0,0-1 1 0 0,0 0 0 0 0,0 0-1 0 0,-1 0 1 0 0,1 1-1 0 0,0-1 1 0 0,0 1-1 0 0,-1-1 1 0 0,1 0 0 0 0,-1 1-1 0 0,1-1 1 0 0,-1 1-1 0 0,0-1 1 0 0,1 1-1 0 0,-1-1 1 0 0,0 1-1 0 0,0-1 1 0 0,0 1 0 0 0,0-1-1 0 0,-1 1 1 0 0,1 1-1 0 0,-7 39 368 0 0,-42 128 1108 0 0,46-159-1456 0 0,0 0 1 0 0,-2 23 0 0 0,5-31-66 0 0,0 0 0 0 0,0 0 0 0 0,0 0 0 0 0,0 0 0 0 0,0 1 0 0 0,1-1 0 0 0,-1 0 0 0 0,1-1 1 0 0,0 1-1 0 0,0 0 0 0 0,0 0 0 0 0,0 0 0 0 0,0 0 0 0 0,1-1 0 0 0,-1 1 0 0 0,4 4 1 0 0,-4-7-24 0 0,0 1 0 0 0,0 0 1 0 0,0 0-1 0 0,1-1 1 0 0,-1 1-1 0 0,0 0 0 0 0,0-1 1 0 0,1 1-1 0 0,-1-1 1 0 0,0 0-1 0 0,1 1 0 0 0,-1-1 1 0 0,0 0-1 0 0,1 0 1 0 0,-1 0-1 0 0,0 0 0 0 0,1 0 1 0 0,-1 0-1 0 0,0 0 1 0 0,1-1-1 0 0,-1 1 0 0 0,0 0 1 0 0,1-1-1 0 0,-1 1 1 0 0,0-1-1 0 0,1 1 0 0 0,-1-1 1 0 0,0 0-1 0 0,0 1 1 0 0,2-3-1 0 0,5-2-248 0 0,0-1 0 0 0,-1 0-1 0 0,9-10 1 0 0,-6 7-47 0 0,26-28-142 0 0,-1-1-1 0 0,-2-2 1 0 0,-2-1-1 0 0,42-74 1 0 0,-59 92 842 0 0,-2-1-1 0 0,0-1 1 0 0,-2 0-1 0 0,0 0 1 0 0,9-42-1 0 0,-19 66-330 0 0,0 1 1 0 0,0-1-1 0 0,1 1 0 0 0,-1-1 0 0 0,0 1 0 0 0,0-1 0 0 0,0 1 1 0 0,0 0-1 0 0,0-1 0 0 0,0 1 0 0 0,0-1 0 0 0,0 1 0 0 0,0-1 1 0 0,0 1-1 0 0,0-1 0 0 0,0 1 0 0 0,0-1 0 0 0,0 1 0 0 0,-1 0 1 0 0,1-1-1 0 0,0 1 0 0 0,0-1 0 0 0,0 1 0 0 0,-1-1 0 0 0,1 1 1 0 0,0 0-1 0 0,0-1 0 0 0,-1 1 0 0 0,1 0 0 0 0,0-1 0 0 0,-1 1 1 0 0,-12 4 606 0 0,-12 18 209 0 0,10-2-699 0 0,2 0 0 0 0,1 0 1 0 0,0 2-1 0 0,2 0 0 0 0,0 0 0 0 0,1 0 1 0 0,2 1-1 0 0,0 1 0 0 0,2-1 1 0 0,-5 36-1 0 0,9-49-132 0 0,0 0 0 0 0,1 1 0 0 0,0-1 0 0 0,1 0 0 0 0,0 1 0 0 0,3 11 0 0 0,-3-19-9 0 0,0 0 0 0 0,-1 1 0 0 0,2-1 0 0 0,-1 0 1 0 0,0 0-1 0 0,1 1 0 0 0,-1-1 0 0 0,1 0 1 0 0,0-1-1 0 0,0 1 0 0 0,0 0 0 0 0,1-1 1 0 0,-1 1-1 0 0,1-1 0 0 0,-1 1 0 0 0,1-1 1 0 0,0 0-1 0 0,0 0 0 0 0,0-1 0 0 0,0 1 1 0 0,0 0-1 0 0,3 0 0 0 0,-3-1-12 0 0,0-1 1 0 0,0 0-1 0 0,1 0 1 0 0,-1 0-1 0 0,0 0 0 0 0,0 0 1 0 0,0-1-1 0 0,0 1 0 0 0,0-1 1 0 0,0 0-1 0 0,-1 0 1 0 0,1 0-1 0 0,0-1 0 0 0,0 1 1 0 0,-1 0-1 0 0,1-1 0 0 0,-1 0 1 0 0,1 0-1 0 0,-1 1 1 0 0,1-1-1 0 0,1-3 0 0 0,9-7-167 0 0,-2-1-1 0 0,16-19 1 0 0,-24 27 113 0 0,17-22-319 0 0,-3-1 0 0 0,0-1 0 0 0,17-42 1 0 0,14-26-108 0 0,-47 96 523 0 0,-1 0 0 0 0,1-1 0 0 0,-1 1 0 0 0,1 0 0 0 0,-1 0-1 0 0,1 0 1 0 0,0 0 0 0 0,0 1 0 0 0,-1-1 0 0 0,1 0 0 0 0,0 0 0 0 0,0 0-1 0 0,0 0 1 0 0,0 1 0 0 0,0-1 0 0 0,0 1 0 0 0,0-1 0 0 0,0 0-1 0 0,0 1 1 0 0,0 0 0 0 0,0-1 0 0 0,0 1 0 0 0,0 0 0 0 0,1-1 0 0 0,-1 1-1 0 0,1 0 1 0 0,0 0 25 0 0,-1 1 0 0 0,1 0 0 0 0,-1-1 0 0 0,0 1 0 0 0,1 0-1 0 0,-1 0 1 0 0,0 0 0 0 0,1 0 0 0 0,-1 0 0 0 0,0 0 0 0 0,0 0 0 0 0,0 0 0 0 0,0 1-1 0 0,0-1 1 0 0,0 0 0 0 0,1 2 0 0 0,4 8 150 0 0,-1 0-1 0 0,0 1 1 0 0,6 17-1 0 0,1 7-165 0 0,15 56-2531 0 0,-24-76 1239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44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 10594 0 0,'0'0'62'0'0,"-1"-1"0"0"0,1 1-1 0 0,0 0 1 0 0,-1-1 0 0 0,1 1-1 0 0,0 0 1 0 0,-1 0 0 0 0,1 0-1 0 0,-1-1 1 0 0,1 1 0 0 0,0 0-1 0 0,-1 0 1 0 0,1 0 0 0 0,-1 0-1 0 0,1 0 1 0 0,-1 0 0 0 0,1 0-1 0 0,0-1 1 0 0,-1 1 0 0 0,1 1-1 0 0,-1-1 1 0 0,1 0 0 0 0,-1 0-1 0 0,1 0 1 0 0,0 0 0 0 0,-1 0-1 0 0,1 0 1 0 0,-1 0 0 0 0,1 1-1 0 0,0-1 1 0 0,-1 0 0 0 0,1 0-1 0 0,-1 0 1 0 0,1 1 0 0 0,0-1-1 0 0,-1 0 1 0 0,1 1 0 0 0,0-1-1 0 0,-2 19 1526 0 0,3-14-1667 0 0,10 134 1355 0 0,31 147 1 0 0,-36-260-1228 0 0,1 0 0 0 0,12 27-1 0 0,-8-26 7 0 0,8 38 0 0 0,-16-45-2060 0 0,-3-15 406 0 0,-2-14 411 0 0,1-1-378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46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8698 0 0,'4'0'353'0'0,"0"1"0"0"0,0 1 0 0 0,-1-1-1 0 0,1 0 1 0 0,0 1 0 0 0,-1 0 0 0 0,1 0 0 0 0,-1 0 0 0 0,7 5 0 0 0,14 8 620 0 0,-10-9-573 0 0,0-2 1 0 0,1 0-1 0 0,-1 0 0 0 0,1-2 0 0 0,0 0 0 0 0,17 1 0 0 0,93-6 1011 0 0,-62-1-1219 0 0,206 3-69 0 0,25-2 18 0 0,-105-2-33 0 0,135-6 155 0 0,-74 5-152 0 0,8 1 47 0 0,85 0-117 0 0,-133 7-18 0 0,27 6-116 0 0,49-1 186 0 0,8-15-76 0 0,-23 1-18 0 0,-59 5 1 0 0,42-1 0 0 0,22-6 0 0 0,6 1 0 0 0,10-4-4 0 0,8 0 72 0 0,-39-1 100 0 0,31-2-77 0 0,-13 7 84 0 0,-74 6-33 0 0,2-3-36 0 0,46-3-31 0 0,13-8 368 0 0,-91 7-261 0 0,-174 9-151 0 0,0 0 0 0 0,0 0 0 0 0,0 0 1 0 0,0-1-1 0 0,0 1 0 0 0,0 0 0 0 0,0 0 1 0 0,0 0-1 0 0,0 1 0 0 0,0-1 0 0 0,0 0 1 0 0,0 0-1 0 0,0 1 0 0 0,0-1 0 0 0,0 0 1 0 0,0 1-1 0 0,0-1 0 0 0,0 1 0 0 0,0-1 1 0 0,0 1-1 0 0,0 0 0 0 0,0 1-17 0 0,-1-1 0 0 0,1 0-1 0 0,-1 1 1 0 0,0-1 0 0 0,0 1-1 0 0,1-1 1 0 0,-1 1 0 0 0,0-1 0 0 0,-1 1-1 0 0,1 0 1 0 0,0-1 0 0 0,0 1-1 0 0,-1-1 1 0 0,1 0 0 0 0,-1 3-1 0 0,-32 134 389 0 0,-23 224-1 0 0,55-360-397 0 0,-3 44 40 0 0,1 1 0 0 0,2-1-1 0 0,6 57 1 0 0,-4-102-44 0 0,-1 0 1 0 0,0 0-1 0 0,0 0 0 0 0,0 0 1 0 0,0 0-1 0 0,0 0 0 0 0,0 0 1 0 0,-1 0-1 0 0,1 0 0 0 0,0-1 1 0 0,0 1-1 0 0,-1 0 0 0 0,1 0 0 0 0,0 0 1 0 0,-1 0-1 0 0,1 0 0 0 0,-1 0 1 0 0,1-1-1 0 0,-1 1 0 0 0,0 0 1 0 0,1 0-1 0 0,-2 0 0 0 0,0 0 9 0 0,0 1-1 0 0,0-1 0 0 0,0 0 1 0 0,0 0-1 0 0,0 0 1 0 0,0-1-1 0 0,0 1 0 0 0,0 0 1 0 0,-4 0-1 0 0,-6 0 32 0 0,0 0-1 0 0,-1 0 1 0 0,-12-2-1 0 0,10 0-56 0 0,-68 0 5 0 0,-110 3 64 0 0,-201 3 118 0 0,36-2 284 0 0,-162 37-108 0 0,89-6-345 0 0,-74-3 63 0 0,493-30-64 0 0,-571 23 0 0 0,528-24 8 0 0,-837-18 208 0 0,398 9-216 0 0,369 10 0 0 0,-156 6 0 0 0,-4 1 0 0 0,-66 3 0 0 0,240-6 0 0 0,-187 21 0 0 0,76 0 11 0 0,166-18 42 0 0,36-5 3 0 0,0 0-1 0 0,1-2 1 0 0,-1-1 0 0 0,0 0-1 0 0,0-2 1 0 0,1 0 0 0 0,-1-1-1 0 0,1-1 1 0 0,-1 0 0 0 0,1-2-1 0 0,-25-11 1 0 0,20 8-46 0 0,0 0 0 0 0,-1 2 0 0 0,0 1 0 0 0,0 0 0 0 0,-38-2 0 0 0,42 7-27 0 0,-29 3-1 0 0,36-1 8 0 0,0 0 0 0 0,-1-1 0 0 0,1-1-1 0 0,0 0 1 0 0,-16-4 0 0 0,-6-2 51 0 0,27 6-609 0 0,-1 0 0 0 0,1-1-1 0 0,-1-1 1 0 0,-15-5 0 0 0,23 6-794 0 0,0 0-13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47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 12243 0 0,'0'0'49'0'0,"0"0"0"0"0,0 0 1 0 0,0-1-1 0 0,-1 1 0 0 0,1 0 0 0 0,0 0 1 0 0,0 0-1 0 0,0 0 0 0 0,0 0 1 0 0,0 0-1 0 0,0 0 0 0 0,-1 0 1 0 0,1 0-1 0 0,0-1 0 0 0,0 1 1 0 0,0 0-1 0 0,0 0 0 0 0,0 0 1 0 0,-1 0-1 0 0,1 0 0 0 0,0 0 0 0 0,0 0 1 0 0,0 0-1 0 0,0 0 0 0 0,0 0 1 0 0,-1 0-1 0 0,1 0 0 0 0,0 0 1 0 0,0 0-1 0 0,0 0 0 0 0,0 0 1 0 0,-1 1-1 0 0,1-1 0 0 0,0 0 1 0 0,0 0-1 0 0,0 0 0 0 0,0 0 0 0 0,0 0 1 0 0,0 0-1 0 0,-1 0 0 0 0,1 0 1 0 0,0 0-1 0 0,0 1 0 0 0,0-1 1 0 0,0 0-1 0 0,0 0 0 0 0,0 0 1 0 0,0 0-1 0 0,0 0 0 0 0,0 0 1 0 0,0 1-1 0 0,0-1 0 0 0,0 0 0 0 0,-1 0 1 0 0,1 0-1 0 0,-2 15 1525 0 0,1 16-439 0 0,38 355 2016 0 0,-19-273-2973 0 0,-9-60-29 0 0,4 96 1 0 0,-13-146-601 0 0,0 1 0 0 0,0-1 0 0 0,0 1 0 0 0,-1-1 0 0 0,1 0 0 0 0,-3 6 0 0 0,3-9 397 0 0,0 0 0 0 0,0 1 1 0 0,0-1-1 0 0,0 0 1 0 0,0 0-1 0 0,0 0 1 0 0,0 0-1 0 0,0 0 0 0 0,0 0 1 0 0,0 0-1 0 0,0 0 1 0 0,0 1-1 0 0,-1-1 1 0 0,1 0-1 0 0,0 0 1 0 0,0 0-1 0 0,0 0 0 0 0,0 0 1 0 0,0 0-1 0 0,0 0 1 0 0,0 0-1 0 0,0 0 1 0 0,-1 0-1 0 0,1 0 1 0 0,0 0-1 0 0,0 0 0 0 0,0 0 1 0 0,0 0-1 0 0,0 0 1 0 0,0 0-1 0 0,-1 0 1 0 0,1 0-1 0 0,0 0 0 0 0,0 0 1 0 0,0 0-1 0 0,0 0 1 0 0,0 0-1 0 0,0 0 1 0 0,0 0-1 0 0,-1 0 1 0 0,1 0-1 0 0,0 0 0 0 0,0 0 1 0 0,0 0-1 0 0,0 0 1 0 0,0 0-1 0 0,0 0 1 0 0,0 0-1 0 0,0-1 1 0 0,-1 1-1 0 0,1 0 0 0 0,0 0 1 0 0,0 0-1 0 0,-7-17-2777 0 0,3 3-2555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49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2 234 11026 0 0,'0'0'41'0'0,"0"0"-1"0"0,0 0 0 0 0,0 0 1 0 0,0 0-1 0 0,0 0 0 0 0,0 0 1 0 0,0 0-1 0 0,-1 0 0 0 0,1 0 1 0 0,0 0-1 0 0,0-1 0 0 0,0 1 1 0 0,0 0-1 0 0,0 0 0 0 0,0 0 0 0 0,0 0 1 0 0,0 0-1 0 0,0 0 0 0 0,0 0 1 0 0,0-1-1 0 0,0 1 0 0 0,0 0 1 0 0,0 0-1 0 0,0 0 0 0 0,0 0 1 0 0,0 0-1 0 0,0 0 0 0 0,0-1 1 0 0,0 1-1 0 0,0 0 0 0 0,0 0 1 0 0,0 0-1 0 0,0 0 0 0 0,0 0 1 0 0,0 0-1 0 0,0 0 0 0 0,0 0 0 0 0,1-1 1 0 0,-1 1-1 0 0,0 0 0 0 0,0 0 1 0 0,0 0-1 0 0,0 0 0 0 0,0 0 1 0 0,0 0-1 0 0,0 0 0 0 0,0 0 1 0 0,0 0-1 0 0,1 0 0 0 0,-1 0 1 0 0,0 0-1 0 0,0 0 0 0 0,9 2 1700 0 0,13 10-389 0 0,-19-11-1548 0 0,6 4 401 0 0,1 0 0 0 0,0-2 1 0 0,0 1-1 0 0,1-1 0 0 0,-1 0 1 0 0,1-1-1 0 0,16 1 1 0 0,81-1 609 0 0,-68-3-612 0 0,71 2 10 0 0,367-13-160 0 0,581-14 1 0 0,-569 36 155 0 0,286-21 59 0 0,525-50 248 0 0,-1030 50-384 0 0,167-12 103 0 0,-113-9-79 0 0,-101 13 27 0 0,47-6 33 0 0,163-11 254 0 0,-291 25-285 0 0,80-2 148 0 0,-144 18 58 0 0,-78-5-319 0 0,-5-2 166 0 0,3 1-199 0 0,0 0-1 0 0,0 1 0 0 0,0-1 1 0 0,0 0-1 0 0,0 1 0 0 0,0-1 0 0 0,0 1 1 0 0,0-1-1 0 0,0 1 0 0 0,-1 0 0 0 0,1-1 1 0 0,0 1-1 0 0,0 0 0 0 0,0 0 1 0 0,-1 0-1 0 0,1 0 0 0 0,0 0 0 0 0,0 0 1 0 0,0 0-1 0 0,0 0 0 0 0,-1 1 1 0 0,1-1-1 0 0,0 0 0 0 0,0 1 0 0 0,0-1 1 0 0,0 0-1 0 0,0 1 0 0 0,0 0 1 0 0,0-1-1 0 0,0 1 0 0 0,0 0 0 0 0,0-1 1 0 0,0 1-1 0 0,0 0 0 0 0,0 0 0 0 0,0 0 1 0 0,1 0-1 0 0,-1 0 0 0 0,0 0 1 0 0,1 0-1 0 0,-2 1 0 0 0,-4 9-16 0 0,-1 1 0 0 0,1 0 0 0 0,1 0 0 0 0,0 1 0 0 0,1-1 0 0 0,-4 20 0 0 0,-8 82 157 0 0,12-74-159 0 0,-8 105 54 0 0,9 150 0 0 0,2-55-47 0 0,2-187-487 0 0,12 86-1 0 0,-13-138 510 0 0,0 0-1 0 0,0 0 0 0 0,1 0 1 0 0,-1 0-1 0 0,0 0 0 0 0,0 0 0 0 0,0 0 1 0 0,0 0-1 0 0,-1 0 0 0 0,1 0 0 0 0,0 0 1 0 0,0 0-1 0 0,0 0 0 0 0,-1 0 1 0 0,1 0-1 0 0,-1 0 0 0 0,1 0 0 0 0,-1 0 1 0 0,0 1-1 0 0,-1-1-46 0 0,1 0 1 0 0,-1 0-1 0 0,1-1 1 0 0,-1 1-1 0 0,1 0 1 0 0,-1-1-1 0 0,1 0 0 0 0,-1 1 1 0 0,1-1-1 0 0,-1 0 1 0 0,1 0-1 0 0,-1 0 0 0 0,0 0 1 0 0,-1 0-1 0 0,-62-1-17 0 0,35-1-132 0 0,1 2 1 0 0,-1 0-1 0 0,-51 10 1 0 0,48-5 318 0 0,-1-2 0 0 0,-61-1 0 0 0,33-1-86 0 0,-524 45-21 0 0,-171 26 95 0 0,133-40-166 0 0,284-10 240 0 0,-8 0 6 0 0,272-20-244 0 0,-339 3-70 0 0,314-8 95 0 0,-266-15 184 0 0,-273 6-204 0 0,259 13-256 0 0,-26-2 240 0 0,1 24 0 0 0,118-5 31 0 0,35-8-54 0 0,222-7 39 0 0,2-1 0 0 0,0 0 0 0 0,-41-4 0 0 0,37-6-19 0 0,26 6 105 0 0,0 0-1 0 0,1 1 1 0 0,-1-1-1 0 0,-8 1 0 0 0,15-6-135 0 0,1-16 146 0 0,-1 0 0 0 0,-6-45 0 0 0,0-19 52 0 0,6 41-737 0 0,2 0 0 0 0,2 0 0 0 0,2 0 0 0 0,2 1 0 0 0,2 0 1 0 0,27-75-1 0 0,-18 72-2112 0 0,-16 37 1113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4:45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 3225 0 0,'-1'0'359'0'0,"0"-1"1"0"0,0 1 0 0 0,-1 0-1 0 0,1 0 1 0 0,0 0 0 0 0,0 0 0 0 0,-1 0-1 0 0,1 0 1 0 0,0 0 0 0 0,0 0-1 0 0,0 1 1 0 0,-1-1 0 0 0,1 0-1 0 0,0 1 1 0 0,0-1 0 0 0,0 1-1 0 0,0-1 1 0 0,0 1 0 0 0,-2 1-1 0 0,2-1-135 0 0,0 0 0 0 0,0 1 0 0 0,0-1 0 0 0,0 0 0 0 0,0 1 0 0 0,0-1 0 0 0,0 1 0 0 0,0-1 0 0 0,1 1 0 0 0,-1 0 0 0 0,1-1 0 0 0,-1 4 0 0 0,-1 5-150 0 0,2 1 0 0 0,-1-1 1 0 0,1 0-1 0 0,2 12 0 0 0,-1 0 788 0 0,3 56-234 0 0,24 134 0 0 0,-13-117-596 0 0,1 1 147 0 0,16 167 867 0 0,-18-24-698 0 0,-3-132-28 0 0,2 42 301 0 0,-8 4-479 0 0,2 170 195 0 0,-15-131-44 0 0,0 30 91 0 0,3 299-181 0 0,-30-165 136 0 0,14-186-230 0 0,10 31-36 0 0,3-33-18 0 0,3 125-55 0 0,7-168 0 0 0,-2 2 0 0 0,24 187 0 0 0,-1-110-56 0 0,-14-115 40 0 0,23 433-48 0 0,-13-159 64 0 0,-6-166-70 0 0,11 99 76 0 0,-17-216-6 0 0,-4 89 0 0 0,-3-117 0 0 0,4 28 61 0 0,-2-49-795 0 0,-1 52-1 0 0,-3-76-3826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4:48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309 306 5065 0 0,'3'1'405'0'0,"1"0"-1"0"0,0 0 1 0 0,0 0-1 0 0,0 0 1 0 0,0-1 0 0 0,0 0-1 0 0,1 1 1 0 0,-1-2-1 0 0,6 0 1 0 0,-1 1-422 0 0,178-14 1376 0 0,-78 3-524 0 0,233 6 2281 0 0,67-6-1961 0 0,-93-13-158 0 0,-89 8-351 0 0,129-5-306 0 0,-69 5-142 0 0,232-27-2 0 0,601-28 451 0 0,101 77-221 0 0,-531 17 296 0 0,-257-7-334 0 0,15-7-207 0 0,-381-8-161 0 0,335 15 347 0 0,-290-7-97 0 0,113 16 87 0 0,-224-24-365 0 0,1-1 0 0 0,-1 1 0 0 0,0-1-1 0 0,1 0 1 0 0,-1 0 0 0 0,0 1 0 0 0,1-1 0 0 0,-1 0 0 0 0,1 0 0 0 0,-1 0 0 0 0,0-1-1 0 0,1 1 1 0 0,-1 0 0 0 0,3-1 0 0 0,-4 0-47 0 0,0 0 1 0 0,0 0-1 0 0,0 0 0 0 0,0 0 1 0 0,0 1-1 0 0,-1-1 0 0 0,1 0 1 0 0,0 0-1 0 0,0 0 0 0 0,0 0 1 0 0,-1 0-1 0 0,1 0 1 0 0,-1 1-1 0 0,1-1 0 0 0,-1 0 1 0 0,1 0-1 0 0,-1 1 0 0 0,1-1 1 0 0,-1 0-1 0 0,-1-1 0 0 0,-22-34-1169 0 0,-48-69-1000 0 0,69 101 2182 0 0,-14-14-32 0 0,17 18 80 0 0,-1 0 1 0 0,1-1 0 0 0,0 1 0 0 0,0 0 0 0 0,0 0 0 0 0,0 0 0 0 0,-1 0 0 0 0,1 0 0 0 0,0 0-1 0 0,0 0 1 0 0,0 0 0 0 0,-1 0 0 0 0,1 0 0 0 0,0 0 0 0 0,0 0 0 0 0,-1 0 0 0 0,1 0 0 0 0,0 0-1 0 0,0 0 1 0 0,0 0 0 0 0,-1 0 0 0 0,1 0 0 0 0,0 0 0 0 0,0 0 0 0 0,0 1 0 0 0,0-1-1 0 0,-1 0 1 0 0,1 0 0 0 0,0 0 0 0 0,0 0 0 0 0,0 0 0 0 0,0 0 0 0 0,-1 1 0 0 0,1-1 0 0 0,-3 15 580 0 0,7 187 501 0 0,1-90-859 0 0,16 162-99 0 0,-4-70-57 0 0,19 142 581 0 0,2 32 148 0 0,-41 257 677 0 0,-35-133-765 0 0,26-338-689 0 0,-8 85 22 0 0,-16 253 17 0 0,44 1 0 0 0,-4-413-64 0 0,17 274 0 0 0,-7-104 32 0 0,-2-24 0 0 0,0-79-21 0 0,29 558 106 0 0,-37-552-101 0 0,0 165 32 0 0,-4-239-48 0 0,4 1 0 0 0,27 154 0 0 0,-9-137 0 0 0,-22-104 2 0 0,1 0 14 0 0,0-1 0 0 0,0 1 0 0 0,-1-1-1 0 0,0 1 1 0 0,1-1 0 0 0,-1 1-1 0 0,0-1 1 0 0,0 4 0 0 0,-1-6-13 0 0,1 1 1 0 0,0-1 0 0 0,0 0-1 0 0,0 1 1 0 0,0-1 0 0 0,0 0-1 0 0,-1 1 1 0 0,1-1-1 0 0,0 0 1 0 0,0 1 0 0 0,-1-1-1 0 0,1 0 1 0 0,0 0 0 0 0,0 1-1 0 0,-1-1 1 0 0,1 0-1 0 0,0 0 1 0 0,-1 0 0 0 0,1 1-1 0 0,0-1 1 0 0,-1 0 0 0 0,1 0-1 0 0,0 0 1 0 0,-1 0-1 0 0,-16-2 51 0 0,-273-79 314 0 0,189 64-336 0 0,-145-7 0 0 0,-104 21 32 0 0,16 18-120 0 0,235-10 48 0 0,-118 9 8 0 0,-424 8 0 0 0,-84-63 546 0 0,581 27-594 0 0,-447-36-474 0 0,353 47 522 0 0,109 3 0 0 0,-251 9-78 0 0,163-1 31 0 0,-371 30 36 0 0,411-20 11 0 0,-137 12 0 0 0,177-19-79 0 0,-143 8 78 0 0,180-18-26 0 0,-684-11 238 0 0,747 8-204 0 0,-415-13 402 0 0,398 13-361 0 0,0-1 1 0 0,0-3-1 0 0,-76-18 0 0 0,119 22-53 0 0,10 1-70 0 0,0 1 0 0 0,0 0 0 0 0,1 0 0 0 0,-1-1 0 0 0,0 1 0 0 0,0 0 0 0 0,0-1 0 0 0,0 1 0 0 0,0-1 0 0 0,1 1 0 0 0,-1-1-1 0 0,0 1 1 0 0,1-1 0 0 0,-1 0 0 0 0,0 1 0 0 0,1-1 0 0 0,-1 0 0 0 0,0 0 0 0 0,1 1 0 0 0,-1-1 0 0 0,1 0 0 0 0,0 0 0 0 0,-1-1 0 0 0,1-14-6964 0 0,3 5 408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4:50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13 16852 0 0,'0'0'57'0'0,"0"-1"1"0"0,0 1 0 0 0,-1 0 0 0 0,1-1-1 0 0,0 1 1 0 0,0 0 0 0 0,0-1 0 0 0,-1 1-1 0 0,1 0 1 0 0,0-1 0 0 0,0 1 0 0 0,0 0-1 0 0,0-1 1 0 0,0 1 0 0 0,0 0-1 0 0,0-1 1 0 0,0 1 0 0 0,0 0 0 0 0,0-1-1 0 0,0 1 1 0 0,0-1 0 0 0,0 1 0 0 0,0 0-1 0 0,0-1 1 0 0,0 1 0 0 0,0 0 0 0 0,0-1-1 0 0,0 1 1 0 0,1 0 0 0 0,-1-1 0 0 0,0 1-1 0 0,0-1 1 0 0,14 0 282 0 0,-11 2-316 0 0,23 0-5 0 0,0 0 63 0 0,1 1 0 0 0,-1 2 0 0 0,32 7 0 0 0,-57-11-51 0 0,0 0 0 0 0,1 1-1 0 0,-1-1 1 0 0,0 1 0 0 0,0-1 0 0 0,1 1-1 0 0,-1-1 1 0 0,0 1 0 0 0,0 0-1 0 0,0 0 1 0 0,0-1 0 0 0,0 1 0 0 0,0 0-1 0 0,0 0 1 0 0,0 0 0 0 0,0 0-1 0 0,0 0 1 0 0,0 0 0 0 0,0 1 0 0 0,-1-1-1 0 0,1 0 1 0 0,-1 0 0 0 0,1 0 0 0 0,-1 1-1 0 0,1-1 1 0 0,-1 0 0 0 0,0 1-1 0 0,1-1 1 0 0,-1 0 0 0 0,0 1 0 0 0,0-1-1 0 0,0 0 1 0 0,0 1 0 0 0,0-1-1 0 0,0 0 1 0 0,-1 1 0 0 0,1-1 0 0 0,0 0-1 0 0,-1 1 1 0 0,1-1 0 0 0,-1 0 0 0 0,1 0-1 0 0,-2 2 1 0 0,-3 7 166 0 0,0 0 0 0 0,-1 0 0 0 0,0-1 0 0 0,-10 12 0 0 0,7-11-101 0 0,-18 23-79 0 0,-2-1 1 0 0,-1-1 0 0 0,-48 37-1 0 0,62-58-139 0 0,0 0-158 0 0,16-7 169 0 0,7-3 66 0 0,30-1 136 0 0,0 1 0 0 0,0 3 0 0 0,0 0 0 0 0,50 13 1 0 0,-76-15 37 0 0,0 2 1 0 0,0-1 0 0 0,-1 1-1 0 0,1 1 1 0 0,19 9 0 0 0,-27-11-79 0 0,-1-1 0 0 0,1 1 0 0 0,-1 0-1 0 0,1 0 1 0 0,-1 0 0 0 0,0 1 0 0 0,0-1 0 0 0,0 0 0 0 0,0 1 0 0 0,0-1 0 0 0,-1 1 0 0 0,1 0 0 0 0,-1 0 0 0 0,0-1 0 0 0,0 1 0 0 0,0 0 0 0 0,0 0 0 0 0,0 0 0 0 0,0 0 0 0 0,-1 0 0 0 0,0 0 0 0 0,1 1 0 0 0,-1-1 0 0 0,0 0 0 0 0,-1 5 0 0 0,-1 5-58 0 0,-1-1 1 0 0,0 0-1 0 0,0 0 1 0 0,-1 0-1 0 0,-1 0 1 0 0,0-1-1 0 0,-7 12 1 0 0,-3 3 503 0 0,-33 44 1 0 0,30-47-490 0 0,12-13-165 0 0,-2 0-1 0 0,1-1 1 0 0,-1 1-1 0 0,-1-2 1 0 0,1 1 0 0 0,-16 11-1 0 0,24-20 106 0 0,0 0 1 0 0,-1 0-1 0 0,1 0 0 0 0,0 1 1 0 0,0-1-1 0 0,0 0 0 0 0,0 0 1 0 0,0 0-1 0 0,-1 0 0 0 0,1 1 1 0 0,0-1-1 0 0,0 0 0 0 0,0 0 1 0 0,-1 0-1 0 0,1 0 0 0 0,0 0 1 0 0,0 0-1 0 0,-1 0 0 0 0,1 1 1 0 0,0-1-1 0 0,0 0 0 0 0,0 0 1 0 0,-1 0-1 0 0,1 0 0 0 0,0 0 1 0 0,0 0-1 0 0,-1 0 0 0 0,1 0 1 0 0,0 0-1 0 0,0 0 0 0 0,-1 0 1 0 0,1-1-1 0 0,0 1 0 0 0,0 0 1 0 0,0 0-1 0 0,-1 0 0 0 0,1 0 1 0 0,0 0-1 0 0,0 0 0 0 0,0 0 1 0 0,-1-1-1 0 0,1 1 0 0 0,0 0 1 0 0,0 0-1 0 0,0 0 0 0 0,0 0 0 0 0,-1-1 1 0 0,1 1-1 0 0,0 0 0 0 0,0 0 1 0 0,0 0-1 0 0,0-1 0 0 0,0 1 1 0 0,0 0-1 0 0,0 0 0 0 0,0-1 1 0 0,-1 1-1 0 0,1 0 0 0 0,0 0 1 0 0,0-1-1 0 0,0 1 0 0 0,0 0 1 0 0,4-8-1503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4:50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10594 0 0,'2'10'6573'0'0,"-2"13"-4301"0"0,-3-2-1723 0 0,0 0 1 0 0,-2 0 0 0 0,0-1 0 0 0,-12 30-1 0 0,-41 77 656 0 0,17-43-981 0 0,27-50-272 0 0,4-11-729 0 0,0 0-1 0 0,-1-1 0 0 0,-19 28 1 0 0,19-36-1333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4:51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15667 0 0,'15'34'1738'0'0,"41"93"-1152"0"0,-31-66-720 0 0,3-1 1 0 0,46 74-1 0 0,-62-117-4162 0 0,1-3-1420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4:51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37 14771 0 0,'4'-10'545'0'0,"-3"7"-393"0"0,0-1 0 0 0,0 1 0 0 0,0 0 0 0 0,0 0 0 0 0,1 0 0 0 0,2-4-1 0 0,-3 7-122 0 0,-1-1-1 0 0,0 1 0 0 0,1 0 0 0 0,-1 0 0 0 0,0 0 0 0 0,0 0 1 0 0,1 0-1 0 0,-1 0 0 0 0,0 1 0 0 0,1-1 0 0 0,-1 0 0 0 0,0 0 0 0 0,0 0 1 0 0,1 0-1 0 0,-1 0 0 0 0,0 0 0 0 0,1 0 0 0 0,-1 1 0 0 0,0-1 1 0 0,0 0-1 0 0,0 0 0 0 0,1 0 0 0 0,-1 1 0 0 0,0-1 0 0 0,0 0 0 0 0,0 0 1 0 0,1 0-1 0 0,-1 1 0 0 0,0-1 0 0 0,0 0 0 0 0,0 1 0 0 0,0-1 0 0 0,0 0 1 0 0,1 0-1 0 0,-1 1 0 0 0,0-1 0 0 0,0 0 0 0 0,0 1 0 0 0,5 13 1236 0 0,-5 8-1021 0 0,0 1 0 0 0,-2 0-1 0 0,0-1 1 0 0,-12 45-1 0 0,2-5-141 0 0,9-47-73 0 0,1 0 1 0 0,1 0-1 0 0,0 1 0 0 0,3 22 0 0 0,-2-33 70 0 0,1-1 0 0 0,0 1-1 0 0,0-1 1 0 0,0 0-1 0 0,0 1 1 0 0,1-1 0 0 0,0 0-1 0 0,0 0 1 0 0,0 0 0 0 0,1 0-1 0 0,-1 0 1 0 0,1-1-1 0 0,0 1 1 0 0,0-1 0 0 0,0 1-1 0 0,0-1 1 0 0,0 0-1 0 0,1-1 1 0 0,5 5 0 0 0,0-2 62 0 0,1-1 0 0 0,-1 0 0 0 0,1 0 1 0 0,0-1-1 0 0,0 0 0 0 0,1-1 0 0 0,-1 0 0 0 0,1 0 1 0 0,-1-1-1 0 0,1-1 0 0 0,-1 0 0 0 0,1 0 0 0 0,18-4 1 0 0,10-3 183 0 0,-1-2 1 0 0,50-19-1 0 0,-73 23-160 0 0,277-103-292 0 0,-267 95 46 0 0,-24 12 23 0 0,1 1-1 0 0,-1-1 1 0 0,0 0 0 0 0,0 1 0 0 0,0-1 0 0 0,0 0-1 0 0,0 0 1 0 0,0 0 0 0 0,0 0 0 0 0,0 0 0 0 0,0 0-1 0 0,-1 0 1 0 0,1 0 0 0 0,0 0 0 0 0,-1-1 0 0 0,1 1-1 0 0,0-2 1 0 0,-2 2-131 0 0,0 0 0 0 0,0 0-1 0 0,1 0 1 0 0,-1 0 0 0 0,0 0 0 0 0,-1 0-1 0 0,1 0 1 0 0,0 1 0 0 0,0-1 0 0 0,0 0-1 0 0,0 1 1 0 0,-1-1 0 0 0,1 0 0 0 0,0 1-1 0 0,0 0 1 0 0,-1-1 0 0 0,1 1-1 0 0,0 0 1 0 0,-1-1 0 0 0,1 1 0 0 0,-2 0-1 0 0,-4-1-1185 0 0,-10-5-3680 0 0,-3-2-1285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4:51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15347 0 0,'-5'14'289'0'0,"0"1"0"0"0,1-1 1 0 0,1 1-1 0 0,0 0 0 0 0,1 0 0 0 0,0 23 0 0 0,-2 0 210 0 0,-10 176 2243 0 0,16 295 0 0 0,13-381-2129 0 0,-5-58-1142 0 0,-10-67 477 0 0,1 18-1125 0 0,-1-21 1086 0 0,0 0 0 0 0,0 1 1 0 0,0-1-1 0 0,0 0 1 0 0,0 1-1 0 0,0-1 1 0 0,0 0-1 0 0,0 0 1 0 0,0 1-1 0 0,0-1 1 0 0,-1 0-1 0 0,1 1 0 0 0,0-1 1 0 0,0 0-1 0 0,0 0 1 0 0,0 1-1 0 0,0-1 1 0 0,-1 0-1 0 0,1 0 1 0 0,0 0-1 0 0,0 1 1 0 0,0-1-1 0 0,-1 0 0 0 0,1 0 1 0 0,0 0-1 0 0,0 1 1 0 0,-1-1-1 0 0,1 0 1 0 0,0 0-1 0 0,-1 0 1 0 0,1 0-1 0 0,0 0 0 0 0,0 0 1 0 0,-1 0-1 0 0,1 0 1 0 0,0 0-1 0 0,-1 0 1 0 0,1 0-1 0 0,0 0 1 0 0,-1 0-1 0 0,1 0 1 0 0,0 0-1 0 0,0 0 0 0 0,-1 0 1 0 0,1 0-1 0 0,0 0 1 0 0,-1 0-1 0 0,1 0 1 0 0,0 0-1 0 0,0-1 1 0 0,-1 1-1 0 0,1 0 1 0 0,0 0-1 0 0,0 0 0 0 0,-1 0 1 0 0,1-1-1 0 0,0 1 1 0 0,-1-1-1 0 0,-5-5-1860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2:09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154 174 11979 0 0,'-4'-2'182'0'0,"-1"-1"0"0"0,2 0 0 0 0,-1 0 0 0 0,0 0 0 0 0,1 0 0 0 0,-1-1 1 0 0,1 1-1 0 0,0-1 0 0 0,0 0 0 0 0,1 0 0 0 0,-1 0 0 0 0,1 0 0 0 0,0-1 1 0 0,0 1-1 0 0,0 0 0 0 0,1-1 0 0 0,-1 0 0 0 0,1 1 0 0 0,0-1 0 0 0,0 0 1 0 0,1 0-1 0 0,0 1 0 0 0,-1-1 0 0 0,2 0 0 0 0,-1 0 0 0 0,0 0 1 0 0,1 1-1 0 0,0-1 0 0 0,0 0 0 0 0,2-5 0 0 0,-1 7-178 0 0,0 0 0 0 0,0 1 1 0 0,0-1-1 0 0,0 0 0 0 0,0 1 0 0 0,1 0 0 0 0,-1-1 0 0 0,1 1 0 0 0,-1 0 1 0 0,1 1-1 0 0,0-1 0 0 0,0 0 0 0 0,0 1 0 0 0,0-1 0 0 0,0 1 0 0 0,0 0 0 0 0,0 0 1 0 0,0 0-1 0 0,1 0 0 0 0,-1 1 0 0 0,0 0 0 0 0,6-1 0 0 0,8 1-34 0 0,-1 0 0 0 0,1 0 0 0 0,17 4 1 0 0,-33-4 26 0 0,20 4-17 0 0,0 0-1 0 0,0 1 1 0 0,-1 1-1 0 0,1 1 0 0 0,-2 1 1 0 0,1 1-1 0 0,-1 0 1 0 0,0 1-1 0 0,-1 2 0 0 0,23 17 1 0 0,-22-15 18 0 0,-1 0 0 0 0,-1 1 1 0 0,22 24-1 0 0,-34-33 8 0 0,-1 0-1 0 0,1 0 1 0 0,-1 1-1 0 0,-1-1 1 0 0,1 1 0 0 0,-1 0-1 0 0,0 0 1 0 0,-1 0-1 0 0,1 0 1 0 0,-1 1 0 0 0,-1-1-1 0 0,0 0 1 0 0,0 1-1 0 0,0 10 1 0 0,-2-3 36 0 0,0-1 0 0 0,-2 0 0 0 0,0 0 0 0 0,0 1 0 0 0,-1-2 0 0 0,-1 1 0 0 0,0 0 0 0 0,-1-1 0 0 0,-1 0 0 0 0,-10 16 0 0 0,-13 16 63 0 0,-48 55 0 0 0,76-98-105 0 0,-31 37 129 0 0,-3-1 0 0 0,0-1 0 0 0,-3-3 0 0 0,-1-1 0 0 0,-75 48 0 0 0,93-68 247 0 0,-34 13 0 0 0,46-22-247 0 0,1 0 0 0 0,-1-1 0 0 0,0-1 0 0 0,0 0 0 0 0,0 0 0 0 0,-15 0 0 0 0,25-1-126 0 0,0-1-1 0 0,0 0 1 0 0,-1 0 0 0 0,1 0 0 0 0,0 0 0 0 0,0 0 0 0 0,0 0 0 0 0,0 0 0 0 0,-1 0 0 0 0,1 0-1 0 0,0 0 1 0 0,0 0 0 0 0,0 0 0 0 0,0 0 0 0 0,-1 0 0 0 0,1 0 0 0 0,0 0 0 0 0,0 0-1 0 0,0 0 1 0 0,0 0 0 0 0,-1 0 0 0 0,1 0 0 0 0,0 0 0 0 0,0 0 0 0 0,0-1 0 0 0,0 1 0 0 0,-1 0-1 0 0,1 0 1 0 0,0 0 0 0 0,0 0 0 0 0,0 0 0 0 0,0 0 0 0 0,0 0 0 0 0,0-1 0 0 0,-1 1 0 0 0,1 0-1 0 0,0 0 1 0 0,0 0 0 0 0,0 0 0 0 0,0-1 0 0 0,0 1 0 0 0,0 0 0 0 0,0 0 0 0 0,0 0-1 0 0,0 0 1 0 0,0-1 0 0 0,0 1 0 0 0,0 0 0 0 0,0 0 0 0 0,0-1 0 0 0,9-8 34 0 0,21-11-77 0 0,-26 17 44 0 0,27-15-58 0 0,1 0 1 0 0,0 2 0 0 0,1 1-1 0 0,1 2 1 0 0,0 1-1 0 0,1 2 1 0 0,0 1 0 0 0,39-4-1 0 0,-49 10 40 0 0,0 1 0 0 0,0 2-1 0 0,-1 0 1 0 0,1 2 0 0 0,0 1-1 0 0,-1 1 1 0 0,1 1 0 0 0,-1 1-1 0 0,-1 1 1 0 0,1 1 0 0 0,-1 1-1 0 0,37 20 1 0 0,-36-16 12 0 0,0 2 0 0 0,-1 1 1 0 0,-1 1-1 0 0,0 0 0 0 0,-1 2 0 0 0,34 40 0 0 0,-46-48 11 0 0,-1 0 0 0 0,0 1 0 0 0,-1 0 0 0 0,-1 0 0 0 0,0 1 0 0 0,0 0 0 0 0,-2 0 0 0 0,1 0 0 0 0,-2 0 0 0 0,1 1 0 0 0,-2-1 0 0 0,0 1 0 0 0,-1 0 0 0 0,0 0 0 0 0,-2 26 0 0 0,-2-21 44 0 0,0-1 1 0 0,-2 0-1 0 0,0 0 1 0 0,0 0 0 0 0,-2-1-1 0 0,0 0 1 0 0,-1 0-1 0 0,-1-1 1 0 0,0 0-1 0 0,-2 0 1 0 0,1-1 0 0 0,-2 0-1 0 0,0-1 1 0 0,-1-1-1 0 0,0 1 1 0 0,-1-2 0 0 0,-16 11-1 0 0,10-8 122 0 0,-1-1 0 0 0,-1-1 0 0 0,-1-1 1 0 0,1-1-1 0 0,-2 0 0 0 0,0-2 0 0 0,0-1 0 0 0,0-1 0 0 0,-1-2 0 0 0,0 0 0 0 0,0-1 0 0 0,-27 0 0 0 0,45-4-152 0 0,-1 0 0 0 0,1 0-1 0 0,-1-1 1 0 0,1 0 0 0 0,0 0 0 0 0,-1-1-1 0 0,-12-4 1 0 0,17 5-108 0 0,0-1 0 0 0,-1 0 0 0 0,1 0-1 0 0,0 0 1 0 0,0 0 0 0 0,0 0 0 0 0,0-1 0 0 0,1 1 0 0 0,-1-1 0 0 0,1 0-1 0 0,-1 0 1 0 0,1 0 0 0 0,0 0 0 0 0,0 0 0 0 0,1 0 0 0 0,-1-1 0 0 0,-2-5-1 0 0,-4-20-1225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4:49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22 10594 0 0,'-11'-10'1601'0'0,"1"0"2935"0"0,13 8-2694 0 0,9 5-1120 0 0,30 6-50 0 0,1-2 0 0 0,54 2 1 0 0,37 6 268 0 0,4 15-66 0 0,-91-19-697 0 0,-1 3 0 0 0,0 1 0 0 0,-1 3 0 0 0,62 33 0 0 0,-102-48-153 0 0,0 0 0 0 0,0 0 0 0 0,-1 0 0 0 0,1 0-1 0 0,-1 1 1 0 0,0-1 0 0 0,0 1 0 0 0,0 0 0 0 0,-1 0-1 0 0,1 1 1 0 0,-1-1 0 0 0,0 1 0 0 0,0 0-1 0 0,2 7 1 0 0,-2-5-19 0 0,-1 0 0 0 0,-1 0 0 0 0,1 0 1 0 0,-1 0-1 0 0,-1 0 0 0 0,1 0 0 0 0,-1 0 0 0 0,-1 1 0 0 0,1-1 0 0 0,-3 11 0 0 0,-13 58-777 0 0,5-27-3816 0 0,9-41 2676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4:49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475 1 16067 0 0,'-3'0'137'0'0,"-1"0"0"0"0,1-1 0 0 0,0 2-1 0 0,-1-1 1 0 0,1 0 0 0 0,0 1 0 0 0,0-1-1 0 0,-1 1 1 0 0,1 0 0 0 0,0 0 0 0 0,0 0 0 0 0,0 0-1 0 0,-4 3 1 0 0,0 1 23 0 0,1 0 0 0 0,0 0 0 0 0,-12 12 0 0 0,8-7 151 0 0,-30 33 385 0 0,1 2 0 0 0,-39 60 0 0 0,-51 109 686 0 0,108-174-913 0 0,-21 59 0 0 0,35-81-325 0 0,1 1-1 0 0,1-1 1 0 0,1 1-1 0 0,1 0 1 0 0,-2 36 0 0 0,5-54-421 0 0,3 25 1250 0 0,2-18-2497 0 0,-4-8 1192 0 0,-1 0-1 0 0,1 0 1 0 0,-1 1-1 0 0,1-2 1 0 0,-1 1 0 0 0,1 0-1 0 0,-1 0 1 0 0,1 0-1 0 0,0 0 1 0 0,-1 0 0 0 0,1 0-1 0 0,-1 0 1 0 0,0-1-1 0 0,1 1 1 0 0,-1 0 0 0 0,1 0-1 0 0,-1-1 1 0 0,1 1-1 0 0,-1 0 1 0 0,1-1 0 0 0,0 0-1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2:11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23 302 12443 0 0,'-9'-3'1155'0'0,"-5"-1"4555"0"0,15 3-5687 0 0,-1 0 0 0 0,1 0 0 0 0,0 0 0 0 0,-1 1 0 0 0,1-1 0 0 0,0 0 0 0 0,0 0 0 0 0,-1 1 0 0 0,1-1 0 0 0,0 1 0 0 0,0-1 0 0 0,0 1 0 0 0,0-1 0 0 0,0 1 0 0 0,0 0 0 0 0,-1-1 0 0 0,3 1 0 0 0,33-16 51 0 0,0 2 0 0 0,1 2 1 0 0,1 1-1 0 0,-1 2 0 0 0,2 2 1 0 0,-1 1-1 0 0,1 2 1 0 0,69 1-1 0 0,162 3 147 0 0,-21-1-61 0 0,-213 2-128 0 0,60 2 472 0 0,-1-5 0 0 0,106-14-1 0 0,-174 12-539 0 0,-14 3 198 0 0,0-1-1 0 0,0 0 0 0 0,0-1 1 0 0,17-6-1 0 0,-30 9-149 0 0,0-1-1 0 0,0 1 1 0 0,0 0-1 0 0,0 0 1 0 0,0 0-1 0 0,0 0 0 0 0,1 0 1 0 0,-1 0-1 0 0,0 0 1 0 0,0 0-1 0 0,0 0 1 0 0,0-1-1 0 0,0 1 1 0 0,0 0-1 0 0,0 0 1 0 0,0 0-1 0 0,0 0 0 0 0,0 0 1 0 0,0 0-1 0 0,1-1 1 0 0,-1 1-1 0 0,0 0 1 0 0,0 0-1 0 0,0 0 1 0 0,0 0-1 0 0,0 0 0 0 0,0-1 1 0 0,0 1-1 0 0,0 0 1 0 0,0 0-1 0 0,0 0 1 0 0,0 0-1 0 0,0 0 1 0 0,-1-1-1 0 0,1 1 1 0 0,0 0-1 0 0,0 0 0 0 0,0 0 1 0 0,0 0-1 0 0,0 0 1 0 0,0 0-1 0 0,0-1 1 0 0,0 1-1 0 0,0 0 1 0 0,0 0-1 0 0,0 0 1 0 0,-1 0-1 0 0,1 0 0 0 0,0 0 1 0 0,0 0-1 0 0,0-1 1 0 0,-12-7 327 0 0,-13-6 181 0 0,-76-36 520 0 0,-40-18-5499 0 0,95 49 2845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19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3225 0 0,'1'5'9455'0'0,"0"8"-4897"0"0,-1 45-4835 0 0,0-39 1423 0 0,-3 106-425 0 0,3 88-465 0 0,4 55 337 0 0,-2-46-162 0 0,2 287 407 0 0,-6-281-577 0 0,31 363 110 0 0,0-3 1336 0 0,9 201 267 0 0,4-268-1580 0 0,-37-457-428 0 0,19 158 80 0 0,-16-174-347 0 0,2 0 1 0 0,26 74 0 0 0,10 27 1096 0 0,-41-125-850 0 0,-1 0 1 0 0,-1 1-1 0 0,-1-1 1 0 0,-1 32-1 0 0,0 53-1881 0 0,4-111-363 0 0,0-7-3666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29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12899 0 0,'0'0'136'0'0,"-1"0"0"0"0,0 0 1 0 0,1 0-1 0 0,-1 1 0 0 0,1-1 1 0 0,-1 0-1 0 0,1 0 0 0 0,-1 1 1 0 0,1-1-1 0 0,0 0 0 0 0,-1 0 0 0 0,1 1 1 0 0,-1-1-1 0 0,1 1 0 0 0,-1-1 1 0 0,1 0-1 0 0,0 1 0 0 0,-1-1 1 0 0,1 1-1 0 0,0-1 0 0 0,0 1 0 0 0,-1 0 1 0 0,7 7 3797 0 0,2 3-4298 0 0,-4-6 339 0 0,-1 1 0 0 0,-1 1 0 0 0,1-1 0 0 0,-1 0 0 0 0,0 1 0 0 0,-1-1 0 0 0,1 1 0 0 0,-1-1 0 0 0,0 13 0 0 0,-1 8 136 0 0,-3 29 1 0 0,0-15-109 0 0,3 287 589 0 0,1-318-801 0 0,-1 4-117 0 0,2-5-5187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30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 14283 0 0,'0'0'52'0'0,"0"1"-1"0"0,0-1 1 0 0,1 0-1 0 0,-1 1 1 0 0,1-1-1 0 0,-1 0 1 0 0,0 1-1 0 0,1-1 1 0 0,-1 0-1 0 0,1 1 1 0 0,-1-1-1 0 0,0 0 1 0 0,1 0-1 0 0,-1 0 1 0 0,1 0-1 0 0,-1 1 1 0 0,1-1-1 0 0,-1 0 1 0 0,1 0-1 0 0,-1 0 1 0 0,1 0 0 0 0,-1 0-1 0 0,1 0 1 0 0,-1 0-1 0 0,1 0 1 0 0,-1 0-1 0 0,1 0 1 0 0,0-1-1 0 0,21-1 141 0 0,-17 1 351 0 0,28-2 606 0 0,-18 0-887 0 0,0 1 0 0 0,0 1 0 0 0,1 1 0 0 0,-1 0 0 0 0,0 1 0 0 0,0 0 1 0 0,18 5-1 0 0,-32-6-240 0 0,0 0 0 0 0,0 1 1 0 0,0-1-1 0 0,0 0 1 0 0,0 1-1 0 0,-1-1 1 0 0,1 1-1 0 0,0-1 1 0 0,0 1-1 0 0,-1-1 0 0 0,1 1 1 0 0,0-1-1 0 0,-1 1 1 0 0,1 0-1 0 0,0 0 1 0 0,-1-1-1 0 0,1 1 1 0 0,-1 0-1 0 0,1 0 0 0 0,-1-1 1 0 0,0 1-1 0 0,1 0 1 0 0,-1 0-1 0 0,0 0 1 0 0,1 0-1 0 0,-1 1 1 0 0,0 1 3 0 0,0 0 1 0 0,0-1-1 0 0,0 1 1 0 0,-1 0-1 0 0,1 0 1 0 0,-1-1-1 0 0,1 1 1 0 0,-1 0-1 0 0,-1 2 1 0 0,-3 6-46 0 0,0-1 0 0 0,-1 0 0 0 0,-9 13 1 0 0,-53 60-428 0 0,-10 14 132 0 0,69-84 427 0 0,0 0-1 0 0,1 1 0 0 0,1 0 1 0 0,0 1-1 0 0,-7 23 0 0 0,13-35-56 0 0,0 1 0 0 0,0 0 0 0 0,0-1-1 0 0,1 1 1 0 0,-1 0 0 0 0,1 0-1 0 0,0-1 1 0 0,0 1 0 0 0,1 0 0 0 0,0 7-1 0 0,0-10-37 0 0,-1 0 0 0 0,1 0-1 0 0,-1 1 1 0 0,1-1 0 0 0,0 0-1 0 0,0 0 1 0 0,-1 0 0 0 0,1 0-1 0 0,0 0 1 0 0,0 0 0 0 0,0 0-1 0 0,0 0 1 0 0,0 0 0 0 0,0-1 0 0 0,0 1-1 0 0,1 0 1 0 0,-1-1 0 0 0,0 1-1 0 0,0 0 1 0 0,0-1 0 0 0,1 0-1 0 0,-1 1 1 0 0,0-1 0 0 0,1 0-1 0 0,-1 1 1 0 0,0-1 0 0 0,1 0-1 0 0,-1 0 1 0 0,0 0 0 0 0,1 0-1 0 0,-1-1 1 0 0,3 1 0 0 0,14-4 93 0 0,1-1 1 0 0,0 0-1 0 0,-1-1 1 0 0,29-14 0 0 0,-21 9-2 0 0,103-45-43 0 0,-75 31-7732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30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124 494 6913 0 0,'22'-17'1821'0'0,"-2"-1"0"0"0,0-1 0 0 0,-2 0-1 0 0,23-31 1 0 0,-1-10-290 0 0,-35 50-1264 0 0,-1 0 0 0 0,1 0 0 0 0,-2 0 0 0 0,1 0 0 0 0,-1 0 0 0 0,-1-1 0 0 0,0 0 0 0 0,0 1 0 0 0,-1-1 0 0 0,-1 0 0 0 0,0 0 0 0 0,0 0 0 0 0,-3-17 0 0 0,1 21-128 0 0,0-1-1 0 0,0 0 1 0 0,0 0-1 0 0,-1 1 1 0 0,0 0 0 0 0,-1-1-1 0 0,0 1 1 0 0,0 0 0 0 0,0 1-1 0 0,-1-1 1 0 0,0 1-1 0 0,0 0 1 0 0,0 0 0 0 0,-1 0-1 0 0,0 1 1 0 0,0 0 0 0 0,-1 0-1 0 0,-13-8 1 0 0,14 11-122 0 0,0-1 0 0 0,0 1 1 0 0,0 0-1 0 0,0 1 0 0 0,0-1 1 0 0,-1 1-1 0 0,1 0 0 0 0,-1 1 1 0 0,1-1-1 0 0,0 1 0 0 0,-1 1 0 0 0,1-1 1 0 0,-1 1-1 0 0,1 0 0 0 0,0 1 1 0 0,0-1-1 0 0,0 1 0 0 0,-1 1 1 0 0,2-1-1 0 0,-1 1 0 0 0,0 0 1 0 0,-5 4-1 0 0,6-4-49 0 0,-1 0 0 0 0,1 1 0 0 0,1 0 1 0 0,-1 0-1 0 0,1 0 0 0 0,-1 1 0 0 0,1-1 0 0 0,0 1 1 0 0,1 0-1 0 0,-1 0 0 0 0,1 0 0 0 0,0 1 0 0 0,0-1 1 0 0,1 1-1 0 0,0 0 0 0 0,0 0 0 0 0,0 0 0 0 0,1 0 1 0 0,-1 0-1 0 0,1 0 0 0 0,1 0 0 0 0,-1 12 0 0 0,3-4-114 0 0,0-1-1 0 0,0 1 1 0 0,1-1-1 0 0,1 0 1 0 0,0 0-1 0 0,1 0 0 0 0,0 0 1 0 0,1-1-1 0 0,10 16 1 0 0,-6-13-150 0 0,1 0 1 0 0,1-1 0 0 0,0 0 0 0 0,1-1 0 0 0,1 0-1 0 0,16 11 1 0 0,17 7-168 0 0,1-2 0 0 0,1-2 0 0 0,78 31 1 0 0,-123-57 483 0 0,4 3 45 0 0,1 0-1 0 0,-1 1 1 0 0,0-1-1 0 0,0 2 1 0 0,-1-1 0 0 0,1 1-1 0 0,-1 0 1 0 0,-1 1 0 0 0,1 0-1 0 0,9 13 1 0 0,-13-16-40 0 0,-1 0 0 0 0,0-1 0 0 0,1 2 0 0 0,-2-1 0 0 0,1 0 0 0 0,0 0 0 0 0,-1 1 0 0 0,0-1 0 0 0,0 1 0 0 0,0-1 0 0 0,-1 1 0 0 0,1-1 0 0 0,-1 1 0 0 0,0-1 0 0 0,0 1 0 0 0,-1-1 0 0 0,1 1 0 0 0,-1-1 0 0 0,0 1 0 0 0,0-1 0 0 0,-1 1 0 0 0,1-1 0 0 0,-1 0 0 0 0,-3 5 0 0 0,0-1-5 0 0,0-1-1 0 0,0 0 0 0 0,-1 0 0 0 0,0-1 1 0 0,0 1-1 0 0,-1-1 0 0 0,0-1 1 0 0,0 1-1 0 0,0-1 0 0 0,0 0 1 0 0,-1-1-1 0 0,0 0 0 0 0,0 0 1 0 0,0-1-1 0 0,-1 0 0 0 0,-12 3 1 0 0,1-1 113 0 0,0-1 0 0 0,-1-1 0 0 0,1-1 0 0 0,0-1 0 0 0,-1-1 0 0 0,-23-2 0 0 0,37 1-35 0 0,-1 0 1 0 0,1-1-1 0 0,0 0 0 0 0,-1 0 0 0 0,1 0 0 0 0,0-1 0 0 0,0 0 0 0 0,1 0 0 0 0,-1-1 0 0 0,1 0 0 0 0,-1 0 0 0 0,1-1 0 0 0,1 0 0 0 0,-1 0 0 0 0,0 0 0 0 0,1 0 0 0 0,0-1 0 0 0,1 0 0 0 0,-1 0 0 0 0,1 0 0 0 0,0-1 0 0 0,1 1 0 0 0,-1-1 0 0 0,-3-13 0 0 0,4 13 2 0 0,1-1-1 0 0,0 0 1 0 0,1 0-1 0 0,-1 0 1 0 0,2 0 0 0 0,-1 0-1 0 0,1-1 1 0 0,0 1-1 0 0,1 0 1 0 0,0 0-1 0 0,0 0 1 0 0,1 0 0 0 0,0 0-1 0 0,0 0 1 0 0,1 1-1 0 0,0-1 1 0 0,0 1 0 0 0,1-1-1 0 0,0 1 1 0 0,0 0-1 0 0,1 1 1 0 0,9-12-1 0 0,10-4-159 0 0,1 1-1 0 0,0 0 1 0 0,2 2-1 0 0,50-27 1 0 0,-20 11-190 0 0,-52 32-426 0 0,0 0 1 0 0,0-1-1 0 0,0 0 0 0 0,0 0 1 0 0,7-9-1 0 0,-4 2-852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22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47 210 9218 0 0,'-6'-5'755'0'0,"1"-1"1"0"0,0 0-1 0 0,0 0 0 0 0,0 0 1 0 0,1 0-1 0 0,0-1 1 0 0,-4-8-1 0 0,7 13-480 0 0,0 0-1 0 0,1 0 1 0 0,-1 0-1 0 0,1 0 1 0 0,-1 0 0 0 0,1 0-1 0 0,0-1 1 0 0,0 1-1 0 0,0 0 1 0 0,0 0 0 0 0,0 0-1 0 0,1 0 1 0 0,-1 0-1 0 0,1-1 1 0 0,0-2 0 0 0,1 2-284 0 0,-1 1 1 0 0,0 0 0 0 0,1-1 0 0 0,-1 1-1 0 0,1 0 1 0 0,0 0 0 0 0,-1 0 0 0 0,1 0-1 0 0,4-2 1 0 0,4-3 117 0 0,0 1 0 0 0,0 1 1 0 0,1 0-1 0 0,0 0 0 0 0,0 1 0 0 0,0 0 0 0 0,13-2 0 0 0,17-6 18 0 0,-16 3-10 0 0,1 2-1 0 0,0 0 1 0 0,0 2-1 0 0,0 1 0 0 0,1 1 1 0 0,-1 1-1 0 0,1 2 0 0 0,0 0 1 0 0,-1 2-1 0 0,34 6 1 0 0,-56-7-95 0 0,1 0 0 0 0,-1 0 0 0 0,1 1 0 0 0,-1-1 0 0 0,0 1 0 0 0,1 0 0 0 0,-1 1 1 0 0,0-1-1 0 0,-1 1 0 0 0,1-1 0 0 0,0 1 0 0 0,-1 0 0 0 0,1 1 0 0 0,-1-1 0 0 0,4 6 0 0 0,-5-6-9 0 0,0 1 0 0 0,0-1 0 0 0,-1 0 0 0 0,1 1 0 0 0,-1-1 0 0 0,0 1 0 0 0,0-1 0 0 0,0 1 0 0 0,-1 0 0 0 0,1-1 0 0 0,-1 1-1 0 0,0 0 1 0 0,0 0 0 0 0,0-1 0 0 0,-1 1 0 0 0,1 0 0 0 0,-1-1 0 0 0,0 1 0 0 0,-2 6 0 0 0,-4 9 8 0 0,-1 0-1 0 0,0-1 1 0 0,-23 34 0 0 0,26-43-15 0 0,-2-1 1 0 0,1 1-1 0 0,-1-1 1 0 0,-1-1-1 0 0,1 0 1 0 0,-1 0-1 0 0,0 0 1 0 0,-1-1-1 0 0,-14 8 1 0 0,20-12-7 0 0,0-1 0 0 0,-1 0 0 0 0,1 0 0 0 0,0 0 0 0 0,-1 0 0 0 0,1 0 0 0 0,-5-1 0 0 0,7 1 0 0 0,-1-1 0 0 0,1 0 0 0 0,0 0 0 0 0,0 0 0 0 0,0 0 0 0 0,0-1 0 0 0,0 1 0 0 0,0 0 0 0 0,0 0 0 0 0,0-1 0 0 0,0 1 0 0 0,0 0 0 0 0,1-1 0 0 0,-1 1 0 0 0,0-1 0 0 0,0 1 0 0 0,0-1 0 0 0,0 1 0 0 0,0-1 0 0 0,1 0 0 0 0,-1 0 0 0 0,0 1 0 0 0,1-1 0 0 0,-1 0 0 0 0,0 0 0 0 0,1 0 0 0 0,-1 1 0 0 0,1-1 0 0 0,-1-1 0 0 0,1 1-5 0 0,0 0 0 0 0,0 0 0 0 0,0 0 0 0 0,0 1-1 0 0,0-1 1 0 0,0 0 0 0 0,0 0 0 0 0,1 1 0 0 0,-1-1 0 0 0,0 0 0 0 0,0 0 0 0 0,1 1 0 0 0,-1-1 0 0 0,0 0 0 0 0,1 1 0 0 0,-1-1 0 0 0,1 0 0 0 0,-1 1-1 0 0,1-1 1 0 0,-1 1 0 0 0,1-1 0 0 0,0 0 0 0 0,-1 1 0 0 0,1 0 0 0 0,0-1 0 0 0,-1 1 0 0 0,1-1 0 0 0,0 1 0 0 0,-1 0 0 0 0,1-1 0 0 0,0 1 0 0 0,0 0-1 0 0,-1 0 1 0 0,1 0 0 0 0,0 0 0 0 0,1-1 0 0 0,31-3-209 0 0,-10 5 158 0 0,-1 1 0 0 0,0 1 0 0 0,0 1 0 0 0,0 1 0 0 0,34 12 1 0 0,102 49 48 0 0,-154-63 7 0 0,20 8 82 0 0,-2 1 0 0 0,33 23 1 0 0,-45-27-28 0 0,0 0 0 0 0,-1 0 1 0 0,0 0-1 0 0,0 1 0 0 0,-1 0 1 0 0,0 1-1 0 0,9 14 0 0 0,-15-20-34 0 0,-1 0-1 0 0,1-1 0 0 0,0 1 1 0 0,-1 0-1 0 0,0 0 1 0 0,0 0-1 0 0,0 1 0 0 0,-1-1 1 0 0,1 0-1 0 0,-1 0 1 0 0,0 0-1 0 0,0 0 0 0 0,0 1 1 0 0,-2 4-1 0 0,0-2 89 0 0,0 1 0 0 0,0 0 0 0 0,-1-1 0 0 0,0 0 0 0 0,0 0 0 0 0,-1 0 0 0 0,-4 7 0 0 0,-7 6 167 0 0,0-1-1 0 0,-1 0 1 0 0,-34 29 0 0 0,32-33-79 0 0,0 0 0 0 0,-1-1 0 0 0,-1-1 0 0 0,-36 18 0 0 0,45-26-273 0 0,-1 0-1 0 0,0 0 1 0 0,0-2-1 0 0,0 1 0 0 0,-1-1 1 0 0,1-1-1 0 0,-1 0 0 0 0,1-1 1 0 0,-1 0-1 0 0,-17-2 0 0 0,26 1-54 0 0,1-1 1 0 0,-1 0-1 0 0,1 1 0 0 0,-1-1 0 0 0,1 0 0 0 0,0-1 0 0 0,0 1 0 0 0,-1-1 0 0 0,-4-2 0 0 0,-3-9-6597 0 0,7 2-566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23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1 10594 0 0,'-4'1'281'0'0,"0"0"0"0"0,0 0 0 0 0,1 1 0 0 0,-1-1 0 0 0,1 1 0 0 0,-1 0 0 0 0,1 0 0 0 0,-1 0 0 0 0,1 1 0 0 0,0-1 1 0 0,0 1-1 0 0,1-1 0 0 0,-1 1 0 0 0,0 0 0 0 0,1 0 0 0 0,-1 1 0 0 0,-1 2 0 0 0,-31 40 1246 0 0,2 2 1 0 0,-46 87-1 0 0,38-59 99 0 0,-79 108 0 0 0,76-119-1188 0 0,34-49-400 0 0,-13 29 0 0 0,-8 13-3072 0 0,28-55 1148 0 0,1-1-87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3:23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15411 0 0,'4'8'255'0'0,"0"-1"-1"0"0,0 0 1 0 0,1 0 0 0 0,0-1-1 0 0,0 1 1 0 0,0-1-1 0 0,8 7 1 0 0,8 10-7 0 0,163 175 3124 0 0,-174-187-3283 0 0,86 76 500 0 0,-17-17-498 0 0,-65-56-181 0 0,-2-3-319 0 0,-1 1 0 0 0,2-2 0 0 0,23 17 0 0 0,-25-22-1282 0 0,-1-3-438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33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 14715 0 0,'-2'0'221'0'0,"1"-1"-1"0"0,-1 1 1 0 0,0 0 0 0 0,1 0-1 0 0,-1-1 1 0 0,0 1 0 0 0,1 0-1 0 0,-1 0 1 0 0,0 0 0 0 0,1 1-1 0 0,-1-1 1 0 0,1 0 0 0 0,-1 1-1 0 0,-2 0 1 0 0,3 0-119 0 0,1 0 0 0 0,-1 0 0 0 0,0 1 0 0 0,1-1 0 0 0,-1 0 0 0 0,1 1 0 0 0,0-1 1 0 0,-1 0-1 0 0,1 1 0 0 0,0-1 0 0 0,0 0 0 0 0,0 1 0 0 0,0-1 0 0 0,0 1 0 0 0,0-1 0 0 0,0 0 0 0 0,0 1 0 0 0,1 1 0 0 0,9 157 1729 0 0,-15 220 0 0 0,4-312-1742 0 0,9 84-1 0 0,-2-60-1122 0 0,-6-89 698 0 0,1-1-1 0 0,-1 1 1 0 0,1-1 0 0 0,-1 0 0 0 0,1 1 0 0 0,0-1 0 0 0,0 0-1 0 0,0 1 1 0 0,0-1 0 0 0,2 4 0 0 0,-1-3-1843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34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0 14283 0 0,'32'2'1370'0'0,"-1"1"1"0"0,0 2-1 0 0,60 16 1 0 0,-57-12-516 0 0,-32-9-835 0 0,-1 0 0 0 0,0 0 0 0 0,1 1-1 0 0,-1-1 1 0 0,1 0 0 0 0,-1 1 0 0 0,0-1-1 0 0,1 1 1 0 0,-1-1 0 0 0,0 1 0 0 0,0 0-1 0 0,0-1 1 0 0,1 1 0 0 0,-1 0 0 0 0,0 0-1 0 0,0 0 1 0 0,0 0 0 0 0,0 0 0 0 0,0 0-1 0 0,0 0 1 0 0,-1 0 0 0 0,1 1 0 0 0,0-1-1 0 0,0 0 1 0 0,-1 0 0 0 0,1 1 0 0 0,-1-1-1 0 0,1 0 1 0 0,-1 1 0 0 0,0-1 0 0 0,1 0-1 0 0,-1 1 1 0 0,0-1 0 0 0,0 1 0 0 0,0-1-1 0 0,0 0 1 0 0,0 1 0 0 0,0-1 0 0 0,-1 1-1 0 0,1-1 1 0 0,0 0 0 0 0,-1 1 0 0 0,0 1-1 0 0,-4 7-36 0 0,0-1 1 0 0,0 1-1 0 0,-1-1 0 0 0,0-1 0 0 0,-7 9 0 0 0,1-3 24 0 0,-77 99-302 0 0,41-53 41 0 0,-55 87-1 0 0,98-140 374 0 0,1 0-1 0 0,1 1 1 0 0,-6 15 0 0 0,8-21-95 0 0,1-1 1 0 0,0 0-1 0 0,-1 1 1 0 0,1-1-1 0 0,0 1 1 0 0,0-1-1 0 0,0 0 1 0 0,0 1 0 0 0,0-1-1 0 0,0 1 1 0 0,1-1-1 0 0,-1 0 1 0 0,0 1-1 0 0,1 0 1 0 0,0-1-11 0 0,-1 0 1 0 0,1-1-1 0 0,-1 1 1 0 0,1 0-1 0 0,-1-1 1 0 0,1 1-1 0 0,0-1 1 0 0,-1 1-1 0 0,1-1 1 0 0,0 1-1 0 0,0-1 0 0 0,-1 0 1 0 0,1 1-1 0 0,0-1 1 0 0,0 0-1 0 0,0 0 1 0 0,-1 1-1 0 0,1-1 1 0 0,0 0-1 0 0,0 0 1 0 0,0 0-1 0 0,0 0 1 0 0,-1 0-1 0 0,1 0 1 0 0,2 0-1 0 0,11-2 36 0 0,1 0-1 0 0,-1-1 1 0 0,0-1 0 0 0,1 0-1 0 0,20-9 1 0 0,66-38 59 0 0,-50 24-44 0 0,-33 18-298 0 0,136-75 985 0 0,-82 34-1713 0 0,-52 33-1295 0 0,25-25 0 0 0,-32 28-4206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34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56 590 7834 0 0,'1'0'155'0'0,"-1"0"1"0"0,0 0-1 0 0,1 0 0 0 0,-1 1 1 0 0,0-1-1 0 0,1 0 1 0 0,-1 0-1 0 0,0 0 0 0 0,0 0 1 0 0,1-1-1 0 0,-1 1 1 0 0,0 0-1 0 0,1 0 0 0 0,-1 0 1 0 0,0 0-1 0 0,1 0 1 0 0,-1 0-1 0 0,0 0 1 0 0,1-1-1 0 0,-1 1 0 0 0,0 0 1 0 0,0 0-1 0 0,1 0 1 0 0,-1 0-1 0 0,0-1 0 0 0,0 1 1 0 0,1 0-1 0 0,-1 0 1 0 0,0-1-1 0 0,0 0 1 0 0,13-11 1592 0 0,-9 8-1484 0 0,88-78 3470 0 0,2-2-1502 0 0,-79 69-1823 0 0,0-1 0 0 0,-2-1 0 0 0,22-31 0 0 0,-30 38-319 0 0,-1 0 0 0 0,1-1 0 0 0,-2 1 0 0 0,1-1 0 0 0,-1 0 0 0 0,-1 1 0 0 0,0-1 0 0 0,-1-1 0 0 0,0 1 0 0 0,0 0 0 0 0,-1 0 0 0 0,-1 0 0 0 0,0 0 0 0 0,-3-13 0 0 0,3 18-74 0 0,0-1-1 0 0,-1 0 1 0 0,0 1-1 0 0,0-1 1 0 0,0 1-1 0 0,-1 0 1 0 0,0 0 0 0 0,0 0-1 0 0,-1 0 1 0 0,0 0-1 0 0,0 1 1 0 0,0-1-1 0 0,0 1 1 0 0,-1 0-1 0 0,0 1 1 0 0,0-1 0 0 0,-1 1-1 0 0,1 0 1 0 0,-1 0-1 0 0,1 1 1 0 0,-1-1-1 0 0,-1 1 1 0 0,1 1 0 0 0,-7-3-1 0 0,5 3-32 0 0,1 1 0 0 0,-1 0 0 0 0,1 1 0 0 0,-1 0 0 0 0,1 0-1 0 0,-1 1 1 0 0,1-1 0 0 0,-1 2 0 0 0,1-1 0 0 0,0 1 0 0 0,0 0 0 0 0,-1 0 0 0 0,1 1-1 0 0,1 0 1 0 0,-1 1 0 0 0,0-1 0 0 0,1 1 0 0 0,0 0 0 0 0,-9 8 0 0 0,4-3-25 0 0,1 0 0 0 0,0 1 0 0 0,1 0 0 0 0,0 0 0 0 0,1 1 0 0 0,0 0 0 0 0,1 1 0 0 0,0 0 1 0 0,-10 24-1 0 0,14-30 10 0 0,1 1 1 0 0,0 0 0 0 0,0 0 0 0 0,1 0-1 0 0,0 0 1 0 0,0 0 0 0 0,1 0-1 0 0,0 0 1 0 0,0 0 0 0 0,0 0 0 0 0,1 0-1 0 0,0 0 1 0 0,4 11 0 0 0,-2-9-40 0 0,0 0 1 0 0,1-1 0 0 0,1 1-1 0 0,-1-1 1 0 0,1 0 0 0 0,1-1-1 0 0,-1 1 1 0 0,1-1 0 0 0,9 8-1 0 0,3 1-74 0 0,1-1 0 0 0,1-1 0 0 0,0 0 0 0 0,0-2 0 0 0,1 0 0 0 0,1-2 0 0 0,26 10 0 0 0,41 15-280 0 0,110 59 0 0 0,-189-89 422 0 0,-1 1 1 0 0,0 0-1 0 0,0 0 0 0 0,0 1 0 0 0,13 13 1 0 0,-21-18 33 0 0,1-1 0 0 0,-1 1 1 0 0,1 0-1 0 0,-1 0 1 0 0,0-1-1 0 0,0 1 1 0 0,0 0-1 0 0,0 0 1 0 0,0 1-1 0 0,0-1 1 0 0,0 0-1 0 0,-1 0 1 0 0,1 0-1 0 0,-1 0 1 0 0,0 1-1 0 0,1-1 1 0 0,-1 0-1 0 0,0 0 1 0 0,0 1-1 0 0,0-1 1 0 0,-1 0-1 0 0,1 0 1 0 0,-1 1-1 0 0,1-1 1 0 0,-1 0-1 0 0,0 0 1 0 0,0 0-1 0 0,1 0 0 0 0,-2 0 1 0 0,1 0-1 0 0,0 0 1 0 0,0 0-1 0 0,-3 3 1 0 0,-7 6 55 0 0,0 0 0 0 0,0 0 0 0 0,-1-1-1 0 0,0-1 1 0 0,0 0 0 0 0,-16 8 0 0 0,-86 39 189 0 0,90-47-142 0 0,-1-1 0 0 0,0 0 0 0 0,-1-2 0 0 0,1-1 1 0 0,-1-1-1 0 0,0-2 0 0 0,0 0 0 0 0,-39-3 0 0 0,60 0-59 0 0,0 1 1 0 0,-1-1-1 0 0,1 0 1 0 0,0-1-1 0 0,-1 1 1 0 0,1-1-1 0 0,0 0 0 0 0,0 0 1 0 0,0-1-1 0 0,1 1 1 0 0,-1-1-1 0 0,1 0 1 0 0,-1-1-1 0 0,1 1 0 0 0,-4-5 1 0 0,3 3 25 0 0,0-1 1 0 0,0-1-1 0 0,1 1 1 0 0,0-1-1 0 0,0 0 1 0 0,1 1-1 0 0,0-2 0 0 0,0 1 1 0 0,-4-14-1 0 0,5 9-17 0 0,-1 0 1 0 0,2 0-1 0 0,-1-1 0 0 0,2 1 0 0 0,0-1 0 0 0,0 1 0 0 0,1-1 1 0 0,1 1-1 0 0,0-1 0 0 0,0 1 0 0 0,1 0 0 0 0,10-23 0 0 0,-4 19-72 0 0,0 0-1 0 0,1 1 1 0 0,1 0 0 0 0,1 1-1 0 0,0 0 1 0 0,1 1-1 0 0,0 0 1 0 0,29-20-1 0 0,-4 6-3 0 0,1 2 0 0 0,56-26 0 0 0,-54 29 40 0 0,-28 14-110 0 0,1 1 1 0 0,0 0-1 0 0,0 1 1 0 0,26-8-1 0 0,-26 12-1785 0 0,-6 4-3781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47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56 13619 0 0,'-4'-2'2783'0'0,"8"4"-1560"0"0,52 12-1303 0 0,70 9 479 0 0,19 3 69 0 0,177 0 291 0 0,-237-22-601 0 0,111 10-236 0 0,205 6 231 0 0,-182-29 131 0 0,-22-1-8 0 0,105-6-148 0 0,-87 2-58 0 0,22-2-59 0 0,79-3-12 0 0,-262 18 1 0 0,361 7 0 0 0,-79-5 5 0 0,-100-3 65 0 0,-195 3-24 0 0,-3 0-4 0 0,0-1-1 0 0,51-6 1 0 0,-89 6-41 0 0,1 0 1 0 0,-1 0 0 0 0,0 0 0 0 0,1 0 0 0 0,-1 0 0 0 0,0 0-1 0 0,0 0 1 0 0,1 0 0 0 0,-1 0 0 0 0,0 0 0 0 0,1 0-1 0 0,-1 0 1 0 0,0 0 0 0 0,0 0 0 0 0,1 0 0 0 0,-1 0-1 0 0,0 0 1 0 0,1 0 0 0 0,-1 0 0 0 0,0 0 0 0 0,0-1-1 0 0,1 1 1 0 0,-1 0 0 0 0,0 0 0 0 0,0 0 0 0 0,0 0-1 0 0,1-1 1 0 0,-1 1 0 0 0,0 0 0 0 0,0 0 0 0 0,0-1-1 0 0,1 1 1 0 0,-1 0 0 0 0,0 0 0 0 0,0-1 0 0 0,0 1-1 0 0,0 0 1 0 0,0-1 0 0 0,-10-3-376 0 0,8 3 264 0 0,1 1-106 0 0,-2-2-861 0 0,2 2 975 0 0,0-1 1 0 0,-1 0-1 0 0,1 1 1 0 0,0-1-1 0 0,0 0 1 0 0,0 0-1 0 0,0 0 1 0 0,0 1-1 0 0,1-1 1 0 0,-1 0-1 0 0,0 0 0 0 0,0 0 1 0 0,1-1-1 0 0,-1 1 1 0 0,0 0-1 0 0,1 0 1 0 0,-1 0-1 0 0,1 0 1 0 0,-1-1-1 0 0,1 0 1 0 0,0 0 2 0 0,0 0 0 0 0,0 1 1 0 0,0-1-1 0 0,0 0 0 0 0,0 1 0 0 0,1-1 0 0 0,-1 1 1 0 0,1-1-1 0 0,-1 1 0 0 0,1-1 0 0 0,0 0 0 0 0,-1 1 1 0 0,1 0-1 0 0,0-1 0 0 0,0 1 0 0 0,0 0 0 0 0,0-1 1 0 0,0 1-1 0 0,2-2 0 0 0,-2 3 125 0 0,-1-1 0 0 0,1 0-1 0 0,-1 1 1 0 0,0-1 0 0 0,1 0 0 0 0,-1 1-1 0 0,0-1 1 0 0,0 0 0 0 0,1 0 0 0 0,-1 1-1 0 0,0-1 1 0 0,0 0 0 0 0,0 0 0 0 0,0 1 0 0 0,0-1-1 0 0,0 0 1 0 0,0 1 0 0 0,0-1 0 0 0,0 0-1 0 0,-1 0 1 0 0,1 1 0 0 0,0-1 0 0 0,0 0-1 0 0,-1 0 1 0 0,1 1 0 0 0,0-1 0 0 0,-1 1-1 0 0,1-1 1 0 0,-1 0 0 0 0,1 1 0 0 0,-1-1-1 0 0,1 1 1 0 0,-1-1 0 0 0,1 1 0 0 0,-1-1 0 0 0,1 1-1 0 0,-1-1 1 0 0,0 1 0 0 0,1 0 0 0 0,-2-1-1 0 0,1 0 16 0 0,0 0 0 0 0,0 0-1 0 0,0 1 1 0 0,0-1-1 0 0,-1 0 1 0 0,1 1 0 0 0,0-1-1 0 0,0 1 1 0 0,0 0 0 0 0,-1-1-1 0 0,1 1 1 0 0,0 0-1 0 0,0 0 1 0 0,-1 0 0 0 0,1 0-1 0 0,0 0 1 0 0,0 0 0 0 0,-1 0-1 0 0,1 0 1 0 0,0 0-1 0 0,0 0 1 0 0,-1 1 0 0 0,1-1-1 0 0,0 1 1 0 0,-2 0 0 0 0,2 1-15 0 0,-1 0 0 0 0,1 0 0 0 0,-1 0 0 0 0,1 0 0 0 0,0 0 0 0 0,0 0 0 0 0,-1 0 0 0 0,2 1 0 0 0,-1-1 1 0 0,0 0-1 0 0,0 1 0 0 0,0 2 0 0 0,-4 38 564 0 0,2-17-220 0 0,3-24-346 0 0,-3 12 174 0 0,0 0 0 0 0,1 1 1 0 0,1-1-1 0 0,1 1 0 0 0,0-1 1 0 0,2 19-1 0 0,6 30 140 0 0,0 95 0 0 0,-14 63 411 0 0,-15 74 124 0 0,0-147-807 0 0,-2 17 12 0 0,19-102-75 0 0,-18 541 122 0 0,23-555-125 0 0,-10 442 0 0 0,0-390-31 0 0,-29 282-210 0 0,-4-2 305 0 0,23-195-115 0 0,-16 113-250 0 0,-26 136 425 0 0,52-332 39 0 0,5 0 0 0 0,12 130 0 0 0,8-64-50 0 0,17 314-455 0 0,-37-294 748 0 0,0 35 572 0 0,6-157-702 0 0,14 91 0 0 0,-8-111-278 0 0,13 107-39 0 0,-20-136 29 0 0,-1 1-1 0 0,0-1 0 0 0,-1 0 1 0 0,-1 0-1 0 0,-1 0 1 0 0,-7 25-1 0 0,8-38-6 0 0,0 0 0 0 0,-1 1 0 0 0,1-1 0 0 0,-6 8 0 0 0,-6 0-1460 0 0,14-13 1197 0 0,-1 0 1 0 0,1 1 0 0 0,-1-1-1 0 0,0 0 1 0 0,1 0-1 0 0,-1 0 1 0 0,1 1 0 0 0,-1-1-1 0 0,0 0 1 0 0,1 0-1 0 0,-1 0 1 0 0,0 0-1 0 0,1 0 1 0 0,-1 0 0 0 0,0 0-1 0 0,1 0 1 0 0,-1 0-1 0 0,0 0 1 0 0,1-1 0 0 0,-1 1-1 0 0,-1-1 1 0 0,-7-5-6546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48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4145 0 0,'-4'4'549'0'0,"0"1"-1"0"0,1-1 1 0 0,-1 1 0 0 0,1 0-1 0 0,0 0 1 0 0,1 0 0 0 0,-1 0-1 0 0,1 0 1 0 0,0 1 0 0 0,0-1-1 0 0,-1 7 1 0 0,-1 5-194 0 0,1-1 0 0 0,-3 28 1 0 0,6-4-212 0 0,2 0 1 0 0,9 56 0 0 0,2 27-18 0 0,-14 121 913 0 0,-2-140 602 0 0,14 149 0 0 0,-3-191-1381 0 0,-2 1-1 0 0,-6 121 1 0 0,-34 141 1257 0 0,32-306-1424 0 0,0-1 0 0 0,2 1 0 0 0,0 0-1 0 0,2 0 1 0 0,0 0 0 0 0,1-1 0 0 0,9 32 0 0 0,-10-43-745 0 0,-3-17-401 0 0,1 10 876 0 0,0-4-238 0 0,0 4 434 0 0,-1-15-94 0 0,1 15 79 0 0,0-1 1 0 0,0 1-1 0 0,-1-1 1 0 0,1 1-1 0 0,0-1 1 0 0,0 1-1 0 0,0-1 1 0 0,0 1-1 0 0,0-1 1 0 0,-1 1-1 0 0,1-1 0 0 0,0 1 1 0 0,0-1-1 0 0,-1 1 1 0 0,1 0-1 0 0,0-1 1 0 0,-1 1-1 0 0,1-1 1 0 0,-1 1-1 0 0,1 0 1 0 0,0-1-1 0 0,-1 1 1 0 0,1 0-1 0 0,-1 0 0 0 0,1-1 1 0 0,-1 1-1 0 0,-1 0 2052 0 0,18 11-1806 0 0,-9-6-116 0 0,1 0 0 0 0,0-1 0 0 0,1 0 0 0 0,-1 0 0 0 0,1-1 0 0 0,-1-1 0 0 0,16 4 0 0 0,5-2 224 0 0,29 1 0 0 0,-35-3-271 0 0,470 21 1501 0 0,-193-28-1184 0 0,-67 0-455 0 0,64-13 333 0 0,-1-22-88 0 0,-262 35-204 0 0,116-20 19 0 0,-40 6-41 0 0,120-6-1 0 0,-101 21 32 0 0,171-10 0 0 0,0-21 0 0 0,-263 30 0 0 0,1 2 0 0 0,50 3 0 0 0,-40 1 0 0 0,126-2 294 0 0,-117 3-206 0 0,66 10 1 0 0,-66-2 416 0 0,39 4 398 0 0,-27-6-673 0 0,-71-9-632 0 0,-1-2 306 0 0,-18-20-15206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23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10138 0 0,'-2'9'9115'0'0,"-11"16"-9252"0"0,-104 188-1357 0 0,66-117 924 0 0,39-73 493 0 0,-50 103 295 0 0,56-111-47 0 0,0 0 0 0 0,2 0-1 0 0,0 0 1 0 0,0 1 0 0 0,2-1-1 0 0,-2 29 1 0 0,4-41-152 0 0,0 0 0 0 0,0 1 0 0 0,0-1 0 0 0,0 0 1 0 0,1 1-1 0 0,-1-1 0 0 0,1 0 0 0 0,0 0 0 0 0,0 1 0 0 0,0-1 0 0 0,0 0 1 0 0,1 0-1 0 0,-1 0 0 0 0,1 0 0 0 0,0-1 0 0 0,0 1 0 0 0,0 0 0 0 0,0-1 0 0 0,1 1 1 0 0,-1-1-1 0 0,0 0 0 0 0,1 0 0 0 0,0 0 0 0 0,-1 0 0 0 0,1 0 0 0 0,0 0 0 0 0,0-1 1 0 0,0 0-1 0 0,0 1 0 0 0,1-1 0 0 0,-1 0 0 0 0,0 0 0 0 0,0-1 0 0 0,1 1 0 0 0,5 0 1 0 0,5-1 99 0 0,1 0 0 0 0,0-1 0 0 0,-1 0 0 0 0,1-1 0 0 0,-1 0 0 0 0,26-9 0 0 0,131-51 1772 0 0,-102 35-909 0 0,73-19 0 0 0,-62 21-524 0 0,-55 16-378 0 0,-1 1 1 0 0,50-8-1 0 0,-74 16-93 0 0,0-1 0 0 0,1 1 0 0 0,-1 0 0 0 0,0 0 0 0 0,1 0 0 0 0,-1 0 0 0 0,0 0 0 0 0,1 0 0 0 0,-1 0 0 0 0,0 0 0 0 0,1 0 0 0 0,-1 0 0 0 0,0 0 0 0 0,1 0 0 0 0,-1 0 0 0 0,0 0 0 0 0,0 0 0 0 0,1 0 0 0 0,-1 0 0 0 0,0 1 0 0 0,1-1 0 0 0,-1 0 0 0 0,0 0 0 0 0,0 0 0 0 0,1 0 0 0 0,-1 1 0 0 0,0-1 0 0 0,0 0 0 0 0,1 0 0 0 0,-1 1 0 0 0,-5 7-1870 0 0,-13 6-1948 0 0,7-8 2232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24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8290 0 0,'-3'1'7630'0'0,"0"7"-5077"0"0,-1 10-3164 0 0,3-14 1280 0 0,-75 232 879 0 0,9-35-1567 0 0,67-199-6 0 0,-25 100-542 0 0,22-87-160 0 0,1 1 1 0 0,0 0-1 0 0,1-1 1 0 0,3 27-1 0 0,0-25-5082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24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 6913 0 0,'-11'24'2763'0'0,"-1"0"-1"0"0,-18 25 0 0 0,-9 16-2211 0 0,22-33-585 0 0,2 1 0 0 0,1 0 0 0 0,-19 68 0 0 0,33-99 40 0 0,-1 0 0 0 0,0 0 0 0 0,1 1 1 0 0,0-1-1 0 0,0 0 0 0 0,0 0 0 0 0,0 1 0 0 0,0-1 0 0 0,0 0 0 0 0,0 1 0 0 0,1-1 0 0 0,-1 0 0 0 0,1 0 0 0 0,-1 0 0 0 0,1 1 0 0 0,0-1 0 0 0,0 0 0 0 0,0 0 0 0 0,0 0 0 0 0,2 2 0 0 0,-1-3 9 0 0,-1 1-1 0 0,1-1 0 0 0,0 0 0 0 0,0 1 0 0 0,0-1 0 0 0,0 0 0 0 0,0 0 0 0 0,0-1 0 0 0,0 1 0 0 0,1 0 0 0 0,-1-1 0 0 0,0 1 0 0 0,0-1 0 0 0,0 0 1 0 0,1 0-1 0 0,3 0 0 0 0,2 0 75 0 0,0-1 0 0 0,0 0 0 0 0,0-1 0 0 0,0 0 0 0 0,0 0 0 0 0,0-1 0 0 0,-1 0 0 0 0,1 0 0 0 0,-1-1 0 0 0,8-4 0 0 0,0-3 356 0 0,0 0 0 0 0,0-1-1 0 0,-1 0 1 0 0,-1-1 0 0 0,21-27 0 0 0,-30 35-286 0 0,0 0 0 0 0,-1-1-1 0 0,1 1 1 0 0,-1-1 0 0 0,-1 0-1 0 0,1 0 1 0 0,-1 0 0 0 0,0-1 0 0 0,-1 1-1 0 0,1 0 1 0 0,-1-1 0 0 0,-1 1 0 0 0,1-1-1 0 0,-1 1 1 0 0,0 0 0 0 0,0-1 0 0 0,-1 1-1 0 0,0-1 1 0 0,0 1 0 0 0,-3-8 0 0 0,1 5-34 0 0,0 1 0 0 0,-1 0 0 0 0,0 0 0 0 0,0 1 0 0 0,-1-1 1 0 0,1 1-1 0 0,-2 0 0 0 0,1 1 0 0 0,-1-1 0 0 0,0 1 0 0 0,-1 0 0 0 0,1 0 1 0 0,-1 1-1 0 0,-15-9 0 0 0,16 11-266 0 0,1 0 0 0 0,-1 0 0 0 0,0 1 1 0 0,0 0-1 0 0,0 0 0 0 0,0 1 0 0 0,0-1 0 0 0,0 1 0 0 0,-1 1 0 0 0,1-1 0 0 0,0 1 1 0 0,0 0-1 0 0,-1 0 0 0 0,1 1 0 0 0,0 0 0 0 0,0 0 0 0 0,-1 1 0 0 0,1-1 1 0 0,0 1-1 0 0,0 1 0 0 0,-8 4 0 0 0,7-3-1395 0 0,2 1-58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24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0 17972 0 0,'-4'1'208'0'0,"0"0"1"0"0,0 1 0 0 0,1-1-1 0 0,-1 1 1 0 0,0 0 0 0 0,1 0-1 0 0,-1 0 1 0 0,1 0 0 0 0,0 1-1 0 0,-1-1 1 0 0,1 1-1 0 0,0 0 1 0 0,1 0 0 0 0,-1 0-1 0 0,1 0 1 0 0,-1 1 0 0 0,-3 6-1 0 0,-3 9-97 0 0,1 0-1 0 0,1 1 0 0 0,1 0 1 0 0,0 0-1 0 0,-3 30 0 0 0,-1-4-34 0 0,-48 194-127 0 0,-68 350-690 0 0,125-568-1895 0 0,2-15 1107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25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560 1 10594 0 0,'-20'4'7665'0'0,"-3"6"-5327"0"0,-22 18-3315 0 0,33-21 1748 0 0,-238 165-29 0 0,239-165-710 0 0,-95 65 446 0 0,93-62-243 0 0,2 0 0 0 0,-1 0-1 0 0,2 1 1 0 0,-1 1 0 0 0,1 0 0 0 0,-9 16-1 0 0,18-27-211 0 0,0 0 0 0 0,1-1 0 0 0,-1 1 0 0 0,1 0 0 0 0,-1 0 0 0 0,1 0 0 0 0,0 0 0 0 0,-1 0 0 0 0,1 0 0 0 0,0 0 0 0 0,-1 0 0 0 0,1 0 0 0 0,0 0 0 0 0,0 0 0 0 0,0 0 0 0 0,0 0 0 0 0,0 0 0 0 0,0 0 0 0 0,0 0 0 0 0,0 0 0 0 0,1 0 0 0 0,-1 0 0 0 0,0 0 0 0 0,1 0 0 0 0,-1 0 0 0 0,0-1 0 0 0,2 3 0 0 0,-1-2-5 0 0,1 1 0 0 0,-1-1 0 0 0,1 0 0 0 0,0 0 0 0 0,-1 0 0 0 0,1 0 0 0 0,0 0 0 0 0,0 0 0 0 0,0-1 0 0 0,0 1 0 0 0,0 0 0 0 0,0-1 0 0 0,2 1 0 0 0,8 0 20 0 0,0 0 0 0 0,0 0 0 0 0,17-2 1 0 0,13-2 32 0 0,115-4 92 0 0,-127 8 117 0 0,1 1-1 0 0,-1 1 1 0 0,36 9 0 0 0,-54-10-331 0 0,-5 0 154 0 0,0-1-1 0 0,0 1 1 0 0,0 0-1 0 0,0 1 1 0 0,7 3-1 0 0,-13-5-123 0 0,0-1 1 0 0,0 1-1 0 0,0-1 0 0 0,0 1 0 0 0,0 0 0 0 0,0 0 1 0 0,0 0-1 0 0,0-1 0 0 0,0 1 0 0 0,0 0 0 0 0,-1 0 1 0 0,1 0-1 0 0,0 0 0 0 0,-1 0 0 0 0,1 0 0 0 0,-1 0 0 0 0,1 1 1 0 0,-1-1-1 0 0,0 0 0 0 0,1 0 0 0 0,-1 0 0 0 0,0 0 1 0 0,0 1-1 0 0,0-1 0 0 0,0 0 0 0 0,0 0 0 0 0,0 0 1 0 0,0 1-1 0 0,0-1 0 0 0,0 0 0 0 0,-1 0 0 0 0,1 0 1 0 0,0 1-1 0 0,-1-1 0 0 0,1 0 0 0 0,-1 0 0 0 0,-1 2 0 0 0,-3 2-1342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26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14459 0 0,'-1'1'98'0'0,"-1"-1"-1"0"0,1 0 1 0 0,-1 0 0 0 0,0 1-1 0 0,1-1 1 0 0,-1 1 0 0 0,1-1-1 0 0,-1 1 1 0 0,1 0 0 0 0,-1-1-1 0 0,1 1 1 0 0,0 0 0 0 0,-1 0-1 0 0,1 0 1 0 0,0 0 0 0 0,0 0-1 0 0,-1 1 1 0 0,1-1 0 0 0,0 0-1 0 0,0 0 1 0 0,0 1 0 0 0,1-1-1 0 0,-1 0 1 0 0,0 1-1 0 0,0-1 1 0 0,1 1 0 0 0,-1 0-1 0 0,1-1 1 0 0,0 1 0 0 0,-1 2-1 0 0,-4 13 103 0 0,2 1 0 0 0,0-1-1 0 0,1 1 1 0 0,0-1 0 0 0,2 29-1 0 0,15 92 424 0 0,-5-55-214 0 0,-2-14-94 0 0,-2-35-277 0 0,-3 1 0 0 0,-1-1-1 0 0,-3 50 1 0 0,1-79-318 0 0,-1 0 0 0 0,0 0 1 0 0,0 0-1 0 0,-1 0 0 0 0,1-1 1 0 0,-1 1-1 0 0,0-1 0 0 0,0 1 1 0 0,0-1-1 0 0,-1 1 0 0 0,1-1 1 0 0,-6 6-1 0 0,1-6-719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26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12 16388 0 0,'2'1'203'0'0,"1"1"0"0"0,0 0 0 0 0,0-1 1 0 0,0 1-1 0 0,0-1 0 0 0,0 0 1 0 0,0 0-1 0 0,0 0 0 0 0,1 0 1 0 0,-1-1-1 0 0,0 0 0 0 0,0 1 0 0 0,0-1 1 0 0,1 0-1 0 0,4-1 0 0 0,2 1-6 0 0,0-1 0 0 0,0-1-1 0 0,17-4 1 0 0,21-7 678 0 0,-44 13-881 0 0,0-1 1 0 0,1 0-1 0 0,-1 1 1 0 0,0 0-1 0 0,1 0 1 0 0,-1 0-1 0 0,1 0 1 0 0,7 3 0 0 0,-11-3 11 0 0,1 1 1 0 0,0 0-1 0 0,-1 0 1 0 0,1 1 0 0 0,-1-1-1 0 0,1 0 1 0 0,-1 1-1 0 0,1-1 1 0 0,-1 0 0 0 0,0 1-1 0 0,0-1 1 0 0,0 1 0 0 0,0 0-1 0 0,0-1 1 0 0,0 1-1 0 0,0 0 1 0 0,0 0 0 0 0,-1 0-1 0 0,1-1 1 0 0,-1 1 0 0 0,1 0-1 0 0,-1 0 1 0 0,0 0-1 0 0,0 0 1 0 0,0 0 0 0 0,0 0-1 0 0,0 0 1 0 0,-1 3-1 0 0,0 5-94 0 0,0 0 0 0 0,-1 0 0 0 0,-6 20 1 0 0,0-8-85 0 0,-2-1 1 0 0,0 1 0 0 0,-1-2 0 0 0,-16 24 0 0 0,-61 74-630 0 0,45-68 692 0 0,-30 42 77 0 0,73-91 49 0 0,-1-1 0 0 0,1 0 1 0 0,0 0-1 0 0,0 1 0 0 0,-1-1 1 0 0,1 0-1 0 0,0 0 0 0 0,0 1 0 0 0,0-1 1 0 0,0 0-1 0 0,-1 1 0 0 0,1-1 1 0 0,0 0-1 0 0,0 1 0 0 0,0-1 0 0 0,0 1 1 0 0,0-1-1 0 0,0 0 0 0 0,0 1 1 0 0,0-1-1 0 0,0 0 0 0 0,0 1 0 0 0,0-1 1 0 0,0 0-1 0 0,0 1 0 0 0,0-1 1 0 0,0 0-1 0 0,0 1 0 0 0,1-1 0 0 0,-1 1 1 0 0,0-1-1 0 0,12 2 508 0 0,21-11 230 0 0,-28 8-662 0 0,29-11 359 0 0,0-2 1 0 0,-1-1 0 0 0,-1-2 0 0 0,47-31 0 0 0,44-24-302 0 0,-95 58-399 0 0,86-45 141 0 0,-96 48-2028 0 0,-2-1 0 0 0,19-15 0 0 0,-30 22 45 0 0,1-2-13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27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263 476 7834 0 0,'2'0'480'0'0,"-1"-1"1"0"0,0 1 0 0 0,0-1 0 0 0,1 1-1 0 0,-1-1 1 0 0,0 0 0 0 0,0 1-1 0 0,0-1 1 0 0,0 0 0 0 0,0 0 0 0 0,0 0-1 0 0,2-2 1 0 0,14-17 1578 0 0,-10 12-1852 0 0,6-6 122 0 0,5-5 472 0 0,-2 0-1 0 0,0-1 1 0 0,23-36-1 0 0,-36 50-690 0 0,0 0-1 0 0,0 0 1 0 0,0 0-1 0 0,-1 0 0 0 0,0-1 1 0 0,0 1-1 0 0,-1 0 1 0 0,0-1-1 0 0,0 1 1 0 0,0-1-1 0 0,-1 0 0 0 0,0 1 1 0 0,0-1-1 0 0,-1 0 1 0 0,0 1-1 0 0,0-1 0 0 0,0 1 1 0 0,-1 0-1 0 0,-3-10 1 0 0,-1 4-22 0 0,0 0 0 0 0,-1 1 0 0 0,0-1-1 0 0,-1 1 1 0 0,0 1 0 0 0,0-1 0 0 0,-1 2 0 0 0,-1-1 0 0 0,0 1 0 0 0,0 0 0 0 0,-1 1 0 0 0,0 0 0 0 0,0 1 0 0 0,-1 0 0 0 0,0 1 0 0 0,-23-9 0 0 0,28 14-106 0 0,0 0 0 0 0,0 0 0 0 0,0 0 0 0 0,0 1 0 0 0,0 0 1 0 0,0 0-1 0 0,0 1 0 0 0,1-1 0 0 0,-1 2 0 0 0,0-1 0 0 0,0 1 1 0 0,0 0-1 0 0,1 0 0 0 0,-1 1 0 0 0,-6 4 0 0 0,4-3 34 0 0,0 2-1 0 0,1-1 1 0 0,0 1 0 0 0,0 0-1 0 0,0 1 1 0 0,1 0 0 0 0,0 0-1 0 0,0 1 1 0 0,-10 14-1 0 0,14-18-64 0 0,1 0 0 0 0,0 0-1 0 0,0 0 1 0 0,0 1 0 0 0,0-1 0 0 0,1 0-1 0 0,0 1 1 0 0,0-1 0 0 0,0 1-1 0 0,0 0 1 0 0,1-1 0 0 0,0 1-1 0 0,0-1 1 0 0,1 8 0 0 0,0-5 1 0 0,1 0 0 0 0,0 0 0 0 0,0 0 0 0 0,0-1 0 0 0,1 1 0 0 0,0-1 0 0 0,0 1 1 0 0,7 8-1 0 0,4 2-60 0 0,-1-1 1 0 0,2 0 0 0 0,0-1 0 0 0,1-1 0 0 0,21 15 0 0 0,197 131-2182 0 0,-232-159 2288 0 0,29 18-106 0 0,47 37 1 0 0,-70-50 92 0 0,-1 0-1 0 0,0 1 1 0 0,0-1 0 0 0,-1 2 0 0 0,0-1 0 0 0,-1 1 0 0 0,1-1 0 0 0,-1 2-1 0 0,-1-1 1 0 0,1 0 0 0 0,5 17 0 0 0,-10-23 17 0 0,0 0 0 0 0,1 0 1 0 0,-1 0-1 0 0,0 0 0 0 0,0-1 0 0 0,0 1 1 0 0,0 0-1 0 0,0 0 0 0 0,0 0 0 0 0,0 0 1 0 0,-1 0-1 0 0,1-1 0 0 0,-1 1 0 0 0,1 0 0 0 0,-1 0 1 0 0,0-1-1 0 0,0 1 0 0 0,0 0 0 0 0,-1 1 1 0 0,0 0 10 0 0,-1 0 1 0 0,1-1 0 0 0,-1 1 0 0 0,0-1-1 0 0,0 0 1 0 0,0 1 0 0 0,0-1 0 0 0,0-1-1 0 0,-5 3 1 0 0,-4 1 39 0 0,-1 0-1 0 0,0-1 1 0 0,-1-1 0 0 0,-16 3-1 0 0,-5-1 208 0 0,-1-1 0 0 0,-62-2 0 0 0,80-3-47 0 0,0-1 1 0 0,0 0-1 0 0,0-2 0 0 0,0 0 1 0 0,1-1-1 0 0,0 0 1 0 0,-24-12-1 0 0,33 13-69 0 0,-1-1 0 0 0,1-1 0 0 0,0 0-1 0 0,1 0 1 0 0,-1 0 0 0 0,1-1 0 0 0,0 0 0 0 0,1-1-1 0 0,0 0 1 0 0,0 0 0 0 0,0 0 0 0 0,1 0 0 0 0,1-1 0 0 0,-1 0-1 0 0,-4-15 1 0 0,7 19-108 0 0,0 0 1 0 0,1 0-1 0 0,0-1 0 0 0,0 1 0 0 0,0-1 0 0 0,1 1 0 0 0,0 0 0 0 0,0-1 1 0 0,0 1-1 0 0,1-1 0 0 0,-1 1 0 0 0,1-1 0 0 0,1 1 0 0 0,-1 0 0 0 0,1 0 0 0 0,0 0 1 0 0,0-1-1 0 0,0 2 0 0 0,1-1 0 0 0,-1 0 0 0 0,1 0 0 0 0,1 1 0 0 0,-1 0 1 0 0,1 0-1 0 0,-1 0 0 0 0,1 0 0 0 0,0 0 0 0 0,0 1 0 0 0,6-4 0 0 0,22-13 40 0 0,0 1-1 0 0,2 1 1 0 0,61-22-1 0 0,113-23-1401 0 0,-108 35-1843 0 0,-82 22 1137 0 0,-3-1-16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50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6449 0 0,'2'-4'769'0'0,"0"-1"0"0"0,1 1-1 0 0,0 0 1 0 0,0 0 0 0 0,0 0-1 0 0,0 1 1 0 0,1-1 0 0 0,-1 1-1 0 0,1-1 1 0 0,7-4-1 0 0,-5 5-319 0 0,0 0 0 0 0,0 0 0 0 0,0 1 0 0 0,0 0 0 0 0,0 0 0 0 0,0 0 0 0 0,9-1 0 0 0,8 2-259 0 0,-1 0 0 0 0,1 1 0 0 0,41 6 1 0 0,-17-1 588 0 0,345 35-284 0 0,-338-33-412 0 0,39-1 278 0 0,95-4 1 0 0,-4-2-8 0 0,295 28 1488 0 0,106-25-1802 0 0,-497-6-88 0 0,413-18 341 0 0,-127 3-138 0 0,-255 16-118 0 0,162 15 1 0 0,-219-2 139 0 0,-43-7-50 0 0,1 0 0 0 0,32 1-1 0 0,-53-5-232 0 0,1-1 0 0 0,-1 1 0 0 0,1 0 0 0 0,-1 0 0 0 0,1 0 0 0 0,-1 0 0 0 0,1 0 0 0 0,0-1 0 0 0,-1 1 0 0 0,1 0 0 0 0,-1-1 0 0 0,1 1-1 0 0,-1 0 1 0 0,1 0 0 0 0,0-1 0 0 0,-1 1 0 0 0,1-1 0 0 0,0 1 0 0 0,-1 0 0 0 0,1-1 0 0 0,0 1 0 0 0,0-1 0 0 0,-1 1 0 0 0,1-1 0 0 0,0 1 0 0 0,0-1 0 0 0,0 1 0 0 0,0-1-1 0 0,0 1 1 0 0,-1-1 0 0 0,1 1 0 0 0,0-1 0 0 0,0 1 0 0 0,0-1 0 0 0,0 1 0 0 0,0-1 0 0 0,1 1 0 0 0,-1-1 0 0 0,0 1 0 0 0,0-1 0 0 0,1-2-301 0 0,-1 1 1 0 0,0 0-1 0 0,1 0 1 0 0,0 0-1 0 0,-1 0 0 0 0,1 0 1 0 0,0 0-1 0 0,0 0 1 0 0,0 0-1 0 0,2-1 1 0 0,1-3-3664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51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4 215 7058 0 0,'-3'1'2449'0'0,"6"-3"525"0"0,1 0-2539 0 0,11-5 229 0 0,-7 2-272 0 0,0 0 0 0 0,0 1 1 0 0,1 1-1 0 0,0-1 0 0 0,-1 1 1 0 0,1 1-1 0 0,0 0 0 0 0,1 0 1 0 0,-1 0-1 0 0,0 1 1 0 0,14 1-1 0 0,241 2 1844 0 0,-166-5-1547 0 0,136 14-1 0 0,-120 4-341 0 0,259 23 322 0 0,706-66 819 0 0,-998 22-1477 0 0,305-19 114 0 0,-7-4 107 0 0,-45 1-68 0 0,-111 11-18 0 0,68-2-49 0 0,-79 4 22 0 0,-157 9-109 0 0,-18 9-10 0 0,-9 0 0 0 0,-55-38-2900 0 0,6 14-649 0 0,7 10 1725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52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7834 0 0,'22'-1'3730'0'0,"41"-8"1"0"0,13-1-1821 0 0,-42 11-1302 0 0,-1 1 1 0 0,0 2-1 0 0,64 15 0 0 0,-21-3 172 0 0,-53-12-615 0 0,1-1 0 0 0,-1-2 1 0 0,0 0-1 0 0,1-1 1 0 0,-1-1-1 0 0,0-1 0 0 0,25-6 1 0 0,-24 0 149 0 0,-22 5-298 0 0,-15 6-317 0 0,12-3-54 0 0,-4 1-549 0 0,-50 17-4083 0 0,42-14 3387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52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16 414 10018 0 0,'-5'-1'839'0'0,"-5"-7"5076"0"0,12 3-5713 0 0,1 0 0 0 0,0 1 0 0 0,0 0 0 0 0,0 0 0 0 0,1-1 0 0 0,0 2 0 0 0,-1-1 0 0 0,1 0-1 0 0,5-2 1 0 0,49-34 977 0 0,-29 21-803 0 0,25-18 46 0 0,1 3 1 0 0,114-53 0 0 0,-112 62-316 0 0,1 3 0 0 0,1 2 0 0 0,100-20 0 0 0,157 5 717 0 0,-254 33-553 0 0,1 3 0 0 0,-1 3 0 0 0,67 12 0 0 0,-88-10-42 0 0,-9-1 152 0 0,35 10 0 0 0,-38-1-66 0 0,-18-3-153 0 0,-11-11-156 0 0,0 1-1 0 0,0-1 0 0 0,1 0 0 0 0,-1 0 0 0 0,0 1 0 0 0,0-1 0 0 0,0 0 0 0 0,0 1 1 0 0,0-1-1 0 0,0 0 0 0 0,0 1 0 0 0,0-1 0 0 0,0 0 0 0 0,0 1 0 0 0,0-1 0 0 0,0 0 1 0 0,0 1-1 0 0,0-1 0 0 0,-1 0 0 0 0,1 1 0 0 0,0-1 0 0 0,0 0 0 0 0,0 1 0 0 0,0-1 1 0 0,-1 0-1 0 0,1 0 0 0 0,0 1 0 0 0,0-1 0 0 0,0 0 0 0 0,-1 0 0 0 0,1 0 0 0 0,0 1 0 0 0,0-1 1 0 0,-1 0-1 0 0,0 0 0 0 0,0 1-60 0 0,-1-1 1 0 0,1 0-1 0 0,-1 0 1 0 0,1 0-1 0 0,-1 0 0 0 0,1 0 1 0 0,-1 0-1 0 0,1 0 1 0 0,-1-1-1 0 0,1 1 0 0 0,-1-1 1 0 0,1 1-1 0 0,0-1 1 0 0,-1 1-1 0 0,1-1 1 0 0,0 0-1 0 0,-1 0 0 0 0,1 1 1 0 0,0-1-1 0 0,0 0 1 0 0,0 0-1 0 0,0 0 1 0 0,-2-2-1 0 0,-2-1-985 0 0,-5-3-632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54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218 278 4145 0 0,'14'-31'6079'0'0,"4"0"-3463"0"0,4-9-1816 0 0,-16 27-437 0 0,0-1-1 0 0,-1 0 1 0 0,5-21 0 0 0,-8 29-79 0 0,-1 0 1 0 0,-1 0 0 0 0,1 0-1 0 0,-1 1 1 0 0,0-1 0 0 0,0 0-1 0 0,0 0 1 0 0,-1 0 0 0 0,0 0-1 0 0,0 1 1 0 0,-4-12 0 0 0,5 16-250 0 0,-1 0 1 0 0,0 0-1 0 0,1-1 0 0 0,-1 1 1 0 0,0 0-1 0 0,0 0 1 0 0,0 0-1 0 0,0 0 1 0 0,0 0-1 0 0,0 0 1 0 0,0 1-1 0 0,0-1 0 0 0,0 0 1 0 0,0 0-1 0 0,0 1 1 0 0,0-1-1 0 0,-1 1 1 0 0,1-1-1 0 0,0 1 1 0 0,-1-1-1 0 0,1 1 1 0 0,0 0-1 0 0,0 0 0 0 0,-1 0 1 0 0,1-1-1 0 0,-1 1 1 0 0,1 0-1 0 0,0 1 1 0 0,-1-1-1 0 0,1 0 1 0 0,0 0-1 0 0,0 1 0 0 0,-1-1 1 0 0,1 0-1 0 0,0 1 1 0 0,0-1-1 0 0,-1 1 1 0 0,1 0-1 0 0,-2 1 1 0 0,-2 0-46 0 0,0 1 1 0 0,0 0-1 0 0,0 1 1 0 0,1-1 0 0 0,-1 1-1 0 0,1 0 1 0 0,0 0 0 0 0,-4 5-1 0 0,-8 17-62 0 0,1 0 0 0 0,-22 53 1 0 0,16-32-32 0 0,-2 7-33 0 0,4 0 0 0 0,1 2 1 0 0,3 0-1 0 0,2 1 1 0 0,-8 92-1 0 0,19-122 101 0 0,0-1 0 0 0,1 1-1 0 0,2 0 1 0 0,1-1 0 0 0,1 1 0 0 0,1-1 0 0 0,1 0-1 0 0,1 0 1 0 0,12 29 0 0 0,1-13 35 0 0,10 29 0 0 0,-29-71-6 0 0,1 0 1 0 0,-1 0-1 0 0,0 1 1 0 0,0-1-1 0 0,0 0 1 0 0,0 0-1 0 0,0 0 1 0 0,0 0-1 0 0,0 0 0 0 0,1 0 1 0 0,-1 0-1 0 0,0 0 1 0 0,0 0-1 0 0,0 1 1 0 0,0-1-1 0 0,0 0 1 0 0,0 0-1 0 0,0 0 1 0 0,0 0-1 0 0,0 0 0 0 0,0 0 1 0 0,0 1-1 0 0,0-1 1 0 0,0 0-1 0 0,0 0 1 0 0,0 0-1 0 0,0 0 1 0 0,0 0-1 0 0,0 1 1 0 0,0-1-1 0 0,0 0 0 0 0,0 0 1 0 0,0 0-1 0 0,0 0 1 0 0,0 0-1 0 0,0 0 1 0 0,0 1-1 0 0,0-1 1 0 0,0 0-1 0 0,0 0 1 0 0,0 0-1 0 0,0 0 0 0 0,0 0 1 0 0,0 0-1 0 0,0 0 1 0 0,-1 1-1 0 0,1-1 1 0 0,0 0-1 0 0,0 0 1 0 0,0 0-1 0 0,0 0 0 0 0,0 0 1 0 0,0 0-1 0 0,0 0 1 0 0,-1 0-1 0 0,1 0 1 0 0,0 0-1 0 0,0 0 1 0 0,0 0-1 0 0,0 0 1 0 0,-8-6-2160 0 0,1-1-3598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54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17 155 9674 0 0,'-4'-10'669'0'0,"1"1"0"0"0,0-1 0 0 0,1 0 1 0 0,0-1-1 0 0,1 1 0 0 0,-1-16 0 0 0,2 24-543 0 0,1-1 0 0 0,-1 0-1 0 0,1 0 1 0 0,-1 1 0 0 0,1-1 0 0 0,0 0 0 0 0,0 1-1 0 0,0-1 1 0 0,0 1 0 0 0,0-1 0 0 0,1 1 0 0 0,-1-1-1 0 0,1 1 1 0 0,0 0 0 0 0,0 0 0 0 0,-1 0 0 0 0,1 0-1 0 0,1 0 1 0 0,-1 0 0 0 0,0 1 0 0 0,0-1-1 0 0,1 1 1 0 0,-1-1 0 0 0,1 1 0 0 0,-1 0 0 0 0,1 0-1 0 0,-1 0 1 0 0,1 0 0 0 0,3 0 0 0 0,12-3 163 0 0,1 2 1 0 0,-1 0-1 0 0,1 1 1 0 0,0 1-1 0 0,35 5 1 0 0,-13-2 87 0 0,211 9 1572 0 0,-149-12-1435 0 0,-38-2-1868 0 0,-46 3-3388 0 0,-16-1 2732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55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5065 0 0,'0'-1'389'0'0,"2"-15"8640"0"0,0 26-6130 0 0,3 25-2703 0 0,-2 15 644 0 0,1-1 0 0 0,23 92 0 0 0,-22-110-416 0 0,-4-30-412 0 0,-1-1 1 0 0,0 1 0 0 0,0 0-1 0 0,0 0 1 0 0,0 0 0 0 0,0 0-1 0 0,0 0 1 0 0,0 0 0 0 0,0 0-1 0 0,0 0 1 0 0,0 0 0 0 0,-1 0-1 0 0,1 0 1 0 0,0 0 0 0 0,-1 0-1 0 0,1 0 1 0 0,0 0 0 0 0,-1 0-1 0 0,1 0 1 0 0,-1-1 0 0 0,0 1-1 0 0,1 0 1 0 0,-1 0 0 0 0,0-1-1 0 0,1 1 1 0 0,-1 0 0 0 0,-1 0-1 0 0,1-1 6 0 0,1 0-1 0 0,-1 0 0 0 0,1-1 1 0 0,-1 1-1 0 0,0 0 0 0 0,1 0 0 0 0,-1-1 1 0 0,1 1-1 0 0,-1-1 0 0 0,1 1 1 0 0,-1 0-1 0 0,1-1 0 0 0,-1 1 0 0 0,1-1 1 0 0,-1 1-1 0 0,1-1 0 0 0,0 1 1 0 0,-1-1-1 0 0,1 1 0 0 0,0-1 0 0 0,-1 0 1 0 0,1 1-1 0 0,0-1 0 0 0,0 1 1 0 0,-1-1-1 0 0,1 0 0 0 0,0 1 0 0 0,0-1 1 0 0,0 0-1 0 0,0 0 0 0 0,-5-21 372 0 0,5 13-300 0 0,-1 0 1 0 0,1 0-1 0 0,0 0 1 0 0,1 1-1 0 0,0-1 0 0 0,0 0 1 0 0,1 1-1 0 0,0-1 1 0 0,1 1-1 0 0,0-1 1 0 0,0 1-1 0 0,1 0 1 0 0,6-11-1 0 0,-6 13-143 0 0,0 0 0 0 0,0 1-1 0 0,1-1 1 0 0,-1 1 0 0 0,1 0 0 0 0,1 0-1 0 0,-1 1 1 0 0,0-1 0 0 0,1 1 0 0 0,0 1-1 0 0,0-1 1 0 0,0 1 0 0 0,1 0 0 0 0,-1 0-1 0 0,1 1 1 0 0,-1-1 0 0 0,11 0 0 0 0,74-13-1043 0 0,-86 16 1093 0 0,-3-1 157 0 0,-3 3 71 0 0,-8 8-79 0 0,-1 4-154 0 0,-15 32-1 0 0,22-41 6 0 0,1 1 1 0 0,-1 0-1 0 0,1 1 0 0 0,1-1 0 0 0,-1 0 0 0 0,1 0 0 0 0,0 1 0 0 0,-1 10 1 0 0,3-15 1 0 0,-1 1 0 0 0,1 0 1 0 0,-1 0-1 0 0,1 0 1 0 0,0-1-1 0 0,0 1 0 0 0,0 0 1 0 0,0-1-1 0 0,0 1 1 0 0,1-1-1 0 0,-1 1 0 0 0,1-1 1 0 0,0 0-1 0 0,0 0 1 0 0,0 0-1 0 0,0 0 0 0 0,0 0 1 0 0,0 0-1 0 0,0 0 1 0 0,1 0-1 0 0,-1-1 0 0 0,0 0 1 0 0,6 3-1 0 0,-3-2 1 0 0,1 0 0 0 0,-1 0-1 0 0,0-1 1 0 0,1 0-1 0 0,-1 0 1 0 0,1 0 0 0 0,0-1-1 0 0,-1 0 1 0 0,1 0 0 0 0,0 0-1 0 0,5-1 1 0 0,-2-1 68 0 0,-1 0 1 0 0,1 0-1 0 0,-1-1 0 0 0,0 0 1 0 0,0 0-1 0 0,0-1 1 0 0,0 0-1 0 0,0 0 0 0 0,-1-1 1 0 0,0 1-1 0 0,0-2 1 0 0,0 1-1 0 0,-1-1 0 0 0,1 0 1 0 0,8-12-1 0 0,-11 12-11 0 0,0 0 0 0 0,-1 0 0 0 0,0 0 0 0 0,0-1 0 0 0,0 0 0 0 0,-1 1 0 0 0,0-1-1 0 0,0 0 1 0 0,0 0 0 0 0,-1 0 0 0 0,0-1 0 0 0,-1 1 0 0 0,0 0 0 0 0,0 0 0 0 0,0 0 0 0 0,-1 0 0 0 0,0 0 0 0 0,0-1-1 0 0,-4-8 1 0 0,3 7-5 0 0,-1 1-1 0 0,-1 0 0 0 0,1-1 0 0 0,-1 2 1 0 0,-1-1-1 0 0,0 0 0 0 0,-9-11 1 0 0,12 16-120 0 0,-1 0 1 0 0,0 0-1 0 0,0 0 1 0 0,-1 0-1 0 0,1 0 1 0 0,0 1 0 0 0,-1 0-1 0 0,0-1 1 0 0,0 1-1 0 0,1 0 1 0 0,-1 1-1 0 0,0-1 1 0 0,0 1 0 0 0,0 0-1 0 0,-1 0 1 0 0,1 0-1 0 0,-8 0 1 0 0,18 7-1886 0 0,7 0 1003 0 0,-5-5 793 0 0,1 0 0 0 0,-1 0 0 0 0,1-1-1 0 0,-1 0 1 0 0,13-2 0 0 0,27 0 603 0 0,-45 3-358 0 0,1 0 0 0 0,-1 0 0 0 0,1 0 0 0 0,-1 0 0 0 0,0 1 0 0 0,0 0-1 0 0,0-1 1 0 0,0 1 0 0 0,0 0 0 0 0,0 0 0 0 0,0 1 0 0 0,-1-1 0 0 0,1 1 0 0 0,-1-1 0 0 0,0 1 0 0 0,0 0 0 0 0,0 0-1 0 0,0 0 1 0 0,0 0 0 0 0,0 0 0 0 0,-1 0 0 0 0,3 7 0 0 0,2 7 149 0 0,-1-1 1 0 0,0 1-1 0 0,2 20 1 0 0,-6-32-182 0 0,3 19 200 0 0,2 31 1 0 0,-5-50-229 0 0,-1 1 0 0 0,0-1-1 0 0,-1 1 1 0 0,1-1-1 0 0,-1 1 1 0 0,0-1-1 0 0,0 0 1 0 0,-1 1 0 0 0,1-1-1 0 0,-1 0 1 0 0,-5 9-1 0 0,42-62 150 0 0,54-59-1 0 0,-80 97-127 0 0,1 1-1 0 0,18-14 1 0 0,-25 20-21 0 0,0 1 0 0 0,0 0 0 0 0,0 0 0 0 0,0 1 1 0 0,0-1-1 0 0,1 1 0 0 0,-1-1 0 0 0,1 1 1 0 0,-1 0-1 0 0,1 0 0 0 0,-1 1 0 0 0,1-1 0 0 0,0 1 1 0 0,7 0-1 0 0,-11 0-7 0 0,1 1 0 0 0,0-1 0 0 0,0 1 0 0 0,0-1 0 0 0,0 1 0 0 0,0-1 0 0 0,-1 1 0 0 0,1-1 0 0 0,0 1 0 0 0,0 0 0 0 0,-1 0 0 0 0,1-1 0 0 0,-1 1 0 0 0,1 0 0 0 0,0 0 0 0 0,-1 0 0 0 0,0 0-1 0 0,1-1 1 0 0,-1 1 0 0 0,1 0 0 0 0,-1 2 0 0 0,7 25-98 0 0,-5-19 82 0 0,-1-6-5 0 0,4 13 48 0 0,-2 0-1 0 0,1 1 0 0 0,-2-1 0 0 0,1 34 0 0 0,-4-45 1 0 0,-2 17-24 0 0,3-22-24 0 0,0 0 1 0 0,0 0 0 0 0,0 0 0 0 0,0 0 0 0 0,0 0 0 0 0,0 0 0 0 0,0 0-1 0 0,0 1 1 0 0,0-1 0 0 0,0 0 0 0 0,0 0 0 0 0,0 0 0 0 0,0 0 0 0 0,0 0 0 0 0,0 0-1 0 0,0 0 1 0 0,0 0 0 0 0,1 0 0 0 0,-1 0 0 0 0,0 0 0 0 0,0 1 0 0 0,0-1-1 0 0,0 0 1 0 0,0 0 0 0 0,0 0 0 0 0,0 0 0 0 0,0 0 0 0 0,0 0 0 0 0,0 0-1 0 0,0 0 1 0 0,1 0 0 0 0,-1 0 0 0 0,0 0 0 0 0,0 0 0 0 0,0 0 0 0 0,0 0 0 0 0,0 0-1 0 0,0 0 1 0 0,0 0 0 0 0,0 0 0 0 0,0 0 0 0 0,1 0 0 0 0,-1 0 0 0 0,0 0-1 0 0,0 0 1 0 0,0 0 0 0 0,0 0 0 0 0,0 0 0 0 0,0 0 0 0 0,0 0 0 0 0,0 0-1 0 0,0 0 1 0 0,1 0 0 0 0,-1-1 0 0 0,0 1 0 0 0,0 0 0 0 0,0 0 0 0 0,0 0 0 0 0,0 0-1 0 0,0 0 1 0 0,12-15 5 0 0,29-53 11 0 0,-16 26 308 0 0,35-45 0 0 0,-57 83-264 0 0,1-1-1 0 0,0 1 0 0 0,0 0 1 0 0,0 0-1 0 0,1 1 0 0 0,0-1 0 0 0,-1 1 1 0 0,1 0-1 0 0,6-3 0 0 0,-9 5-32 0 0,0 1 0 0 0,-1-1 0 0 0,1 1 0 0 0,0-1 1 0 0,0 1-1 0 0,-1-1 0 0 0,1 1 0 0 0,0 0 0 0 0,0 0 0 0 0,0 0 0 0 0,-1 0 0 0 0,1 0 0 0 0,0 1 0 0 0,0-1 0 0 0,-1 0 0 0 0,1 1 0 0 0,0-1 0 0 0,0 1 0 0 0,-1 0 0 0 0,1-1 0 0 0,-1 1 0 0 0,1 0 1 0 0,0 0-1 0 0,-1 0 0 0 0,0 0 0 0 0,1 1 0 0 0,-1-1 0 0 0,0 0 0 0 0,1 0 0 0 0,-1 1 0 0 0,0-1 0 0 0,1 3 0 0 0,5 9 17 0 0,0 1 1 0 0,-1 0-1 0 0,-1 0 1 0 0,0 0-1 0 0,-1 1 0 0 0,4 28 1 0 0,2 1 20 0 0,29 88 256 0 0,-5-23-135 0 0,-34-108-221 0 0,1 1 0 0 0,-1 0 1 0 0,0-1-1 0 0,1 1 0 0 0,-1 0 0 0 0,0 0 0 0 0,0-1 1 0 0,0 1-1 0 0,0 0 0 0 0,0-1 0 0 0,-1 1 1 0 0,1 0-1 0 0,0-1 0 0 0,-1 1 0 0 0,1 0 0 0 0,-1-1 1 0 0,0 1-1 0 0,1-1 0 0 0,-1 1 0 0 0,0-1 1 0 0,0 1-1 0 0,0-1 0 0 0,0 0 0 0 0,-2 2 0 0 0,0-1-398 0 0,0 1 0 0 0,0-1 0 0 0,0 0-1 0 0,0 0 1 0 0,-1-1 0 0 0,1 1-1 0 0,-1-1 1 0 0,0 1 0 0 0,-6 0-1 0 0,-5 1-932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3:52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2304 0 0,'5'-9'13977'0'0,"-2"15"-13939"0"0,0 1 0 0 0,0 1 0 0 0,-1-1 0 0 0,1 0 0 0 0,-2 0 0 0 0,1 1 0 0 0,0 12-1 0 0,2 63-194 0 0,-4-39 230 0 0,43 302-153 0 0,-40-325 80 0 0,35 493 11 0 0,-32-346 26 0 0,29 223 891 0 0,-17-223-264 0 0,6 183 955 0 0,10 101-282 0 0,28 101-1631 0 0,-34 100 923 0 0,-41-298-321 0 0,5-216-269 0 0,-21 191 10 0 0,3-50-23 0 0,16-156-26 0 0,-4 173 0 0 0,-3 442 0 0 0,11-586 23 0 0,-32 392 146 0 0,-9-89 356 0 0,38-350-434 0 0,-8 634 269 0 0,21-600-318 0 0,33 604 571 0 0,-9-480-204 0 0,-11-31-273 0 0,-13-195-203 0 0,-3-27 27 0 0,0-1-1 0 0,0 1 0 0 0,-1-1 1 0 0,0 1-1 0 0,-1 0 0 0 0,0-1 1 0 0,-3 15-1 0 0,3-25-61 0 0,1 1-1 0 0,0-1 1 0 0,0 0-1 0 0,0 0 1 0 0,-1 1 0 0 0,1-1-1 0 0,0 0 1 0 0,0 0-1 0 0,-1 0 1 0 0,1 1 0 0 0,0-1-1 0 0,0 0 1 0 0,-1 0-1 0 0,1 0 1 0 0,0 0-1 0 0,-1 0 1 0 0,1 0 0 0 0,0 0-1 0 0,-1 1 1 0 0,1-1-1 0 0,0 0 1 0 0,-1 0 0 0 0,1 0-1 0 0,0 0 1 0 0,0 0-1 0 0,-1-1 1 0 0,1 1-1 0 0,0 0 1 0 0,-1 0 0 0 0,1 0-1 0 0,0 0 1 0 0,-1 0-1 0 0,1 0 1 0 0,0 0 0 0 0,0-1-1 0 0,-1 1 1 0 0,1 0-1 0 0,0 0 1 0 0,0 0-1 0 0,-1-1 1 0 0,1 1 0 0 0,0 0-1 0 0,-1-1 1 0 0,-3-4-1497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3:54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0 231 8290 0 0,'0'-1'284'0'0,"1"0"0"0"0,-1 0 0 0 0,0 1 0 0 0,1-1 0 0 0,-1 0 0 0 0,0 0 0 0 0,1 1 0 0 0,-1-1 0 0 0,1 0 0 0 0,-1 1 0 0 0,1-1 0 0 0,-1 1 0 0 0,1-1 0 0 0,0 1 0 0 0,-1-1 0 0 0,2 0 0 0 0,11-8 1246 0 0,-10 8-1412 0 0,5-4 182 0 0,1 1 0 0 0,1 1 0 0 0,-1-1 1 0 0,0 2-1 0 0,1-1 0 0 0,0 1 0 0 0,-1 1 0 0 0,1-1 1 0 0,11 1-1 0 0,5-1 131 0 0,251-9 896 0 0,-64 7-553 0 0,180-57-661 0 0,-278 39-68 0 0,-88 17 83 0 0,-3 1-243 0 0,31-9 0 0 0,-55 13 97 0 0,0 0-1 0 0,0 0 0 0 0,0 0 0 0 0,1 0 0 0 0,-1 0 0 0 0,0 0 1 0 0,0 0-1 0 0,0-1 0 0 0,0 1 0 0 0,0 0 0 0 0,0 0 0 0 0,0 0 1 0 0,0 0-1 0 0,0 0 0 0 0,0 0 0 0 0,0 0 0 0 0,0 0 0 0 0,1 0 1 0 0,-1-1-1 0 0,0 1 0 0 0,0 0 0 0 0,0 0 0 0 0,0 0 1 0 0,0 0-1 0 0,0 0 0 0 0,0 0 0 0 0,0 0 0 0 0,0-1 0 0 0,0 1 1 0 0,0 0-1 0 0,0 0 0 0 0,0 0 0 0 0,0 0 0 0 0,0 0 0 0 0,0 0 1 0 0,0 0-1 0 0,-1 0 0 0 0,1-1 0 0 0,0 1 0 0 0,0 0 1 0 0,0 0-1 0 0,0 0 0 0 0,0 0 0 0 0,0 0 0 0 0,0 0 0 0 0,0 0 1 0 0,0 0-1 0 0,0 0 0 0 0,0 0 0 0 0,0-1 0 0 0,-1 1 0 0 0,1 0 1 0 0,0 0-1 0 0,0 0 0 0 0,0 0 0 0 0,0 0 0 0 0,0 0 0 0 0,0 0 1 0 0,0 0-1 0 0,0 0 0 0 0,-1 0 0 0 0,1 0 0 0 0,-13-7-863 0 0,-18-5-906 0 0,30 12 1749 0 0,-6-1-140 0 0,0-1 1 0 0,-1 1-1 0 0,1-2 0 0 0,0 1 0 0 0,0-1 0 0 0,0 0 0 0 0,1 0 0 0 0,-1-1 0 0 0,-9-6 0 0 0,16 9 204 0 0,0 1 0 0 0,-1 0-1 0 0,1-1 1 0 0,0 1-1 0 0,-1 0 1 0 0,1 0-1 0 0,0-1 1 0 0,-1 1-1 0 0,1 0 1 0 0,-1 0-1 0 0,1 0 1 0 0,0 0-1 0 0,-1 0 1 0 0,1-1 0 0 0,-1 1-1 0 0,1 0 1 0 0,-1 0-1 0 0,1 0 1 0 0,-1 0-1 0 0,1 0 1 0 0,0 0-1 0 0,-1 0 1 0 0,1 1-1 0 0,-1-1 1 0 0,1 0-1 0 0,-1 0 1 0 0,1 0 0 0 0,0 0-1 0 0,-1 0 1 0 0,1 1-1 0 0,0-1 1 0 0,-1 0-1 0 0,1 0 1 0 0,-1 1-1 0 0,1-1 1 0 0,0 0-1 0 0,0 1 1 0 0,-1-1-1 0 0,1 0 1 0 0,0 1 0 0 0,-1-1-1 0 0,1 0 1 0 0,0 1-1 0 0,0-1 1 0 0,0 0-1 0 0,-1 1 1 0 0,1-1-1 0 0,0 1 1 0 0,0-1-1 0 0,0 1 1 0 0,0-1-1 0 0,0 0 1 0 0,0 1 0 0 0,0 0-1 0 0,-7 27 127 0 0,7-26-98 0 0,-4 26 86 0 0,2 1 0 0 0,1 0 0 0 0,4 34 0 0 0,-1 29-272 0 0,-4-37 37 0 0,-4 364-150 0 0,22-73 957 0 0,1 2 523 0 0,2-28-733 0 0,-6-143-287 0 0,10 444 1277 0 0,-20-111-840 0 0,18-232-311 0 0,-2-85-27 0 0,-7 408 450 0 0,-31-1-299 0 0,10-214-446 0 0,-15 221 860 0 0,-28 147-267 0 0,45-634-582 0 0,-7 110-13 0 0,-7 184 48 0 0,6 396-360 0 0,20-396-174 0 0,0-100-20 0 0,-9-127 187 0 0,6 167-634 0 0,3-212 927 0 0,-3-69-1 0 0,13 98 0 0 0,-13-156 62 0 0,-2-1 0 0 0,-1 25 0 0 0,0-6 57 0 0,2-28-44 0 0,-1-2-1 0 0,0-1-1 0 0,0 1 1 0 0,0 0 0 0 0,0-1-1 0 0,0 1 1 0 0,0-1 0 0 0,-1 1-1 0 0,1 0 1 0 0,-1-1 0 0 0,-1 4 0 0 0,-4-6 22 0 0,2 1-80 0 0,-1-1 0 0 0,1 0 1 0 0,0-1-1 0 0,0 1 0 0 0,0-1 0 0 0,-1 0 0 0 0,1 0 1 0 0,0 0-1 0 0,-6-3 0 0 0,-2-1-23 0 0,-1 1 0 0 0,1 0 1 0 0,-1 1-1 0 0,1 1 0 0 0,-1 0 0 0 0,-21-1 0 0 0,-34-6-22 0 0,29 2 13 0 0,0 1 1 0 0,0 2 0 0 0,-1 2-1 0 0,0 2 1 0 0,1 1 0 0 0,-1 2-1 0 0,-48 10 1 0 0,75-11-1 0 0,-1 0 1 0 0,1-1-1 0 0,-1-1 0 0 0,0 0 1 0 0,1-1-1 0 0,-27-5 0 0 0,40 6-78 0 0,-1 0-1 0 0,1-1 1 0 0,0 1-1 0 0,-1 0 1 0 0,1-1-1 0 0,0 1 1 0 0,-1 0-1 0 0,1-1 1 0 0,0 1-1 0 0,0 0 1 0 0,-1-1-1 0 0,1 1 1 0 0,0-1-1 0 0,0 1 1 0 0,0-1 0 0 0,0 1-1 0 0,-1 0 1 0 0,1-1-1 0 0,0 1 1 0 0,0-1-1 0 0,0 1 1 0 0,0-1-1 0 0,0 1 1 0 0,0-1-1 0 0,0 1 1 0 0,0-1-1 0 0,0 1 1 0 0,1-1-1 0 0,-1 1 1 0 0,0 0-1 0 0,0-1 1 0 0,0 0-1 0 0,1 0-6 0 0,-1 1-1 0 0,0-1 0 0 0,0 0 0 0 0,0 0 0 0 0,0 0 1 0 0,0 0-1 0 0,0 0 0 0 0,0 0 0 0 0,0 1 0 0 0,0-1 0 0 0,0 0 1 0 0,0 0-1 0 0,0 0 0 0 0,-1 0 0 0 0,1 0 0 0 0,0 1 1 0 0,-1-1-1 0 0,1 0 0 0 0,-1 0 0 0 0,1 1 0 0 0,-1-2 1 0 0,-8-3-1933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3:57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46 2304 0 0,'2'-10'1119'0'0,"4"-8"4757"0"0,-5 17-5527 0 0,-1 0 0 0 0,0 0 1 0 0,1 0-1 0 0,0 0 1 0 0,-1 0-1 0 0,1 0 0 0 0,-1 0 1 0 0,1 0-1 0 0,0 0 0 0 0,0 0 1 0 0,0 1-1 0 0,0-1 1 0 0,-1 0-1 0 0,1 0 0 0 0,0 1 1 0 0,0-1-1 0 0,0 1 0 0 0,0-1 1 0 0,0 1-1 0 0,1-1 1 0 0,1 0-1 0 0,-3 2-261 0 0,1-1-1 0 0,0 0 1 0 0,0 1-1 0 0,-1-1 1 0 0,1 1 0 0 0,0-1-1 0 0,0 1 1 0 0,-1-1 0 0 0,1 1-1 0 0,-1-1 1 0 0,1 1-1 0 0,-1-1 1 0 0,1 1 0 0 0,-1 0-1 0 0,1 0 1 0 0,-1-1 0 0 0,1 1-1 0 0,-1 0 1 0 0,0 0-1 0 0,1-1 1 0 0,-1 1 0 0 0,0 0-1 0 0,0 0 1 0 0,0 0 0 0 0,1-1-1 0 0,-1 1 1 0 0,0 1-1 0 0,2 22-28 0 0,-3-3-77 0 0,-1 0-1 0 0,0-1 0 0 0,-2 0 1 0 0,0 1-1 0 0,-2-1 0 0 0,0-1 0 0 0,-13 29 1 0 0,-76 127-1581 0 0,60-116 640 0 0,32-55 983 0 0,1 0-1 0 0,0 0 0 0 0,0 1 0 0 0,0-1 1 0 0,0 1-1 0 0,-1 7 0 0 0,3-12 3 0 0,0 1 0 0 0,0 0 0 0 0,0 0 0 0 0,0 0 0 0 0,0 0 0 0 0,0 0 0 0 0,0-1 0 0 0,0 1 0 0 0,1 0 0 0 0,-1 0 0 0 0,0 0 0 0 0,1 0 0 0 0,-1-1 0 0 0,0 1 0 0 0,1 0 0 0 0,-1 0 0 0 0,1-1-1 0 0,-1 1 1 0 0,1 0 0 0 0,-1-1 0 0 0,1 1 0 0 0,0 0 0 0 0,-1-1 0 0 0,1 1 0 0 0,0-1 0 0 0,-1 1 0 0 0,1-1 0 0 0,0 1 0 0 0,0-1 0 0 0,0 0 0 0 0,-1 0 0 0 0,1 1 0 0 0,0-1 0 0 0,0 0 0 0 0,0 0 0 0 0,0 0 0 0 0,0 0-1 0 0,-1 1 1 0 0,1-1 0 0 0,0-1 0 0 0,0 1 0 0 0,1 0 0 0 0,25 1 259 0 0,-1-2 1 0 0,0-1-1 0 0,1-1 0 0 0,27-7 0 0 0,103-32 283 0 0,-67 15-384 0 0,-43 13-283 0 0,83-36-1 0 0,-129 49 127 0 0,1 1 0 0 0,0-1 1 0 0,-1 0-1 0 0,1 0 0 0 0,-1 0 0 0 0,1 1 0 0 0,-1-2 0 0 0,0 1 0 0 0,1 0 0 0 0,-1 0 0 0 0,0 0 0 0 0,0-1 1 0 0,0 1-1 0 0,2-3 0 0 0,-3 4-46 0 0,0-1 1 0 0,0 1 0 0 0,0 0 0 0 0,0-1-1 0 0,0 1 1 0 0,0 0 0 0 0,0-1 0 0 0,0 1-1 0 0,0-1 1 0 0,0 1 0 0 0,0 0 0 0 0,0-1-1 0 0,0 1 1 0 0,0 0 0 0 0,0 0 0 0 0,-1-1-1 0 0,1 1 1 0 0,0 0 0 0 0,0-1 0 0 0,0 1-1 0 0,-1 0 1 0 0,1 0 0 0 0,0-1 0 0 0,0 1-1 0 0,-1 0 1 0 0,-15-8-783 0 0,4 6-72 0 0,0-2 1 0 0,1 0 0 0 0,-1 0 0 0 0,1-1-1 0 0,0-1 1 0 0,0 0 0 0 0,1 0-1 0 0,-1-1 1 0 0,2 0 0 0 0,-1-1 0 0 0,1 0-1 0 0,-16-18 1 0 0,8 4 1607 0 0,-23-25-5126 0 0,25 34 5508 0 0,-1 3 3278 0 0,16 10-4308 0 0,0 0 0 0 0,0 0 0 0 0,-1 0 0 0 0,1 0 0 0 0,0 0 0 0 0,0 0 0 0 0,0 0-1 0 0,0 0 1 0 0,-1 0 0 0 0,1 0 0 0 0,0 0 0 0 0,0 0 0 0 0,0 0 0 0 0,0 0-1 0 0,0 0 1 0 0,-1 0 0 0 0,1 0 0 0 0,0 0 0 0 0,0 0 0 0 0,0 0 0 0 0,0 0 0 0 0,0 0-1 0 0,-1 0 1 0 0,1 1 0 0 0,0-1 0 0 0,0 0 0 0 0,0 0 0 0 0,0 0 0 0 0,0 0 0 0 0,0 0-1 0 0,0 0 1 0 0,-1 0 0 0 0,1 1 0 0 0,0-1 0 0 0,0 0 0 0 0,0 0 0 0 0,0 0 0 0 0,0 0-1 0 0,0 0 1 0 0,0 1 0 0 0,0-1 0 0 0,0 0 0 0 0,0 0 0 0 0,0 0 0 0 0,0 0 0 0 0,0 0-1 0 0,0 1 1 0 0,0-1 0 0 0,0 0 0 0 0,0 15 2404 0 0,2 25-1634 0 0,-1 0 1 0 0,-2 0-1 0 0,-12 78 0 0 0,0-66-892 0 0,-8 46-368 0 0,19-87-495 0 0,2 0 1 0 0,-1 0-1 0 0,3 20 0 0 0,-1-22-1077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3:58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24 112 6449 0 0,'2'24'4615'0'0,"-1"-12"-4210"0"0,1 1 0 0 0,7 21 0 0 0,-8-32-365 0 0,-1-1 0 0 0,1 1 1 0 0,-1-1-1 0 0,1 0 1 0 0,0 1-1 0 0,0-1 0 0 0,0 0 1 0 0,0 1-1 0 0,0-1 1 0 0,0 0-1 0 0,0 0 0 0 0,0 0 1 0 0,0 0-1 0 0,0 0 1 0 0,1 0-1 0 0,-1 0 0 0 0,0 0 1 0 0,1-1-1 0 0,-1 1 1 0 0,1 0-1 0 0,1 0 0 0 0,0-1 43 0 0,0 1 0 0 0,1-1-1 0 0,-1 0 1 0 0,0 0-1 0 0,0 0 1 0 0,0 0-1 0 0,1-1 1 0 0,-1 1 0 0 0,6-2-1 0 0,4-3 591 0 0,-1 0 0 0 0,1-1 0 0 0,19-11 0 0 0,-25 13-512 0 0,5-3 424 0 0,-1 0-1 0 0,0 0 1 0 0,0-1-1 0 0,19-19 1 0 0,-28 26-484 0 0,0-1 0 0 0,-1 0 0 0 0,1 0 0 0 0,-1 1 0 0 0,0-1 1 0 0,1 0-1 0 0,-1 0 0 0 0,0 0 0 0 0,0 0 0 0 0,0-1 0 0 0,-1 1 0 0 0,1 0 0 0 0,0 0 0 0 0,-1 0 0 0 0,1-1 0 0 0,-1 1 0 0 0,0 0 1 0 0,0-1-1 0 0,0 1 0 0 0,0 0 0 0 0,0-1 0 0 0,-1 1 0 0 0,1 0 0 0 0,0 0 0 0 0,-1-1 0 0 0,0 1 0 0 0,0 0 0 0 0,1 0 0 0 0,-1 0 0 0 0,-1 0 1 0 0,1 0-1 0 0,0 0 0 0 0,0 0 0 0 0,-1 0 0 0 0,1 0 0 0 0,-4-2 0 0 0,0-1-30 0 0,-1 0 0 0 0,0 1 1 0 0,0 0-1 0 0,0 0 0 0 0,0 1 0 0 0,-1-1 0 0 0,0 1 1 0 0,1 1-1 0 0,-1-1 0 0 0,0 1 0 0 0,0 0 0 0 0,-1 1 0 0 0,1 0 1 0 0,0 0-1 0 0,-12 0 0 0 0,10 1-191 0 0,1 0-1 0 0,-1 1 0 0 0,1-1 1 0 0,0 2-1 0 0,-1-1 1 0 0,1 1-1 0 0,0 0 1 0 0,0 1-1 0 0,0 0 1 0 0,0 0-1 0 0,0 1 1 0 0,1 0-1 0 0,-9 6 1 0 0,15-10 103 0 0,0 1-220 0 0,0 0-1 0 0,0-1 1 0 0,0 1-1 0 0,0 0 1 0 0,0 0-1 0 0,0 0 0 0 0,1 0 1 0 0,-1 0-1 0 0,0 0 1 0 0,0 1-1 0 0,0 1 1 0 0,0 4-1421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3:58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7 12875 0 0,'-5'-6'1580'0'0,"7"12"-629"0"0,3 7-398 0 0,-1 17-113 0 0,-1 0-1 0 0,-1 0 1 0 0,-1 0-1 0 0,-4 36 1 0 0,1-28-201 0 0,-6 61-297 0 0,-22 99 1 0 0,11-82-4454 0 0,16-94 3016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3:58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80 10306 0 0,'21'-16'1045'0'0,"0"2"0"0"0,1 0 0 0 0,0 2 0 0 0,27-12 0 0 0,-147 78 2796 0 0,22-7-3560 0 0,-102 85 0 0 0,141-96 4 0 0,34-33-200 0 0,0 0 0 0 0,0 1 0 0 0,1 0 0 0 0,-1-1 0 0 0,1 1 0 0 0,0 0 1 0 0,0 0-1 0 0,1 0 0 0 0,-3 7 0 0 0,4-9-63 0 0,0-1 1 0 0,0 0-1 0 0,0 0 1 0 0,0 0-1 0 0,0 0 0 0 0,1 1 1 0 0,-1-1-1 0 0,0 0 1 0 0,1 0-1 0 0,-1 0 1 0 0,1 0-1 0 0,-1 0 0 0 0,1 0 1 0 0,-1 0-1 0 0,1 0 1 0 0,0 0-1 0 0,-1 0 1 0 0,1 0-1 0 0,0-1 0 0 0,0 1 1 0 0,0 0-1 0 0,0 0 1 0 0,-1-1-1 0 0,1 1 1 0 0,0 0-1 0 0,0-1 0 0 0,1 1 1 0 0,-1-1-1 0 0,0 1 1 0 0,2-1-1 0 0,37 11 644 0 0,-36-11-652 0 0,43 6 208 0 0,1-3 0 0 0,0-1 0 0 0,51-6 0 0 0,78 3 514 0 0,-153 2-412 0 0,-16-1-381 0 0,1 0-1 0 0,-1 1 1 0 0,1 0-1 0 0,0 0 1 0 0,-1 1-1 0 0,0 0 1 0 0,12 5-1 0 0,-20-7 61 0 0,0 0-1 0 0,0 0 0 0 0,1 0 1 0 0,-1 0-1 0 0,0 0 0 0 0,0 1 1 0 0,0-1-1 0 0,0 0 1 0 0,0 0-1 0 0,0 0 0 0 0,1 0 1 0 0,-1 0-1 0 0,0 0 1 0 0,0 1-1 0 0,0-1 0 0 0,0 0 1 0 0,0 0-1 0 0,0 0 1 0 0,0 0-1 0 0,0 1 0 0 0,0-1 1 0 0,0 0-1 0 0,0 0 0 0 0,0 0 1 0 0,0 0-1 0 0,0 1 1 0 0,0-1-1 0 0,0 0 0 0 0,0 0 1 0 0,0 0-1 0 0,0 0 1 0 0,0 1-1 0 0,0-1 0 0 0,0 0 1 0 0,0 0-1 0 0,0 0 1 0 0,0 0-1 0 0,-1 0 0 0 0,1 1 1 0 0,0-1-1 0 0,0 0 1 0 0,0 0-1 0 0,0 0 0 0 0,0 0 1 0 0,0 0-1 0 0,-1 0 0 0 0,1 0 1 0 0,0 1-1 0 0,0-1 1 0 0,0 0-1 0 0,0 0 0 0 0,0 0 1 0 0,-1 0-1 0 0,1 0 1 0 0,0 0-1 0 0,0 0 0 0 0,0 0 1 0 0,0 0-1 0 0,-1 0 1 0 0,1 0-1 0 0,0 0 0 0 0,0 0 1 0 0,-17 6 50 0 0,12-4-130 0 0,-26 5-453 0 0,7-4-2761 0 0,14-3-4105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02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32 6913 0 0,'0'0'31'0'0,"0"0"-1"0"0,0 0 1 0 0,-1 0-1 0 0,1 0 1 0 0,0 0-1 0 0,0 0 1 0 0,0 0-1 0 0,0 0 1 0 0,-1 0-1 0 0,1 0 1 0 0,0 0-1 0 0,0 0 1 0 0,0 0-1 0 0,0 0 1 0 0,0 1-1 0 0,-1-1 0 0 0,1 0 1 0 0,0 0-1 0 0,0 0 1 0 0,0 0-1 0 0,0 0 1 0 0,0 0-1 0 0,0 0 1 0 0,0 0-1 0 0,-1 0 1 0 0,1 1-1 0 0,0-1 1 0 0,0 0-1 0 0,0 0 1 0 0,0 0-1 0 0,0 0 1 0 0,0 0-1 0 0,0 0 0 0 0,0 1 1 0 0,0-1-1 0 0,0 0 1 0 0,0 0-1 0 0,0 0 1 0 0,0 0-1 0 0,0 0 1 0 0,0 1-1 0 0,0-1 1 0 0,0 0-1 0 0,0 0 1 0 0,0 0-1 0 0,0 0 1 0 0,0 0-1 0 0,0 1 1 0 0,0-1-1 0 0,0 0 1 0 0,0 0-1 0 0,0 0 0 0 0,0 0 1 0 0,0 0-1 0 0,0 1 1 0 0,0-1-1 0 0,0 0 1 0 0,0 0-1 0 0,0 0 1 0 0,1 0-1 0 0,-1 0 1 0 0,0 0-1 0 0,0 0 1 0 0,16 4 2997 0 0,95-3-214 0 0,292-13 572 0 0,-321 3-3319 0 0,145-12 234 0 0,-223 21-302 0 0,-1-1 0 0 0,1 1-1 0 0,-1 1 1 0 0,0-1 0 0 0,1 0 0 0 0,-1 1 0 0 0,1-1 0 0 0,-1 1-1 0 0,0 0 1 0 0,1 0 0 0 0,-1 1 0 0 0,5 2 0 0 0,19 17-3507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03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5 181 10450 0 0,'-4'0'1504'0'0,"9"-1"633"0"0,0 1-1713 0 0,62 0 116 0 0,-1-4 0 0 0,0-2 0 0 0,0-3 1 0 0,0-4-1 0 0,69-21 0 0 0,250-50 62 0 0,-238 56-52 0 0,-135 27-296 0 0,-20 4-119 0 0,-23 6-2040 0 0,19-7 236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03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1 188 5065 0 0,'4'-3'6745'0'0,"15"-8"-4761"0"0,117-32 1098 0 0,-68 20-2791 0 0,0 3 0 0 0,0 4 0 0 0,2 2 1 0 0,85-5-1 0 0,-36 5 98 0 0,-61 6-9 0 0,62 0 0 0 0,-118 8 18 0 0,-10 0-398 0 0,-13 0-711 0 0,20 0 594 0 0,-1 0-198 0 0,1 0-1 0 0,-1 0 1 0 0,1-1-1 0 0,-1 1 1 0 0,1 0 0 0 0,-1-1-1 0 0,1 1 1 0 0,-1-1-1 0 0,1 1 1 0 0,0-1-1 0 0,-2-1 1 0 0,-2-1-1148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04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404 223 6913 0 0,'18'-35'899'0'0,"-15"30"-467"0"0,0 1 0 0 0,-1-1 0 0 0,1 1 0 0 0,-1-1 0 0 0,0 0 0 0 0,0 0 0 0 0,-1 0 0 0 0,0 0 0 0 0,1 0-1 0 0,-2 0 1 0 0,1-1 0 0 0,0 1 0 0 0,-1-8 0 0 0,-1 9-252 0 0,0 0 1 0 0,0 0-1 0 0,0-1 0 0 0,0 1 0 0 0,0 0 1 0 0,-1 0-1 0 0,0 0 0 0 0,0 0 0 0 0,0 0 1 0 0,0 0-1 0 0,-1 1 0 0 0,1-1 1 0 0,-1 1-1 0 0,0 0 0 0 0,0 0 0 0 0,-5-4 1 0 0,3 2-152 0 0,0 1-1 0 0,-1 0 1 0 0,1 0 0 0 0,-1 0 0 0 0,0 1 0 0 0,0 0 0 0 0,0 0 0 0 0,-1 1 0 0 0,1-1 0 0 0,0 1 0 0 0,-1 1 0 0 0,0-1 0 0 0,1 1 0 0 0,-1 0 0 0 0,0 1 0 0 0,0 0-1 0 0,1 0 1 0 0,-1 0 0 0 0,0 1 0 0 0,0 0 0 0 0,1 0 0 0 0,-1 0 0 0 0,1 1 0 0 0,-1 0 0 0 0,1 1 0 0 0,0-1 0 0 0,0 1 0 0 0,0 1 0 0 0,0-1 0 0 0,0 1 0 0 0,1 0-1 0 0,-1 0 1 0 0,1 0 0 0 0,0 1 0 0 0,-6 7 0 0 0,1 0-34 0 0,0 1-1 0 0,1 0 0 0 0,0 0 0 0 0,1 1 1 0 0,-11 25-1 0 0,-23 78-268 0 0,41-113 254 0 0,-18 60-77 0 0,2 0 0 0 0,4 2 0 0 0,3-1 0 0 0,2 1-1 0 0,2 119 1 0 0,7-172-6 0 0,0 0-1 0 0,0 0 0 0 0,2 0 0 0 0,-1-1 1 0 0,2 1-1 0 0,0-1 0 0 0,0 0 1 0 0,1 0-1 0 0,11 20 0 0 0,-9-22-463 0 0,0 0 0 0 0,1 0 1 0 0,0 0-1 0 0,0-1 0 0 0,1 0 0 0 0,11 8 0 0 0,-14-13-2541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04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10594 0 0,'13'5'861'0'0,"0"-1"-1"0"0,0 0 1 0 0,0-1-1 0 0,1 0 0 0 0,-1-1 1 0 0,16 1-1 0 0,8-1-44 0 0,48-4 0 0 0,87-17 344 0 0,-101 3-5300 0 0,-61 13 2170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05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5529 0 0,'22'3'6144'0'0,"-21"-3"-6039"0"0,0 1-1 0 0,-1 0 1 0 0,1 0-1 0 0,0-1 1 0 0,0 1 0 0 0,0 0-1 0 0,-1 0 1 0 0,1 0-1 0 0,0 0 1 0 0,-1 0-1 0 0,1 0 1 0 0,-1 0 0 0 0,1 0-1 0 0,-1 0 1 0 0,1 0-1 0 0,-1 2 1 0 0,4 13 57 0 0,-1 0 1 0 0,0 0-1 0 0,-2 1 0 0 0,0-1 1 0 0,-2 31-1 0 0,1 19-56 0 0,6-4-112 0 0,1 27-4 0 0,-7-89 19 0 0,0 0 0 0 0,0 0 0 0 0,0 1 0 0 0,0-1 0 0 0,0 0 0 0 0,0 0 0 0 0,1 0 0 0 0,-1 0 0 0 0,0 0 0 0 0,0 0 0 0 0,0 1-1 0 0,0-1 1 0 0,0 0 0 0 0,0 0 0 0 0,0 0 0 0 0,0 0 0 0 0,0 0 0 0 0,0 1 0 0 0,0-1 0 0 0,0 0 0 0 0,0 0 0 0 0,0 0 0 0 0,0 0 0 0 0,0 0 0 0 0,0 0 0 0 0,0 1 0 0 0,0-1 0 0 0,0 0 0 0 0,0 0 0 0 0,0 0-1 0 0,0 0 1 0 0,0 0 0 0 0,-1 1 0 0 0,1-1 0 0 0,0 0 0 0 0,0 0 0 0 0,0 0 0 0 0,0 0 0 0 0,0 0 0 0 0,0 0 0 0 0,0 0 0 0 0,0 0 0 0 0,-1 1 0 0 0,1-1 0 0 0,0 0 0 0 0,0 0 0 0 0,0 0 0 0 0,0 0 0 0 0,0 0-1 0 0,0 0 1 0 0,-1 0 0 0 0,1 0 0 0 0,0 0 0 0 0,0 0 0 0 0,0 0 0 0 0,0 0 0 0 0,0 0 0 0 0,-1 0 0 0 0,1 0 0 0 0,0 0 0 0 0,0 0 0 0 0,0 0 0 0 0,0 0 0 0 0,0 0 0 0 0,-1 0 0 0 0,1 0 0 0 0,-8-10 941 0 0,8 9-928 0 0,-1 0 471 0 0,0-3-253 0 0,-1-1-197 0 0,0 0 0 0 0,1 0 0 0 0,0-1 0 0 0,0 1 0 0 0,0 0 0 0 0,1 0 0 0 0,-1 0 1 0 0,1-1-1 0 0,0 1 0 0 0,1 0 0 0 0,-1-1 0 0 0,1 1 0 0 0,0 0 0 0 0,1 0 0 0 0,-1 0 1 0 0,1 0-1 0 0,0 0 0 0 0,0 0 0 0 0,0 1 0 0 0,1-1 0 0 0,0 0 0 0 0,0 1 0 0 0,5-6 0 0 0,-4 5-71 0 0,-1 1-1 0 0,1 1 0 0 0,0-1 0 0 0,0 1 0 0 0,0-1 0 0 0,0 1 0 0 0,1 0 0 0 0,-1 1 1 0 0,9-5-1 0 0,-3 4-242 0 0,1 0 1 0 0,-1 1-1 0 0,20-2 1 0 0,-10 2-191 0 0,-1 0-233 0 0,1-1-1 0 0,0 0 1 0 0,36-12-1 0 0,-62 19 953 0 0,1 1 0 0 0,0 0 0 0 0,0 0-1 0 0,1 1 1 0 0,-1-1 0 0 0,1 1-1 0 0,0 0 1 0 0,-5 11 0 0 0,2-4-214 0 0,0 1 1 0 0,0-1-1 0 0,2 1 1 0 0,-6 19-1 0 0,11-31-45 0 0,-1 0 0 0 0,1 0 0 0 0,-1 1 0 0 0,1-1 0 0 0,0 0 0 0 0,0 1-1 0 0,0-1 1 0 0,0 0 0 0 0,0 0 0 0 0,0 1 0 0 0,1-1 0 0 0,-1 0 0 0 0,1 0-1 0 0,-1 0 1 0 0,1 1 0 0 0,0-1 0 0 0,0 0 0 0 0,2 2 0 0 0,-2-2-7 0 0,1-1 1 0 0,-1 0 0 0 0,1 1 0 0 0,0-1-1 0 0,0 0 1 0 0,0 0 0 0 0,0 0 0 0 0,0 0-1 0 0,0-1 1 0 0,0 1 0 0 0,0 0 0 0 0,0-1-1 0 0,0 0 1 0 0,0 1 0 0 0,0-1 0 0 0,0 0-1 0 0,0 0 1 0 0,1 0 0 0 0,2-1 0 0 0,15 0-72 0 0,-1-1 1 0 0,0-1 0 0 0,31-10-1 0 0,-40 10 373 0 0,0 0-1 0 0,-1-1 0 0 0,1 0 0 0 0,-1-1 0 0 0,0 1 0 0 0,-1-2 0 0 0,1 0 0 0 0,12-11 0 0 0,-19 16-253 0 0,-1-1 0 0 0,1 1 1 0 0,-1-1-1 0 0,0 0 0 0 0,0 1 0 0 0,0-1 0 0 0,0 0 0 0 0,0 0 0 0 0,0 1 1 0 0,0-1-1 0 0,-1 0 0 0 0,1 0 0 0 0,-1 0 0 0 0,1 0 0 0 0,-1 0 0 0 0,0 0 1 0 0,1 0-1 0 0,-1 0 0 0 0,-1-2 0 0 0,1 0 87 0 0,-1 1 0 0 0,0-1 0 0 0,0 1 0 0 0,0 0 0 0 0,0-1 0 0 0,-1 1 0 0 0,1 0 0 0 0,-1 0 0 0 0,0 0 0 0 0,-2-3 0 0 0,-5-5 256 0 0,-1 1 0 0 0,0 0 0 0 0,0 0 1 0 0,-17-10-1 0 0,24 17-487 0 0,0 1 1 0 0,0 0 0 0 0,0-1-1 0 0,-1 2 1 0 0,1-1 0 0 0,-1 0-1 0 0,0 1 1 0 0,1-1 0 0 0,-1 1-1 0 0,0 0 1 0 0,-6 0-1 0 0,10 1-30 0 0,0 0-1 0 0,0 0 1 0 0,0 0-1 0 0,-1 0 1 0 0,1 0-1 0 0,0 1 0 0 0,0-1 1 0 0,0 0-1 0 0,0 0 1 0 0,0 0-1 0 0,-1 1 1 0 0,1-1-1 0 0,0 0 0 0 0,0 0 1 0 0,0 0-1 0 0,0 1 1 0 0,0-1-1 0 0,0 0 1 0 0,0 0-1 0 0,0 0 0 0 0,0 1 1 0 0,0-1-1 0 0,0 0 1 0 0,0 0-1 0 0,0 1 1 0 0,0-1-1 0 0,0 0 0 0 0,0 0 1 0 0,0 1-1 0 0,0-1 1 0 0,0 0-1 0 0,2 3-2000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4:05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9938 0 0,'3'0'141'0'0,"-1"0"1"0"0,1 0-1 0 0,-1 0 0 0 0,1 1 1 0 0,-1-1-1 0 0,0 1 0 0 0,1 0 1 0 0,-1-1-1 0 0,0 1 0 0 0,1 0 1 0 0,-1 0-1 0 0,0 1 0 0 0,0-1 0 0 0,0 0 1 0 0,0 1-1 0 0,0-1 0 0 0,0 1 1 0 0,-1 0-1 0 0,1-1 0 0 0,0 1 1 0 0,-1 0-1 0 0,1 0 0 0 0,-1 0 0 0 0,0 0 1 0 0,0 0-1 0 0,1 1 0 0 0,-1-1 1 0 0,-1 0-1 0 0,1 1 0 0 0,0-1 1 0 0,0 5-1 0 0,1 7 244 0 0,0 0-1 0 0,-1 0 1 0 0,-1 0 0 0 0,-1 21-1 0 0,0-7-219 0 0,0-17 123 0 0,0-6-225 0 0,1 0 0 0 0,0 1 0 0 0,0-1 0 0 0,1 0 0 0 0,0 8 0 0 0,-1-13-58 0 0,1 1 0 0 0,-1-1-1 0 0,0 1 1 0 0,0 0-1 0 0,0-1 1 0 0,1 1-1 0 0,-1-1 1 0 0,0 1 0 0 0,1-1-1 0 0,-1 1 1 0 0,0-1-1 0 0,1 1 1 0 0,-1-1-1 0 0,1 0 1 0 0,-1 1 0 0 0,1-1-1 0 0,-1 1 1 0 0,1-1-1 0 0,-1 0 1 0 0,1 0-1 0 0,0 1 1 0 0,0-1 3 0 0,0 0 0 0 0,0 0 0 0 0,0 0 0 0 0,1 0 1 0 0,-1 0-1 0 0,0 0 0 0 0,0 0 0 0 0,0-1 0 0 0,0 1 0 0 0,0 0 0 0 0,0-1 0 0 0,0 1 1 0 0,0-1-1 0 0,0 1 0 0 0,0-1 0 0 0,1 0 0 0 0,10-8 113 0 0,-1 0-1 0 0,0-1 1 0 0,0 0 0 0 0,-1 0-1 0 0,11-16 1 0 0,-11 14 215 0 0,1-1 1 0 0,0 2 0 0 0,0 0 0 0 0,16-12-1 0 0,-25 22-295 0 0,-1 0-1 0 0,0 0 0 0 0,1 0 0 0 0,-1 0 1 0 0,0 0-1 0 0,1 0 0 0 0,-1 0 1 0 0,1 1-1 0 0,-1-1 0 0 0,1 1 1 0 0,-1-1-1 0 0,1 1 0 0 0,0-1 0 0 0,-1 1 1 0 0,1 0-1 0 0,0 0 0 0 0,-1 0 1 0 0,1 0-1 0 0,0 0 0 0 0,-1 0 1 0 0,1 0-1 0 0,-1 1 0 0 0,1-1 0 0 0,0 0 1 0 0,-1 1-1 0 0,1 0 0 0 0,-1-1 1 0 0,1 1-1 0 0,-1 0 0 0 0,3 1 1 0 0,-2 0-9 0 0,0 1 1 0 0,0 0 0 0 0,0 0-1 0 0,0-1 1 0 0,0 1 0 0 0,-1 0-1 0 0,1 1 1 0 0,-1-1 0 0 0,0 0 0 0 0,1 0-1 0 0,-2 0 1 0 0,1 1 0 0 0,0 3-1 0 0,0-4-22 0 0,-1 0 1 0 0,1 0-1 0 0,-1 0 0 0 0,0 1 0 0 0,0-1 0 0 0,0 0 0 0 0,-1 0 0 0 0,1 0 1 0 0,-1 0-1 0 0,0 0 0 0 0,0 0 0 0 0,0 0 0 0 0,0 0 0 0 0,-2 4 0 0 0,37-29-620 0 0,-16 8 584 0 0,21-22 1 0 0,-22 19 175 0 0,26-19 1 0 0,-38 32-90 0 0,1 0 0 0 0,0 1 0 0 0,0-1-1 0 0,0 1 1 0 0,0 0 0 0 0,1 1 0 0 0,-1 0 0 0 0,1 0 0 0 0,7-1-1 0 0,-11 2 7 0 0,0 1-1 0 0,-1 0 1 0 0,1 0-1 0 0,0 0 1 0 0,0 1-1 0 0,-1-1 1 0 0,1 0-1 0 0,0 1 1 0 0,0 0-1 0 0,-1 0 1 0 0,1 0-1 0 0,-1 0 1 0 0,1 0-1 0 0,-1 0 1 0 0,4 3-1 0 0,-2-1 11 0 0,1 1-1 0 0,-1 0 0 0 0,0 0 1 0 0,0 0-1 0 0,0 1 1 0 0,6 9-1 0 0,-2-1 39 0 0,0 1 0 0 0,-2 0 0 0 0,1 1 0 0 0,5 22 0 0 0,-8-23-37 0 0,0 0-1 0 0,-1 0 1 0 0,-1 1 0 0 0,0-1-1 0 0,-1 0 1 0 0,-1 1-1 0 0,0-1 1 0 0,-1 1-1 0 0,0-1 1 0 0,-7 26 0 0 0,6-32-216 0 0,1-2-1931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02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62 144 8930 0 0,'-4'3'190'0'0,"0"1"0"0"0,0 0 0 0 0,1 0-1 0 0,-1 0 1 0 0,1 1 0 0 0,0-1 0 0 0,0 1 0 0 0,0-1 0 0 0,1 1 0 0 0,-4 9 0 0 0,0 2 106 0 0,1 1 0 0 0,-4 17 1 0 0,8-31-243 0 0,1 0 0 0 0,-1 0 1 0 0,1 0-1 0 0,-1 0 0 0 0,1 0 0 0 0,0 0 0 0 0,0 0 1 0 0,0 0-1 0 0,1 0 0 0 0,-1 0 0 0 0,1 0 1 0 0,0 0-1 0 0,-1 0 0 0 0,1-1 0 0 0,1 1 0 0 0,-1 0 1 0 0,2 4-1 0 0,-1-6 26 0 0,0 1 1 0 0,0 0-1 0 0,0-1 1 0 0,0 1-1 0 0,0-1 1 0 0,0 0-1 0 0,0 0 1 0 0,0 1-1 0 0,0-2 1 0 0,1 1-1 0 0,-1 0 1 0 0,0 0 0 0 0,1-1-1 0 0,-1 1 1 0 0,1-1-1 0 0,-1 0 1 0 0,1 1-1 0 0,-1-1 1 0 0,0 0-1 0 0,1-1 1 0 0,4 0-1 0 0,5-1 144 0 0,-1 0-1 0 0,1-1 0 0 0,-1-1 1 0 0,0 0-1 0 0,0 0 1 0 0,0-1-1 0 0,-1-1 0 0 0,0 0 1 0 0,11-7-1 0 0,-5 1 159 0 0,0 0 0 0 0,-1-1-1 0 0,-1-1 1 0 0,22-25-1 0 0,-33 34-260 0 0,1 0 0 0 0,-1 0 0 0 0,0-1-1 0 0,0 1 1 0 0,-1-1 0 0 0,0 0 0 0 0,0 0-1 0 0,0 0 1 0 0,0 0 0 0 0,-1 0 0 0 0,0 0-1 0 0,-1 0 1 0 0,1 0 0 0 0,-1 0 0 0 0,0-1-1 0 0,-1 1 1 0 0,1 0 0 0 0,-1 0 0 0 0,-2-7-1 0 0,2 9-56 0 0,-1-1 1 0 0,1 1-1 0 0,-1 0 0 0 0,0 0 0 0 0,0 0 0 0 0,0 1 0 0 0,0-1 0 0 0,-1 0 0 0 0,0 1 1 0 0,1 0-1 0 0,-1-1 0 0 0,-1 1 0 0 0,1 0 0 0 0,0 1 0 0 0,-1-1 0 0 0,1 0 0 0 0,-1 1 0 0 0,0 0 1 0 0,0 0-1 0 0,0 0 0 0 0,0 0 0 0 0,0 1 0 0 0,0 0 0 0 0,0-1 0 0 0,0 2 0 0 0,-1-1 0 0 0,-8 0 1 0 0,10 0-147 0 0,0 1 1 0 0,0 0 0 0 0,0 1 0 0 0,-1-1 0 0 0,1 0 0 0 0,0 1 0 0 0,0 0 0 0 0,0 0 0 0 0,0 0 0 0 0,0 0 0 0 0,0 0-1 0 0,0 1 1 0 0,0-1 0 0 0,0 1 0 0 0,1-1 0 0 0,-1 1 0 0 0,1 0 0 0 0,-1 0 0 0 0,1 1 0 0 0,0-1 0 0 0,0 0 0 0 0,-1 1-1 0 0,2-1 1 0 0,-1 1 0 0 0,0 0 0 0 0,1 0 0 0 0,-1 0 0 0 0,1-1 0 0 0,0 1 0 0 0,-2 6 0 0 0,-3 9-1753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0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13451 0 0,'-2'4'377'0'0,"0"0"0"0"0,0 0 0 0 0,1 1 0 0 0,0-1 0 0 0,0 0 0 0 0,0 1 0 0 0,0-1 0 0 0,1 0 1 0 0,-1 1-1 0 0,1 5 0 0 0,-1 5 100 0 0,-1 6 31 0 0,1 0-1 0 0,0 0 1 0 0,5 37 0 0 0,-2-46-615 0 0,0 0-1 0 0,1 0 1 0 0,1 0 0 0 0,-1-1-1 0 0,2 1 1 0 0,0-1-1 0 0,11 19 1 0 0,-12-24-425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03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9 6193 0 0,'0'0'72'0'0,"-1"-1"0"0"0,1 1 0 0 0,0-1-1 0 0,0 1 1 0 0,0-1 0 0 0,-1 1 0 0 0,1 0-1 0 0,0-1 1 0 0,0 1 0 0 0,-1-1 0 0 0,1 1-1 0 0,0 0 1 0 0,-1-1 0 0 0,1 1 0 0 0,-1 0-1 0 0,1 0 1 0 0,0-1 0 0 0,-1 1 0 0 0,1 0 0 0 0,-1 0-1 0 0,1-1 1 0 0,-1 1 0 0 0,1 0 0 0 0,-1 0-1 0 0,1 0 1 0 0,0 0 0 0 0,-1 0 0 0 0,1 0-1 0 0,-1 0 1 0 0,1 0 0 0 0,-1 0 0 0 0,1 0-1 0 0,-1 0 1 0 0,-1 1 71 0 0,1-1 0 0 0,0 1 0 0 0,-1 0-1 0 0,1 0 1 0 0,0 0 0 0 0,0-1 0 0 0,0 1 0 0 0,0 0-1 0 0,0 1 1 0 0,0-1 0 0 0,-1 1 0 0 0,-2 3 195 0 0,1 0 1 0 0,0 1-1 0 0,0-1 0 0 0,-4 11 1 0 0,-2 18 57 0 0,2 1 0 0 0,1 0 0 0 0,2 0 0 0 0,1 45 0 0 0,3-70-259 0 0,0 0 0 0 0,1 0 0 0 0,1 0-1 0 0,0 0 1 0 0,0 0 0 0 0,4 10 0 0 0,-5-18-36 0 0,0 1 1 0 0,0-1-1 0 0,0 0 1 0 0,0 0-1 0 0,1 0 0 0 0,-1 1 1 0 0,1-1-1 0 0,-1-1 0 0 0,1 1 1 0 0,0 0-1 0 0,0 0 1 0 0,4 2-1 0 0,-5-3-1 0 0,1 0 0 0 0,-1-1 1 0 0,1 1-1 0 0,0-1 0 0 0,-1 1 0 0 0,1-1 1 0 0,0 0-1 0 0,0 1 0 0 0,-1-1 0 0 0,1 0 1 0 0,0 0-1 0 0,0 0 0 0 0,-1-1 0 0 0,1 1 0 0 0,0 0 1 0 0,0-1-1 0 0,-1 1 0 0 0,1-1 0 0 0,0 1 1 0 0,2-3-1 0 0,0 1 43 0 0,0-1 1 0 0,0 0 0 0 0,0 0-1 0 0,0 0 1 0 0,-1 0-1 0 0,0-1 1 0 0,0 1-1 0 0,0-1 1 0 0,0 0-1 0 0,0 0 1 0 0,0 0-1 0 0,-1 0 1 0 0,0 0-1 0 0,0-1 1 0 0,0 1-1 0 0,-1-1 1 0 0,1 1-1 0 0,-1-1 1 0 0,0 0 0 0 0,0-7-1 0 0,0 3 65 0 0,0-1 0 0 0,0 0 0 0 0,-1 0 0 0 0,-1 1 0 0 0,0-1-1 0 0,0 0 1 0 0,0 1 0 0 0,-2-1 0 0 0,-3-11 0 0 0,0 4 134 0 0,-2 1 0 0 0,-16-27 0 0 0,22 39-369 0 0,-1-1 1 0 0,-1 1-1 0 0,1 0 1 0 0,-1 0-1 0 0,1 0 0 0 0,-1 0 1 0 0,0 0-1 0 0,0 1 1 0 0,-1 0-1 0 0,1 0 0 0 0,-1 0 1 0 0,0 0-1 0 0,-7-2 0 0 0,12 5-48 0 0,0 0-1 0 0,0-1 1 0 0,-1 1-1 0 0,1 0 1 0 0,0 0-1 0 0,-1 0 1 0 0,1 0-1 0 0,0-1 1 0 0,-1 1-1 0 0,1 0 1 0 0,0 0-1 0 0,-1 0 0 0 0,1 0 1 0 0,0 0-1 0 0,-1 0 1 0 0,1 0-1 0 0,0 0 1 0 0,-1 0-1 0 0,1 0 1 0 0,0 0-1 0 0,-1 0 1 0 0,1 0-1 0 0,0 0 1 0 0,0 0-1 0 0,-1 0 0 0 0,1 1 1 0 0,0-1-1 0 0,-1 0 1 0 0,1 0-1 0 0,0 0 1 0 0,-1 0-1 0 0,1 1 1 0 0,0-1-1 0 0,0 0 1 0 0,-1 0-1 0 0,1 1 0 0 0,0-1 1 0 0,0 0-1 0 0,0 0 1 0 0,-1 1-1 0 0,1-1 1 0 0,0 0-1 0 0,0 1 1 0 0,0-1-1 0 0,0 0 1 0 0,0 1-1 0 0,0-1 1 0 0,0 0-1 0 0,-1 1 0 0 0,1-1 1 0 0,0 0-1 0 0,0 1 1 0 0,0-1-1 0 0,0 0 1 0 0,1 1-1 0 0,-1 7-1836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04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11 105 6913 0 0,'-3'13'786'0'0,"0"1"-1"0"0,1-1 0 0 0,0 1 0 0 0,1 0 0 0 0,1 25 0 0 0,0-26-740 0 0,0-7 145 0 0,0 1-1 0 0,1 0 0 0 0,-1-1 1 0 0,1 1-1 0 0,0-1 0 0 0,1 1 1 0 0,2 7-1 0 0,-3-12-114 0 0,0 0-1 0 0,0-1 1 0 0,0 1 0 0 0,0-1-1 0 0,0 1 1 0 0,0-1 0 0 0,0 1 0 0 0,1-1-1 0 0,-1 0 1 0 0,1 1 0 0 0,-1-1-1 0 0,1 0 1 0 0,-1 0 0 0 0,1 0-1 0 0,-1 0 1 0 0,1-1 0 0 0,0 1-1 0 0,-1 0 1 0 0,1-1 0 0 0,0 1-1 0 0,0-1 1 0 0,0 1 0 0 0,0-1-1 0 0,-1 0 1 0 0,1 0 0 0 0,0 0 0 0 0,0 0-1 0 0,0 0 1 0 0,0 0 0 0 0,3-1-1 0 0,7-2 201 0 0,0 0 0 0 0,0-1 0 0 0,-1 0 0 0 0,1-1 0 0 0,-1 0 0 0 0,0 0 0 0 0,0-1 0 0 0,-1-1 0 0 0,1 0 0 0 0,-2-1 0 0 0,1 0 0 0 0,-1 0-1 0 0,0-1 1 0 0,-1 0 0 0 0,0 0 0 0 0,0-1 0 0 0,-1 0 0 0 0,7-12 0 0 0,-13 20-224 0 0,0-1-1 0 0,0 1 1 0 0,0-1 0 0 0,-1 1-1 0 0,1-1 1 0 0,-1 1 0 0 0,1-1 0 0 0,-1 0-1 0 0,0 1 1 0 0,0-1 0 0 0,0 1-1 0 0,0-1 1 0 0,-1 0 0 0 0,1 1-1 0 0,0-1 1 0 0,-2-3 0 0 0,0 2 21 0 0,0-1 1 0 0,0 1 0 0 0,-1 0 0 0 0,1 0-1 0 0,-1 1 1 0 0,0-1 0 0 0,1 0-1 0 0,-8-5 1 0 0,-1 0 71 0 0,-1 0-1 0 0,0 1 1 0 0,0 0-1 0 0,-27-12 1 0 0,29 15-482 0 0,-1 1-1 0 0,0 0 1 0 0,-1 1 0 0 0,1 0 0 0 0,0 1-1 0 0,-1 0 1 0 0,-23-1 0 0 0,16 3-6990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4:18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5 175 13563 0 0,'0'-1'132'0'0,"-1"0"-1"0"0,1 0 1 0 0,-1 0 0 0 0,1 0 0 0 0,-1 0 0 0 0,1 0-1 0 0,0 0 1 0 0,-1-1 0 0 0,1 1 0 0 0,0 0-1 0 0,0 0 1 0 0,0 0 0 0 0,0 0 0 0 0,0 0 0 0 0,0-1-1 0 0,0 1 1 0 0,0 0 0 0 0,0 0 0 0 0,1-2-1 0 0,0 2 22 0 0,0-1-1 0 0,0 1 1 0 0,1 0-1 0 0,-1 0 1 0 0,0-1-1 0 0,0 1 1 0 0,1 0-1 0 0,-1 0 1 0 0,1 0-1 0 0,-1 0 1 0 0,1 1-1 0 0,-1-1 1 0 0,4-1-1 0 0,13-3 260 0 0,0 0 1 0 0,1 1-1 0 0,0 1 0 0 0,-1 0 0 0 0,1 2 1 0 0,24 0-1 0 0,1 0 39 0 0,29-3 53 0 0,183-15 535 0 0,364-24 7 0 0,-267 46-554 0 0,-111 2-148 0 0,-146-1-229 0 0,-59-1-9 0 0,-1-2-1 0 0,64-5 1 0 0,-100 4-147 0 0,1 0 0 0 0,0 0 1 0 0,0 0-1 0 0,-1 0 0 0 0,1 0 1 0 0,0 0-1 0 0,0 0 0 0 0,-1 0 1 0 0,1-1-1 0 0,0 1 0 0 0,-1 0 1 0 0,1 0-1 0 0,0 0 0 0 0,0-1 1 0 0,-1 1-1 0 0,1 0 0 0 0,-1-1 1 0 0,1 1-1 0 0,0-1 0 0 0,-1 1 1 0 0,1-1-1 0 0,-1 1 0 0 0,1-1 1 0 0,-1 1-1 0 0,1-1 1 0 0,-1 1-1 0 0,1-1 0 0 0,-1 0 1 0 0,0 1-1 0 0,1-1 0 0 0,-1 0 1 0 0,0 1-1 0 0,0-1 0 0 0,1-1 0 0 0,-2 0-494 0 0,0 0-1 0 0,1 0 1 0 0,-1 0-1 0 0,0 0 0 0 0,0 0 1 0 0,0 0-1 0 0,-1 0 0 0 0,1 0 1 0 0,-2-2-1 0 0,-4-6-1489 0 0,0-2-342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17:54:19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14283 0 0,'9'14'4685'0'0,"-5"-8"-4304"0"0,1 0-1 0 0,-1 0 1 0 0,11 10 0 0 0,10 1 175 0 0,0-1 1 0 0,1-1-1 0 0,50 21 1 0 0,88 20 1410 0 0,-122-42-1598 0 0,-30-10-243 0 0,3 0 112 0 0,28 13 1 0 0,-40-15-184 0 0,0-1 0 0 0,0 0-1 0 0,-1 1 1 0 0,1 0 0 0 0,-1-1 0 0 0,1 1 0 0 0,-1 0 0 0 0,0 0 0 0 0,0 0 0 0 0,0 1 0 0 0,0-1 0 0 0,0 0 0 0 0,0 1 0 0 0,0-1 0 0 0,-1 1 0 0 0,3 4 0 0 0,-4-5-5 0 0,0 0-1 0 0,0 0 1 0 0,0 0 0 0 0,0 0 0 0 0,0 0 0 0 0,-1 0 0 0 0,1 0 0 0 0,0 0-1 0 0,-1 0 1 0 0,0 0 0 0 0,1-1 0 0 0,-1 1 0 0 0,0 0 0 0 0,0 0 0 0 0,0-1-1 0 0,0 1 1 0 0,0 0 0 0 0,0-1 0 0 0,-1 1 0 0 0,1-1 0 0 0,-2 2 0 0 0,-2 2 58 0 0,-1 0 1 0 0,0 0 0 0 0,0 0-1 0 0,-7 3 1 0 0,-101 51 963 0 0,-12 7-724 0 0,-87 58-3008 0 0,187-111 1700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3:18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 10306 0 0,'-13'-1'2180'0'0,"13"8"-77"0"0,0 10-2248 0 0,-19 204 744 0 0,14-112-410 0 0,11 161-1 0 0,0-145-75 0 0,-5 375-257 0 0,-5-217 402 0 0,42 688 1699 0 0,-3-610-1361 0 0,-23-257-359 0 0,33 338 665 0 0,-25-246-605 0 0,11 76 3 0 0,-21-189 202 0 0,-1 112 0 0 0,-9-194-512 0 0,0-1 0 0 0,0 0-1 0 0,0 0 1 0 0,0 0 0 0 0,0 1-1 0 0,0-1 1 0 0,0 0 0 0 0,0 0-1 0 0,0 1 1 0 0,0-1 0 0 0,0 0-1 0 0,0 0 1 0 0,0 0 0 0 0,0 1-1 0 0,0-1 1 0 0,0 0 0 0 0,0 0-1 0 0,0 1 1 0 0,0-1 0 0 0,0 0-1 0 0,0 0 1 0 0,0 0 0 0 0,-1 1-1 0 0,1-1 1 0 0,0 0 0 0 0,0 0-1 0 0,0 0 1 0 0,0 0 0 0 0,0 1-1 0 0,-1-1 1 0 0,1 0 0 0 0,0 0-1 0 0,0 0 1 0 0,0 0 0 0 0,-1 0-1 0 0,1 0 1 0 0,0 0 0 0 0,0 0-1 0 0,0 1 1 0 0,-1-1 0 0 0,1 0-1 0 0,0 0 1 0 0,-1 0 0 0 0,-7-8-5713 0 0,3-3-622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3:20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7834 0 0,'4'-1'493'0'0,"-1"1"0"0"0,1-1 0 0 0,0 0 0 0 0,-1 0 0 0 0,1 0 0 0 0,4-3 0 0 0,21-5 1183 0 0,-21 8-1379 0 0,1 1 0 0 0,-1 0 0 0 0,0 0 0 0 0,0 1-1 0 0,1 0 1 0 0,-1 1 0 0 0,0-1 0 0 0,13 6 0 0 0,45 16 153 0 0,-21-6-292 0 0,1-2 0 0 0,0-2-1 0 0,1-3 1 0 0,52 6 0 0 0,925 13 1659 0 0,-654-41-1678 0 0,-53-14-90 0 0,-171 11-34 0 0,-43 2 17 0 0,126-30 0 0 0,-186 34 6 0 0,-1 3 1 0 0,1 1-1 0 0,0 2 1 0 0,86 6-1 0 0,-92-1-53 0 0,-37-2-54 0 0,0-1 51 0 0,0 1 0 0 0,-1-1 0 0 0,1 1 0 0 0,0 0 0 0 0,0-1 0 0 0,-1 1-1 0 0,1-1 1 0 0,0 1 0 0 0,0-1 0 0 0,0 1 0 0 0,0-1 0 0 0,0 1 0 0 0,0-1 0 0 0,0 1 0 0 0,0-1 0 0 0,0 1 0 0 0,0-1 0 0 0,0 1-1 0 0,0-1 1 0 0,0 1 0 0 0,0-1 0 0 0,0 1 0 0 0,0 0 0 0 0,1-2 0 0 0,0-1 16 0 0,2-4-30 0 0,0 1 1 0 0,-1-1-1 0 0,0 1 0 0 0,-1-1 1 0 0,2-9-1 0 0,-21 52 392 0 0,11 6-302 0 0,2 1 0 0 0,0 82-1 0 0,0 1 10 0 0,-29 259 317 0 0,31-79 11 0 0,6-153-102 0 0,-2-54-186 0 0,0 25 236 0 0,-21 184 1 0 0,0-147-130 0 0,7 0-1 0 0,7 1 1 0 0,16 176 0 0 0,-4 172-79 0 0,-9-278-94 0 0,9-88 171 0 0,32 181 0 0 0,-15-158-124 0 0,-20-146-12 0 0,-1 30 0 0 0,-2-45-61 0 0,0 0 0 0 0,-1 0 0 0 0,0 0 1 0 0,0 0-1 0 0,0 0 0 0 0,0 0 0 0 0,-1-1 0 0 0,0 1 1 0 0,-5 9-1 0 0,6-14-29 0 0,1 0 0 0 0,-1 0-1 0 0,1-1 1 0 0,-1 1 0 0 0,0 0 0 0 0,1-1 0 0 0,-1 1-1 0 0,0-1 1 0 0,0 1 0 0 0,1-1 0 0 0,-1 1 0 0 0,0-1 0 0 0,0 1-1 0 0,0-1 1 0 0,1 0 0 0 0,-1 1 0 0 0,0-1 0 0 0,0 0-1 0 0,0 0 1 0 0,0 0 0 0 0,0 0 0 0 0,0 0 0 0 0,0 0 0 0 0,0 0-1 0 0,1 0 1 0 0,-1 0 0 0 0,0 0 0 0 0,0 0 0 0 0,0-1 0 0 0,-2 0-1 0 0,-25-14-2457 0 0,27 15 2294 0 0,-16-12-6950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3:20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1 191 10594 0 0,'35'-12'1005'0'0,"186"-54"2287"0"0,-191 60-3011 0 0,2 0 0 0 0,-1 2 0 0 0,0 2 1 0 0,1 0-1 0 0,40 5 0 0 0,541 34 1953 0 0,76-70-391 0 0,-442 5-1603 0 0,163-16 474 0 0,-306 37-478 0 0,-1 4 1 0 0,108 12-1 0 0,-175-2 78 0 0,8 0 174 0 0,-43-10-418 0 0,-8-3 23 0 0,-16-9-937 0 0,16 11-400 0 0,-10-8-6380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3:21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607 0 6913 0 0,'-51'55'6235'0'0,"3"4"-3278"0"0,-83 128-897 0 0,-88 221-1413 0 0,213-397-644 0 0,-111 255-161 0 0,104-234-64 0 0,-8 37-3190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3:21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13307 0 0,'0'2'110'0'0,"-1"0"1"0"0,1 1-1 0 0,0-1 1 0 0,0 1-1 0 0,0-1 1 0 0,0 1-1 0 0,0-1 0 0 0,0 1 1 0 0,1-1-1 0 0,-1 1 1 0 0,1-1-1 0 0,0 0 1 0 0,0 1-1 0 0,1 2 1 0 0,21 33 231 0 0,-10-20 19 0 0,38 67 100 0 0,41 63 1094 0 0,-71-118-1245 0 0,1-1-1 0 0,47 46 1 0 0,112 95-171 0 0,-156-147-85 0 0,36 24 1 0 0,-51-40-24 0 0,1 0 1 0 0,-1-1 0 0 0,1-1 0 0 0,0 1-1 0 0,1-2 1 0 0,-1 0 0 0 0,13 3-1 0 0,-24-7-35 0 0,1 1-1 0 0,-1-1 1 0 0,0 0-1 0 0,1 0 1 0 0,-1 0-1 0 0,1 0 1 0 0,-1 0 0 0 0,1 0-1 0 0,-1 0 1 0 0,1 1-1 0 0,-1-1 1 0 0,0 0-1 0 0,1-1 1 0 0,-1 1-1 0 0,1 0 1 0 0,-1 0-1 0 0,1 0 1 0 0,-1 0-1 0 0,1 0 1 0 0,-1 0-1 0 0,0 0 1 0 0,1-1-1 0 0,-1 1 1 0 0,1 0-1 0 0,-1 0 1 0 0,0-1-1 0 0,1 1 1 0 0,-1 0-1 0 0,0 0 1 0 0,1-1-1 0 0,-1 1 1 0 0,0-1-1 0 0,1 1 1 0 0,-1 0-1 0 0,0-1 1 0 0,0 1-1 0 0,1 0 1 0 0,-1-1-1 0 0,0 1 1 0 0,0-1-1 0 0,0 1 1 0 0,0-1-1 0 0,0 1 1 0 0,0-1-1 0 0,1 1 1 0 0,-1-1-1 0 0,-6-26-1981 0 0,1 10 288 0 0,3-1 403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05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61 6913 0 0,'-3'-2'2671'0'0,"8"0"-585"0"0,21-5 677 0 0,43-8-436 0 0,-61 14-2026 0 0,61-9 1289 0 0,109 0 1 0 0,-170 9-1566 0 0,220-11-1731 0 0,-217 12-688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06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1 5529 0 0,'-7'149'4669'0'0,"-20"72"-3157"0"0,21-182-1227 0 0,-1 47 682 0 0,7 168 1 0 0,3-167-586 0 0,0 39-218 0 0,-2 424 539 0 0,-11-83 269 0 0,10-385-734 0 0,-19 438 1550 0 0,7-252-1599 0 0,9-117 113 0 0,-5 74 96 0 0,-9 162 420 0 0,13-240-822 0 0,-1 23 24 0 0,-29 118 380 0 0,-59 229-96 0 0,52-195-281 0 0,27-179-32 0 0,-20 527 74 0 0,26-373-64 0 0,-6 196-189 0 0,0-244 174 0 0,-2 247 88 0 0,45-201 191 0 0,-3-78-28 0 0,11 111-162 0 0,-14-147-75 0 0,-4 225 44 0 0,-12-142 32 0 0,-1-176-40 0 0,18 88 0 0 0,2 8-28 0 0,-4-19-103 0 0,-20-140 120 0 0,2 4-2821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08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736 0 6913 0 0,'-9'2'8730'0'0,"18"58"-7767"0"0,-2-24-632 0 0,1 47 0 0 0,-18 208 554 0 0,-1-11-519 0 0,14 316-401 0 0,-4-353 251 0 0,44 356 215 0 0,-28-457-222 0 0,1 271 1107 0 0,-5-45-225 0 0,-10-355-1042 0 0,26 370 577 0 0,-24 0 45 0 0,-9-260-365 0 0,-26 456 500 0 0,-23-64 319 0 0,36-355-1310 0 0,-47 465 160 0 0,53-467 96 0 0,-15 138 79 0 0,-4 103-86 0 0,27-216-64 0 0,1 138 0 0 0,7-219-48 0 0,-1 467 67 0 0,-34-238 11 0 0,16-180-7 0 0,-3 1-62 0 0,-8 110-62 0 0,26 34-208 0 0,1-177 246 0 0,1-95-41 0 0,8 45 0 0 0,-4-45 0 0 0,1 45 0 0 0,-6-63 92 0 0,1 0 0 0 0,0 0 0 0 0,0 0 0 0 0,3 10 0 0 0,-3-12 4 0 0,1 0 0 0 0,-1 0-1 0 0,0 0 1 0 0,-1 0 0 0 0,1 0-1 0 0,-1 0 1 0 0,0 0 0 0 0,0 0-1 0 0,0 0 1 0 0,0 0 0 0 0,-2 8-1 0 0,1-10 0 0 0,0-1 0 0 0,1 1 0 0 0,-1 0 0 0 0,1 0 0 0 0,0 0 0 0 0,0-1 0 0 0,-1 1 0 0 0,1 0 0 0 0,0 0-1 0 0,1 0 1 0 0,-1 0 0 0 0,0 0 0 0 0,0-1 0 0 0,1 1 0 0 0,-1 0 0 0 0,1 0 0 0 0,-1-1 0 0 0,1 1 0 0 0,0 0 0 0 0,0-1 0 0 0,1 3-1 0 0,0-3 0 0 0,-1 1-1 0 0,1-1 0 0 0,0 0 1 0 0,-1 0-1 0 0,1-1 0 0 0,0 1 0 0 0,-1 0 1 0 0,1 0-1 0 0,0-1 0 0 0,0 1 0 0 0,0-1 1 0 0,0 0-1 0 0,-1 1 0 0 0,1-1 0 0 0,0 0 1 0 0,0 0-1 0 0,0 0 0 0 0,0 0 0 0 0,0-1 1 0 0,3 0-1 0 0,-4 1 7 0 0,-1 0 0 0 0,0 0 0 0 0,1-1 0 0 0,-1 1 0 0 0,0 0 1 0 0,1 0-1 0 0,-1 0 0 0 0,1 0 0 0 0,-1 0 0 0 0,0 0 0 0 0,1 0 0 0 0,-1 0 1 0 0,1 0-1 0 0,-1 0 0 0 0,0 0 0 0 0,1 1 0 0 0,-1-1 0 0 0,1 0 0 0 0,-1 0 1 0 0,0 0-1 0 0,1 0 0 0 0,-1 1 0 0 0,0-1 0 0 0,1 0 0 0 0,-1 0 0 0 0,0 1 1 0 0,1-1-1 0 0,-1 0 0 0 0,0 0 0 0 0,0 1 0 0 0,1-1 0 0 0,-1 0 0 0 0,0 1 1 0 0,0-1-1 0 0,0 0 0 0 0,1 1 0 0 0,-1-1 0 0 0,0 0 0 0 0,0 1 0 0 0,0 0 1 0 0,-2 18 164 0 0,-1-4-212 0 0,3-12 31 0 0,0 0 1 0 0,0 0-1 0 0,0 0 1 0 0,-1 0-1 0 0,0-1 1 0 0,1 1-1 0 0,-1 0 0 0 0,0 0 1 0 0,-1-1-1 0 0,1 1 1 0 0,0 0-1 0 0,-1-1 1 0 0,-1 3-1 0 0,2-4 50 0 0,0 0-1 0 0,0 1 1 0 0,0-1 0 0 0,0 0-1 0 0,-1 0 1 0 0,1 0 0 0 0,0-1-1 0 0,0 1 1 0 0,-1 0 0 0 0,1 0-1 0 0,-1-1 1 0 0,1 1 0 0 0,-1 0-1 0 0,1-1 1 0 0,-1 0 0 0 0,1 1-1 0 0,-1-1 1 0 0,1 0 0 0 0,-1 0-1 0 0,1 0 1 0 0,-1 0 0 0 0,1 0-1 0 0,-1 0 1 0 0,0 0 0 0 0,-1-1-1 0 0,-156-47 1196 0 0,90 25-1001 0 0,-85-16 1 0 0,103 34-506 0 0,39 4-178 0 0,1 1 1 0 0,-1-2 0 0 0,1 1 0 0 0,-22-8-1 0 0,31 9 298 0 0,1-1 0 0 0,0 1 0 0 0,0-1 1 0 0,0 1-1 0 0,0-1 0 0 0,0 0 0 0 0,0 0 0 0 0,1 1 0 0 0,-1-1 0 0 0,0 0 0 0 0,0 0 0 0 0,0 0 0 0 0,1 0 0 0 0,-1 0 0 0 0,0-2 0 0 0,-4-11-1166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09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70 10050 0 0,'-8'3'4576'0'0,"14"2"-1700"0"0,-4-4-2747 0 0,1 0 0 0 0,-1 0 1 0 0,1-1-1 0 0,-1 1 0 0 0,1 0 0 0 0,-1-1 1 0 0,1 1-1 0 0,2-1 0 0 0,111-14 2062 0 0,14-1-1720 0 0,75-9-121 0 0,-199 23-362 0 0,33-7-266 0 0,-37 8 257 0 0,1-1-1 0 0,-1 0 1 0 0,0 0-1 0 0,0 0 0 0 0,0 0 1 0 0,0 0-1 0 0,1 0 0 0 0,-1 0 1 0 0,0-1-1 0 0,-1 1 0 0 0,1-1 1 0 0,0 1-1 0 0,1-3 1 0 0,-5 1-2417 0 0,-1 2 1195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09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46 13619 0 0,'-7'-1'1055'0'0,"19"2"2840"0"0,120-14-404 0 0,-31 2-2682 0 0,2 7-498 0 0,41-3-598 0 0,-141 7 129 0 0,0-1 0 0 0,0 1 0 0 0,0-1 0 0 0,-1 1 0 0 0,1-1 0 0 0,0 0 0 0 0,-1 0 0 0 0,1 0 0 0 0,2-2 0 0 0,-3 1-511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1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857 350 5985 0 0,'-2'-4'1186'0'0,"1"0"-1"0"0,-1 1 0 0 0,0-1 1 0 0,0 1-1 0 0,-1 0 1 0 0,-2-4-1 0 0,-35-33 1415 0 0,20 21-1825 0 0,5 4-572 0 0,-127-116 1150 0 0,124 117-1329 0 0,-1 0 0 0 0,-1 2-1 0 0,0 0 1 0 0,-1 1 0 0 0,0 2-1 0 0,-29-11 1 0 0,26 13-16 0 0,-1 2-1 0 0,1 0 0 0 0,-1 1 1 0 0,0 2-1 0 0,-49 1 1 0 0,36 3 115 0 0,1 3 1 0 0,0 1-1 0 0,-48 14 1 0 0,80-19-95 0 0,0 0 0 0 0,0 1-1 0 0,0 0 1 0 0,0 0 0 0 0,0 1 0 0 0,0-1 0 0 0,0 1 0 0 0,1 0 0 0 0,0 1-1 0 0,-6 4 1 0 0,9-7-34 0 0,1-1-1 0 0,0 0 0 0 0,0 1 1 0 0,0-1-1 0 0,0 0 1 0 0,0 1-1 0 0,0-1 0 0 0,-1 0 1 0 0,1 1-1 0 0,0-1 0 0 0,0 1 1 0 0,0-1-1 0 0,0 0 0 0 0,0 1 1 0 0,1-1-1 0 0,-1 0 1 0 0,0 1-1 0 0,0-1 0 0 0,0 0 1 0 0,0 1-1 0 0,0-1 0 0 0,0 1 1 0 0,1-1-1 0 0,-1 0 0 0 0,0 0 1 0 0,0 1-1 0 0,0-1 1 0 0,1 0-1 0 0,-1 1 0 0 0,0-1 1 0 0,1 0-1 0 0,-1 1 0 0 0,11 7-2052 0 0,-3-5-4436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11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11835 0 0,'1'19'539'0'0,"1"0"0"0"0,1 0 1 0 0,0 0-1 0 0,1 0 0 0 0,1 0 1 0 0,12 27-1 0 0,-16-45-488 0 0,-1 1 1 0 0,1-1-1 0 0,0 0 1 0 0,0 1-1 0 0,0-1 1 0 0,0 0-1 0 0,0 1 1 0 0,0-1-1 0 0,0 0 1 0 0,0 0-1 0 0,0 0 0 0 0,1 0 1 0 0,-1 0-1 0 0,0 0 1 0 0,1 0-1 0 0,-1-1 1 0 0,0 1-1 0 0,1 0 1 0 0,-1-1-1 0 0,1 1 1 0 0,-1-1-1 0 0,1 1 1 0 0,0-1-1 0 0,-1 0 0 0 0,1 0 1 0 0,-1 0-1 0 0,1 0 1 0 0,0 0-1 0 0,-1 0 1 0 0,1 0-1 0 0,-1 0 1 0 0,1-1-1 0 0,-1 1 1 0 0,1-1-1 0 0,2 0 0 0 0,0-1 31 0 0,-1 0 0 0 0,1 1 0 0 0,-1-2 0 0 0,0 1 0 0 0,0 0 0 0 0,0-1 0 0 0,0 1 0 0 0,0-1 0 0 0,0 0 0 0 0,-1 0 0 0 0,1 0-1 0 0,-1 0 1 0 0,4-6 0 0 0,-3 1 42 0 0,0 1-1 0 0,0-1 0 0 0,-1 0 0 0 0,0-1 0 0 0,0 1 1 0 0,-1 0-1 0 0,0-1 0 0 0,0 1 0 0 0,-1 0 0 0 0,0-1 1 0 0,-1 1-1 0 0,1 0 0 0 0,-2-1 0 0 0,1 1 0 0 0,-1 0 1 0 0,0 0-1 0 0,-1 0 0 0 0,0 0 0 0 0,0 0 0 0 0,-1 1 1 0 0,0-1-1 0 0,0 1 0 0 0,-1 0 0 0 0,0 0 0 0 0,-7-8 1 0 0,11 14-122 0 0,0 0 1 0 0,0 0-1 0 0,0 0 1 0 0,0 0 0 0 0,0 1-1 0 0,0-1 1 0 0,0 0-1 0 0,-1 0 1 0 0,1 1-1 0 0,0-1 1 0 0,0 1 0 0 0,0-1-1 0 0,-1 1 1 0 0,1-1-1 0 0,0 1 1 0 0,-1 0-1 0 0,1 0 1 0 0,0-1 0 0 0,-1 1-1 0 0,1 0 1 0 0,0 0-1 0 0,-1 0 1 0 0,1 1-1 0 0,0-1 1 0 0,-1 0 0 0 0,1 0-1 0 0,0 1 1 0 0,0-1-1 0 0,-1 1 1 0 0,1-1-1 0 0,0 1 1 0 0,0-1 0 0 0,0 1-1 0 0,-1 0 1 0 0,1 0-1 0 0,0 0 1 0 0,0-1-1 0 0,0 1 1 0 0,0 0 0 0 0,-1 2-1 0 0,0-1-341 0 0,1 0-1 0 0,-1 1 1 0 0,1-1 0 0 0,-1 0-1 0 0,1 1 1 0 0,0-1 0 0 0,0 1-1 0 0,0 0 1 0 0,0-1 0 0 0,0 1-1 0 0,1 0 1 0 0,-1-1 0 0 0,1 1-1 0 0,0 0 1 0 0,0 0 0 0 0,0 0-1 0 0,0-1 1 0 0,0 1 0 0 0,1 3-1 0 0,5 6-1676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11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12875 0 0,'3'3'568'0'0,"0"-2"120"0"0,-1 2-552 0 0,0-2-136 0 0,-1-1 0 0 0,1 0 0 0 0,-1 0 400 0 0,3 2 48 0 0,2-1 16 0 0,-1-2 0 0 0,2-1-79 0 0,1 0-25 0 0,-1-2 0 0 0,1-2 0 0 0,-1-1-776 0 0,0 0-160 0 0,1-5-33 0 0,2 0-5824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11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286 270 7834 0 0,'2'-4'5332'0'0,"7"-10"-3035"0"0,4-7-1597 0 0,-7 10-435 0 0,-1 0-1 0 0,0-1 0 0 0,0 0 1 0 0,-1 0-1 0 0,0 0 0 0 0,-2-1 1 0 0,1 1-1 0 0,0-16 0 0 0,-3 23-189 0 0,1 1-1 0 0,-2 0 1 0 0,1-1-1 0 0,0 1 1 0 0,-1 0-1 0 0,0 0 1 0 0,0 0-1 0 0,0-1 1 0 0,-1 1-1 0 0,1 0 1 0 0,-1 0-1 0 0,0 1 1 0 0,0-1-1 0 0,0 0 1 0 0,-1 0-1 0 0,1 1 1 0 0,-1 0-1 0 0,0-1 1 0 0,0 1-1 0 0,0 0 1 0 0,0 1-1 0 0,0-1 1 0 0,-1 0-1 0 0,1 1 1 0 0,-1 0-1 0 0,0 0 1 0 0,-8-3-1 0 0,8 3-11 0 0,1 1 0 0 0,-1 0 0 0 0,0 0 0 0 0,0 0 0 0 0,0 1 0 0 0,0-1 0 0 0,-1 1 0 0 0,1 0 0 0 0,0 0 0 0 0,0 1 0 0 0,0-1 0 0 0,-6 2 0 0 0,2 1-32 0 0,0-1 1 0 0,0 1 0 0 0,1 1 0 0 0,0-1-1 0 0,-13 9 1 0 0,1 2-94 0 0,1 1 0 0 0,0 1 0 0 0,-21 24 0 0 0,30-30 42 0 0,1 0 1 0 0,0 1 0 0 0,0 0 0 0 0,1 0 0 0 0,1 1-1 0 0,0 0 1 0 0,0 0 0 0 0,-3 13 0 0 0,7-21 0 0 0,1 0 0 0 0,1 0 1 0 0,-1 0-1 0 0,1 1 0 0 0,-1-1 1 0 0,1 0-1 0 0,0 0 1 0 0,0 0-1 0 0,1 0 0 0 0,-1 1 1 0 0,1-1-1 0 0,2 6 0 0 0,-1-6-32 0 0,-1-1 1 0 0,1 0-1 0 0,0-1 0 0 0,0 1 1 0 0,0 0-1 0 0,0 0 0 0 0,0-1 0 0 0,1 1 1 0 0,-1-1-1 0 0,1 0 0 0 0,0 0 1 0 0,0 0-1 0 0,-1 0 0 0 0,1 0 0 0 0,0-1 1 0 0,1 1-1 0 0,4 1 0 0 0,0 0 10 0 0,1-1 0 0 0,-1 1 0 0 0,1-2 0 0 0,-1 1 0 0 0,1-1-1 0 0,0-1 1 0 0,14 0 0 0 0,1-2-171 0 0,32-7-1 0 0,23-2 15 0 0,-78 10 225 0 0,1 1 0 0 0,0 0 1 0 0,-1 0-1 0 0,1 0 0 0 0,0 0 0 0 0,-1 0 0 0 0,1 1 0 0 0,0-1 0 0 0,-1 0 1 0 0,1 1-1 0 0,0-1 0 0 0,-1 1 0 0 0,1 0 0 0 0,-1-1 0 0 0,1 1 0 0 0,-1 0 0 0 0,0 0 1 0 0,1 0-1 0 0,-1 0 0 0 0,0 0 0 0 0,2 2 0 0 0,-1-1 70 0 0,-1 0 0 0 0,0 1 1 0 0,0-1-1 0 0,-1 0 0 0 0,1 0 0 0 0,0 1 0 0 0,-1-1 0 0 0,1 0 0 0 0,-1 1 0 0 0,0-1 0 0 0,1 0 0 0 0,-1 1 1 0 0,-1 3-1 0 0,-1 8 385 0 0,-1 0 1 0 0,0 0 0 0 0,-1 0 0 0 0,-6 15 0 0 0,7-21-404 0 0,-7 19 257 0 0,-2 4 64 0 0,2 0 0 0 0,1 1 0 0 0,-10 66-1 0 0,19-75-469 0 0,4-19-561 0 0,5-12-615 0 0,-6 2-246 0 0,0 0-422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14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29 1840 0 0,'-3'-17'7690'0'0,"-5"7"-3311"0"0,7 10-4245 0 0,0-1 1 0 0,0 1-1 0 0,0 0 1 0 0,0 0-1 0 0,0 0 1 0 0,0 0-1 0 0,0 0 1 0 0,0 0-1 0 0,0 0 1 0 0,0 0-1 0 0,0 0 1 0 0,0 0-1 0 0,0 1 1 0 0,0-1-1 0 0,0 0 0 0 0,0 1 1 0 0,0-1-1 0 0,0 0 1 0 0,0 1-1 0 0,0 0 1 0 0,0-1-1 0 0,0 1 1 0 0,0-1-1 0 0,1 1 1 0 0,-3 1-1 0 0,-155 144 391 0 0,120-109-831 0 0,-32 37-51 0 0,64-66 325 0 0,0 0 0 0 0,1 0 0 0 0,-1 1 0 0 0,2-1 0 0 0,-1 1 1 0 0,1 0-1 0 0,-5 18 0 0 0,9-26 18 0 0,-1 0 1 0 0,1 0-1 0 0,0 0 1 0 0,0 0-1 0 0,0 1 1 0 0,1-1-1 0 0,-1 0 1 0 0,0 0-1 0 0,0 0 1 0 0,1 0-1 0 0,-1 0 1 0 0,0 0-1 0 0,1 0 1 0 0,-1 0-1 0 0,1 0 1 0 0,-1 0-1 0 0,1 0 1 0 0,0 0-1 0 0,-1 0 1 0 0,1 0-1 0 0,0 0 1 0 0,0 0-1 0 0,0-1 1 0 0,-1 1-1 0 0,1 0 1 0 0,0 0-1 0 0,0-1 1 0 0,0 1-1 0 0,0-1 1 0 0,0 1 0 0 0,0-1-1 0 0,0 0 1 0 0,1 1-1 0 0,-1-1 1 0 0,2 1-1 0 0,5 1-80 0 0,1 0-1 0 0,0 0 1 0 0,13 0-1 0 0,-16-2 60 0 0,101 6-128 0 0,-70-6 194 0 0,0 2 0 0 0,65 12 0 0 0,-101-14-17 0 0,0 1-1 0 0,0-1 1 0 0,1 0-1 0 0,-1 0 0 0 0,0 1 1 0 0,0-1-1 0 0,0 0 0 0 0,0 1 1 0 0,0-1-1 0 0,0 1 1 0 0,0 0-1 0 0,0-1 0 0 0,0 1 1 0 0,0 0-1 0 0,0 0 0 0 0,0-1 1 0 0,-1 1-1 0 0,2 2 1 0 0,-2-2 7 0 0,1-1 1 0 0,-1 1 0 0 0,0 0-1 0 0,0-1 1 0 0,0 1 0 0 0,0 0-1 0 0,0-1 1 0 0,-1 1 0 0 0,1 0-1 0 0,0-1 1 0 0,0 1 0 0 0,0 0-1 0 0,-1-1 1 0 0,1 1 0 0 0,0-1 0 0 0,-1 1-1 0 0,1 0 1 0 0,0-1 0 0 0,-1 1-1 0 0,1-1 1 0 0,-1 1 0 0 0,1-1-1 0 0,-1 1 1 0 0,-6 5 177 0 0,1-1 0 0 0,-1 1-1 0 0,-15 7 1 0 0,13-8-248 0 0,-23 13 143 0 0,0-1 0 0 0,0-2 0 0 0,-1-1 0 0 0,-55 14 0 0 0,-9-6-2317 0 0,85-20-3514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14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34 117 10138 0 0,'5'36'1843'0'0,"-4"-23"-1588"0"0,1 0-1 0 0,0 1 0 0 0,1-1 0 0 0,0-1 1 0 0,8 20-1 0 0,-11-31-245 0 0,1-1 0 0 0,-1 1 0 0 0,0 0 0 0 0,1-1 0 0 0,-1 1 0 0 0,1 0 0 0 0,-1-1 0 0 0,1 1 0 0 0,-1 0 0 0 0,1-1 0 0 0,-1 1 0 0 0,1-1 0 0 0,-1 1 0 0 0,1-1 0 0 0,0 0 0 0 0,-1 1 0 0 0,1-1 1 0 0,0 1-1 0 0,-1-1 0 0 0,1 0 0 0 0,0 0 0 0 0,-1 1 0 0 0,1-1 0 0 0,0 0 0 0 0,0 0 0 0 0,1 0 0 0 0,-1 0 5 0 0,1 0 0 0 0,-1-1 0 0 0,1 1 0 0 0,-1-1 0 0 0,1 0 0 0 0,-1 1 0 0 0,0-1 0 0 0,0 0 0 0 0,1 0 0 0 0,-1 0 1 0 0,0 0-1 0 0,0 0 0 0 0,1-1 0 0 0,6-6 100 0 0,-2 0 0 0 0,1-1 1 0 0,5-10-1 0 0,-8 13 12 0 0,3-5 76 0 0,0 1-1 0 0,-1-2 1 0 0,0 1-1 0 0,-1-1 1 0 0,0 0-1 0 0,-1 0 1 0 0,3-14-1 0 0,-6 23-102 0 0,-1 0 0 0 0,1-1 0 0 0,-1 1 0 0 0,0 0 0 0 0,0 0 0 0 0,0-1 0 0 0,0 1 0 0 0,-1 0 0 0 0,1 0 0 0 0,-1 0 0 0 0,0 0 0 0 0,0-1 0 0 0,0 1 0 0 0,0 0 0 0 0,-1 0 0 0 0,1 1 0 0 0,-1-1 0 0 0,0 0 0 0 0,0 0 0 0 0,0 1 0 0 0,0-1 0 0 0,0 1 0 0 0,0 0 0 0 0,-1 0 0 0 0,1 0-1 0 0,-1 0 1 0 0,1 0 0 0 0,-1 0 0 0 0,0 0 0 0 0,0 1 0 0 0,0 0 0 0 0,0-1 0 0 0,-3 0 0 0 0,2 1-23 0 0,1 0 1 0 0,0 0-1 0 0,0 0 0 0 0,-1 1 0 0 0,1-1 1 0 0,0 1-1 0 0,-1-1 0 0 0,1 1 1 0 0,0 0-1 0 0,-1 1 0 0 0,1-1 0 0 0,0 1 1 0 0,-1-1-1 0 0,1 1 0 0 0,0 0 0 0 0,-1 0 1 0 0,1 0-1 0 0,0 1 0 0 0,0-1 0 0 0,0 1 1 0 0,0-1-1 0 0,0 1 0 0 0,1 0 0 0 0,-5 4 1 0 0,3-2-260 0 0,0 0 0 0 0,1 0 0 0 0,-1 1 0 0 0,1-1 0 0 0,0 1 0 0 0,-3 5 0 0 0,3-4-1009 0 0,0 1-1 0 0,0-1 0 0 0,1 1 0 0 0,-2 10 0 0 0,2-3-4911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14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7 13883 0 0,'0'0'34'0'0,"0"-1"0"0"0,0 1 0 0 0,0 0 0 0 0,0 0 0 0 0,0-1 0 0 0,0 1 0 0 0,0 0 0 0 0,0 0 0 0 0,0-1 0 0 0,0 1 0 0 0,0 0 0 0 0,0 0 0 0 0,0-1 0 0 0,0 1 0 0 0,-1 0 0 0 0,1 0 0 0 0,0 0 0 0 0,0-1 1 0 0,0 1-1 0 0,0 0 0 0 0,-1 0 0 0 0,1 0 0 0 0,0 0 0 0 0,0 0 0 0 0,0-1 0 0 0,-1 1 0 0 0,1 0 0 0 0,0 0 0 0 0,0 0 0 0 0,0 0 0 0 0,-1 0 0 0 0,1 0 0 0 0,0 0 0 0 0,0 0 0 0 0,-1 0 0 0 0,1 0 0 0 0,0 0 0 0 0,0 0 0 0 0,-1 0 0 0 0,1 0 0 0 0,-9 8 372 0 0,-7 19-286 0 0,15-26-57 0 0,0 1-51 0 0,-100 208 890 0 0,84-169-826 0 0,3 0 1 0 0,1 0 0 0 0,-10 61 0 0 0,15-43-81 0 0,2 0 0 0 0,3 0 0 0 0,6 66 0 0 0,12 26-1395 0 0,11-2-3360 0 0,-20-116 3095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15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14027 0 0,'1'3'120'0'0,"1"-1"1"0"0,-1 0-1 0 0,1-1 0 0 0,0 1 1 0 0,0 0-1 0 0,0 0 0 0 0,0-1 1 0 0,0 1-1 0 0,1-1 1 0 0,-1 0-1 0 0,0 1 0 0 0,1-1 1 0 0,-1 0-1 0 0,5 1 0 0 0,39 8 172 0 0,-42-9-178 0 0,19 3 37 0 0,2 0-1 0 0,-1-2 1 0 0,0 0-1 0 0,0-2 1 0 0,1-1 0 0 0,-1-1-1 0 0,0-1 1 0 0,0-1-1 0 0,0-1 1 0 0,39-14-1 0 0,-57 18-1895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15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5 10450 0 0,'0'0'35'0'0,"0"-1"-1"0"0,0 1 0 0 0,0 0 0 0 0,0 0 1 0 0,0 0-1 0 0,0-1 0 0 0,-1 1 1 0 0,1 0-1 0 0,0 0 0 0 0,0 0 0 0 0,0 0 1 0 0,0-1-1 0 0,0 1 0 0 0,0 0 1 0 0,0 0-1 0 0,0 0 0 0 0,0 0 0 0 0,-1-1 1 0 0,1 1-1 0 0,0 0 0 0 0,0 0 1 0 0,0 0-1 0 0,0 0 0 0 0,0 0 0 0 0,-1 0 1 0 0,1 0-1 0 0,0-1 0 0 0,0 1 0 0 0,0 0 1 0 0,-1 0-1 0 0,1 0 0 0 0,0 0 1 0 0,0 0-1 0 0,0 0 0 0 0,0 0 0 0 0,-1 0 1 0 0,1 0-1 0 0,0 0 0 0 0,0 0 1 0 0,0 0-1 0 0,-1 0 0 0 0,1 0 0 0 0,0 0 1 0 0,0 0-1 0 0,0 0 0 0 0,-1 0 1 0 0,1 0-1 0 0,0 1 0 0 0,0-1 0 0 0,0 0 1 0 0,-1 0-1 0 0,-15 9 1189 0 0,-14 17-173 0 0,7-1-780 0 0,2 1 0 0 0,0 1 0 0 0,2 0 0 0 0,2 2 0 0 0,0 0 0 0 0,2 1 1 0 0,1 1-1 0 0,1 0 0 0 0,2 1 0 0 0,1 0 0 0 0,2 1 0 0 0,-6 47 0 0 0,12-71-295 0 0,1 0 0 0 0,1 0 0 0 0,0 0-1 0 0,0 0 1 0 0,0 0 0 0 0,1 0 0 0 0,3 12-1 0 0,-3-19-34 0 0,-1 0 0 0 0,1 1 0 0 0,0-1 0 0 0,0 0 0 0 0,1 0 0 0 0,-1 1 0 0 0,0-1 0 0 0,1 0 0 0 0,-1 0 0 0 0,1 0 0 0 0,0-1 0 0 0,-1 1 0 0 0,1 0 0 0 0,0-1 0 0 0,0 1 0 0 0,0-1 0 0 0,0 1 0 0 0,1-1 0 0 0,-1 0 0 0 0,0 0 0 0 0,0 0 0 0 0,1 0 0 0 0,-1 0 0 0 0,1-1 0 0 0,-1 1 0 0 0,0-1 0 0 0,1 1 0 0 0,-1-1 0 0 0,1 0 0 0 0,3 0 0 0 0,1 0-187 0 0,0-1 0 0 0,1 1 0 0 0,-1-1-1 0 0,0 0 1 0 0,8-3 0 0 0,5-6-3977 0 0,-9 1-199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16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10594 0 0,'0'0'819'0'0,"14"3"819"0"0,-2 0-1513 0 0,-1-1 1 0 0,1 0 0 0 0,0-1-1 0 0,0 0 1 0 0,-1-1 0 0 0,1 0-1 0 0,16-3 1 0 0,5-3 65 0 0,39-12 1 0 0,12-3 588 0 0,-83 20-889 0 0,1 1 0 0 0,-1-1 0 0 0,1 1 0 0 0,0 0 0 0 0,-1 0 0 0 0,1 0-1 0 0,-1 0 1 0 0,1 0 0 0 0,0 0 0 0 0,-1 0 0 0 0,1 0 0 0 0,-1 0 0 0 0,1 1 0 0 0,-1-1-1 0 0,1 1 1 0 0,-1-1 0 0 0,1 1 0 0 0,-1 0 0 0 0,1-1 0 0 0,-1 1 0 0 0,0 0 0 0 0,1 0-1 0 0,-1 0 1 0 0,0 0 0 0 0,0 0 0 0 0,0 0 0 0 0,0 0 0 0 0,0 1 0 0 0,0-1 0 0 0,0 0-1 0 0,0 1 1 0 0,0-1 0 0 0,0 1 0 0 0,-1-1 0 0 0,1 0 0 0 0,-1 1 0 0 0,1 0 0 0 0,-1-1-1 0 0,1 4 1 0 0,0-2 254 0 0,0-1-1 0 0,0 1 0 0 0,1 0 1 0 0,-1-1-1 0 0,1 1 0 0 0,-1-1 1 0 0,1 1-1 0 0,0-1 0 0 0,3 3 1 0 0,-2-2 133 0 0,0 0 0 0 0,-1 0 0 0 0,0 0 0 0 0,0 0 0 0 0,0 0 0 0 0,3 6 0 0 0,-1 6-132 0 0,-1 0-1 0 0,0 0 0 0 0,-1 0 0 0 0,0 1 0 0 0,-2-1 1 0 0,1 0-1 0 0,-2 1 0 0 0,-3 19 0 0 0,0 38 43 0 0,4-59-178 0 0,0 2 239 0 0,7-31 342 0 0,-6 14-199 0 0,1-5 89 0 0,13-34 437 0 0,-7 15-349 0 0,2 0 0 0 0,1 1 0 0 0,1 0 0 0 0,17-27 0 0 0,-28 50-530 0 0,-1 0 0 0 0,1 1 0 0 0,-1-1 0 0 0,0 0 0 0 0,1 1 0 0 0,-1-1 0 0 0,1 1 0 0 0,-1-1 0 0 0,1 0 0 0 0,-1 1 0 0 0,1-1 0 0 0,0 1 0 0 0,-1 0 1 0 0,1-1-1 0 0,0 1 0 0 0,-1-1 0 0 0,1 1 0 0 0,0 0 0 0 0,-1 0 0 0 0,1-1 0 0 0,0 1 0 0 0,0 0 0 0 0,-1 0 0 0 0,2 0 0 0 0,-1 0-21 0 0,0 1-1 0 0,-1-1 0 0 0,1 1 0 0 0,0-1 1 0 0,-1 1-1 0 0,1 0 0 0 0,-1-1 0 0 0,1 1 1 0 0,-1-1-1 0 0,1 1 0 0 0,-1 0 0 0 0,0 0 1 0 0,1-1-1 0 0,-1 1 0 0 0,0 0 0 0 0,1-1 1 0 0,-1 1-1 0 0,0 0 0 0 0,0 1 0 0 0,2 9-130 0 0,0 1-1 0 0,-1 17 0 0 0,0-16-86 0 0,-1-13 165 0 0,-1 1 1 0 0,1 0-1 0 0,0 0 1 0 0,0 0-1 0 0,0 0 1 0 0,0 0-1 0 0,1 0 0 0 0,-1-1 1 0 0,0 1-1 0 0,0 0 1 0 0,0 0-1 0 0,1 0 1 0 0,-1 0-1 0 0,0 0 1 0 0,1-1-1 0 0,-1 1 1 0 0,1 0-1 0 0,-1 0 1 0 0,1-1-1 0 0,-1 1 1 0 0,1 0-1 0 0,-1-1 1 0 0,1 1-1 0 0,0-1 0 0 0,-1 1 1 0 0,1 0-1 0 0,0-1 1 0 0,0 0-1 0 0,-1 1 1 0 0,1-1-1 0 0,0 1 1 0 0,0-1-1 0 0,0 0 1 0 0,0 0-1 0 0,0 1 1 0 0,2-2-28 0 0,-1 1 0 0 0,1-1 0 0 0,-1 0 1 0 0,1 0-1 0 0,-1 0 0 0 0,0 0 0 0 0,0 0 0 0 0,1 0 1 0 0,-1-1-1 0 0,0 1 0 0 0,3-4 0 0 0,3-3 7 0 0,0 0 0 0 0,12-15 0 0 0,-15 16 181 0 0,1 0 1 0 0,0 0-1 0 0,0 1 1 0 0,1 0-1 0 0,11-9 1 0 0,-17 14-77 0 0,-1 1 0 0 0,0 0 0 0 0,1-1 1 0 0,-1 1-1 0 0,1 0 0 0 0,-1 0 0 0 0,1-1 1 0 0,-1 1-1 0 0,1 0 0 0 0,-1 0 0 0 0,1 0 1 0 0,-1-1-1 0 0,1 1 0 0 0,-1 0 0 0 0,1 0 0 0 0,-1 0 1 0 0,1 0-1 0 0,0 0 0 0 0,-1 0 0 0 0,1 0 1 0 0,-1 0-1 0 0,1 0 0 0 0,-1 1 0 0 0,1-1 1 0 0,-1 0-1 0 0,1 0 0 0 0,-1 0 0 0 0,1 1 0 0 0,0-1 1 0 0,0 1 2 0 0,0 0 1 0 0,-1 0 0 0 0,1 0-1 0 0,-1 0 1 0 0,1 0 0 0 0,-1 1 0 0 0,1-1-1 0 0,-1 0 1 0 0,0 0 0 0 0,0 0-1 0 0,1 0 1 0 0,-1 0 0 0 0,0 2-1 0 0,-3 45 273 0 0,2-40-287 0 0,1-7-99 0 0,-1 1 0 0 0,1 0 0 0 0,0-1 0 0 0,0 1 0 0 0,0-1 0 0 0,1 1 0 0 0,-1 0 0 0 0,0-1 0 0 0,0 1 0 0 0,1-1 0 0 0,-1 1 0 0 0,1 0 0 0 0,0-1 0 0 0,-1 0 0 0 0,1 1 0 0 0,0-1 0 0 0,0 1 0 0 0,0-1 0 0 0,0 0 0 0 0,0 0 1 0 0,2 3-1 0 0,0-3-163 0 0,-1 1 1 0 0,1-1 0 0 0,-1 0 0 0 0,1 1-1 0 0,-1-1 1 0 0,1 0 0 0 0,0 0 0 0 0,0-1-1 0 0,0 1 1 0 0,-1-1 0 0 0,6 1 0 0 0,1-1-553 0 0,0 0 0 0 0,0 0 0 0 0,0-1 0 0 0,0 0 0 0 0,0-1 0 0 0,0 0 0 0 0,9-4 0 0 0,-4 1 72 0 0,0-1 1 0 0,-1-1-1 0 0,0 0 1 0 0,-1-1 0 0 0,13-10-1 0 0,-20 15 806 0 0,-1-1-1 0 0,-1 1 1 0 0,1-1 0 0 0,-1 0-1 0 0,1-1 1 0 0,-1 1-1 0 0,5-9 1 0 0,-7 10 209 0 0,0 1-1 0 0,0-1 1 0 0,0 1 0 0 0,-1-1 0 0 0,1 0-1 0 0,-1 0 1 0 0,1 1 0 0 0,-1-1-1 0 0,0 0 1 0 0,0 0 0 0 0,0 0 0 0 0,0 1-1 0 0,-1-1 1 0 0,1 0 0 0 0,-2-5-1 0 0,1 7-137 0 0,1-1 0 0 0,-1 1 0 0 0,0-1 0 0 0,0 1 0 0 0,1-1-1 0 0,-1 1 1 0 0,0-1 0 0 0,0 1 0 0 0,-1 0 0 0 0,1 0 0 0 0,0-1-1 0 0,0 1 1 0 0,0 0 0 0 0,-1 0 0 0 0,1 0 0 0 0,-1 1 0 0 0,1-1-1 0 0,-1 0 1 0 0,-1 0 0 0 0,0 0 7 0 0,0 0 0 0 0,-1 0 0 0 0,1 0 0 0 0,-1 1 0 0 0,1 0 0 0 0,-1-1 0 0 0,1 1 0 0 0,-7 1 0 0 0,2 0-49 0 0,1 1 1 0 0,-1 0 0 0 0,1 0-1 0 0,-1 0 1 0 0,1 1 0 0 0,0 0-1 0 0,-12 7 1 0 0,12-5-90 0 0,-1 1 0 0 0,1 1 0 0 0,1-1 0 0 0,0 1 1 0 0,-1 0-1 0 0,2 0 0 0 0,-1 1 0 0 0,1-1 0 0 0,-7 16 0 0 0,9-17-52 0 0,0 0 0 0 0,1 1 1 0 0,-1 0-1 0 0,1-1 0 0 0,1 1 0 0 0,-1 0 1 0 0,1 0-1 0 0,0 0 0 0 0,1 0 0 0 0,-1 0 0 0 0,1 0 1 0 0,1 0-1 0 0,1 11 0 0 0,-1-16-17 0 0,0 1 0 0 0,0-1 1 0 0,0 0-1 0 0,0 1 0 0 0,1-1 0 0 0,-1 0 0 0 0,1 0 0 0 0,-1 0 0 0 0,1 0 0 0 0,0 0 1 0 0,0 0-1 0 0,0-1 0 0 0,0 1 0 0 0,0 0 0 0 0,0-1 0 0 0,0 0 0 0 0,0 1 0 0 0,1-1 0 0 0,-1 0 1 0 0,0 0-1 0 0,1 0 0 0 0,-1-1 0 0 0,1 1 0 0 0,-1-1 0 0 0,1 1 0 0 0,-1-1 0 0 0,1 0 1 0 0,-1 0-1 0 0,1 0 0 0 0,3 0 0 0 0,5-1-96 0 0,-1 0-1 0 0,1 0 1 0 0,-1-1-1 0 0,1 0 1 0 0,-1-1 0 0 0,10-4-1 0 0,-7 2 41 0 0,-1 0 0 0 0,-1-1 0 0 0,1 0 1 0 0,13-11-1 0 0,-20 14 89 0 0,-1 0 0 0 0,0-1 0 0 0,0 1-1 0 0,0-1 1 0 0,-1 0 0 0 0,1-1 0 0 0,-1 1 0 0 0,0-1 0 0 0,0 1 0 0 0,0-1 0 0 0,-1 0 0 0 0,0 0 0 0 0,2-6 0 0 0,-4 10 23 0 0,1 0 0 0 0,-1 0 0 0 0,0 0-1 0 0,0 0 1 0 0,0 0 0 0 0,0 0 0 0 0,0 0 0 0 0,-1 0 0 0 0,1 0-1 0 0,0 0 1 0 0,0 0 0 0 0,-1 0 0 0 0,1 0 0 0 0,0 1 0 0 0,-2-3-1 0 0,2 3-4 0 0,0 0 0 0 0,0-1 0 0 0,0 1-1 0 0,-1 0 1 0 0,1 0 0 0 0,0 0-1 0 0,0-1 1 0 0,0 1 0 0 0,0 0-1 0 0,-1 0 1 0 0,1 0 0 0 0,0 0-1 0 0,0 0 1 0 0,-1 0 0 0 0,1-1-1 0 0,0 1 1 0 0,0 0 0 0 0,0 0-1 0 0,-1 0 1 0 0,1 0 0 0 0,0 0-1 0 0,0 0 1 0 0,-1 0 0 0 0,1 0 0 0 0,0 0-1 0 0,0 0 1 0 0,-1 0 0 0 0,1 0-1 0 0,0 0 1 0 0,0 0 0 0 0,-1 0-1 0 0,1 0 1 0 0,0 1 0 0 0,0-1-1 0 0,0 0 1 0 0,-1 0 0 0 0,1 0-1 0 0,0 0 1 0 0,0 0 0 0 0,0 0-1 0 0,-1 1 1 0 0,1-1 0 0 0,0 0 0 0 0,0 0-1 0 0,0 0 1 0 0,0 1 0 0 0,-1-1-1 0 0,1 0 1 0 0,0 0 0 0 0,0 0-1 0 0,0 1 1 0 0,0-1 0 0 0,0 0-1 0 0,0 0 1 0 0,0 1 0 0 0,0-1-1 0 0,0 0 1 0 0,0 0 0 0 0,0 1-1 0 0,0-1 1 0 0,0 0 0 0 0,0 1 0 0 0,-1 2 84 0 0,0 1-90 0 0,0 0 0 0 0,1 0 0 0 0,0 0 0 0 0,0 0 0 0 0,0 0 0 0 0,1 0 0 0 0,-1 0 0 0 0,1 0 0 0 0,1 4 0 0 0,-1-6-119 0 0,-1 0-1 0 0,1 0 1 0 0,-1 0 0 0 0,1 0 0 0 0,-1 0-1 0 0,1 0 1 0 0,0 0 0 0 0,0 0 0 0 0,0-1-1 0 0,0 1 1 0 0,0 0 0 0 0,1-1 0 0 0,-1 1-1 0 0,1-1 1 0 0,-1 1 0 0 0,0-1 0 0 0,1 0-1 0 0,0 1 1 0 0,2 0 0 0 0,-2-2-77 0 0,0 0 0 0 0,0 0 0 0 0,0 0 0 0 0,0 0 0 0 0,0 0 1 0 0,0-1-1 0 0,0 1 0 0 0,0-1 0 0 0,0 1 0 0 0,-1-1 0 0 0,1 0 0 0 0,0 0 0 0 0,0 0 0 0 0,0 0 1 0 0,-1 0-1 0 0,1 0 0 0 0,0-1 0 0 0,-1 1 0 0 0,1 0 0 0 0,1-3 0 0 0,29-33-1307 0 0,-29 32 1238 0 0,13-17-1069 0 0,-9 11 1702 0 0,1 1 1 0 0,0 0-1 0 0,0 0 1 0 0,1 0-1 0 0,13-10 1 0 0,-19 18-214 0 0,0 0 0 0 0,1 0 0 0 0,-1 0 0 0 0,1 0 1 0 0,-1 1-1 0 0,1 0 0 0 0,-1-1 0 0 0,1 1 0 0 0,0 0 0 0 0,-1 1 1 0 0,1-1-1 0 0,0 1 0 0 0,0 0 0 0 0,-1 0 0 0 0,1 0 1 0 0,0 0-1 0 0,0 0 0 0 0,0 1 0 0 0,-1 0 0 0 0,1 0 1 0 0,0 0-1 0 0,-1 0 0 0 0,4 2 0 0 0,3 1 22 0 0,0 1 0 0 0,0 0 0 0 0,-1 1 0 0 0,0 0-1 0 0,0 0 1 0 0,0 1 0 0 0,-1 0 0 0 0,14 16 0 0 0,-17-17-165 0 0,-1-1 0 0 0,0 1 0 0 0,0 1 0 0 0,0-1 0 0 0,-1 0 0 0 0,0 1 0 0 0,0 0 0 0 0,0 0 0 0 0,-1 0 0 0 0,0 0 0 0 0,-1 0 0 0 0,1 0 0 0 0,-1 0 1 0 0,0 9-1 0 0,0-41-3165 0 0,9-50 0 0 0,0 27 3223 0 0,26-75 0 0 0,-27 105 746 0 0,-7 15-562 0 0,-1 0-1 0 0,1 0 1 0 0,-1 0 0 0 0,1 0 0 0 0,-1 0 0 0 0,0 0 0 0 0,0 0-1 0 0,0-5 1 0 0,-5 10 197 0 0,-1 1 0 0 0,1 0-1 0 0,0 1 1 0 0,0-1 0 0 0,-5 7-1 0 0,-149 170 408 0 0,40-42-790 0 0,97-115-1231 0 0,-26 39 0 0 0,37-46-6116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51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14 161 5529 0 0,'1'-1'249'0'0,"-1"0"0"0"0,1 0 0 0 0,-1 0 0 0 0,1 0 0 0 0,-1 0 0 0 0,0 0 0 0 0,0 0 0 0 0,1 0 0 0 0,-1 0 0 0 0,0 0 0 0 0,0 0 0 0 0,0 0 0 0 0,0 0 0 0 0,0 0 0 0 0,0 0 0 0 0,0 0 0 0 0,-1 0 0 0 0,1-1 0 0 0,-7-23 4188 0 0,5 17-4113 0 0,1 5-203 0 0,-1-2 346 0 0,1 1 0 0 0,0-1-1 0 0,0 1 1 0 0,1-1 0 0 0,-1 1 0 0 0,1-6-1 0 0,0 9-370 0 0,0-1 0 0 0,1 1 0 0 0,-1 0-1 0 0,0 0 1 0 0,0 0 0 0 0,1 0 0 0 0,-1 0 0 0 0,1 0 0 0 0,-1 0-1 0 0,1 0 1 0 0,0 1 0 0 0,-1-1 0 0 0,1 0 0 0 0,0 0-1 0 0,-1 0 1 0 0,1 1 0 0 0,0-1 0 0 0,0 0 0 0 0,0 1-1 0 0,0-1 1 0 0,0 0 0 0 0,0 1 0 0 0,0-1 0 0 0,0 1 0 0 0,0 0-1 0 0,0-1 1 0 0,0 1 0 0 0,0 0 0 0 0,0 0 0 0 0,0-1-1 0 0,2 1 1 0 0,28-3 241 0 0,45 2-1 0 0,13-2-95 0 0,268-34-1679 0 0,-321 37-1847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52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9674 0 0,'5'37'6859'0'0,"-3"-25"-6728"0"0,1 1 1 0 0,-2-1-1 0 0,0 0 1 0 0,-1 20-1 0 0,0-7 76 0 0,-13 279 393 0 0,-1-67-425 0 0,14-230-181 0 0,-1 23-79 0 0,2 0-1 0 0,7 52 1 0 0,-7-73 102 0 0,1-1 0 0 0,0 0 0 0 0,1 1 0 0 0,0-1 0 0 0,0-1 0 0 0,1 1 1 0 0,-1 0-1 0 0,2-1 0 0 0,-1 0 0 0 0,1 0 0 0 0,0 0 0 0 0,1 0 0 0 0,0-1 0 0 0,9 8 1 0 0,-9-9 37 0 0,0-1 0 0 0,0 0 0 0 0,0-1 1 0 0,1 1-1 0 0,-1-1 0 0 0,1-1 1 0 0,0 1-1 0 0,0-1 0 0 0,0 0 1 0 0,8 0-1 0 0,-3 0 82 0 0,0-1-1 0 0,0-1 1 0 0,1 0-1 0 0,-1-1 1 0 0,16-3-1 0 0,9-4 139 0 0,0-2 0 0 0,62-26-1 0 0,-95 35-285 0 0,209-96 1161 0 0,-199 93-1081 0 0,0-2 1 0 0,0 0 0 0 0,0-1-1 0 0,-1 0 1 0 0,0-1 0 0 0,0-1-1 0 0,11-10 1 0 0,-24 19-76 0 0,0 0 1 0 0,1 0-1 0 0,-1 0 1 0 0,0 0-1 0 0,0 0 0 0 0,1-1 1 0 0,-1 1-1 0 0,0 0 0 0 0,0 0 1 0 0,0 0-1 0 0,0-1 0 0 0,1 1 1 0 0,-1 0-1 0 0,0 0 1 0 0,0-1-1 0 0,0 1 0 0 0,0 0 1 0 0,0 0-1 0 0,0-1 0 0 0,0 1 1 0 0,0 0-1 0 0,0 0 1 0 0,0-1-1 0 0,0 1 0 0 0,0 0 1 0 0,0-1-1 0 0,0 1 0 0 0,0 0 1 0 0,0 0-1 0 0,0-1 0 0 0,0 1 1 0 0,0 0-1 0 0,0 0 1 0 0,0-1-1 0 0,0 1 0 0 0,0 0 1 0 0,0 0-1 0 0,-1-1 0 0 0,1 1 1 0 0,0 0-1 0 0,0 0 0 0 0,0 0 1 0 0,0-1-1 0 0,-1 1 1 0 0,1 0-1 0 0,0 0 0 0 0,0 0 1 0 0,0 0-1 0 0,-1-1 0 0 0,1 1 1 0 0,0 0-1 0 0,0 0 1 0 0,-1 0-1 0 0,1 0 0 0 0,0 0 1 0 0,0 0-1 0 0,-1 0 0 0 0,1 0 1 0 0,0 0-1 0 0,-1 0 0 0 0,1 0 1 0 0,0 0-1 0 0,0 0 1 0 0,-1 0-1 0 0,1 0 0 0 0,0 0 1 0 0,-1 0-1 0 0,-26-1-1466 0 0,18 2 301 0 0,-7-2-705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5:52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10 137 14747 0 0,'-9'3'1436'0'0,"10"-8"88"0"0,13-9 383 0 0,3 3-1698 0 0,1 1 1 0 0,0 1-1 0 0,0 0 1 0 0,1 1 0 0 0,28-7-1 0 0,103-19 728 0 0,-127 29-788 0 0,28-3 137 0 0,0 2 1 0 0,53 0-1 0 0,103 11-69 0 0,-198-5-216 0 0,-3 0-12 0 0,1 1-1 0 0,-1 0 1 0 0,0 0-1 0 0,1 1 0 0 0,7 2 1 0 0,-13 0-695 0 0,-7 2 166 0 0,-9 1-1336 0 0,3-4 269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9:12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13 635 9674 0 0,'-1'0'95'0'0,"0"1"-1"0"0,1-1 1 0 0,-1 0 0 0 0,0 1-1 0 0,1-1 1 0 0,-1 0 0 0 0,0 1-1 0 0,1-1 1 0 0,-1 1 0 0 0,1-1-1 0 0,-1 1 1 0 0,0-1 0 0 0,1 1-1 0 0,0 0 1 0 0,-1-1 0 0 0,1 1-1 0 0,-1-1 1 0 0,1 1 0 0 0,0 0-1 0 0,-1 0 1 0 0,1-1 0 0 0,0 1-1 0 0,0 0 1 0 0,-1-1 0 0 0,1 1-1 0 0,0 0 1 0 0,0 0 0 0 0,0 0-1 0 0,0-1 1 0 0,0 1 0 0 0,0 0-1 0 0,0 0 1 0 0,0-1 0 0 0,1 1-1 0 0,-1 0 1 0 0,0 0 0 0 0,0-1-1 0 0,1 1 1 0 0,-1 0 0 0 0,0-1-1 0 0,1 1 1 0 0,-1 0 0 0 0,1-1-1 0 0,-1 1 1 0 0,0-1 0 0 0,1 1-1 0 0,0 0 1 0 0,-1-1 0 0 0,1 1-1 0 0,-1-1 1 0 0,1 0 0 0 0,0 1-1 0 0,-1-1 1 0 0,1 1 0 0 0,0-1-1 0 0,-1 0 1 0 0,1 1 0 0 0,0-1-1 0 0,0 0 1 0 0,-1 0 0 0 0,1 0-1 0 0,1 0 1 0 0,1 0-18 0 0,-1-1 1 0 0,1 1-1 0 0,-1-1 1 0 0,1 0-1 0 0,0 0 1 0 0,-1 0-1 0 0,1 0 1 0 0,-1 0-1 0 0,0-1 0 0 0,0 1 1 0 0,1-1-1 0 0,-1 0 1 0 0,0 0-1 0 0,0 1 1 0 0,0-1-1 0 0,2-4 1 0 0,30-41 589 0 0,-23 31-505 0 0,71-119-134 0 0,-74 121-28 0 0,6-14 103 0 0,-1-1 0 0 0,-1-1 0 0 0,-1 0 0 0 0,-2-1 0 0 0,-1 0 1 0 0,-2 0-1 0 0,-1 0 0 0 0,2-59 0 0 0,-7 81 1 0 0,0 1 0 0 0,-1 0 1 0 0,0 0-1 0 0,0 0 0 0 0,-1 0 0 0 0,0 0 1 0 0,-4-8-1 0 0,6 14-72 0 0,0 1 1 0 0,-1-1-1 0 0,1 1 1 0 0,-1 0-1 0 0,0-1 1 0 0,0 1-1 0 0,1 0 1 0 0,-1-1-1 0 0,0 1 1 0 0,0 0-1 0 0,0 0 1 0 0,0 0-1 0 0,0-1 1 0 0,-1 1-1 0 0,1 0 1 0 0,0 1-1 0 0,0-1 1 0 0,-1 0-1 0 0,1 0 1 0 0,0 0-1 0 0,-1 1 1 0 0,1-1-1 0 0,-1 1 0 0 0,1-1 1 0 0,-1 1-1 0 0,1 0 1 0 0,-1 0-1 0 0,1-1 1 0 0,-1 1-1 0 0,0 0 1 0 0,1 0-1 0 0,-1 0 1 0 0,1 1-1 0 0,-1-1 1 0 0,1 0-1 0 0,-1 1 1 0 0,1-1-1 0 0,-1 0 1 0 0,1 1-1 0 0,-1 0 1 0 0,1-1-1 0 0,0 1 1 0 0,-2 1-1 0 0,-2 1-9 0 0,0 1 0 0 0,1 0 0 0 0,-1 0 0 0 0,1 0 0 0 0,0 1 0 0 0,0-1 0 0 0,1 1 1 0 0,-1 0-1 0 0,1 0 0 0 0,0 0 0 0 0,0 1 0 0 0,-3 8 0 0 0,-1 5-92 0 0,1-1 1 0 0,-6 31 0 0 0,8-27-28 0 0,2 1 0 0 0,0-1 0 0 0,1 1 0 0 0,1-1 0 0 0,1 1 0 0 0,1-1 0 0 0,1 1 1 0 0,6 24-1 0 0,-5-36-3 0 0,-1 0 1 0 0,1-1-1 0 0,0 1 1 0 0,1-1-1 0 0,1 0 1 0 0,-1-1-1 0 0,1 1 1 0 0,9 8-1 0 0,-10-12 11 0 0,0-1 0 0 0,1 1-1 0 0,-1-1 1 0 0,1-1 0 0 0,1 1 0 0 0,-1-1 0 0 0,1 0-1 0 0,-1-1 1 0 0,1 1 0 0 0,0-1 0 0 0,1-1-1 0 0,13 4 1 0 0,-16-5 38 0 0,0 0 0 0 0,0-1 0 0 0,0 0 0 0 0,0 0 0 0 0,1 0 0 0 0,-1-1 0 0 0,0 0 0 0 0,0 0-1 0 0,0 0 1 0 0,0 0 0 0 0,0-1 0 0 0,-1 0 0 0 0,1 0 0 0 0,0 0 0 0 0,-1-1 0 0 0,1 1 0 0 0,-1-1 0 0 0,0 0 0 0 0,0 0-1 0 0,0-1 1 0 0,0 1 0 0 0,-1-1 0 0 0,1 0 0 0 0,3-5 0 0 0,-3 4-118 0 0,0-1-1 0 0,0 0 1 0 0,-1 1 0 0 0,0-2 0 0 0,0 1-1 0 0,0 0 1 0 0,-1 0 0 0 0,0-1 0 0 0,0 1 0 0 0,0-1-1 0 0,-1 0 1 0 0,0 1 0 0 0,-1-1 0 0 0,1 0-1 0 0,-1 0 1 0 0,0 0 0 0 0,-1 1 0 0 0,-1-9-1 0 0,-7-10-4845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9:12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27 5065 0 0,'-5'1'293'0'0,"0"0"0"0"0,1 0-1 0 0,-1 0 1 0 0,0 0 0 0 0,1 1-1 0 0,-1 0 1 0 0,1 0 0 0 0,-1 0 0 0 0,1 0-1 0 0,0 1 1 0 0,0-1 0 0 0,0 1-1 0 0,0 0 1 0 0,0 1 0 0 0,1-1 0 0 0,-4 5-1 0 0,5-6-252 0 0,1-1 0 0 0,0 1-1 0 0,-1-1 1 0 0,1 1 0 0 0,0 0-1 0 0,0-1 1 0 0,0 1 0 0 0,0 0-1 0 0,1 0 1 0 0,-1 0 0 0 0,0-1-1 0 0,1 1 1 0 0,-1 0-1 0 0,1 0 1 0 0,0 0 0 0 0,0 0-1 0 0,0 0 1 0 0,0 0 0 0 0,0 0-1 0 0,0 0 1 0 0,0 0 0 0 0,1 0-1 0 0,-1 0 1 0 0,0 0 0 0 0,1 0-1 0 0,0 0 1 0 0,0 0 0 0 0,-1-1-1 0 0,1 1 1 0 0,0 0 0 0 0,0-1-1 0 0,1 1 1 0 0,-1 0 0 0 0,0-1-1 0 0,0 1 1 0 0,1-1 0 0 0,-1 0-1 0 0,1 1 1 0 0,-1-1 0 0 0,1 0-1 0 0,0 0 1 0 0,2 1 0 0 0,2 2 51 0 0,1-2 0 0 0,-1 1 0 0 0,1-1 0 0 0,-1 0 0 0 0,1 0 0 0 0,0-1 0 0 0,-1 0 0 0 0,1 0 0 0 0,0 0 0 0 0,0-1 0 0 0,0 0 0 0 0,0-1 1 0 0,-1 1-1 0 0,1-1 0 0 0,7-3 0 0 0,10-1 481 0 0,0-2 0 0 0,42-18 1 0 0,-37 11 690 0 0,44-29 1 0 0,8-4 145 0 0,-77 44-1393 0 0,1 1 0 0 0,0 0 1 0 0,0 1-1 0 0,10-3 0 0 0,-13 3-179 0 0,-1 1 1 0 0,1 0-1 0 0,-1 0 1 0 0,1 0-1 0 0,-1 0 1 0 0,1 0-1 0 0,-1 0 1 0 0,1 0-1 0 0,0 0 1 0 0,-1 1-1 0 0,0-1 1 0 0,1 1-1 0 0,-1-1 1 0 0,1 1 0 0 0,-1-1-1 0 0,0 1 1 0 0,1 0-1 0 0,-1 0 1 0 0,0 0-1 0 0,0 0 1 0 0,2 1-1 0 0,4 6-1397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9:14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62 3225 0 0,'2'-1'32'0'0,"15"-1"13531"0"0,-20 58-13417 0 0,6 88 0 0 0,0-62-156 0 0,6 45 325 0 0,-9-126-119 0 0,0-3 3 0 0,1-9 177 0 0,-3-15 61 0 0,-11-57 685 0 0,5 40-838 0 0,1-1-1 0 0,3 0 1 0 0,1-62 0 0 0,3 105-316 0 0,0 1 1 0 0,0-1-1 0 0,0 0 0 0 0,0 0 1 0 0,0 0-1 0 0,0 0 0 0 0,0 0 1 0 0,0 0-1 0 0,1 0 0 0 0,-1 0 1 0 0,0 1-1 0 0,1-1 0 0 0,-1 0 1 0 0,0 0-1 0 0,1 0 0 0 0,-1 1 1 0 0,1-1-1 0 0,0 0 0 0 0,-1 0 1 0 0,1 1-1 0 0,-1-1 1 0 0,1 0-1 0 0,0 1 0 0 0,0-1 1 0 0,-1 1-1 0 0,1-1 0 0 0,0 1 1 0 0,0-1-1 0 0,0 1 0 0 0,-1 0 1 0 0,1-1-1 0 0,0 1 0 0 0,0 0 1 0 0,0 0-1 0 0,0 0 0 0 0,0 0 1 0 0,0-1-1 0 0,0 1 1 0 0,0 0-1 0 0,0 1 0 0 0,-1-1 1 0 0,3 0-1 0 0,4 2-534 0 0,0 0 0 0 0,0 0 0 0 0,0 1 0 0 0,11 5 0 0 0,6 2-780 0 0,-14-7 705 0 0,1-1 1 0 0,-1 0 0 0 0,1-1 0 0 0,0 0-1 0 0,0-1 1 0 0,0 0 0 0 0,-1-1-1 0 0,1 0 1 0 0,0-1 0 0 0,-1 0 0 0 0,16-5-1 0 0,-17 4 526 0 0,-1 0 0 0 0,1-1 0 0 0,-1 0 0 0 0,0 0 0 0 0,0-1 0 0 0,-1 0 0 0 0,1-1 0 0 0,9-9-1 0 0,-15 14 361 0 0,-1-1-1 0 0,0 1 0 0 0,0-1 0 0 0,0 1 0 0 0,1-1 0 0 0,-2 0 0 0 0,1 1 1 0 0,0-1-1 0 0,0 0 0 0 0,0 0 0 0 0,-1 0 0 0 0,1 1 0 0 0,-1-1 0 0 0,0 0 1 0 0,1 0-1 0 0,-1 0 0 0 0,0 0 0 0 0,0 0 0 0 0,0 0 0 0 0,0 0 0 0 0,-1-2 1 0 0,0 3-127 0 0,1 0 0 0 0,0 0 1 0 0,-1-1-1 0 0,1 1 1 0 0,-1 0-1 0 0,0 0 1 0 0,1 1-1 0 0,-1-1 0 0 0,0 0 1 0 0,0 0-1 0 0,1 0 1 0 0,-1 0-1 0 0,0 1 0 0 0,0-1 1 0 0,0 0-1 0 0,0 1 1 0 0,0-1-1 0 0,0 1 1 0 0,0-1-1 0 0,0 1 0 0 0,0-1 1 0 0,0 1-1 0 0,0 0 1 0 0,-1-1-1 0 0,1 1 1 0 0,0 0-1 0 0,0 0 0 0 0,0 0 1 0 0,0 0-1 0 0,-1 0 1 0 0,1 0-1 0 0,0 0 0 0 0,0 0 1 0 0,0 1-1 0 0,0-1 1 0 0,-2 1-1 0 0,1 0-59 0 0,0 0 1 0 0,0 0-1 0 0,0 0 0 0 0,0 0 0 0 0,0 0 1 0 0,0 0-1 0 0,1 1 0 0 0,-1-1 0 0 0,0 1 0 0 0,1-1 1 0 0,-1 1-1 0 0,1 0 0 0 0,-1 0 0 0 0,1-1 1 0 0,0 1-1 0 0,-2 3 0 0 0,-16 38 236 0 0,16-34-269 0 0,-3 5 21 0 0,-10 29-60 0 0,-14 50 0 0 0,27-80-5 0 0,0 0 0 0 0,1 1 1 0 0,1 0-1 0 0,0-1 0 0 0,0 1 0 0 0,1 0 0 0 0,1 0 0 0 0,3 18 0 0 0,-3-29 16 0 0,-1 0-1 0 0,1 0 1 0 0,0-1-1 0 0,0 1 0 0 0,0 0 1 0 0,0 0-1 0 0,1 0 1 0 0,-1-1-1 0 0,1 1 0 0 0,0-1 1 0 0,-1 1-1 0 0,1-1 0 0 0,0 0 1 0 0,1 0-1 0 0,-1 0 1 0 0,0 0-1 0 0,0 0 0 0 0,1 0 1 0 0,-1 0-1 0 0,1-1 1 0 0,0 1-1 0 0,-1-1 0 0 0,1 0 1 0 0,0 0-1 0 0,0 0 0 0 0,0 0 1 0 0,0 0-1 0 0,0-1 1 0 0,0 1-1 0 0,0-1 0 0 0,0 0 1 0 0,0 0-1 0 0,0 0 1 0 0,0 0-1 0 0,0-1 0 0 0,0 1 1 0 0,0-1-1 0 0,0 1 1 0 0,0-1-1 0 0,-1 0 0 0 0,1 0 1 0 0,0-1-1 0 0,0 1 0 0 0,-1-1 1 0 0,1 1-1 0 0,-1-1 1 0 0,1 0-1 0 0,-1 0 0 0 0,4-3 1 0 0,6-7 18 0 0,-1 0 0 0 0,0-1 0 0 0,0 0 1 0 0,-1-1-1 0 0,-1 0 0 0 0,0-1 0 0 0,9-22 0 0 0,-13 26 82 0 0,-1 0 0 0 0,-1 0 0 0 0,0 0 0 0 0,0 0 0 0 0,-1 0 0 0 0,-1-1 0 0 0,0 1-1 0 0,0-1 1 0 0,-1 1 0 0 0,0-1 0 0 0,-5-21 0 0 0,5 30 51 0 0,-1 0 0 0 0,0 1 0 0 0,0-1 0 0 0,0 0 0 0 0,0 0 0 0 0,-1 1 0 0 0,-2-5 0 0 0,4 7-120 0 0,0 0 0 0 0,0-1 0 0 0,0 1 0 0 0,-1 0 0 0 0,1 0 0 0 0,0 0 0 0 0,0-1 1 0 0,0 1-1 0 0,-1 0 0 0 0,1 0 0 0 0,0 0 0 0 0,0 0 0 0 0,0 0 0 0 0,-1-1 0 0 0,1 1 0 0 0,0 0 0 0 0,0 0 0 0 0,-1 0 0 0 0,1 0 0 0 0,0 0 0 0 0,-1 0 0 0 0,1 0 0 0 0,0 0 0 0 0,0 0 0 0 0,-1 0 0 0 0,1 0 0 0 0,0 0 0 0 0,0 0 0 0 0,-1 0 0 0 0,1 0 0 0 0,-7 14 442 0 0,4-3-624 0 0,1 1-1 0 0,0 0 1 0 0,1 0 0 0 0,0-1-1 0 0,1 1 1 0 0,0 0 0 0 0,1 0-1 0 0,1 0 1 0 0,0 0 0 0 0,0-1-1 0 0,7 20 1 0 0,-8-29 2 0 0,-1 0 1 0 0,1 0 0 0 0,0-1-1 0 0,0 1 1 0 0,0 0 0 0 0,0 0-1 0 0,0-1 1 0 0,1 1 0 0 0,-1-1-1 0 0,0 1 1 0 0,1-1-1 0 0,-1 0 1 0 0,1 1 0 0 0,0-1-1 0 0,-1 0 1 0 0,1 0 0 0 0,0 0-1 0 0,0 0 1 0 0,0 0 0 0 0,1 0-1 0 0,0-1-48 0 0,0 1 0 0 0,0-1 0 0 0,0 0-1 0 0,-1 0 1 0 0,1 0 0 0 0,0 0 0 0 0,0-1 0 0 0,-1 1-1 0 0,1-1 1 0 0,0 0 0 0 0,0 1 0 0 0,4-3 0 0 0,0-1-132 0 0,1 0 1 0 0,-1 0-1 0 0,0-1 1 0 0,-1 0 0 0 0,1 0-1 0 0,-1 0 1 0 0,0-1 0 0 0,9-11-1 0 0,15-20 177 0 0,-20 27 113 0 0,-1-1-1 0 0,0 0 0 0 0,-1-1 1 0 0,0 0-1 0 0,8-17 0 0 0,-5-5 1436 0 0,-11 31-1264 0 0,1 1 0 0 0,0-1 0 0 0,-1 1 0 0 0,0-1 0 0 0,0 0 0 0 0,1 1 0 0 0,-1-1 0 0 0,-1 1 0 0 0,1-1 0 0 0,0 1 0 0 0,-1-4 0 0 0,0 6-65 0 0,1 0 0 0 0,0 0 0 0 0,0 0 0 0 0,0 0 1 0 0,0 0-1 0 0,-1 0 0 0 0,1-1 0 0 0,0 1 0 0 0,0 0 0 0 0,0 0 0 0 0,0 0 0 0 0,0 0 0 0 0,0 0 0 0 0,0-1 0 0 0,-1 1 0 0 0,1 0 0 0 0,0 0 0 0 0,0 0 0 0 0,0-1 1 0 0,0 1-1 0 0,0 0 0 0 0,0 0 0 0 0,0 0 0 0 0,0 0 0 0 0,0-1 0 0 0,0 1 0 0 0,0 0 0 0 0,0 0 0 0 0,0 0 0 0 0,0-1 0 0 0,0 1 0 0 0,0 0 0 0 0,0 0 1 0 0,0 0-1 0 0,0 0 0 0 0,1-1 0 0 0,-1 1 0 0 0,0 0 0 0 0,0 0 0 0 0,0 0 0 0 0,0 0 0 0 0,0-1 0 0 0,0 1 0 0 0,0 0 0 0 0,1 0 0 0 0,-1 0 0 0 0,0 0 0 0 0,0 0 1 0 0,0 0-1 0 0,0-1 0 0 0,1 1 0 0 0,-1 0 0 0 0,0 0 0 0 0,0 0 0 0 0,0 0 0 0 0,11 3 2092 0 0,-8-1-2790 0 0,-2-1 674 0 0,1 0 1 0 0,-1 1-1 0 0,0-1 0 0 0,0 1 1 0 0,0-1-1 0 0,-1 1 0 0 0,1-1 1 0 0,0 1-1 0 0,0 0 0 0 0,-1-1 1 0 0,1 1-1 0 0,-1 0 0 0 0,0-1 1 0 0,1 4-1 0 0,0 1 96 0 0,11 28 16 0 0,-2 0 0 0 0,-2 1 0 0 0,7 52-1 0 0,-15-82-318 0 0,0 0 0 0 0,1 0 0 0 0,0 0 0 0 0,0 0 0 0 0,0 0 0 0 0,1-1 0 0 0,4 10 0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9:15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0 154 3225 0 0,'1'-5'6325'0'0,"4"-14"-4007"0"0,20-44 1013 0 0,-22 57-3037 0 0,1-1 0 0 0,-1 1 0 0 0,1 0 0 0 0,0 0 0 0 0,1 0 0 0 0,0 1-1 0 0,7-7 1 0 0,-11 11-262 0 0,0 0 0 0 0,1-1 0 0 0,-1 1 0 0 0,1 0 0 0 0,-1 0 0 0 0,1 0-1 0 0,-1 1 1 0 0,1-1 0 0 0,0 0 0 0 0,-1 1 0 0 0,1-1 0 0 0,0 1 0 0 0,-1-1 0 0 0,1 1-1 0 0,0 0 1 0 0,0 0 0 0 0,0-1 0 0 0,-1 2 0 0 0,1-1 0 0 0,0 0 0 0 0,2 0-1 0 0,-2 1 3 0 0,1 0 0 0 0,-1 1 0 0 0,0-1 0 0 0,0 0 0 0 0,0 0-1 0 0,0 1 1 0 0,0 0 0 0 0,0-1 0 0 0,0 1 0 0 0,0 0 0 0 0,-1 0-1 0 0,1 0 1 0 0,1 3 0 0 0,3 5 37 0 0,0 0-1 0 0,-1 0 1 0 0,-1 1-1 0 0,0 0 1 0 0,4 14-1 0 0,12 76 45 0 0,-15-69-68 0 0,1 0 0 0 0,16 44 0 0 0,-22-75-144 0 0,0 0-1 0 0,0 0 1 0 0,0 0-1 0 0,0 0 1 0 0,1-1 0 0 0,-1 1-1 0 0,0 0 1 0 0,1 0-1 0 0,-1 0 1 0 0,1-1-1 0 0,-1 1 1 0 0,1 0-1 0 0,-1-1 1 0 0,1 1 0 0 0,0 0-1 0 0,-1-1 1 0 0,1 1-1 0 0,0-1 1 0 0,-1 1-1 0 0,1-1 1 0 0,0 1-1 0 0,0-1 1 0 0,-1 0 0 0 0,1 1-1 0 0,0-1 1 0 0,1 1-1 0 0,-1-2-121 0 0,-1 1 1 0 0,1-1-1 0 0,0 1 0 0 0,0-1 0 0 0,0 1 0 0 0,-1-1 0 0 0,1 0 1 0 0,0 1-1 0 0,0-1 0 0 0,-1 0 0 0 0,1 0 0 0 0,-1 1 0 0 0,1-1 0 0 0,-1 0 1 0 0,1 0-1 0 0,-1 0 0 0 0,1 0 0 0 0,-1 0 0 0 0,0 1 0 0 0,0-1 1 0 0,1 0-1 0 0,-1-2 0 0 0,2-3-4840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9:15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27 9650 0 0,'5'-5'75'0'0,"5"-9"1647"0"0,-10 14-1663 0 0,0-1 0 0 0,0 1 1 0 0,0 0-1 0 0,0-1 1 0 0,0 1-1 0 0,-1 0 1 0 0,1-1-1 0 0,0 1 1 0 0,0 0-1 0 0,0-1 1 0 0,-1 1-1 0 0,1 0 1 0 0,0-1-1 0 0,0 1 1 0 0,0 0-1 0 0,-1 0 0 0 0,1-1 1 0 0,0 1-1 0 0,-1 0 1 0 0,1 0-1 0 0,0 0 1 0 0,-1-1-1 0 0,1 1 1 0 0,0 0-1 0 0,-1 0 1 0 0,1 0-1 0 0,0 0 1 0 0,-1 0-1 0 0,1 0 0 0 0,0 0 1 0 0,-1 0-1 0 0,1 0 1 0 0,-1 0-1 0 0,1 0 1 0 0,0 0-1 0 0,-1 0 1 0 0,1 0-1 0 0,0 0 1 0 0,-1 0-1 0 0,1 0 1 0 0,0 0-1 0 0,-1 0 1 0 0,0 1-1 0 0,-3-1 50 0 0,-1 1-1 0 0,0 0 1 0 0,0 0 0 0 0,0 0-1 0 0,1 1 1 0 0,-1 0 0 0 0,1-1-1 0 0,-1 2 1 0 0,-5 3-1 0 0,-39 27 949 0 0,40-26-1004 0 0,2-2-49 0 0,1 0 0 0 0,0 0 0 0 0,0 0 0 0 0,1 1 0 0 0,0 0 0 0 0,0 0 0 0 0,0 1 0 0 0,-7 12 0 0 0,11-17-3 0 0,0 0-1 0 0,0 0 0 0 0,0 0 1 0 0,1 1-1 0 0,-1-1 0 0 0,1 0 1 0 0,-1 0-1 0 0,1 0 0 0 0,0 1 1 0 0,0-1-1 0 0,0 0 0 0 0,0 0 1 0 0,0 1-1 0 0,1-1 0 0 0,-1 0 1 0 0,1 0-1 0 0,-1 1 0 0 0,1-1 1 0 0,0 0-1 0 0,0 0 0 0 0,0 0 1 0 0,0 0-1 0 0,0 0 0 0 0,0 0 1 0 0,0 0-1 0 0,1-1 0 0 0,-1 1 1 0 0,1 0-1 0 0,-1-1 0 0 0,1 1 1 0 0,0-1-1 0 0,0 1 1 0 0,-1-1-1 0 0,1 0 0 0 0,3 1 0 0 0,9 6-31 0 0,1-1-1 0 0,0-1 0 0 0,0 0 0 0 0,0-1 0 0 0,1-1 0 0 0,24 3 0 0 0,-22-3 128 0 0,1 0 1 0 0,-1 1 0 0 0,0 0 0 0 0,19 10 0 0 0,-37-15-74 0 0,0 0 0 0 0,1 0 0 0 0,-1 0 0 0 0,0 0 0 0 0,1 1 0 0 0,-1-1 0 0 0,0 0 1 0 0,1 0-1 0 0,-1 0 0 0 0,0 1 0 0 0,1-1 0 0 0,-1 0 0 0 0,0 1 0 0 0,0-1 1 0 0,1 0-1 0 0,-1 0 0 0 0,0 1 0 0 0,0-1 0 0 0,0 0 0 0 0,0 1 0 0 0,1-1 0 0 0,-1 0 1 0 0,0 1-1 0 0,0-1 0 0 0,0 1 0 0 0,0-1 0 0 0,0 0 0 0 0,0 1 0 0 0,0-1 1 0 0,0 0-1 0 0,0 1 0 0 0,0-1 0 0 0,0 1 0 0 0,-10 11 709 0 0,-19 7 288 0 0,29-19-994 0 0,-136 67 1436 0 0,20-12-1840 0 0,80-34-2110 0 0,42-21-2501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9:15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27 103 1840 0 0,'-6'-21'5723'0'0,"-1"-9"-1919"0"0,-7-21 664 0 0,35 170-1996 0 0,-5-25-2410 0 0,1 12-73 0 0,-9-53-13 0 0,2 1-1 0 0,32 100 1 0 0,-36-137-322 0 0,-6-14 114 0 0,1 1 0 0 0,0-1 0 0 0,0 0 0 0 0,1 0 0 0 0,-1 0 0 0 0,0 0-1 0 0,1 0 1 0 0,0 0 0 0 0,3 4 0 0 0,-2-5-383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9:16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212 173 8930 0 0,'6'-5'402'0'0,"-1"0"0"0"0,-1-1 1 0 0,1 0-1 0 0,-1 0 0 0 0,0 0 1 0 0,-1-1-1 0 0,6-11 0 0 0,-8 15-222 0 0,0 0 0 0 0,0 0-1 0 0,0-1 1 0 0,-1 1 0 0 0,1 0 0 0 0,-1-1-1 0 0,1 1 1 0 0,-1-1 0 0 0,0 1 0 0 0,-1 0-1 0 0,1-1 1 0 0,0 1 0 0 0,-1-1 0 0 0,0 1-1 0 0,0 0 1 0 0,0 0 0 0 0,0-1 0 0 0,-3-4-1 0 0,2 4-78 0 0,-1 1 0 0 0,1 0 0 0 0,0-1 0 0 0,-1 1 0 0 0,0 1-1 0 0,0-1 1 0 0,1 0 0 0 0,-2 1 0 0 0,1-1 0 0 0,0 1 0 0 0,0 0-1 0 0,-1 0 1 0 0,0 0 0 0 0,1 0 0 0 0,-1 1 0 0 0,-5-2 0 0 0,6 3-36 0 0,0-1 1 0 0,0 1 0 0 0,0-1 0 0 0,0 1-1 0 0,0 0 1 0 0,0 0 0 0 0,0 1 0 0 0,-1-1-1 0 0,1 1 1 0 0,0-1 0 0 0,0 1 0 0 0,0 0-1 0 0,0 0 1 0 0,1 0 0 0 0,-1 1 0 0 0,0-1-1 0 0,0 1 1 0 0,1-1 0 0 0,-1 1 0 0 0,1 0-1 0 0,-4 3 1 0 0,-6 8-73 0 0,1 0 0 0 0,0 0-1 0 0,1 1 1 0 0,1 0 0 0 0,0 1 0 0 0,1 0 0 0 0,1 0-1 0 0,0 1 1 0 0,-6 21 0 0 0,6-14-3 0 0,1 0-1 0 0,1 0 1 0 0,2 1 0 0 0,0-1 0 0 0,1 1-1 0 0,2 28 1 0 0,0-47 0 0 0,1 0 0 0 0,-1 0 0 0 0,1-1 1 0 0,0 1-1 0 0,0 0 0 0 0,1 0 0 0 0,-1-1 0 0 0,1 1 0 0 0,0-1 0 0 0,1 1 0 0 0,-1-1 1 0 0,1 0-1 0 0,-1 0 0 0 0,1 0 0 0 0,5 5 0 0 0,-6-8-9 0 0,0 1 0 0 0,0-1 0 0 0,0 1 0 0 0,1-1 0 0 0,-1 0 0 0 0,1 0 0 0 0,-1 0 0 0 0,1 0 0 0 0,-1 0 0 0 0,1 0 0 0 0,-1-1-1 0 0,1 1 1 0 0,-1-1 0 0 0,1 0 0 0 0,0 0 0 0 0,-1 0 0 0 0,1 0 0 0 0,0 0 0 0 0,-1-1 0 0 0,1 1 0 0 0,0-1 0 0 0,-1 1 0 0 0,1-1 0 0 0,-1 0 0 0 0,1 0 0 0 0,-1 0 0 0 0,0-1 0 0 0,1 1 0 0 0,3-3-1 0 0,15-10-98 0 0,-1-1-1 0 0,0-1 0 0 0,-1-1 1 0 0,-1-1-1 0 0,26-32 0 0 0,-12 9 693 0 0,44-78-1 0 0,-90 201 2359 0 0,11-67-2917 0 0,0 1 0 0 0,-1 17 0 0 0,3-29-58 0 0,1 0 1 0 0,0 0 0 0 0,0 0-1 0 0,1 0 1 0 0,-1 0 0 0 0,1 0 0 0 0,0 0-1 0 0,0 0 1 0 0,0 0 0 0 0,0 0-1 0 0,1 0 1 0 0,-1-1 0 0 0,1 1-1 0 0,3 3 1 0 0,-5-6-18 0 0,1 0 0 0 0,0 0 0 0 0,0 0 0 0 0,0-1 0 0 0,0 1 0 0 0,0 0 0 0 0,-1 0 0 0 0,2-1 0 0 0,-1 1 1 0 0,0 0-1 0 0,0-1 0 0 0,0 1 0 0 0,0-1 0 0 0,0 0 0 0 0,0 1 0 0 0,0-1 0 0 0,1 0 0 0 0,-1 0 0 0 0,0 0 0 0 0,0 0 0 0 0,2 0 0 0 0,0 0-96 0 0,0 0 0 0 0,-1-1 0 0 0,1 0 0 0 0,0 0 0 0 0,-1 1 0 0 0,1-1 0 0 0,-1-1 0 0 0,1 1 0 0 0,2-2 0 0 0,2-2-947 0 0,0 0 1 0 0,0-1 0 0 0,0 0-1 0 0,10-13 1 0 0,-4 3-1068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9:16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45 455 9362 0 0,'8'-98'846'0'0,"-5"-65"1879"0"0,3-25 924 0 0,-5 182-2740 0 0,1 7-326 0 0,2 13-107 0 0,2 24-278 0 0,2 39-134 0 0,36 140 0 0 0,-20-154-282 0 0,-19-53 148 0 0,0 0 0 0 0,-1 1-1 0 0,0 0 1 0 0,-1 0 0 0 0,0 0 0 0 0,0 0-1 0 0,0 15 1 0 0,-32-29-3153 0 0,22-1 2593 0 0,0 0 0 0 0,1 0 0 0 0,-1-1 0 0 0,1 0 0 0 0,0 0 0 0 0,0 0 0 0 0,1-1 0 0 0,-1 0 1 0 0,-7-12-1 0 0,-4-7 207 0 0,-16-32 0 0 0,31 54 482 0 0,-3-6 580 0 0,0-1 1 0 0,0 0 0 0 0,1 0 0 0 0,0-1-1 0 0,-2-10 1 0 0,6 19-510 0 0,-1 1 0 0 0,1-1 0 0 0,0 0 0 0 0,0 1 1 0 0,-1-1-1 0 0,1 1 0 0 0,0-1 0 0 0,1 0 0 0 0,-1 1 0 0 0,0-1 0 0 0,0 1 0 0 0,1-1 1 0 0,-1 0-1 0 0,1 1 0 0 0,-1-1 0 0 0,1 1 0 0 0,0 0 0 0 0,-1-1 0 0 0,1 1 0 0 0,0-1 1 0 0,0 1-1 0 0,0 0 0 0 0,0 0 0 0 0,0 0 0 0 0,1-1 0 0 0,-1 1 0 0 0,0 0 0 0 0,0 0 1 0 0,1 1-1 0 0,-1-1 0 0 0,0 0 0 0 0,1 0 0 0 0,-1 1 0 0 0,1-1 0 0 0,-1 1 0 0 0,1-1 1 0 0,0 1-1 0 0,-1-1 0 0 0,1 1 0 0 0,-1 0 0 0 0,1 0 0 0 0,-1 0 0 0 0,4 0 0 0 0,40-6 230 0 0,0-2 0 0 0,46-14 0 0 0,1 0-143 0 0,-79 19-971 0 0,0 0 0 0 0,1 1 1 0 0,-1 1-1 0 0,1 0 0 0 0,-1 1 1 0 0,20 2-1 0 0,-32-2 670 0 0,11 2-809 0 0,0 0 1 0 0,18 5-1 0 0,-29-7 889 0 0,-1-1 1 0 0,1 1-1 0 0,0 0 0 0 0,0 0 1 0 0,0-1-1 0 0,-1 1 0 0 0,1-1 1 0 0,0 1-1 0 0,0 0 0 0 0,-1-1 1 0 0,1 1-1 0 0,0-1 0 0 0,-1 0 1 0 0,1 1-1 0 0,-1-1 1 0 0,1 0-1 0 0,-1 1 0 0 0,1-1 1 0 0,-1 0-1 0 0,1 1 0 0 0,-1-1 1 0 0,0 0-1 0 0,1 0 0 0 0,-1 1 1 0 0,1-3-1 0 0,-1 2 79 0 0,0 0 0 0 0,1 0 1 0 0,-1 1-1 0 0,0-1 0 0 0,1 0 0 0 0,-1 0 0 0 0,1 0 0 0 0,0 1 1 0 0,-1-1-1 0 0,1 0 0 0 0,-1 1 0 0 0,1-1 0 0 0,0 0 0 0 0,0 1 1 0 0,-1-1-1 0 0,2 0 0 0 0,-1 1 56 0 0,0 0 0 0 0,-1 0 0 0 0,1 1 1 0 0,-1-1-1 0 0,1 0 0 0 0,0 0 0 0 0,-1 1 0 0 0,1-1 0 0 0,-1 0 1 0 0,1 1-1 0 0,-1-1 0 0 0,1 0 0 0 0,-1 1 0 0 0,1-1 0 0 0,-1 1 1 0 0,1-1-1 0 0,-1 1 0 0 0,1-1 0 0 0,-1 1 0 0 0,0-1 0 0 0,1 1 1 0 0,-1 0-1 0 0,0-1 0 0 0,0 1 0 0 0,0-1 0 0 0,1 1 0 0 0,-1 0 1 0 0,0 0-1 0 0,4 23 645 0 0,-3-17-591 0 0,3 51 232 0 0,-5 116-1 0 0,0-145-333 0 0,4 11-23 0 0,-2-38-124 0 0,-1 0 0 0 0,0 0-1 0 0,1 0 1 0 0,0 0 0 0 0,-1 0 0 0 0,1 0 0 0 0,0 0 0 0 0,0 0 0 0 0,0-1 0 0 0,0 1 0 0 0,1 0 0 0 0,-1 0 0 0 0,0-1 0 0 0,1 1 0 0 0,-1-1 0 0 0,4 3 0 0 0,-3-4-827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9:17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66 11090 0 0,'-1'-15'382'0'0,"1"10"-142"0"0,-1 0 0 0 0,1 0 0 0 0,0-1-1 0 0,0 1 1 0 0,1 0 0 0 0,-1 0 0 0 0,4-10 0 0 0,-6 23 245 0 0,1 0 1 0 0,0 1-1 0 0,0-1 0 0 0,1 0 1 0 0,1 15-1 0 0,0-3-351 0 0,3 56-1685 0 0,-1-58-3813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39:17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95 116 6913 0 0,'-80'235'3430'0'0,"77"-224"-3283"0"0,2-9-98 0 0,-1 7 59 0 0,-1-1 0 0 0,1 1 0 0 0,1-1 0 0 0,-1 12 0 0 0,1-19-80 0 0,1 0 0 0 0,0 0-1 0 0,0 0 1 0 0,0 0 0 0 0,0 0-1 0 0,0 0 1 0 0,0 0 0 0 0,0 0-1 0 0,1 0 1 0 0,-1 0-1 0 0,0 0 1 0 0,0 0 0 0 0,1 0-1 0 0,-1 0 1 0 0,1 0 0 0 0,-1 0-1 0 0,1 0 1 0 0,-1-1 0 0 0,1 1-1 0 0,0 0 1 0 0,-1 0 0 0 0,1-1-1 0 0,0 1 1 0 0,-1 0-1 0 0,1-1 1 0 0,0 1 0 0 0,0 0-1 0 0,0-1 1 0 0,0 1 0 0 0,-1-1-1 0 0,1 0 1 0 0,0 1 0 0 0,0-1-1 0 0,0 0 1 0 0,0 1 0 0 0,0-1-1 0 0,0 0 1 0 0,0 0-1 0 0,0 0 1 0 0,0 0 0 0 0,0 0-1 0 0,0 0 1 0 0,0 0 0 0 0,0 0-1 0 0,0 0 1 0 0,2-1 0 0 0,12-3 216 0 0,0 0-1 0 0,-1-1 1 0 0,1-1 0 0 0,-1 0 0 0 0,-1-1 0 0 0,1 0 0 0 0,-1-1 0 0 0,0 0 0 0 0,-1-1 0 0 0,0-1 0 0 0,18-18 0 0 0,-25 22-67 0 0,1-1 1 0 0,-1 1-1 0 0,0-1 1 0 0,0 0-1 0 0,-1-1 1 0 0,0 1-1 0 0,-1-1 1 0 0,1 1 0 0 0,-1-1-1 0 0,2-9 1 0 0,-4 11-30 0 0,0 0 0 0 0,-1 1 0 0 0,0-1 0 0 0,1 0 0 0 0,-2 0 0 0 0,1 0 0 0 0,-1 0 0 0 0,0 1 0 0 0,0-1 1 0 0,0 0-1 0 0,-1 1 0 0 0,0-1 0 0 0,0 1 0 0 0,0-1 0 0 0,-6-8 0 0 0,5 11-140 0 0,1-1-1 0 0,-1 0 1 0 0,0 1 0 0 0,-1-1-1 0 0,1 1 1 0 0,0 0-1 0 0,-1 0 1 0 0,0 0 0 0 0,0 1-1 0 0,0-1 1 0 0,0 1-1 0 0,0 0 1 0 0,0 0 0 0 0,-1 0-1 0 0,1 1 1 0 0,-1-1 0 0 0,1 1-1 0 0,-1 0 1 0 0,1 1-1 0 0,-1-1 1 0 0,0 1 0 0 0,1 0-1 0 0,-1 0 1 0 0,0 0-1 0 0,1 1 1 0 0,-1-1 0 0 0,0 1-1 0 0,1 0 1 0 0,-1 1-1 0 0,1-1 1 0 0,-1 1 0 0 0,1 0-1 0 0,0 0 1 0 0,0 0-1 0 0,0 0 1 0 0,0 1 0 0 0,0 0-1 0 0,1 0 1 0 0,-1 0-1 0 0,1 0 1 0 0,-1 0 0 0 0,1 1-1 0 0,-5 7 1 0 0,8-11-63 0 0,-1 1 0 0 0,1-1 1 0 0,0 1-1 0 0,-1-1 0 0 0,1 1 0 0 0,-1 0 0 0 0,1-1 1 0 0,0 1-1 0 0,-1 0 0 0 0,1-1 0 0 0,0 1 1 0 0,0 0-1 0 0,0-1 0 0 0,0 1 0 0 0,0 0 0 0 0,-1 0 1 0 0,1-1-1 0 0,0 1 0 0 0,1 0 0 0 0,-1-1 0 0 0,0 1 1 0 0,0 0-1 0 0,0 0 0 0 0,0-1 0 0 0,0 1 1 0 0,1 0-1 0 0,-1-1 0 0 0,1 2 0 0 0,0-1-36 0 0,0 0 1 0 0,0-1-1 0 0,0 1 0 0 0,0-1 0 0 0,0 1 1 0 0,1-1-1 0 0,-1 1 0 0 0,0-1 0 0 0,0 1 1 0 0,0-1-1 0 0,1 0 0 0 0,-1 0 0 0 0,0 0 0 0 0,3 0 1 0 0,4 0-385 0 0,1-1 1 0 0,-1 0 0 0 0,15-3-1 0 0,34-13-1141 0 0,-31 8 968 0 0,1 1 1 0 0,42-6-1 0 0,-62 13 698 0 0,0 0 0 0 0,-1 1 0 0 0,1 0 0 0 0,0 0 0 0 0,0 0 0 0 0,0 1 0 0 0,0 0 0 0 0,0 1-1 0 0,-1-1 1 0 0,1 1 0 0 0,0 1 0 0 0,-1-1 0 0 0,0 1 0 0 0,0 0 0 0 0,7 5 0 0 0,-9-5 97 0 0,0 0 0 0 0,0 1 1 0 0,0-1-1 0 0,-1 1 0 0 0,1 0 1 0 0,-1 0-1 0 0,0 0 1 0 0,-1 0-1 0 0,1 1 0 0 0,-1-1 1 0 0,1 1-1 0 0,-1-1 0 0 0,-1 1 1 0 0,1 0-1 0 0,-1 0 0 0 0,1 0 1 0 0,-1 0-1 0 0,-1 0 1 0 0,1 0-1 0 0,-1 0 0 0 0,0 0 1 0 0,0 0-1 0 0,0 0 0 0 0,-1 0 1 0 0,0 0-1 0 0,0 0 0 0 0,-2 7 1 0 0,-1 1-19 0 0,-1-1 1 0 0,0 0 0 0 0,0 0-1 0 0,-1 0 1 0 0,-1-1 0 0 0,0 0-1 0 0,0 0 1 0 0,-1-1 0 0 0,-14 15-1 0 0,52-70-990 0 0,16-20 360 0 0,50-76 694 0 0,-86 123 34 0 0,5-8 250 0 0,24-31 0 0 0,-34 51-263 0 0,0 0 0 0 0,0 0-1 0 0,0 1 1 0 0,0 0 0 0 0,1 0 0 0 0,0 1-1 0 0,0-1 1 0 0,0 1 0 0 0,1 1 0 0 0,11-6-1 0 0,-17 8-153 0 0,1 1-1 0 0,-1-1 1 0 0,0 1-1 0 0,1 0 1 0 0,-1 0 0 0 0,0 0-1 0 0,1-1 1 0 0,-1 1-1 0 0,0 0 1 0 0,1 1-1 0 0,-1-1 1 0 0,1 0-1 0 0,-1 0 1 0 0,0 1-1 0 0,1-1 1 0 0,-1 0-1 0 0,0 1 1 0 0,0-1 0 0 0,1 1-1 0 0,-1 0 1 0 0,0-1-1 0 0,0 1 1 0 0,0 0-1 0 0,0 0 1 0 0,0 0-1 0 0,0 0 1 0 0,0 0-1 0 0,0 0 1 0 0,0 0-1 0 0,0 0 1 0 0,-1 0 0 0 0,1 0-1 0 0,0 0 1 0 0,-1 1-1 0 0,1-1 1 0 0,-1 0-1 0 0,1 1 1 0 0,0 1-1 0 0,2 7 90 0 0,-1 0-1 0 0,0 0 1 0 0,0 0-1 0 0,-1 12 1 0 0,0-12-94 0 0,10 100 313 0 0,29 124 1 0 0,-34-197-1234 0 0,-5-22-6560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1:14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117 303 13107 0 0,'-6'10'941'0'0,"4"-8"-662"0"0,0 1 0 0 0,1-1 0 0 0,-1 1 1 0 0,1 0-1 0 0,0-1 0 0 0,-1 1 0 0 0,0 3 1 0 0,2-4-220 0 0,0-1 1 0 0,0 0 0 0 0,0 0-1 0 0,0 0 1 0 0,0 0 0 0 0,0 0 0 0 0,0 0-1 0 0,1 0 1 0 0,-1 0 0 0 0,0 0-1 0 0,1 0 1 0 0,-1 0 0 0 0,0 0-1 0 0,1 0 1 0 0,-1 0 0 0 0,1 0 0 0 0,0 0-1 0 0,-1 0 1 0 0,1-1 0 0 0,0 1-1 0 0,-1 0 1 0 0,1 0 0 0 0,0-1-1 0 0,0 1 1 0 0,1 1 0 0 0,2 0-16 0 0,1 0 1 0 0,-1 0 0 0 0,0 0-1 0 0,1 0 1 0 0,-1-1 0 0 0,1 1-1 0 0,-1-1 1 0 0,1-1 0 0 0,-1 1-1 0 0,1 0 1 0 0,0-1 0 0 0,-1 0-1 0 0,1 0 1 0 0,0-1 0 0 0,-1 1-1 0 0,6-2 1 0 0,1 0 53 0 0,-1 0-1 0 0,1-1 1 0 0,-1-1 0 0 0,0 0-1 0 0,19-10 1 0 0,-20 8 4 0 0,0 0-1 0 0,-1-1 1 0 0,1 0-1 0 0,-2 0 1 0 0,1-1-1 0 0,-1 0 1 0 0,0-1-1 0 0,-1 1 1 0 0,1-1-1 0 0,-2-1 1 0 0,1 1-1 0 0,-2-1 1 0 0,7-16-1 0 0,-8 19-50 0 0,-1 0 0 0 0,0-1 0 0 0,0 1 0 0 0,-1 0 0 0 0,1 0 0 0 0,-2-1 0 0 0,1 1 0 0 0,-1-1 0 0 0,0 1 0 0 0,-1-1 0 0 0,0 1 0 0 0,0 0 0 0 0,0-1 0 0 0,-1 1 0 0 0,0 0 0 0 0,-1 0 0 0 0,1 0 0 0 0,-1 0 0 0 0,-1 1 0 0 0,-6-12 0 0 0,5 13-37 0 0,1 0 0 0 0,-1 0 0 0 0,0 1 0 0 0,0 0 0 0 0,0 0-1 0 0,-1 0 1 0 0,0 1 0 0 0,1 0 0 0 0,-1 0 0 0 0,0 0 0 0 0,0 0 0 0 0,-1 1-1 0 0,1 0 1 0 0,-1 1 0 0 0,1 0 0 0 0,-1 0 0 0 0,1 0 0 0 0,-1 0 0 0 0,-9 1-1 0 0,8 1-41 0 0,-1-1-1 0 0,1 1 0 0 0,0 0 0 0 0,0 1 0 0 0,0 0 0 0 0,0 0 0 0 0,0 1 0 0 0,0 0 0 0 0,1 0 0 0 0,-1 1 0 0 0,1 0 1 0 0,0 0-1 0 0,0 1 0 0 0,0 0 0 0 0,-6 6 0 0 0,3 0-21 0 0,0 1 1 0 0,1 0-1 0 0,1 1 0 0 0,0 0 0 0 0,1 0 1 0 0,0 0-1 0 0,1 1 0 0 0,1 0 1 0 0,0 1-1 0 0,-4 20 0 0 0,2-3-26 0 0,2 1 1 0 0,1 0-1 0 0,1 56 0 0 0,3-68 50 0 0,2 0 0 0 0,0 0-1 0 0,1 0 1 0 0,2 0 0 0 0,0 0 0 0 0,1-1 0 0 0,10 24-1 0 0,-12-35-37 0 0,1 0 0 0 0,-1 0 0 0 0,1-1 1 0 0,1 1-1 0 0,-1-1 0 0 0,2 0 0 0 0,-1-1 0 0 0,1 1 0 0 0,0-1 0 0 0,0-1 0 0 0,1 1 0 0 0,0-1 0 0 0,0-1 0 0 0,0 1 0 0 0,1-1 0 0 0,0-1 0 0 0,14 6 0 0 0,-11-6 27 0 0,-1-1 0 0 0,1-1 0 0 0,0 0 0 0 0,0 0 0 0 0,0-1 0 0 0,0-1 0 0 0,0 0 0 0 0,22-3 0 0 0,-26 2 53 0 0,0-1-1 0 0,0 0 0 0 0,0-1 0 0 0,-1 0 0 0 0,1 0 0 0 0,-1 0 1 0 0,0-1-1 0 0,0 0 0 0 0,0-1 0 0 0,0 0 0 0 0,-1 0 0 0 0,0 0 1 0 0,11-12-1 0 0,1-5-27 0 0,-1 0 0 0 0,-1-2 1 0 0,-1 0-1 0 0,-1 0 0 0 0,-1-2 0 0 0,-1 0 0 0 0,-1 0 1 0 0,-2-1-1 0 0,0 0 0 0 0,-2 0 0 0 0,-1-1 1 0 0,-2 0-1 0 0,3-46 0 0 0,-6 66 165 0 0,-1-1 0 0 0,0 0 0 0 0,0 1 0 0 0,-1-1-1 0 0,0 1 1 0 0,-1-1 0 0 0,0 1 0 0 0,0-1 0 0 0,-1 1 0 0 0,0 0 0 0 0,0 0 0 0 0,-6-10 0 0 0,9 18-141 0 0,0 0 0 0 0,0 0 1 0 0,0 0-1 0 0,0 0 0 0 0,0 0 1 0 0,0 0-1 0 0,-1 0 0 0 0,1-1 1 0 0,0 1-1 0 0,0 0 0 0 0,0 0 1 0 0,0 0-1 0 0,0 0 0 0 0,0 0 1 0 0,0 0-1 0 0,0 0 1 0 0,-1 0-1 0 0,1 0 0 0 0,0 0 1 0 0,0 0-1 0 0,0 0 0 0 0,0 0 1 0 0,0 0-1 0 0,0 0 0 0 0,-1 0 1 0 0,1 0-1 0 0,0 0 0 0 0,0 0 1 0 0,0 0-1 0 0,0 0 1 0 0,0 0-1 0 0,-1 0 0 0 0,1 0 1 0 0,0 0-1 0 0,0 0 0 0 0,0 0 1 0 0,0 0-1 0 0,0 0 0 0 0,0 0 1 0 0,0 0-1 0 0,-1 1 0 0 0,1-1 1 0 0,0 0-1 0 0,0 0 1 0 0,0 0-1 0 0,0 0 0 0 0,0 0 1 0 0,0 0-1 0 0,0 0 0 0 0,0 0 1 0 0,0 1-1 0 0,0-1 0 0 0,-5 11 306 0 0,0 14-149 0 0,2 27-177 0 0,1 1 0 0 0,4-1 0 0 0,1 1 0 0 0,3-1 0 0 0,1 0-1 0 0,16 51 1 0 0,-21-96-15 0 0,1 1-1 0 0,0-1 0 0 0,0 0 0 0 0,0 0 1 0 0,1 0-1 0 0,0 0 0 0 0,0-1 0 0 0,6 8 0 0 0,-8-12 8 0 0,0 0 0 0 0,-1-1 0 0 0,1 1 0 0 0,0 0 0 0 0,0-1 0 0 0,0 1 0 0 0,0-1 0 0 0,1 0 0 0 0,-1 0-1 0 0,0 0 1 0 0,0 0 0 0 0,1 0 0 0 0,-1 0 0 0 0,1-1 0 0 0,-1 1 0 0 0,1-1 0 0 0,-1 1 0 0 0,1-1 0 0 0,-1 0 0 0 0,1 0-1 0 0,-1 0 1 0 0,1-1 0 0 0,-1 1 0 0 0,1 0 0 0 0,-1-1 0 0 0,1 0 0 0 0,-1 1 0 0 0,4-3 0 0 0,8-4-17 0 0,0-1 0 0 0,-1 0 0 0 0,0-1 0 0 0,0 0 0 0 0,-1-1 0 0 0,0 0 0 0 0,-1-1 0 0 0,18-22 0 0 0,-16 16 37 0 0,-1 0 1 0 0,0-1 0 0 0,-1 0 0 0 0,-1-1-1 0 0,15-39 1 0 0,-15 21 242 0 0,-2 0 0 0 0,-1 0-1 0 0,-2-1 1 0 0,-2 0 0 0 0,-1 0-1 0 0,-5-60 1 0 0,3 96-184 0 0,-2-20 239 0 0,2 22-273 0 0,0-1-1 0 0,0 0 1 0 0,0 0 0 0 0,0 1 0 0 0,-1-1 0 0 0,1 0 0 0 0,0 1 0 0 0,0-1 0 0 0,0 0 0 0 0,-1 0-1 0 0,1 1 1 0 0,0-1 0 0 0,-1 0 0 0 0,1 1 0 0 0,0-1 0 0 0,-1 1 0 0 0,1-1 0 0 0,-1 1 0 0 0,1-1-1 0 0,-1 0 1 0 0,0 0 0 0 0,-1 3 28 0 0,1 0 0 0 0,0-1-1 0 0,0 1 1 0 0,-1 0 0 0 0,2 0 0 0 0,-1 0-1 0 0,0 0 1 0 0,0 0 0 0 0,0 0-1 0 0,1 0 1 0 0,-1 0 0 0 0,1 0 0 0 0,0 4-1 0 0,-5 32-20 0 0,2 0 0 0 0,1 1 0 0 0,2-1 0 0 0,2 0 0 0 0,2 1 0 0 0,1-1 0 0 0,18 65 0 0 0,-20-93-67 0 0,0-1 0 0 0,1 1 0 0 0,0-1 0 0 0,0 0 0 0 0,1-1 0 0 0,0 1 0 0 0,1-1 0 0 0,-1 0 0 0 0,2 0 0 0 0,-1 0 0 0 0,1-1 0 0 0,0 0 0 0 0,1 0 0 0 0,0-1 0 0 0,12 8 0 0 0,-19-13 46 0 0,1-1 0 0 0,-1 1 0 0 0,1 0-1 0 0,0 0 1 0 0,-1-1 0 0 0,1 1 0 0 0,0-1-1 0 0,0 0 1 0 0,-1 1 0 0 0,4-1 0 0 0,-4-3-839 0 0,-12-5-2745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1:17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399 223 12987 0 0,'-4'-19'391'0'0,"-2"0"1"0"0,0 0 0 0 0,-1 1 0 0 0,0 0-1 0 0,-2 0 1 0 0,0 1 0 0 0,-1 0-1 0 0,-1 1 1 0 0,-18-22 0 0 0,28 36-348 0 0,-1 0 0 0 0,0 0 0 0 0,0 0 0 0 0,1 1 1 0 0,-1-1-1 0 0,0 0 0 0 0,0 1 0 0 0,-1 0 0 0 0,1-1 1 0 0,0 1-1 0 0,0 0 0 0 0,-1 0 0 0 0,1 1 0 0 0,0-1 0 0 0,-1 0 1 0 0,1 1-1 0 0,-1-1 0 0 0,1 1 0 0 0,-5 0 0 0 0,3 0-10 0 0,0 1 0 0 0,0 0 0 0 0,1 0 0 0 0,-1 0 0 0 0,1 0 0 0 0,-1 1 0 0 0,1 0 0 0 0,0-1-1 0 0,-1 1 1 0 0,1 0 0 0 0,-6 5 0 0 0,-3 5 0 0 0,-1 1-1 0 0,2 0 0 0 0,0 1 1 0 0,-14 22-1 0 0,8-9-70 0 0,1 1 0 0 0,2 1 0 0 0,1 0-1 0 0,-15 51 1 0 0,14-31-36 0 0,3 1 0 0 0,-6 59 0 0 0,15-94 59 0 0,1 0 1 0 0,0 0-1 0 0,2-1 1 0 0,0 1-1 0 0,0 0 1 0 0,1 0-1 0 0,6 19 1 0 0,-7-30 13 0 0,0-1 0 0 0,0 1 1 0 0,0 0-1 0 0,1-1 0 0 0,0 1 1 0 0,0-1-1 0 0,0 0 0 0 0,0 0 1 0 0,0 0-1 0 0,1 0 0 0 0,-1 0 1 0 0,1 0-1 0 0,0 0 0 0 0,0-1 1 0 0,0 1-1 0 0,0-1 0 0 0,0 0 1 0 0,0 0-1 0 0,1 0 0 0 0,-1-1 1 0 0,1 1-1 0 0,-1-1 0 0 0,1 1 1 0 0,0-1-1 0 0,-1-1 0 0 0,1 1 1 0 0,0 0-1 0 0,0-1 0 0 0,0 0 1 0 0,0 0-1 0 0,0 0 0 0 0,7-1 0 0 0,-1-1-14 0 0,0 0-1 0 0,-1-1 0 0 0,1 0 0 0 0,0 0 1 0 0,-1-1-1 0 0,0 0 0 0 0,0-1 0 0 0,0 0 1 0 0,0 0-1 0 0,-1-1 0 0 0,0 0 0 0 0,0-1 0 0 0,-1 0 1 0 0,0 0-1 0 0,0 0 0 0 0,0-1 0 0 0,7-11 1 0 0,6-13 43 0 0,-1-1 1 0 0,-1 0 0 0 0,16-44 0 0 0,-24 54 146 0 0,-2-1 1 0 0,11-41 0 0 0,-17 57-3 0 0,-1 0 0 0 0,0 0 0 0 0,0-1 0 0 0,-1 1 0 0 0,0 0 0 0 0,0-1 0 0 0,-1 1 0 0 0,0 0 0 0 0,0-1 0 0 0,-1 1 0 0 0,-5-15 0 0 0,7 22-110 0 0,0 0-1 0 0,-1 0 1 0 0,1 0 0 0 0,-1 0 0 0 0,1 0 0 0 0,-1 0-1 0 0,1 0 1 0 0,-1 1 0 0 0,1-1 0 0 0,-1 0 0 0 0,0 0 0 0 0,0 0-1 0 0,1 1 1 0 0,-1-1 0 0 0,0 0 0 0 0,0 1 0 0 0,0-1 0 0 0,0 0-1 0 0,0 1 1 0 0,0-1 0 0 0,0 1 0 0 0,0 0 0 0 0,-1-1 0 0 0,1 1-16 0 0,-1 0 0 0 0,1 0 1 0 0,0 1-1 0 0,0-1 0 0 0,0 0 1 0 0,0 1-1 0 0,0-1 0 0 0,0 1 0 0 0,0-1 1 0 0,0 1-1 0 0,0 0 0 0 0,0-1 1 0 0,0 1-1 0 0,0 0 0 0 0,0 0 1 0 0,0 0-1 0 0,-1 1 0 0 0,-2 4 48 0 0,0 0 0 0 0,0 0 1 0 0,1 0-1 0 0,0 0 0 0 0,-5 12 0 0 0,-5 30-226 0 0,2 2 0 0 0,2 0 1 0 0,-4 82-1 0 0,6-51 42 0 0,-2 8 48 0 0,-23 319-980 0 0,32-388 739 0 0,2 155-960 0 0,0-154 514 0 0,1 0 0 0 0,1 0-1 0 0,0 0 1 0 0,2-1 0 0 0,0 1 0 0 0,11 21 0 0 0,-11-30-899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1:18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7 14715 0 0,'0'0'72'0'0,"0"-1"-1"0"0,1 1 1 0 0,-1 0-1 0 0,0-1 1 0 0,1 1-1 0 0,-1-1 1 0 0,0 1 0 0 0,1 0-1 0 0,-1-1 1 0 0,1 1-1 0 0,-1 0 1 0 0,0-1-1 0 0,1 1 1 0 0,-1 0-1 0 0,1 0 1 0 0,-1-1 0 0 0,1 1-1 0 0,-1 0 1 0 0,1 0-1 0 0,-1 0 1 0 0,1 0-1 0 0,0 0 1 0 0,1 18 1331 0 0,-4 20-473 0 0,-11 64 0 0 0,-2 6-702 0 0,14-83-228 0 0,-2 7 35 0 0,2 0 0 0 0,4 47 0 0 0,-2-70-63 0 0,0-1 1 0 0,0 1-1 0 0,1-1 0 0 0,0 0 0 0 0,1 0 0 0 0,0 0 1 0 0,0 0-1 0 0,1 0 0 0 0,0-1 0 0 0,0 1 0 0 0,1-1 1 0 0,0 0-1 0 0,0 0 0 0 0,9 8 0 0 0,-13-14-5 0 0,0 0 1 0 0,0-1-1 0 0,0 1 0 0 0,0 0 0 0 0,0 0 0 0 0,0-1 0 0 0,0 1 1 0 0,1 0-1 0 0,-1-1 0 0 0,0 1 0 0 0,0-1 0 0 0,1 0 0 0 0,-1 1 1 0 0,0-1-1 0 0,1 0 0 0 0,-1 0 0 0 0,0 0 0 0 0,0 0 1 0 0,1 0-1 0 0,-1 0 0 0 0,2-1 0 0 0,0 1 10 0 0,-1-1 1 0 0,0 0-1 0 0,1 0 0 0 0,-1 0 0 0 0,0-1 0 0 0,0 1 1 0 0,1-1-1 0 0,-1 1 0 0 0,0-1 0 0 0,2-2 1 0 0,5-6 27 0 0,-1-1 1 0 0,0 1-1 0 0,9-19 0 0 0,-12 21-35 0 0,10-19 41 0 0,-2 0 1 0 0,-1 0 0 0 0,-1-1 0 0 0,14-54-1 0 0,12-121 805 0 0,-34 187-667 0 0,2-11 654 0 0,-4 26-38 0 0,-2 17-320 0 0,0-8-364 0 0,-8 81 215 0 0,3 134 1 0 0,6-216-326 0 0,1-1 1 0 0,-1 1 0 0 0,1-1-1 0 0,1 1 1 0 0,-1-1 0 0 0,1 1 0 0 0,0-1-1 0 0,1 0 1 0 0,0 0 0 0 0,0 0-1 0 0,0 0 1 0 0,0-1 0 0 0,1 1-1 0 0,0-1 1 0 0,0 0 0 0 0,9 9-1 0 0,-11-13-106 0 0,-1-1-1 0 0,1 1 1 0 0,-1 0 0 0 0,1-1-1 0 0,0 1 1 0 0,-1-1-1 0 0,1 1 1 0 0,0-1-1 0 0,-1 0 1 0 0,1 1 0 0 0,0-1-1 0 0,0 0 1 0 0,-1 0-1 0 0,1 0 1 0 0,0-1-1 0 0,0 1 1 0 0,-1 0 0 0 0,1-1-1 0 0,0 1 1 0 0,-1-1-1 0 0,1 1 1 0 0,0-1-1 0 0,-1 0 1 0 0,1 0 0 0 0,-1 0-1 0 0,1 0 1 0 0,-1 0-1 0 0,0 0 1 0 0,1 0 0 0 0,1-2-1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1:19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9 311 11002 0 0,'-3'2'473'0'0,"3"-2"-398"0"0,-1 0 1 0 0,1 0 0 0 0,0 0 0 0 0,0 0-1 0 0,-1 0 1 0 0,1 0 0 0 0,0 1-1 0 0,-1-1 1 0 0,1 0 0 0 0,0 0 0 0 0,0 0-1 0 0,-1 0 1 0 0,1 1 0 0 0,0-1 0 0 0,0 0-1 0 0,0 0 1 0 0,-1 1 0 0 0,1-1-1 0 0,0 0 1 0 0,0 0 0 0 0,0 1 0 0 0,0-1-1 0 0,0 0 1 0 0,-1 0 0 0 0,1 1-1 0 0,0-1 1 0 0,0 0 0 0 0,0 1 0 0 0,0-1-1 0 0,0 0 1 0 0,0 1 0 0 0,0-1-1 0 0,0 0 1 0 0,0 0 0 0 0,0 1 0 0 0,0-1-1 0 0,0 0 1 0 0,0 1 0 0 0,1-1-1 0 0,-1 0 1 0 0,0 1 0 0 0,0-1 0 0 0,0 0-1 0 0,0 0 1 0 0,0 1 0 0 0,1-1-1 0 0,-1 0 1 0 0,0 0 0 0 0,0 1 0 0 0,0-1-1 0 0,1 0 1 0 0,-1 0 0 0 0,0 0-1 0 0,0 1 1 0 0,1-1 0 0 0,-1 0 0 0 0,0 0-1 0 0,0 0 1 0 0,1 0 0 0 0,-1 0 0 0 0,0 0-1 0 0,1 0 1 0 0,-1 1 0 0 0,0-1-1 0 0,1 0 1 0 0,-1 0 0 0 0,1 0 0 0 0,5 3 130 0 0,1-1 0 0 0,0 0 1 0 0,0 0-1 0 0,0 0 0 0 0,0 0 1 0 0,0-1-1 0 0,0-1 0 0 0,0 1 1 0 0,0-1-1 0 0,13-1 0 0 0,-4-1-41 0 0,0-1 0 0 0,0-1 0 0 0,-1-1-1 0 0,0 0 1 0 0,1 0 0 0 0,-2-2-1 0 0,1 0 1 0 0,20-13 0 0 0,-19 9-88 0 0,-1 0 0 0 0,0 0 0 0 0,0-2 0 0 0,-2 0 0 0 0,1 0 0 0 0,21-31 0 0 0,-32 41-62 0 0,0-1-1 0 0,-1 0 0 0 0,1 0 1 0 0,-1-1-1 0 0,0 1 1 0 0,-1 0-1 0 0,1-1 1 0 0,-1 1-1 0 0,1-1 0 0 0,-1 0 1 0 0,-1 1-1 0 0,1-1 1 0 0,-1 0-1 0 0,0 0 0 0 0,0 1 1 0 0,0-1-1 0 0,-1-7 1 0 0,-1 7 7 0 0,1 1-1 0 0,-1 0 1 0 0,0 0 0 0 0,0-1 0 0 0,-1 1 0 0 0,1 0-1 0 0,-1 1 1 0 0,0-1 0 0 0,0 0 0 0 0,0 1 0 0 0,0 0-1 0 0,0-1 1 0 0,-1 1 0 0 0,0 1 0 0 0,0-1 0 0 0,1 0-1 0 0,-9-3 1 0 0,7 4-26 0 0,-1 0 0 0 0,1 0-1 0 0,-1 1 1 0 0,1-1 0 0 0,-1 1 0 0 0,1 0-1 0 0,-1 1 1 0 0,0 0 0 0 0,1-1 0 0 0,-1 2-1 0 0,0-1 1 0 0,1 1 0 0 0,-1 0 0 0 0,1 0-1 0 0,-1 0 1 0 0,1 1 0 0 0,-1 0 0 0 0,1 0-1 0 0,0 0 1 0 0,0 1 0 0 0,-7 3-1 0 0,1 1-10 0 0,1 0-1 0 0,-1 1 1 0 0,1 0-1 0 0,0 1 0 0 0,1 0 1 0 0,0 0-1 0 0,0 1 0 0 0,-8 14 1 0 0,7-8 37 0 0,0 1 1 0 0,2 0-1 0 0,0 1 0 0 0,1 0 1 0 0,0 0-1 0 0,2 1 1 0 0,-5 23-1 0 0,6-15-61 0 0,1 1-1 0 0,1 0 0 0 0,1 0 1 0 0,5 39-1 0 0,-4-61 49 0 0,1 1 0 0 0,0-1-1 0 0,0 0 1 0 0,1 1 0 0 0,0-1 0 0 0,0 0 0 0 0,1 0-1 0 0,-1 0 1 0 0,1 0 0 0 0,0 0 0 0 0,1 0 0 0 0,0-1 0 0 0,0 0-1 0 0,0 0 1 0 0,5 6 0 0 0,-3-7-26 0 0,0 1 1 0 0,0-1-1 0 0,0 0 0 0 0,1-1 0 0 0,-1 0 1 0 0,1 0-1 0 0,0 0 0 0 0,0-1 0 0 0,0 0 1 0 0,0 0-1 0 0,0-1 0 0 0,0 1 0 0 0,12-1 1 0 0,-3-1-1 0 0,1 0 0 0 0,-1-1 0 0 0,0-1 0 0 0,1 0 0 0 0,-1-1 1 0 0,0-1-1 0 0,0-1 0 0 0,25-10 0 0 0,-21 6-542 0 0,0-1 1 0 0,18-13-1 0 0,-19 10-2815 0 0,31-28 0 0 0,-32 24-2093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1:20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4145 0 0,'6'-15'-1102'0'0,"10"-31"15245"0"0,-6 67-11557 0 0,3 43-1963 0 0,6 70 0 0 0,-16-99-565 0 0,-2 0 0 0 0,-2 0 0 0 0,-8 60 0 0 0,4-79 12 0 0,5-16-51 0 0,0 0-1 0 0,0 0 1 0 0,-1 0 0 0 0,1 1-1 0 0,0-1 1 0 0,0 0 0 0 0,0 0-1 0 0,0 0 1 0 0,0 0 0 0 0,-1-1 0 0 0,1 1-1 0 0,0 0 1 0 0,0 0 0 0 0,0 0-1 0 0,0 0 1 0 0,-1 0 0 0 0,1 0-1 0 0,0 0 1 0 0,0 0 0 0 0,0 0 0 0 0,0 0-1 0 0,0 0 1 0 0,0 0 0 0 0,-1 0-1 0 0,1-1 1 0 0,0 1 0 0 0,0 0 0 0 0,0 0-1 0 0,0 0 1 0 0,0 0 0 0 0,0 0-1 0 0,0 0 1 0 0,0-1 0 0 0,0 1-1 0 0,0 0 1 0 0,-1 0 0 0 0,1 0 0 0 0,0 0-1 0 0,0 0 1 0 0,0-1 0 0 0,0 1-1 0 0,0 0 1 0 0,0 0 0 0 0,0 0 0 0 0,0 0-1 0 0,0-1 1 0 0,0-2 170 0 0,-1-1 1 0 0,0 1-1 0 0,1-1 1 0 0,-1 1-1 0 0,1-1 1 0 0,0 1-1 0 0,1-6 0 0 0,5-23 42 0 0,2-1-1 0 0,1 2 0 0 0,1-1 0 0 0,2 1 0 0 0,1 1 0 0 0,1 0 0 0 0,2 1 0 0 0,21-30 1 0 0,-33 54-366 0 0,0 1 1 0 0,1 0-1 0 0,-1 0 1 0 0,1 0-1 0 0,0 1 1 0 0,0 0-1 0 0,0 0 1 0 0,0 0-1 0 0,1 0 1 0 0,-1 1-1 0 0,11-3 1 0 0,5-1-1379 0 0,41-7 0 0 0,-42 10 702 0 0,20-4-832 0 0,-38 7 1484 0 0,1 0 0 0 0,0 0 0 0 0,-1 0-1 0 0,1 0 1 0 0,0 0 0 0 0,-1 1 0 0 0,1-1 0 0 0,-1 1 0 0 0,1 0 0 0 0,0 0-1 0 0,4 2 1 0 0,-6-2 150 0 0,-1 0 0 0 0,1 0-1 0 0,0 0 1 0 0,0 0 0 0 0,-1 0-1 0 0,1 0 1 0 0,0 0 0 0 0,-1 0 0 0 0,1 0-1 0 0,-1 0 1 0 0,1 0 0 0 0,-1 1-1 0 0,0-1 1 0 0,0 0 0 0 0,1 0 0 0 0,-1 0-1 0 0,0 1 1 0 0,0-1 0 0 0,0 0-1 0 0,0 0 1 0 0,-1 3 0 0 0,-5 31 434 0 0,3-24-360 0 0,-20 88 405 0 0,-5 22-164 0 0,27-116-276 0 0,1 1 1 0 0,-1-1-1 0 0,1 1 1 0 0,0-1-1 0 0,1 1 1 0 0,-1-1-1 0 0,1 1 1 0 0,0-1-1 0 0,1 1 1 0 0,-1-1-1 0 0,1 1 1 0 0,0-1-1 0 0,1 0 1 0 0,3 6-1 0 0,-4-8-1 0 0,-1 0-1 0 0,1-1 1 0 0,0 0 0 0 0,0 1-1 0 0,0-1 1 0 0,1 0-1 0 0,-1 0 1 0 0,1 0-1 0 0,-1 0 1 0 0,1-1-1 0 0,-1 1 1 0 0,1-1-1 0 0,0 0 1 0 0,0 1-1 0 0,0-1 1 0 0,0 0-1 0 0,0-1 1 0 0,0 1-1 0 0,0 0 1 0 0,0-1-1 0 0,0 0 1 0 0,0 0-1 0 0,0 0 1 0 0,0 0 0 0 0,0 0-1 0 0,0 0 1 0 0,4-2-1 0 0,9-2 135 0 0,0-1-1 0 0,0-1 1 0 0,-1 0-1 0 0,0-1 1 0 0,0-1 0 0 0,-1 0-1 0 0,20-14 1 0 0,-13 5 400 0 0,0 0 0 0 0,-1-1 0 0 0,32-38 0 0 0,-46 48-372 0 0,-1 1 0 0 0,0-1 0 0 0,0-1 0 0 0,0 1 0 0 0,-1-1 0 0 0,-1 1 0 0 0,1-1 0 0 0,-2 0 0 0 0,1-1 0 0 0,-1 1 0 0 0,0 0 0 0 0,-1-1 0 0 0,0 1 0 0 0,-1 0 0 0 0,0-1 0 0 0,0 1 0 0 0,-1-1 0 0 0,0 1 0 0 0,-1-1 0 0 0,0 1 0 0 0,0 0 0 0 0,-1 0 0 0 0,-7-15-1 0 0,8 20-135 0 0,-1 0-1 0 0,0 0 0 0 0,0 0 1 0 0,-1 0-1 0 0,1 0 0 0 0,-1 1 0 0 0,0-1 1 0 0,0 1-1 0 0,0 0 0 0 0,0 0 0 0 0,0 1 1 0 0,-1-1-1 0 0,1 1 0 0 0,-1 0 0 0 0,0 0 1 0 0,1 1-1 0 0,-1-1 0 0 0,0 1 0 0 0,0 0 1 0 0,-8 0-1 0 0,5 0-359 0 0,-1 0-1 0 0,1 1 1 0 0,-1 0 0 0 0,-17 3-1 0 0,20-2-801 0 0,0 0 0 0 0,0 1 0 0 0,0 0 0 0 0,0 0 0 0 0,0 0 0 0 0,-9 6 0 0 0,2 1-7119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1:20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63 9674 0 0,'-5'-16'1540'0'0,"-6"-13"2999"0"0,11 28-4426 0 0,-1 0-1 0 0,0-1 1 0 0,0 1 0 0 0,1 0-1 0 0,-1 0 1 0 0,0 0 0 0 0,0 0 0 0 0,0 0-1 0 0,-1 0 1 0 0,1 0 0 0 0,0 0-1 0 0,0 1 1 0 0,0-1 0 0 0,-1 0 0 0 0,1 1-1 0 0,0-1 1 0 0,-1 1 0 0 0,-1-1-1 0 0,2 1-30 0 0,0 0 0 0 0,0 0 0 0 0,0 0 0 0 0,0 0 0 0 0,0 0 0 0 0,0 1 0 0 0,0-1 0 0 0,0 0-1 0 0,0 1 1 0 0,0-1 0 0 0,0 1 0 0 0,1-1 0 0 0,-1 1 0 0 0,0-1 0 0 0,0 1 0 0 0,0-1-1 0 0,1 1 1 0 0,-1 0 0 0 0,0 0 0 0 0,1-1 0 0 0,-1 1 0 0 0,0 0 0 0 0,1 0 0 0 0,-1 0-1 0 0,1 0 1 0 0,0 0 0 0 0,-1-1 0 0 0,1 1 0 0 0,-1 2 0 0 0,-8 29 745 0 0,1 16-540 0 0,3 0 1 0 0,2 0-1 0 0,2 0 0 0 0,6 61 1 0 0,3-33-299 0 0,37 146 0 0 0,-35-188-245 0 0,1 0 0 0 0,18 36 0 0 0,-15-41-1543 0 0,19 28 1 0 0,-26-46-2759 0 0,-2 1-1336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1:21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29 17828 0 0,'-1'0'24'0'0,"1"0"1"0"0,0 0-1 0 0,0 0 1 0 0,-1 0-1 0 0,1 0 1 0 0,0 0-1 0 0,-1 0 0 0 0,1-1 1 0 0,0 1-1 0 0,0 0 1 0 0,0 0-1 0 0,-1 0 1 0 0,1-1-1 0 0,0 1 1 0 0,0 0-1 0 0,0 0 1 0 0,-1 0-1 0 0,1-1 0 0 0,0 1 1 0 0,0 0-1 0 0,0 0 1 0 0,0-1-1 0 0,0 1 1 0 0,0 0-1 0 0,0-1 1 0 0,-1 1-1 0 0,1 0 1 0 0,0 0-1 0 0,0-1 0 0 0,0 1 1 0 0,0 0-1 0 0,0-1 1 0 0,0 1-1 0 0,0 0 1 0 0,1 0-1 0 0,-1-1 1 0 0,0 1-1 0 0,0 0 1 0 0,0-1-1 0 0,0 1 1 0 0,0 0-1 0 0,0 0 0 0 0,0-1 1 0 0,1 1-1 0 0,-1 0 1 0 0,0 0-1 0 0,0-1 1 0 0,17-1 1167 0 0,-6 2-1222 0 0,39-5 918 0 0,33-2 622 0 0,136 4 0 0 0,-210 3-1482 0 0,-1 1-1 0 0,1 0 1 0 0,0 1 0 0 0,-1 0 0 0 0,0 0 0 0 0,1 1 0 0 0,-1 0-1 0 0,9 5 1 0 0,-15-7-21 0 0,1 1 0 0 0,0 0 0 0 0,-1 0 0 0 0,1 0-1 0 0,-1 0 1 0 0,1 1 0 0 0,-1-1 0 0 0,0 0 0 0 0,0 1 0 0 0,0 0 0 0 0,-1-1-1 0 0,1 1 1 0 0,-1 0 0 0 0,1 0 0 0 0,-1 0 0 0 0,0 0 0 0 0,0 0-1 0 0,0 0 1 0 0,0 0 0 0 0,-1 0 0 0 0,1 1 0 0 0,-1-1 0 0 0,0 0-1 0 0,0 5 1 0 0,-1 1-7 0 0,0-1 0 0 0,-1 1 0 0 0,0-1 0 0 0,0 1 0 0 0,-1-1 0 0 0,0 0 0 0 0,-1 0 0 0 0,0 0 0 0 0,0-1 0 0 0,0 1 0 0 0,-9 10 0 0 0,-8 8 0 0 0,-40 39 0 0 0,34-38 0 0 0,-13 13-15 0 0,-56 62-74 0 0,91-97-49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1:21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15955 0 0,'1'-1'96'0'0,"0"1"-1"0"0,-1 0 1 0 0,1 0-1 0 0,0 0 0 0 0,0 0 1 0 0,0 0-1 0 0,0 0 0 0 0,-1 0 1 0 0,1 0-1 0 0,0 0 0 0 0,0 0 1 0 0,0 0-1 0 0,-1 0 1 0 0,1 1-1 0 0,0-1 0 0 0,0 0 1 0 0,-1 1-1 0 0,1-1 0 0 0,0 0 1 0 0,-1 1-1 0 0,1-1 0 0 0,0 1 1 0 0,-1-1-1 0 0,1 1 1 0 0,0 0-1 0 0,1 1 79 0 0,0 1 0 0 0,0-1-1 0 0,-1 1 1 0 0,1-1 0 0 0,-1 1 0 0 0,1 0 0 0 0,0 3-1 0 0,2 5 276 0 0,-1 1 1 0 0,3 17-1 0 0,5 60 1018 0 0,-8-53-1398 0 0,2-1 0 0 0,2 0 1 0 0,13 46-1 0 0,-9-52-3455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1:21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34 6913 0 0,'-4'-16'-731'0'0,"-4"3"3818"0"0,8 13-2909 0 0,0-1 0 0 0,0 1 0 0 0,-1 0 0 0 0,1-1 0 0 0,0 1 0 0 0,0 0-1 0 0,-1 0 1 0 0,1-1 0 0 0,0 1 0 0 0,-1 0 0 0 0,1 0 0 0 0,0 0 0 0 0,-1-1 0 0 0,1 1-1 0 0,-1 0 1 0 0,1 0 0 0 0,0 0 0 0 0,-1 0 0 0 0,1 0 0 0 0,-1 0 0 0 0,1 0 0 0 0,0 0-1 0 0,-1 0 1 0 0,1 0 0 0 0,0 0 0 0 0,-1 0 0 0 0,0 1 116 0 0,0-1 1 0 0,0 1-1 0 0,0-1 0 0 0,0 1 1 0 0,0 0-1 0 0,0 0 0 0 0,0-1 0 0 0,0 1 1 0 0,1 0-1 0 0,-1 0 0 0 0,0 0 1 0 0,1 0-1 0 0,-1 0 0 0 0,0 1 1 0 0,-1 3-205 0 0,0 0 0 0 0,0-1 0 0 0,1 1 0 0 0,-1 0 0 0 0,1 0 0 0 0,0 0 0 0 0,0 0 0 0 0,1 0 0 0 0,0 1 0 0 0,0-1 0 0 0,0 0 0 0 0,1 7 0 0 0,1 0-563 0 0,0 0 1 0 0,1 0-1 0 0,1 0 1 0 0,5 12-1 0 0,-1-6-1322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1:21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13563 0 0,'-6'0'428'0'0,"-4"2"1244"0"0,10-2-1646 0 0,0 0 0 0 0,0 0 0 0 0,0 0 0 0 0,0 0-1 0 0,0 0 1 0 0,0 0 0 0 0,-1 1 0 0 0,1-1 0 0 0,0 0 0 0 0,0 0-1 0 0,0 0 1 0 0,0 0 0 0 0,0 0 0 0 0,0 0 0 0 0,0 1 0 0 0,0-1-1 0 0,0 0 1 0 0,0 0 0 0 0,0 0 0 0 0,0 0 0 0 0,0 0 0 0 0,0 1-1 0 0,0-1 1 0 0,0 0 0 0 0,0 0 0 0 0,0 0 0 0 0,0 0 0 0 0,0 0-1 0 0,0 0 1 0 0,0 1 0 0 0,0-1 0 0 0,0 0 0 0 0,0 0-1 0 0,0 0 1 0 0,1 0 0 0 0,-1 0 0 0 0,0 0 0 0 0,0 0 0 0 0,0 1-1 0 0,0-1 1 0 0,0 0 0 0 0,0 0 0 0 0,0 0 0 0 0,0 0 0 0 0,1 0-1 0 0,-1 0 1 0 0,0 0 0 0 0,0 0 0 0 0,0 0 0 0 0,0 0 0 0 0,0 0-1 0 0,0 0 1 0 0,1 0 0 0 0,-1 0 0 0 0,0 0 0 0 0,0 0 0 0 0,0 0-1 0 0,0 0 1 0 0,1 0 0 0 0,-1 1 437 0 0,5 0 1 0 0,52 8 956 0 0,-31-6-678 0 0,31 9 0 0 0,-50-11-668 0 0,-1 1 1 0 0,1 1-1 0 0,0-1 0 0 0,-1 1 1 0 0,1 0-1 0 0,-1 1 0 0 0,0 0 1 0 0,0 0-1 0 0,7 6 0 0 0,-10-7-73 0 0,0 0 0 0 0,-1 0-1 0 0,1 1 1 0 0,-1-1-1 0 0,1 1 1 0 0,-1 0 0 0 0,0-1-1 0 0,0 1 1 0 0,-1 0-1 0 0,1 0 1 0 0,-1 0 0 0 0,0 0-1 0 0,0 1 1 0 0,0-1-1 0 0,-1 0 1 0 0,1 0 0 0 0,-1 1-1 0 0,0-1 1 0 0,0 0-1 0 0,-1 0 1 0 0,1 1 0 0 0,-1-1-1 0 0,0 0 1 0 0,0 0-1 0 0,0 0 1 0 0,-3 6 0 0 0,-5 9-67 0 0,0 0 1 0 0,-1-1-1 0 0,-1 0 1 0 0,-15 19-1 0 0,12-18 115 0 0,-21 27 4 0 0,21-29 271 0 0,1 0 0 0 0,-13 22 0 0 0,26-38-286 0 0,-1 0 0 0 0,1-1 1 0 0,-1 1-1 0 0,1 0 0 0 0,0 0 0 0 0,-1-1 0 0 0,1 1 0 0 0,0 0 1 0 0,-1 0-1 0 0,1 0 0 0 0,0-1 0 0 0,0 1 0 0 0,0 0 0 0 0,0 0 1 0 0,0 0-1 0 0,0 0 0 0 0,0 0 0 0 0,0-1 0 0 0,0 1 0 0 0,0 0 1 0 0,0 0-1 0 0,0 0 0 0 0,1 0 0 0 0,-1-1 0 0 0,0 1 0 0 0,1 0 1 0 0,0 1-1 0 0,0-2-1 0 0,0 1 1 0 0,0 0-1 0 0,0 0 1 0 0,0-1-1 0 0,0 1 1 0 0,1-1-1 0 0,-1 1 1 0 0,0-1 0 0 0,1 1-1 0 0,-1-1 1 0 0,0 0-1 0 0,0 0 1 0 0,1 0-1 0 0,-1 0 1 0 0,2 0-1 0 0,7 0 76 0 0,0-1-1 0 0,1 0 1 0 0,12-4-1 0 0,13-4-283 0 0,0-1-1 0 0,66-29 1 0 0,-80 29-1418 0 0,-2-2 1 0 0,1 0 0 0 0,22-18-1 0 0,-21 11-417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1:22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10 15867 0 0,'-4'1'313'0'0,"0"-1"0"0"0,1 1-1 0 0,-1 0 1 0 0,1 0-1 0 0,-1 0 1 0 0,1 0 0 0 0,-1 1-1 0 0,1 0 1 0 0,0-1-1 0 0,-1 1 1 0 0,1 0 0 0 0,0 0-1 0 0,0 1 1 0 0,-2 2-1 0 0,5-5-262 0 0,0 1-1 0 0,0-1 1 0 0,0 1-1 0 0,0-1 1 0 0,0 1-1 0 0,0-1 1 0 0,0 1-1 0 0,0-1 0 0 0,0 0 1 0 0,1 1-1 0 0,-1-1 1 0 0,0 1-1 0 0,0-1 1 0 0,0 0-1 0 0,1 1 1 0 0,-1-1-1 0 0,0 1 1 0 0,1-1-1 0 0,-1 0 0 0 0,0 1 1 0 0,1-1-1 0 0,-1 0 1 0 0,0 0-1 0 0,1 1 1 0 0,-1-1-1 0 0,0 0 1 0 0,1 0-1 0 0,-1 0 1 0 0,1 1-1 0 0,-1-1 0 0 0,1 0 1 0 0,-1 0-1 0 0,0 0 1 0 0,1 0-1 0 0,-1 0 1 0 0,1 0-1 0 0,-1 0 1 0 0,1 0-1 0 0,19 4 323 0 0,73-2 538 0 0,-71-3-798 0 0,0 0-1 0 0,0 2 1 0 0,0 1 0 0 0,0 0 0 0 0,24 7-1 0 0,-44-8-106 0 0,0-1 1 0 0,0 0-1 0 0,-1 1 0 0 0,1 0 0 0 0,0-1 0 0 0,-1 1 0 0 0,1 0 0 0 0,0 0 1 0 0,-1 0-1 0 0,1 0 0 0 0,-1 0 0 0 0,0 0 0 0 0,1 0 0 0 0,-1 0 0 0 0,0 1 1 0 0,1-1-1 0 0,-1 0 0 0 0,0 1 0 0 0,0-1 0 0 0,0 1 0 0 0,-1 0 0 0 0,1-1 1 0 0,0 1-1 0 0,0 2 0 0 0,-1-1-3 0 0,0 0-1 0 0,0 0 1 0 0,0 0 0 0 0,-1 0-1 0 0,1 0 1 0 0,-1 0 0 0 0,0 0-1 0 0,0 0 1 0 0,0 0 0 0 0,0 0-1 0 0,0 0 1 0 0,-1 0 0 0 0,-2 4-1 0 0,-8 10-33 0 0,0-1 0 0 0,-1-1 1 0 0,-1 0-1 0 0,-19 16 0 0 0,18-17 118 0 0,0 1 0 0 0,0 1-1 0 0,-21 30 1 0 0,35-44-69 0 0,-1-1 0 0 0,1 1-1 0 0,0 0 1 0 0,0-1 0 0 0,1 1-1 0 0,-1 0 1 0 0,0 0-1 0 0,0-1 1 0 0,1 1 0 0 0,-1 0-1 0 0,1 0 1 0 0,0 0 0 0 0,-1 0-1 0 0,1 0 1 0 0,0-1 0 0 0,0 1-1 0 0,0 0 1 0 0,1 0 0 0 0,-1 0-1 0 0,0 0 1 0 0,1 0-1 0 0,-1 0 1 0 0,1-1 0 0 0,1 4-1 0 0,-1-3 8 0 0,1 1-1 0 0,1-1 1 0 0,-1 0-1 0 0,0 0 1 0 0,0-1-1 0 0,1 1 1 0 0,-1 0-1 0 0,1-1 1 0 0,-1 1-1 0 0,1-1 1 0 0,0 0-1 0 0,0 0 1 0 0,-1 0-1 0 0,6 1 0 0 0,4 1-73 0 0,0-1-1 0 0,0-1 0 0 0,0 0 0 0 0,0-1 0 0 0,1 0 0 0 0,-1 0 0 0 0,13-3 0 0 0,83-20-511 0 0,-104 22 549 0 0,38-12-681 0 0,-2-2 0 0 0,62-30 1 0 0,8-5 84 0 0,-108 49 600 0 0,28-10 36 0 0,0-1-1 0 0,53-33 1 0 0,-75 41 110 0 0,-1-1 1 0 0,0 0-1 0 0,-1-1 0 0 0,1 1 1 0 0,-1-1-1 0 0,0-1 1 0 0,-1 1-1 0 0,0-1 1 0 0,0 0-1 0 0,0 0 0 0 0,-1 0 1 0 0,0-1-1 0 0,0 1 1 0 0,0-1-1 0 0,-1 0 0 0 0,2-12 1 0 0,-4 18-87 0 0,-1 0 0 0 0,1 0 1 0 0,-1 0-1 0 0,0 0 0 0 0,0 0 0 0 0,0 0 0 0 0,0 0 1 0 0,0 0-1 0 0,0 1 0 0 0,-1-1 0 0 0,1 0 1 0 0,-1 0-1 0 0,1 0 0 0 0,-1 0 0 0 0,0 0 1 0 0,1 1-1 0 0,-1-1 0 0 0,0 0 0 0 0,0 0 1 0 0,0 1-1 0 0,-1-1 0 0 0,0-1 0 0 0,-1 1-3 0 0,1 0 0 0 0,-1 0 0 0 0,0 1-1 0 0,0-1 1 0 0,0 1 0 0 0,0-1 0 0 0,0 1-1 0 0,0 0 1 0 0,0 0 0 0 0,0 0 0 0 0,0 1-1 0 0,-4-1 1 0 0,-4 0-10 0 0,1 0 0 0 0,-1 1 0 0 0,1 1-1 0 0,-1 0 1 0 0,1 0 0 0 0,-1 1 0 0 0,-13 4 0 0 0,12-2-37 0 0,1 2 0 0 0,-1-1 1 0 0,1 1-1 0 0,0 1 0 0 0,1 0 1 0 0,-1 1-1 0 0,1 0 0 0 0,1 0 1 0 0,-1 1-1 0 0,2 0 0 0 0,-1 0 1 0 0,1 1-1 0 0,-7 12 1 0 0,7-10-9 0 0,2 0 1 0 0,-1 0 0 0 0,1 1 0 0 0,1-1 0 0 0,0 1 0 0 0,1 0 0 0 0,0 1 0 0 0,1-1-1 0 0,1 1 1 0 0,0-1 0 0 0,0 28 0 0 0,2-37 3 0 0,0 0 0 0 0,0 0-1 0 0,1 0 1 0 0,0 0 0 0 0,0 0 0 0 0,0 0 0 0 0,0 0 0 0 0,0-1-1 0 0,1 1 1 0 0,0 0 0 0 0,0-1 0 0 0,0 1 0 0 0,0-1-1 0 0,0 0 1 0 0,1 0 0 0 0,-1 1 0 0 0,5 2 0 0 0,-3-3-17 0 0,1 1 0 0 0,0-1 0 0 0,0 0 0 0 0,0 0 0 0 0,1-1 0 0 0,-1 1 0 0 0,1-1 0 0 0,0 0 0 0 0,-1-1 0 0 0,10 2 0 0 0,1-1-25 0 0,0 0 0 0 0,0-2-1 0 0,-1 0 1 0 0,1-1 0 0 0,0 0 0 0 0,0-2-1 0 0,27-7 1 0 0,-31 7 48 0 0,-1-1 1 0 0,0 0-1 0 0,0-1 0 0 0,-1 0 1 0 0,1-1-1 0 0,-1 0 0 0 0,-1 0 1 0 0,11-9-1 0 0,-15 10 25 0 0,1 0 0 0 0,-1-1 0 0 0,0 0 1 0 0,-1 0-1 0 0,0 0 0 0 0,0 0 0 0 0,0-1 0 0 0,0 1 0 0 0,-1-1 1 0 0,0 0-1 0 0,-1 0 0 0 0,1 0 0 0 0,1-14 0 0 0,-3 18-4 0 0,2-14 140 0 0,-1 0 1 0 0,1-19-1 0 0,-3 32-117 0 0,0 0 1 0 0,0 0 0 0 0,-1 0-1 0 0,1-1 1 0 0,-1 1 0 0 0,0 0-1 0 0,0 0 1 0 0,0 0-1 0 0,-1 0 1 0 0,1 0 0 0 0,-1 0-1 0 0,0 0 1 0 0,0 1 0 0 0,-4-6-1 0 0,5 8-25 0 0,0 0-1 0 0,0 0 1 0 0,0 0-1 0 0,0 0 1 0 0,0 0 0 0 0,0 0-1 0 0,-1 0 1 0 0,1 0-1 0 0,0 1 1 0 0,0-1 0 0 0,-1 0-1 0 0,1 1 1 0 0,0-1-1 0 0,-1 1 1 0 0,1 0-1 0 0,-1-1 1 0 0,1 1 0 0 0,-1 0-1 0 0,1 0 1 0 0,0 0-1 0 0,-1 0 1 0 0,1 0-1 0 0,-1 0 1 0 0,1 0 0 0 0,-1 1-1 0 0,1-1 1 0 0,-1 0-1 0 0,1 1 1 0 0,0-1-1 0 0,-1 1 1 0 0,1 0 0 0 0,0-1-1 0 0,0 1 1 0 0,-1 0-1 0 0,1 0 1 0 0,0 0-1 0 0,0 0 1 0 0,0 0 0 0 0,0 0-1 0 0,0 0 1 0 0,-2 2-1 0 0,-1 2-2 0 0,0 0 0 0 0,1 0-1 0 0,-1 0 1 0 0,1 1-1 0 0,0-1 1 0 0,0 1 0 0 0,1 0-1 0 0,-3 8 1 0 0,2-2-33 0 0,1-1 1 0 0,1 1 0 0 0,0 0-1 0 0,0-1 1 0 0,1 1 0 0 0,1 0-1 0 0,0-1 1 0 0,0 1-1 0 0,1 0 1 0 0,1-1 0 0 0,7 22-1 0 0,5 2 155 0 0,1-1-1 0 0,28 45 1 0 0,4 6 71 0 0,-40-73-83 0 0,5 8 3 0 0,-12-20-119 0 0,-1 1 0 0 0,0-1 1 0 0,1 1-1 0 0,-1 0 0 0 0,0-1 0 0 0,0 1 1 0 0,0-1-1 0 0,0 1 0 0 0,1 0 1 0 0,-1-1-1 0 0,0 1 0 0 0,0-1 0 0 0,0 1 1 0 0,0 0-1 0 0,0-1 0 0 0,0 1 0 0 0,-1 0 1 0 0,1-1-1 0 0,0 1 0 0 0,0-1 0 0 0,0 1 1 0 0,-1-1-1 0 0,1 1 0 0 0,0 0 1 0 0,0-1-1 0 0,-1 1 0 0 0,0 0 0 0 0,0-1-35 0 0,1 0-104 0 0,4-27-5967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59:49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3361 9362 0 0,'0'-3'70'0'0,"1"0"-1"0"0,-1 1 1 0 0,1-1-1 0 0,0 0 1 0 0,0 1 0 0 0,0-1-1 0 0,0 0 1 0 0,0 1-1 0 0,1-1 1 0 0,-1 1 0 0 0,1 0-1 0 0,-1-1 1 0 0,1 1-1 0 0,0 0 1 0 0,0 0-1 0 0,0 0 1 0 0,0 0 0 0 0,4-2-1 0 0,7-5 54 0 0,0 0 0 0 0,18-8-1 0 0,-9 5 204 0 0,0 2 408 0 0,2 0-1 0 0,-1 1 1 0 0,1 2-1 0 0,37-8 1 0 0,-29 10-225 0 0,1 1 1 0 0,0 2 0 0 0,0 1-1 0 0,41 4 1 0 0,33-1-418 0 0,455 11 922 0 0,-171 16-897 0 0,-233-16 118 0 0,187 26 427 0 0,-241-26-600 0 0,116 1-1 0 0,-9-2 130 0 0,147-3 1 0 0,-136-7-112 0 0,132-3-80 0 0,-140-1 0 0 0,33-8 0 0 0,-32 0 0 0 0,136-2 197 0 0,-81 2-42 0 0,-12-5 14 0 0,-46 1-114 0 0,-53 7-16 0 0,413-10 749 0 0,-170 25-516 0 0,7-16 396 0 0,-269 3-501 0 0,470-37 77 0 0,-548 36-242 0 0,359-23 62 0 0,-233 24-70 0 0,212 21 1 0 0,-320-11-75 0 0,247 4 91 0 0,-250-9-6 0 0,285 12 193 0 0,-100-2-76 0 0,289 23-73 0 0,-75 21 166 0 0,-94-31-129 0 0,-207-16-47 0 0,11-3-18 0 0,36 2 44 0 0,-149 1-102 0 0,-46-3 34 0 0,1-1 0 0 0,-1-1 1 0 0,1-2-1 0 0,49-5 0 0 0,-71 3 61 0 0,0 1 1 0 0,-1-1-1 0 0,1-1 0 0 0,-1 1 1 0 0,1-1-1 0 0,-1 0 1 0 0,0 0-1 0 0,0 0 0 0 0,0-1 1 0 0,-1 1-1 0 0,1-1 0 0 0,-1-1 1 0 0,0 1-1 0 0,7-10 0 0 0,-6 7-23 0 0,0 0 1 0 0,-1 0-1 0 0,0 0 0 0 0,0-1 0 0 0,-1 0 0 0 0,0 0 0 0 0,0 0 0 0 0,-1 0 0 0 0,0 0 1 0 0,1-9-1 0 0,13-110 82 0 0,6-87-80 0 0,-24-35 139 0 0,9-157 393 0 0,-5 382-541 0 0,27-487 56 0 0,-25 310-97 0 0,-1-59-180 0 0,-2 196 142 0 0,3-1-1 0 0,14-78 0 0 0,-11 78-35 0 0,-6 42 19 0 0,9-41-1 0 0,-9 61 43 0 0,0 0-1 0 0,1 0 1 0 0,-1 0-1 0 0,1 0 1 0 0,0 0-1 0 0,0 0 0 0 0,2-2 1 0 0,-1 2 28 0 0,-1 0-1 0 0,0 0 1 0 0,0 0 0 0 0,0-1-1 0 0,0 1 1 0 0,-1 0-1 0 0,1-1 1 0 0,-1 1 0 0 0,2-6-1 0 0,19-119-5 0 0,-13 67 8 0 0,10-77 32 0 0,-18 115-20 0 0,0 0 0 0 0,-1 0 0 0 0,-2 1 0 0 0,-3-24 0 0 0,-10-16-78 0 0,-3-26-536 0 0,17 80 564 0 0,0 0 0 0 0,-1 0 0 0 0,0 0 0 0 0,0 0 0 0 0,-5-11 0 0 0,4 5 33 0 0,3 13-7 0 0,0-1-1 0 0,0 1 1 0 0,0 0-1 0 0,0 0 0 0 0,0-1 1 0 0,-1 1-1 0 0,1 0 1 0 0,0 0-1 0 0,-1 0 0 0 0,1-1 1 0 0,-1 1-1 0 0,0 0 0 0 0,1 0 1 0 0,-1 0-1 0 0,-1-1 1 0 0,2 1 68 0 0,-3 0-256 0 0,1 0 195 0 0,1 1 0 0 0,0-1 0 0 0,-1 0 0 0 0,1 1 0 0 0,0 0 0 0 0,-1-1 1 0 0,1 1-1 0 0,-1 0 0 0 0,1 0 0 0 0,-1 0 0 0 0,1 0 0 0 0,-1 0 1 0 0,1 0-1 0 0,0 0 0 0 0,-4 1 0 0 0,2 0-24 0 0,0 1 0 0 0,0 0 0 0 0,0-1 0 0 0,0 1-1 0 0,0 0 1 0 0,-5 5 0 0 0,-18 18-71 0 0,1 2-1 0 0,2 0 1 0 0,1 2-1 0 0,-28 46 1 0 0,8-12 30 0 0,33-51 57 0 0,1 0 1 0 0,0 1-1 0 0,0 0 1 0 0,2 1-1 0 0,-1 0 1 0 0,-5 20-1 0 0,12-34 6 0 0,0 1 0 0 0,0 0-1 0 0,-1-1 1 0 0,1 1 0 0 0,0 0 0 0 0,0 0-1 0 0,0-1 1 0 0,0 1 0 0 0,0 0 0 0 0,0 0-1 0 0,0-1 1 0 0,0 1 0 0 0,0 0 0 0 0,1 0-1 0 0,-1-1 1 0 0,0 1 0 0 0,0 0 0 0 0,1-1-1 0 0,-1 1 1 0 0,0 0 0 0 0,1-1 0 0 0,-1 1-1 0 0,0 0 1 0 0,1-1 0 0 0,-1 1 0 0 0,2 0 0 0 0,-1-1-10 0 0,0 1 1 0 0,0-1 0 0 0,0 1 0 0 0,0-1 0 0 0,0 0 0 0 0,0 0 0 0 0,0 0 0 0 0,1 0 0 0 0,-1 0 0 0 0,0 0 0 0 0,0 0 0 0 0,0 0 0 0 0,0 0 0 0 0,0 0 0 0 0,2-1 0 0 0,2-1-28 0 0,0 1 0 0 0,1-1 0 0 0,-1-1 0 0 0,0 1 0 0 0,-1-1 0 0 0,6-3 0 0 0,-1-2 33 0 0,-2 1 1 0 0,1-1-1 0 0,-1 0 1 0 0,0-1-1 0 0,10-17 1 0 0,24-52 95 0 0,-33 64-75 0 0,10-24-3 0 0,35-63 22 0 0,-45 87-5 0 0,1 1-1 0 0,0 0 0 0 0,2 0 1 0 0,21-20-1 0 0,-32 32-20 0 0,1 0-1 0 0,-1 1 0 0 0,1-1 1 0 0,-1 1-1 0 0,1-1 0 0 0,0 1 1 0 0,-1-1-1 0 0,1 1 0 0 0,0-1 1 0 0,0 1-1 0 0,-1 0 0 0 0,1-1 1 0 0,0 1-1 0 0,0 0 1 0 0,-1 0-1 0 0,1-1 0 0 0,0 1 1 0 0,0 0-1 0 0,0 0 0 0 0,-1 0 1 0 0,1 0-1 0 0,0 0 0 0 0,0 0 1 0 0,0 0-1 0 0,-1 0 0 0 0,1 1 1 0 0,0-1-1 0 0,0 0 0 0 0,-1 0 1 0 0,1 1-1 0 0,0-1 0 0 0,0 0 1 0 0,-1 1-1 0 0,1-1 0 0 0,0 1 1 0 0,-1-1-1 0 0,1 1 0 0 0,0-1 1 0 0,-1 1-1 0 0,1-1 1 0 0,-1 1-1 0 0,1 0 0 0 0,0 0 1 0 0,2 5 9 0 0,0 0 1 0 0,0 0 0 0 0,0 0 0 0 0,2 11 0 0 0,1-1-99 0 0,17 30 78 0 0,3 0 1 0 0,1-2 0 0 0,2 0 0 0 0,2-2-1 0 0,2-2 1 0 0,54 52 0 0 0,-29-40 78 0 0,-53-52-90 0 0,-13-3-915 0 0,-3 3-76 0 0,-3-2-39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0:41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55 100 7834 0 0,'-1'-10'934'0'0,"-2"1"0"0"0,1 0 1 0 0,-1 0-1 0 0,0 0 0 0 0,-1 0 1 0 0,0 1-1 0 0,0-1 0 0 0,-1 1 1 0 0,-7-9-1 0 0,12 16-915 0 0,0 1 0 0 0,0 0 0 0 0,0 0 0 0 0,0 0 0 0 0,0 0 0 0 0,0 0 0 0 0,-1 0 0 0 0,1-1 0 0 0,0 1 0 0 0,0 0 0 0 0,0 0 0 0 0,0 0 1 0 0,0 0-1 0 0,0 0 0 0 0,-1 0 0 0 0,1 0 0 0 0,0 0 0 0 0,0 0 0 0 0,0 0 0 0 0,0-1 0 0 0,0 1 0 0 0,-1 0 0 0 0,1 0 0 0 0,0 0 0 0 0,0 0 0 0 0,0 0 0 0 0,0 0 0 0 0,-1 0 0 0 0,1 0 0 0 0,0 0 0 0 0,0 0 0 0 0,0 0 0 0 0,0 1 0 0 0,0-1 0 0 0,-1 0 0 0 0,1 0 0 0 0,0 0 0 0 0,0 0 1 0 0,0 0-1 0 0,0 0 0 0 0,0 0 0 0 0,-1 0 0 0 0,1 0 0 0 0,0 0 0 0 0,0 1 0 0 0,0-1 0 0 0,0 0 0 0 0,0 0 0 0 0,0 0 0 0 0,0 0 0 0 0,-1 0 0 0 0,-3 13 347 0 0,1 13-202 0 0,25 279-154 0 0,25-1-40 0 0,-40-262 29 0 0,60 489 734 0 0,-65-515-439 0 0,-1-9-81 0 0,-1 0-1 0 0,1 0 0 0 0,-1 0 0 0 0,0 0 0 0 0,-1 0 0 0 0,1 0 0 0 0,-1 0 0 0 0,-4 11 1 0 0,5-18-196 0 0,0 1 0 0 0,0-1 0 0 0,-1 1 0 0 0,1-1 0 0 0,0 1 1 0 0,0-1-1 0 0,-1 0 0 0 0,1 1 0 0 0,0-1 0 0 0,-1 1 0 0 0,1-1 1 0 0,-1 0-1 0 0,1 1 0 0 0,-1-1 0 0 0,1 0 0 0 0,-1 1 0 0 0,1-1 1 0 0,0 0-1 0 0,-1 0 0 0 0,0 1 0 0 0,1-1 0 0 0,-1 0 0 0 0,1 0 1 0 0,-1 0-1 0 0,1 0 0 0 0,-1 0 0 0 0,1 0 0 0 0,-1 0 0 0 0,-17-7 612 0 0,0-6-2137 0 0,6 2-4402 0 0,6 3-681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0:42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36 6449 0 0,'-21'-23'3085'0'0,"20"22"-2722"0"0,0 0 0 0 0,0 0 0 0 0,0 0 0 0 0,0 0 1 0 0,0 0-1 0 0,-1 0 0 0 0,1 0 0 0 0,0 1 0 0 0,0-1 0 0 0,-1 0 0 0 0,1 1 0 0 0,0-1 0 0 0,-1 1 0 0 0,1 0 0 0 0,-1-1 1 0 0,1 1-1 0 0,0 0 0 0 0,-3 0 0 0 0,3 0-315 0 0,1 1-1 0 0,-1-1 1 0 0,1 1 0 0 0,-1-1-1 0 0,1 1 1 0 0,-1-1 0 0 0,1 1 0 0 0,0-1-1 0 0,-1 1 1 0 0,1 0 0 0 0,0-1 0 0 0,0 1-1 0 0,-1-1 1 0 0,1 1 0 0 0,0 0-1 0 0,0-1 1 0 0,0 1 0 0 0,0 0 0 0 0,0-1-1 0 0,0 1 1 0 0,0 0 0 0 0,0 0 0 0 0,0-1-1 0 0,0 2 1 0 0,2 22 220 0 0,-1-17-131 0 0,24 258-76 0 0,-5-61 56 0 0,-14-134-53 0 0,-2-2 189 0 0,19 93 1 0 0,-23-161-233 0 0,0 0-1 0 0,0 1 1 0 0,0-1-1 0 0,0 0 1 0 0,0 0-1 0 0,0 0 1 0 0,0 0 0 0 0,0 0-1 0 0,0 1 1 0 0,0-1-1 0 0,0 0 1 0 0,0 0 0 0 0,0 0-1 0 0,0 0 1 0 0,0 1-1 0 0,0-1 1 0 0,0 0-1 0 0,0 0 1 0 0,0 0 0 0 0,0 0-1 0 0,0 1 1 0 0,0-1-1 0 0,0 0 1 0 0,1 0-1 0 0,-1 0 1 0 0,0 0 0 0 0,0 0-1 0 0,0 1 1 0 0,0-1-1 0 0,0 0 1 0 0,0 0 0 0 0,0 0-1 0 0,1 0 1 0 0,-1 0-1 0 0,0 0 1 0 0,0 0-1 0 0,0 0 1 0 0,0 0 0 0 0,1 0-1 0 0,-1 1 1 0 0,0-1-1 0 0,0 0 1 0 0,0 0 0 0 0,0 0-1 0 0,0 0 1 0 0,1 0-1 0 0,-1 0 1 0 0,0 0-1 0 0,0 0 1 0 0,0 0 0 0 0,0 0-1 0 0,1 0 1 0 0,-1 0-1 0 0,0-1 1 0 0,0 1-1 0 0,0 0 1 0 0,0 0 0 0 0,1 0-1 0 0,-1 0 1 0 0,0 0-1 0 0,0 0 1 0 0,0 0 0 0 0,0 0-1 0 0,1-1 1 0 0,7-14 546 0 0,4-24-253 0 0,17-135 104 0 0,-21 113-469 0 0,30-112-1 0 0,-35 164 47 0 0,0 1 0 0 0,0-1 0 0 0,1 1 0 0 0,0 0 0 0 0,1 0 0 0 0,5-8 0 0 0,-9 15 1 0 0,0-1 0 0 0,0 1 0 0 0,0 0 0 0 0,0-1 0 0 0,1 1 0 0 0,-1 0 0 0 0,0 0 0 0 0,1 0 0 0 0,-1 0 0 0 0,0 0 0 0 0,1 0 0 0 0,-1 0 0 0 0,1 1 0 0 0,-1-1 0 0 0,1 1 0 0 0,-1-1 0 0 0,1 1 0 0 0,0-1 0 0 0,-1 1 0 0 0,1 0 0 0 0,0 0 0 0 0,-1 0 0 0 0,1 0 0 0 0,0 0 0 0 0,-1 0 0 0 0,1 0 0 0 0,0 0 0 0 0,-1 1 0 0 0,1-1 0 0 0,0 1 0 0 0,-1-1 0 0 0,1 1 0 0 0,-1-1 0 0 0,1 1 0 0 0,-1 0 0 0 0,1 0 0 0 0,-1 0 0 0 0,0 0 0 0 0,2 2 0 0 0,8 6-13 0 0,-1 0-1 0 0,-1 1 1 0 0,1 0-1 0 0,-2 1 1 0 0,1 0-1 0 0,12 23 1 0 0,30 78-32 0 0,-43-87 144 0 0,2-1 0 0 0,1-1 1 0 0,1 0-1 0 0,1-1 0 0 0,27 36 0 0 0,-37-54-3 0 0,0-1 0 0 0,0 1-1 0 0,1-1 1 0 0,-1 0-1 0 0,1-1 1 0 0,0 1 0 0 0,7 4-1 0 0,-10-7-58 0 0,-1 0-1 0 0,1 1 0 0 0,0-1 0 0 0,0 0 1 0 0,0 0-1 0 0,0 0 0 0 0,0 0 0 0 0,0 0 1 0 0,0 0-1 0 0,0 0 0 0 0,0 0 0 0 0,0 0 1 0 0,-1 0-1 0 0,1 0 0 0 0,0 0 0 0 0,0-1 1 0 0,0 1-1 0 0,0 0 0 0 0,0-1 0 0 0,0 1 1 0 0,-1-1-1 0 0,1 1 0 0 0,0-1 0 0 0,0 1 1 0 0,-1-1-1 0 0,1 1 0 0 0,0-1 0 0 0,-1 0 1 0 0,1 1-1 0 0,0-1 0 0 0,-1 0 0 0 0,1 0 1 0 0,-1 1-1 0 0,1-1 0 0 0,-1 0 0 0 0,0 0 1 0 0,1 0-1 0 0,-1 0 0 0 0,0 0 0 0 0,0 0 1 0 0,1 1-1 0 0,-1-1 0 0 0,0 0 1 0 0,0-2-1 0 0,5-20 252 0 0,0 0 1 0 0,-2 0 0 0 0,1-37-1 0 0,-9-70 568 0 0,2 86-678 0 0,2 0 0 0 0,7-71 0 0 0,-5 105-244 0 0,1 1 1 0 0,0 0-1 0 0,0 0 0 0 0,1 0 0 0 0,4-10 1 0 0,-6 17-67 0 0,-1 1 1 0 0,1-1 0 0 0,0 1 0 0 0,-1 0 0 0 0,1-1 0 0 0,0 1-1 0 0,0-1 1 0 0,0 1 0 0 0,1 0 0 0 0,-1 0 0 0 0,0 0 0 0 0,0 0-1 0 0,1 0 1 0 0,-1 0 0 0 0,0 0 0 0 0,1 0 0 0 0,-1 0 0 0 0,1 0-1 0 0,-1 1 1 0 0,1-1 0 0 0,-1 1 0 0 0,1-1 0 0 0,0 1 0 0 0,-1 0-1 0 0,1 0 1 0 0,0-1 0 0 0,-1 1 0 0 0,1 0 0 0 0,0 0 0 0 0,-1 1-1 0 0,1-1 1 0 0,0 0 0 0 0,-1 0 0 0 0,1 1 0 0 0,-1-1 0 0 0,3 2-1 0 0,11 5-5142 0 0,0 2-1422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0:43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177 180 10594 0 0,'-16'-31'2811'0'0,"2"4"2629"0"0,-2-17-2501 0 0,11 28-3211 0 0,0-1 0 0 0,-11-18 0 0 0,16 35 245 0 0,0-1 0 0 0,0 1 0 0 0,0-1 0 0 0,-1 1-1 0 0,1-1 1 0 0,0 1 0 0 0,-1-1 0 0 0,1 1-1 0 0,0-1 1 0 0,-1 1 0 0 0,1 0 0 0 0,0-1-1 0 0,-1 1 1 0 0,1-1 0 0 0,-1 1 0 0 0,1 0-1 0 0,-1 0 1 0 0,1-1 0 0 0,-1 1 0 0 0,1 0 0 0 0,-1 0-1 0 0,1-1 1 0 0,-1 1 0 0 0,1 0 0 0 0,-1 0-1 0 0,1 0 1 0 0,-1 0 0 0 0,0 0 0 0 0,1 0-1 0 0,-1 0 1 0 0,1 0 0 0 0,-1 0 0 0 0,-1 1-5 0 0,1-1 0 0 0,0 1 0 0 0,0 0 1 0 0,-1 0-1 0 0,1 0 0 0 0,0 0 1 0 0,0 0-1 0 0,0 0 0 0 0,0 0 0 0 0,0 0 1 0 0,0 0-1 0 0,0 2 0 0 0,-20 39-232 0 0,20-40 238 0 0,-11 34 151 0 0,1 1 1 0 0,2 1-1 0 0,1 0 0 0 0,2 0 1 0 0,2 0-1 0 0,2 1 0 0 0,1-1 1 0 0,2 1-1 0 0,8 57 0 0 0,-7-87-52 0 0,-1-1-1 0 0,1 1 0 0 0,6 12 1 0 0,-8-19-56 0 0,1 0 1 0 0,0 0 0 0 0,0 0 0 0 0,0 0 0 0 0,0 0-1 0 0,0 0 1 0 0,1 0 0 0 0,-1 0 0 0 0,0-1 0 0 0,1 1 0 0 0,-1-1-1 0 0,1 1 1 0 0,0-1 0 0 0,-1 1 0 0 0,1-1 0 0 0,0 0-1 0 0,0 0 1 0 0,0 0 0 0 0,2 1 0 0 0,-3-2 2 0 0,0 0 0 0 0,0 0 0 0 0,0 0 0 0 0,0 0 0 0 0,0-1 0 0 0,0 1 1 0 0,-1 0-1 0 0,1-1 0 0 0,0 1 0 0 0,0-1 0 0 0,-1 1 0 0 0,1-1 0 0 0,0 1 0 0 0,0-1 0 0 0,-1 1 0 0 0,1-1 0 0 0,0 1 1 0 0,-1-1-1 0 0,1 0 0 0 0,0-1 0 0 0,13-19 135 0 0,-10 15-105 0 0,12-20-53 0 0,-2-1 0 0 0,-1 0 0 0 0,17-51 0 0 0,-20 48-196 0 0,2 1 0 0 0,0 0 0 0 0,22-33 0 0 0,-33 59 189 0 0,1 0 1 0 0,0 0-1 0 0,0 0 1 0 0,0 1 0 0 0,1-1-1 0 0,-1 1 1 0 0,1 0-1 0 0,-1-1 1 0 0,1 1 0 0 0,0 0-1 0 0,0 1 1 0 0,5-4-1 0 0,-7 5 8 0 0,0 0 0 0 0,0-1 0 0 0,0 1 0 0 0,0 0-1 0 0,0 0 1 0 0,0 0 0 0 0,0 0 0 0 0,-1 0-1 0 0,1 0 1 0 0,0 0 0 0 0,0 1 0 0 0,0-1 0 0 0,0 0-1 0 0,0 0 1 0 0,0 1 0 0 0,0-1 0 0 0,0 0-1 0 0,-1 1 1 0 0,2 0 0 0 0,0 0 1 0 0,-1 1-1 0 0,1-1 1 0 0,-1 1-1 0 0,1-1 1 0 0,-1 1-1 0 0,0 0 1 0 0,0 0-1 0 0,0-1 1 0 0,0 1-1 0 0,0 0 1 0 0,1 3-1 0 0,9 27-19 0 0,6 34-1 0 0,-2-9-144 0 0,-10-28-1240 0 0,-5-16-5532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0:43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8954 0 0,'2'-3'273'0'0,"0"0"0"0"0,1 1 0 0 0,-1-1 0 0 0,1 0 0 0 0,-1 1 0 0 0,1 0 0 0 0,0 0 0 0 0,0-1 0 0 0,0 2 1 0 0,0-1-1 0 0,6-2 0 0 0,-8 3-117 0 0,1 1 0 0 0,-1 0 0 0 0,1 0 1 0 0,-1 0-1 0 0,1 0 0 0 0,-1 0 0 0 0,1 0 1 0 0,-1 1-1 0 0,1-1 0 0 0,-1 0 0 0 0,1 1 1 0 0,-1-1-1 0 0,1 1 0 0 0,-1 0 0 0 0,0-1 1 0 0,1 1-1 0 0,-1 0 0 0 0,0 0 0 0 0,0 0 1 0 0,0 0-1 0 0,1 0 0 0 0,-1 0 0 0 0,0 0 1 0 0,0 0-1 0 0,0 0 0 0 0,-1 0 0 0 0,1 1 1 0 0,0-1-1 0 0,0 0 0 0 0,0 3 0 0 0,4 6 181 0 0,-1-1-1 0 0,0 1 0 0 0,0 0 0 0 0,-1 0 1 0 0,0 0-1 0 0,-1 1 0 0 0,1 15 1 0 0,1 77 291 0 0,-4-86-539 0 0,0-3-44 0 0,1-7-9 0 0,-1 0 0 0 0,0 0 0 0 0,0 0 0 0 0,-1 0 0 0 0,0 0 0 0 0,0 0 0 0 0,-1 0 0 0 0,0 0 0 0 0,-3 7 0 0 0,12-48-339 0 0,-5 15 51 0 0,8-32-176 0 0,2 0 0 0 0,3 0 0 0 0,24-59 0 0 0,-37 107 448 0 0,0-1-1 0 0,-1 1 1 0 0,1-1 0 0 0,1 1-1 0 0,-1 0 1 0 0,0 0 0 0 0,1 0-1 0 0,-1 0 1 0 0,1 0 0 0 0,0 1-1 0 0,3-3 1 0 0,-5 4-10 0 0,0 1 0 0 0,0-1 0 0 0,0 1 0 0 0,0 0 0 0 0,0-1 0 0 0,-1 1 0 0 0,1 0 0 0 0,0 0 0 0 0,0 0 0 0 0,0-1 0 0 0,0 1 0 0 0,0 0 0 0 0,0 0 0 0 0,0 0-1 0 0,0 1 1 0 0,0-1 0 0 0,0 0 0 0 0,1 1 0 0 0,0-1 1 0 0,-1 1-1 0 0,1 0 0 0 0,-1 0 0 0 0,1 0 0 0 0,-1 0 1 0 0,0 0-1 0 0,0 1 0 0 0,1-1 0 0 0,-1 0 0 0 0,0 1 1 0 0,0-1-1 0 0,0 0 0 0 0,1 4 0 0 0,13 26 408 0 0,-2 2 0 0 0,-1-1-1 0 0,13 59 1 0 0,-6-22-361 0 0,-18-63-485 0 0,7 17 893 0 0,-2-16-2292 0 0,4-6-3545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0: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15667 0 0,'5'29'2951'0'0,"4"49"0"0"0,-4-27-2561 0 0,10 93-279 0 0,-5 0 0 0 0,-7 0 0 0 0,-25 232 0 0 0,6-263-137 0 0,16-112 12 0 0,0-1-1 0 0,0 1 1 0 0,0-1 0 0 0,0 1 0 0 0,0-1-1 0 0,0 1 1 0 0,0 0 0 0 0,0-1 0 0 0,0 1-1 0 0,0-1 1 0 0,-1 1 0 0 0,1-1 0 0 0,0 1-1 0 0,0-1 1 0 0,-1 1 0 0 0,1-1 0 0 0,0 1-1 0 0,-1-1 1 0 0,1 1 0 0 0,0-1 0 0 0,-1 1-1 0 0,1-1 1 0 0,-1 0 0 0 0,1 1 0 0 0,-1-1-1 0 0,1 0 1 0 0,-1 1 0 0 0,0-1 0 0 0,1 0-90 0 0,-1-1-1 0 0,0 1 1 0 0,0 0 0 0 0,1-1 0 0 0,-1 1 0 0 0,0-1-1 0 0,1 1 1 0 0,-1-1 0 0 0,1 1 0 0 0,-1-1 0 0 0,1 0 0 0 0,-1 1-1 0 0,1-1 1 0 0,-1 0 0 0 0,1 1 0 0 0,-1-2 0 0 0,-15-35-6794 0 0,16 36 6611 0 0,-10-24-5351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0:44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13563 0 0,'0'0'78'0'0,"0"-1"1"0"0,0 1-1 0 0,1-1 1 0 0,-1 1-1 0 0,0-1 1 0 0,0 1-1 0 0,0 0 1 0 0,1-1 0 0 0,-1 1-1 0 0,0 0 1 0 0,1-1-1 0 0,-1 1 1 0 0,0 0-1 0 0,1-1 1 0 0,-1 1-1 0 0,0 0 1 0 0,1-1-1 0 0,-1 1 1 0 0,1 0-1 0 0,-1 0 1 0 0,0 0-1 0 0,1-1 1 0 0,-1 1-1 0 0,1 0 1 0 0,-1 0-1 0 0,1 0 1 0 0,-1 0-1 0 0,0 0 1 0 0,1 0-1 0 0,-1 0 1 0 0,1 0-1 0 0,-1 0 1 0 0,1 0-1 0 0,-1 0 1 0 0,1 0-1 0 0,-1 0 1 0 0,1 0-1 0 0,-1 1 1 0 0,0-1-1 0 0,1 0 1 0 0,-1 0 0 0 0,1 0-1 0 0,-1 1 1 0 0,0-1-1 0 0,1 1 1 0 0,5 0 767 0 0,37 14 1307 0 0,-21-7-1677 0 0,0-1-1 0 0,1-1 1 0 0,-1-1-1 0 0,1-1 1 0 0,37 2 0 0 0,-24-7-33 0 0,45-5 0 0 0,-67 3-279 0 0,0 1 0 0 0,0-1 0 0 0,0-1 0 0 0,0-1 0 0 0,-1 0-1 0 0,15-8 1 0 0,-27 13-159 0 0,-1 0-1 0 0,1 0 0 0 0,0 0 0 0 0,-1-1 1 0 0,1 1-1 0 0,0 0 0 0 0,-1-1 0 0 0,1 1 1 0 0,-1 0-1 0 0,1-1 0 0 0,0 1 0 0 0,-1-1 1 0 0,1 1-1 0 0,-1-1 0 0 0,0 1 0 0 0,1-1 1 0 0,-1 1-1 0 0,1-1 0 0 0,-1 0 1 0 0,0 1-1 0 0,1-1 0 0 0,-1 1 0 0 0,0-1 1 0 0,0 0-1 0 0,0 1 0 0 0,1-1 0 0 0,-1 0 1 0 0,0 1-1 0 0,0-1 0 0 0,0 0 0 0 0,0 0 1 0 0,0 1-1 0 0,0-1 0 0 0,0 0 0 0 0,0 1 1 0 0,0-1-1 0 0,-1 0 0 0 0,1 1 0 0 0,0-1 1 0 0,0 0-1 0 0,-1 1 0 0 0,1-1 0 0 0,0 1 1 0 0,-1-1-1 0 0,1 0 0 0 0,0 1 0 0 0,-1-1 1 0 0,1 1-1 0 0,-1-1 0 0 0,1 1 1 0 0,-1-1-1 0 0,0 0 0 0 0,0 0-293 0 0,0 0-1 0 0,0 0 1 0 0,0 0 0 0 0,0-1-1 0 0,0 1 1 0 0,1 0 0 0 0,-1-1 0 0 0,0 1-1 0 0,1 0 1 0 0,-1-1 0 0 0,1 1-1 0 0,-1-4 1 0 0,1 2-1209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0:44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18780 0 0,'-2'3'312'0'0,"1"1"-1"0"0,0-1 1 0 0,0 1-1 0 0,0-1 1 0 0,1 1 0 0 0,-1 0-1 0 0,1-1 1 0 0,0 1-1 0 0,0 0 1 0 0,1 5-1 0 0,8 41-227 0 0,-3-22-129 0 0,40 447-311 0 0,-38 2 1564 0 0,-8-412-1000 0 0,-2 96-712 0 0,0-150-356 0 0,0-9-1019 0 0,-2-6-1829 0 0,0-6-2445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0:45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12 21861 0 0,'105'-6'1164'0'0,"-74"3"-777"0"0,1 1-1 0 0,0 2 1 0 0,-1 0-1 0 0,37 7 0 0 0,-62-6-361 0 0,0 1 0 0 0,1 0 0 0 0,-1 1 0 0 0,0-1 0 0 0,0 1 0 0 0,0 0 0 0 0,0 0 0 0 0,-1 1 0 0 0,0 0 0 0 0,1 0 0 0 0,6 7 0 0 0,-10-9-16 0 0,0 0 1 0 0,-1 0-1 0 0,1 0 0 0 0,0 0 0 0 0,-1 0 1 0 0,1 1-1 0 0,-1-1 0 0 0,1 1 0 0 0,-1-1 1 0 0,0 1-1 0 0,0-1 0 0 0,0 1 0 0 0,-1 0 1 0 0,1-1-1 0 0,-1 1 0 0 0,1 0 0 0 0,-1 0 1 0 0,0 0-1 0 0,0-1 0 0 0,0 1 0 0 0,0 0 1 0 0,-1 0-1 0 0,1-1 0 0 0,-1 1 0 0 0,0 0 1 0 0,1-1-1 0 0,-1 1 0 0 0,0 0 1 0 0,-2 2-1 0 0,-6 9-51 0 0,-1 0-1 0 0,0 0 1 0 0,-1-1 0 0 0,-17 17-1 0 0,-54 42 21 0 0,82-71 22 0 0,-145 102 417 0 0,14-11-375 0 0,76-50-2962 0 0,53-41 863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0:45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6913 0 0,'3'14'724'0'0,"0"-1"-1"0"0,1 17 0 0 0,-2 61 12644 0 0,-2-56-10579 0 0,1-2-4242 0 0,0-11 1484 0 0,3 83-293 0 0,-4-89 151 0 0,-1 0-1 0 0,-1 0 1 0 0,0 0-1 0 0,-7 21 1 0 0,2-21-578 0 0,2-13-520 0 0,0-11-984 0 0,4-1 727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0:45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19812 0 0,'1'21'1761'0'0,"-1"-9"-1409"0"0,0 0-280 0 0,0-1-72 0 0,0-2 736 0 0,2-2 128 0 0,3 2 24 0 0,-1 9 8 0 0,5 8-1696 0 0,4 10-328 0 0,4 1-72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0:45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18436 0 0,'3'2'361'0'0,"0"0"1"0"0,0-1 0 0 0,0 0-1 0 0,0 0 1 0 0,0 0-1 0 0,0 0 1 0 0,0 0-1 0 0,0-1 1 0 0,0 1 0 0 0,1-1-1 0 0,-1 0 1 0 0,0 0-1 0 0,0 0 1 0 0,5-1-1 0 0,50-8-1045 0 0,-38 5 354 0 0,6-1-148 0 0,39-6-1078 0 0,-58 10 1307 0 0,-1 1 1 0 0,1-1 0 0 0,-1 2-1 0 0,1-1 1 0 0,-1 1 0 0 0,1 0-1 0 0,9 3 1 0 0,-14-4 201 0 0,0 1 0 0 0,0 0 1 0 0,0 0-1 0 0,-1 0 0 0 0,1 0 0 0 0,0 0 0 0 0,0 0 0 0 0,0 1 1 0 0,-1-1-1 0 0,1 0 0 0 0,-1 1 0 0 0,1 0 0 0 0,-1-1 1 0 0,0 1-1 0 0,0 0 0 0 0,1 0 0 0 0,-1-1 0 0 0,0 1 0 0 0,0 3 1 0 0,1-1 54 0 0,-2-1 1 0 0,1 1 0 0 0,0 0-1 0 0,-1 1 1 0 0,1-1 0 0 0,-1 0 0 0 0,0 0-1 0 0,-1 0 1 0 0,0 6 0 0 0,-3 4 222 0 0,0 1 1 0 0,0-1-1 0 0,-1 0 1 0 0,-11 19-1 0 0,-58 95 1443 0 0,45-80-454 0 0,-34 71-1 0 0,53-97-741 0 0,6-16-269 0 0,1 1 0 0 0,0 0 1 0 0,0 0-1 0 0,0 0 0 0 0,1 0 1 0 0,0 1-1 0 0,-1 12 0 0 0,3-20-206 0 0,0 1 0 0 0,0-1-1 0 0,0 0 1 0 0,0 0 0 0 0,0 1-1 0 0,0-1 1 0 0,0 0-1 0 0,0 0 1 0 0,1 0 0 0 0,-1 1-1 0 0,0-1 1 0 0,0 0-1 0 0,0 0 1 0 0,0 0 0 0 0,0 1-1 0 0,1-1 1 0 0,-1 0 0 0 0,0 0-1 0 0,0 0 1 0 0,0 0-1 0 0,0 1 1 0 0,1-1 0 0 0,-1 0-1 0 0,0 0 1 0 0,0 0 0 0 0,0 0-1 0 0,1 0 1 0 0,-1 0-1 0 0,0 0 1 0 0,0 0 0 0 0,1 0-1 0 0,-1 0 1 0 0,0 1-1 0 0,0-1 1 0 0,1 0 0 0 0,-1 0-1 0 0,14-2-183 0 0,12-8-279 0 0,-9 1-471 0 0,0-1-1 0 0,26-20 0 0 0,5-9-5831 0 0,-15 10 150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40:46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7370 0 0,'-17'30'229'0'0,"8"-16"3082"0"0,1 0 9160 0 0,8-13-12498 0 0,0 0 1 0 0,-1 0-1 0 0,1 0 0 0 0,0 0 0 0 0,0-1 1 0 0,0 1-1 0 0,0 0 0 0 0,0 0 1 0 0,0 0-1 0 0,0 0 0 0 0,0 0 1 0 0,0-1-1 0 0,1 1 0 0 0,-1 0 0 0 0,0 0 1 0 0,0 0-1 0 0,1-1 0 0 0,-1 1 1 0 0,0 0-1 0 0,1 0 0 0 0,-1-1 1 0 0,1 1-1 0 0,-1 0 0 0 0,1-1 0 0 0,0 1 1 0 0,-1 0-1 0 0,1-1 0 0 0,-1 1 1 0 0,1-1-1 0 0,0 1 0 0 0,0-1 1 0 0,-1 1-1 0 0,1-1 0 0 0,0 0 0 0 0,0 1 1 0 0,-1-1-1 0 0,1 0 0 0 0,1 1 1 0 0,39 8-1143 0 0,-30-7 1131 0 0,23 5 8 0 0,-11-3 424 0 0,0 1 0 0 0,0 1-1 0 0,0 1 1 0 0,35 17 0 0 0,-56-23-381 0 0,-1 0 0 0 0,1-1 0 0 0,-1 1 0 0 0,0 0 1 0 0,0 0-1 0 0,1 0 0 0 0,-1 1 0 0 0,0-1 0 0 0,0 0 1 0 0,0 0-1 0 0,0 0 0 0 0,0 1 0 0 0,0-1 0 0 0,-1 1 1 0 0,1-1-1 0 0,0 1 0 0 0,-1-1 0 0 0,1 1 0 0 0,-1-1 1 0 0,1 3-1 0 0,-1-1-9 0 0,0 0 0 0 0,0 0 0 0 0,0 0 0 0 0,0 0 0 0 0,-1 0 0 0 0,1 0 0 0 0,-1 0 0 0 0,0 0 0 0 0,-2 6 0 0 0,-2 2-5 0 0,0-1 0 0 0,-1 1 1 0 0,-1-1-1 0 0,-10 13 0 0 0,-34 38 340 0 0,32-41 43 0 0,1 2-1 0 0,1 0 1 0 0,1 0-1 0 0,1 2 1 0 0,-20 40 0 0 0,34-62-384 0 0,1 0 1 0 0,-1 0 0 0 0,1-1 0 0 0,-1 1-1 0 0,1 0 1 0 0,-1 0 0 0 0,1 0 0 0 0,0 0-1 0 0,0 0 1 0 0,0 3 0 0 0,0-4-15 0 0,1-1-1 0 0,-1 1 1 0 0,0 0 0 0 0,0 0 0 0 0,1-1 0 0 0,-1 1-1 0 0,0 0 1 0 0,1-1 0 0 0,-1 1 0 0 0,0 0 0 0 0,1-1-1 0 0,-1 1 1 0 0,1-1 0 0 0,0 1 0 0 0,-1-1 0 0 0,1 1-1 0 0,-1-1 1 0 0,1 1 0 0 0,0 0 0 0 0,2 0-92 0 0,0 0-1 0 0,-1-1 1 0 0,1 1 0 0 0,0-1 0 0 0,0 1 0 0 0,0-1-1 0 0,0 0 1 0 0,-1 0 0 0 0,1 0 0 0 0,0 0 0 0 0,0-1-1 0 0,5-1 1 0 0,28-8-1354 0 0,0-1-1 0 0,-2-2 0 0 0,1-2 1 0 0,44-26-1 0 0,-6 4-921 0 0,-1 6-621 0 0,108-31-1 0 0,-167 58 2903 0 0,80-29 1369 0 0,-72 24 178 0 0,-1 0-1 0 0,0-2 1 0 0,-1 0 0 0 0,31-24-1 0 0,-47 32-1289 0 0,0 0 0 0 0,0 0 0 0 0,0 0 0 0 0,-1 0 0 0 0,1-1 0 0 0,-1 1 0 0 0,0-1 0 0 0,1 0 0 0 0,-2 1 0 0 0,1-1 0 0 0,0 0 0 0 0,-1 0 0 0 0,0 0 0 0 0,0 0-1 0 0,0 0 1 0 0,0-1 0 0 0,-1 1 0 0 0,1 0 0 0 0,-1 0 0 0 0,0 0 0 0 0,0-1 0 0 0,-1 1 0 0 0,1 0 0 0 0,-1 0 0 0 0,0 0 0 0 0,0 0 0 0 0,-1 0 0 0 0,1 0 0 0 0,-1 0 0 0 0,-3-7 0 0 0,3 8-143 0 0,0 0 0 0 0,0 0 0 0 0,0 0 0 0 0,-1 0 0 0 0,1 0 0 0 0,-1 1 0 0 0,0-1 0 0 0,1 1 0 0 0,-1-1 1 0 0,0 1-1 0 0,0 0 0 0 0,-1 0 0 0 0,1 0 0 0 0,0 1 0 0 0,-1-1 0 0 0,1 1 0 0 0,-1 0 0 0 0,1 0 0 0 0,-1 0 1 0 0,0 0-1 0 0,1 1 0 0 0,-1-1 0 0 0,0 1 0 0 0,1 0 0 0 0,-1 0 0 0 0,0 1 0 0 0,1-1 0 0 0,-1 1 0 0 0,0-1 0 0 0,1 1 1 0 0,-1 0-1 0 0,1 1 0 0 0,-1-1 0 0 0,1 0 0 0 0,-4 3 0 0 0,-2 2-27 0 0,0 0 1 0 0,0 0-1 0 0,0 1 0 0 0,1 0 1 0 0,0 1-1 0 0,1 0 0 0 0,-1 0 1 0 0,2 0-1 0 0,-1 1 0 0 0,1 0 1 0 0,-8 16-1 0 0,-2 8 122 0 0,1 1 1 0 0,-10 38-1 0 0,17-47 36 0 0,1 0-1 0 0,2 1 1 0 0,-5 48 0 0 0,9-57-50 0 0,1 0 0 0 0,0 0 0 0 0,1 0 0 0 0,1 0 0 0 0,1 0 0 0 0,9 32 0 0 0,-11-46-85 0 0,0 0 0 0 0,0-1 0 0 0,0 1 0 0 0,0 0 0 0 0,1-1 0 0 0,-1 1 0 0 0,1-1 0 0 0,0 0 0 0 0,-1 1 0 0 0,1-1 0 0 0,0 0 0 0 0,0 0 0 0 0,1 0 0 0 0,-1 0 0 0 0,0 0 0 0 0,5 2 0 0 0,-5-3-2 0 0,0-1 0 0 0,0 0 1 0 0,0 1-1 0 0,0-1 0 0 0,0 0 0 0 0,0 0 0 0 0,0 0 0 0 0,0 0 0 0 0,0 0 1 0 0,0-1-1 0 0,0 1 0 0 0,0 0 0 0 0,0-1 0 0 0,0 0 0 0 0,-1 1 1 0 0,1-1-1 0 0,0 0 0 0 0,0 0 0 0 0,0 0 0 0 0,-1 0 0 0 0,1 0 0 0 0,-1-1 1 0 0,1 1-1 0 0,-1 0 0 0 0,3-3 0 0 0,13-15-105 0 0,0 1-1 0 0,-1-2 1 0 0,-2 0-1 0 0,0-1 1 0 0,12-24-1 0 0,1-8-382 0 0,19-57 1 0 0,-19 25 49 0 0,-18 54 447 0 0,1 0 1 0 0,21-43-1 0 0,-31 74-6 0 0,0-1 0 0 0,0 1 0 0 0,0-1 0 0 0,0 1 0 0 0,1-1 0 0 0,-1 1 0 0 0,0 0 0 0 0,0-1 0 0 0,0 1 0 0 0,1-1 0 0 0,-1 1 0 0 0,0 0 0 0 0,0-1 0 0 0,1 1 0 0 0,-1-1 0 0 0,0 1 0 0 0,1 0 1 0 0,-1-1-1 0 0,0 1 0 0 0,1 0 0 0 0,-1 0 0 0 0,1-1 0 0 0,-1 1 0 0 0,0 0 0 0 0,1 0 0 0 0,-1 0 0 0 0,1 0 0 0 0,-1-1 0 0 0,1 1 0 0 0,-1 0 0 0 0,1 0 0 0 0,-1 0 0 0 0,1 0 0 0 0,-1 0 0 0 0,1 0 0 0 0,-1 0 0 0 0,0 0 0 0 0,1 0 0 0 0,-1 0 0 0 0,1 0 0 0 0,-1 1 0 0 0,1-1 0 0 0,-1 0 0 0 0,1 0 0 0 0,-1 0 0 0 0,0 1 0 0 0,1-1 0 0 0,-1 0 0 0 0,1 0 0 0 0,-1 1 0 0 0,0-1 0 0 0,1 0 0 0 0,-1 1 0 0 0,0-1 0 0 0,1 0 0 0 0,-1 1 0 0 0,0-1 0 0 0,0 1 0 0 0,1-1 0 0 0,-1 1 0 0 0,0-1 0 0 0,0 0 0 0 0,0 1 0 0 0,0-1 0 0 0,1 1 0 0 0,10 32 557 0 0,-1 12-19 0 0,-2 0 0 0 0,1 52 0 0 0,-4 95 194 0 0,-4-116-574 0 0,-1-69-189 0 0,-1 80 240 0 0,0-77-381 0 0,-1 0 0 0 0,1 0 0 0 0,-1 0 0 0 0,-1-1 1 0 0,0 1-1 0 0,-6 13 0 0 0,8-22-98 0 0,1 0 0 0 0,-1 1 1 0 0,0-1-1 0 0,0 0 0 0 0,1 1 0 0 0,-1-1 0 0 0,0 0 0 0 0,0 0 1 0 0,0 0-1 0 0,-1 0 0 0 0,1 0 0 0 0,-2 1 0 0 0,-8 1-7463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59:53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3064 13251 0 0,'-5'-2'57'0'0,"-1"1"-1"0"0,0-1 1 0 0,1 1 0 0 0,-1-1 0 0 0,0 1 0 0 0,1 1-1 0 0,-1-1 1 0 0,0 1 0 0 0,0 0 0 0 0,1 1 0 0 0,-1-1-1 0 0,0 1 1 0 0,0 0 0 0 0,1 1 0 0 0,-1-1 0 0 0,1 1-1 0 0,-1 0 1 0 0,1 1 0 0 0,0-1 0 0 0,0 1 0 0 0,-7 5-1 0 0,-8 6 39 0 0,2 0 0 0 0,-1 1 0 0 0,2 1 0 0 0,0 0 0 0 0,1 2-1 0 0,1 0 1 0 0,1 0 0 0 0,0 2 0 0 0,2-1 0 0 0,0 2 0 0 0,1 0-1 0 0,1 0 1 0 0,1 1 0 0 0,1 0 0 0 0,1 0 0 0 0,1 1 0 0 0,-4 28-1 0 0,-22 316 19 0 0,9-52 499 0 0,15-260-360 0 0,-2 13 243 0 0,2 1 1 0 0,3 84 0 0 0,33 112-379 0 0,-5-78-61 0 0,-5-13 256 0 0,56 237 0 0 0,-54-343-72 0 0,3-1 0 0 0,54 110 0 0 0,29 27 36 0 0,-100-195-234 0 0,0 0 0 0 0,1-1 0 0 0,0 0 0 0 0,0 0 0 0 0,1 0 0 0 0,-1-1 0 0 0,2 0 0 0 0,14 10 0 0 0,9 2 39 0 0,39 17 1 0 0,-28-15 36 0 0,3 1 7 0 0,2-2-1 0 0,0-2 1 0 0,65 14-1 0 0,156 22 156 0 0,-224-47-240 0 0,333 31 310 0 0,-167-22-547 0 0,100-8 272 0 0,-140-8-23 0 0,795-29 181 0 0,-834 21-230 0 0,215-13-72 0 0,444-17-537 0 0,-706 36 744 0 0,783-7 355 0 0,-342 10 243 0 0,196-22-255 0 0,-387 5-346 0 0,-238 13-141 0 0,355-10 252 0 0,132 2-417 0 0,223-29 222 0 0,353-32-99 0 0,-525 57 208 0 0,-479 13-45 0 0,214-1 126 0 0,-203-1-126 0 0,30 1-587 0 0,-151 5 553 0 0,450 0 639 0 0,30-27-461 0 0,67 17-60 0 0,-227 11 43 0 0,-294-2-424 0 0,0 4-1 0 0,81 16 0 0 0,-119-17 148 0 0,-1-1-1 0 0,38-3 1 0 0,-48 0 77 0 0,-19 0-14 0 0,0-1 0 0 0,-1 0 0 0 0,1 0-1 0 0,0 0 1 0 0,-1 0 0 0 0,1-1 0 0 0,-1 1 0 0 0,1-1-1 0 0,-1 0 1 0 0,0 0 0 0 0,0 0 0 0 0,0 0-1 0 0,0-1 1 0 0,0 1 0 0 0,-1-1 0 0 0,1 0-1 0 0,-1 0 1 0 0,1 0 0 0 0,-1 0 0 0 0,0 0 0 0 0,0 0-1 0 0,0-1 1 0 0,1-3 0 0 0,4-9-10 0 0,0 0-1 0 0,-1 0 1 0 0,7-30 0 0 0,5-51-504 0 0,5-19 442 0 0,3 5 28 0 0,-4-1 0 0 0,7-146 0 0 0,-12-230 42 0 0,-16 442-4 0 0,15-271 145 0 0,-3-149 88 0 0,-9-381 12 0 0,9 533-380 0 0,-26 0 1 0 0,12 306 112 0 0,-30-457-72 0 0,31 459 69 0 0,1-445 48 0 0,-35 2-464 0 0,0 136 308 0 0,33 266 25 0 0,5-60 0 0 0,0 49 85 0 0,-4-4-62 0 0,-1 40 16 0 0,1 0 0 0 0,1 0 0 0 0,4-22 0 0 0,30-110-121 0 0,-32 141 161 0 0,-1 1 0 0 0,0-1 0 0 0,0 0 0 0 0,-2 0 0 0 0,1-1 0 0 0,-2 1-1 0 0,0 0 1 0 0,-3-19 0 0 0,3 25-161 0 0,1 6 134 0 0,0 0-1 0 0,0 0 1 0 0,0 0 0 0 0,0 0-1 0 0,0 0 1 0 0,0 0 0 0 0,-1 0-1 0 0,1 0 1 0 0,0 0 0 0 0,-1 0-1 0 0,1 0 1 0 0,0 0 0 0 0,-1 0 0 0 0,0 0-1 0 0,1 0 1 0 0,-1 0 0 0 0,1 1-1 0 0,-2-2 1 0 0,-5-5 1 0 0,2 0 1 0 0,-1 0-1 0 0,1 0 1 0 0,0 0-1 0 0,0-1 1 0 0,-4-9-1 0 0,9 17 47 0 0,0-1 1 0 0,0 0-1 0 0,-1 0 1 0 0,1 0-1 0 0,0 0 0 0 0,-1 1 1 0 0,1-1-1 0 0,-1 0 1 0 0,1 0-1 0 0,-1 1 0 0 0,1-1 1 0 0,-1 0-1 0 0,1 0 1 0 0,-1 1-1 0 0,0-1 1 0 0,1 1-1 0 0,-1-1 0 0 0,-1 0 1 0 0,1 1-16 0 0,1 0 1 0 0,-1 0 0 0 0,0 0-1 0 0,1 0 1 0 0,-1 0 0 0 0,1 0-1 0 0,-1 0 1 0 0,1 0 0 0 0,-1 0-1 0 0,1 0 1 0 0,-1 1 0 0 0,1-1-1 0 0,-1 0 1 0 0,1 0 0 0 0,-1 1-1 0 0,1-1 1 0 0,-1 0 0 0 0,1 0-1 0 0,-1 1 1 0 0,1-1 0 0 0,-1 1-1 0 0,1 0 1 0 0,-5 4-89 0 0,1 0-1 0 0,0 1 1 0 0,0-1 0 0 0,-3 8 0 0 0,2-4-59 0 0,-101 188-365 0 0,8-11 187 0 0,83-163 304 0 0,14-22 23 0 0,0 1-1 0 0,0-1 0 0 0,0 0 1 0 0,0 0-1 0 0,0 0 0 0 0,0 0 0 0 0,0 0 1 0 0,0 0-1 0 0,0 0 0 0 0,-1 0 1 0 0,1 0-1 0 0,0 0 0 0 0,-1-1 0 0 0,-2 2 1 0 0,4-2 0 0 0,-1-1 0 0 0,0 1 0 0 0,1 0-1 0 0,-1-1 1 0 0,1 1 0 0 0,-1-1 0 0 0,1 1 0 0 0,-1-1 0 0 0,1 0 0 0 0,-1 1 0 0 0,1-1 0 0 0,-1 1 0 0 0,1-1 0 0 0,0 0 0 0 0,-1 1 0 0 0,1-1 0 0 0,0 0 0 0 0,-1 1 0 0 0,1-1 0 0 0,0 0-1 0 0,0 0 1 0 0,0 1 0 0 0,0-1 0 0 0,0 0 0 0 0,0 0 0 0 0,0 1 0 0 0,0-1 0 0 0,0 0 0 0 0,0 0 0 0 0,0 1 0 0 0,0-1 0 0 0,1 0 0 0 0,-1 0 0 0 0,6-28 31 0 0,0 9-152 0 0,1 1 0 0 0,0 0 0 0 0,2 1 0 0 0,20-34 1 0 0,54-63-154 0 0,-76 105 314 0 0,1 1 1 0 0,0 0-1 0 0,1 1 1 0 0,-1-1-1 0 0,2 2 1 0 0,-1-1-1 0 0,17-9 1 0 0,-23 16-31 0 0,0-1 1 0 0,0 0-1 0 0,1 1 0 0 0,-1-1 1 0 0,1 1-1 0 0,0 0 1 0 0,-1 1-1 0 0,1-1 1 0 0,0 0-1 0 0,-1 1 1 0 0,1 0-1 0 0,0 0 0 0 0,0 0 1 0 0,-1 0-1 0 0,1 1 1 0 0,0-1-1 0 0,-1 1 1 0 0,1 0-1 0 0,0 0 1 0 0,-1 1-1 0 0,1-1 1 0 0,-1 1-1 0 0,0-1 0 0 0,1 1 1 0 0,-1 0-1 0 0,0 0 1 0 0,0 0-1 0 0,3 3 1 0 0,17 19-16 0 0,0 0 1 0 0,20 29 0 0 0,-20-24-10 0 0,37 37 1 0 0,0-12 151 0 0,132 93-1 0 0,-189-145-129 0 0,2 1-2 0 0,-1 0 0 0 0,0 0-1 0 0,1 0 1 0 0,0-1 0 0 0,-1 0 0 0 0,1 0 0 0 0,0 0 0 0 0,0 0 0 0 0,0-1 0 0 0,7 1-1 0 0,-12-2-5 0 0,1 0-1 0 0,-1 0 0 0 0,0 0 1 0 0,0 0-1 0 0,0 0 1 0 0,0 0-1 0 0,0 0 0 0 0,0 0 1 0 0,0 0-1 0 0,1 0 0 0 0,-1 0 1 0 0,0 0-1 0 0,0 0 0 0 0,0 0 1 0 0,0 0-1 0 0,0 0 0 0 0,0 0 1 0 0,0 0-1 0 0,0 0 1 0 0,1 0-1 0 0,-1 0 0 0 0,0 0 1 0 0,0 0-1 0 0,0-1 0 0 0,0 1 1 0 0,0 0-1 0 0,0 0 0 0 0,0 0 1 0 0,0 0-1 0 0,0 0 0 0 0,0 0 1 0 0,0 0-1 0 0,0 0 1 0 0,0-1-1 0 0,0 1 0 0 0,0 0 1 0 0,0 0-1 0 0,0 0 0 0 0,0 0 1 0 0,0 0-1 0 0,0 0 0 0 0,0 0 1 0 0,0 0-1 0 0,0-1 0 0 0,0 1 1 0 0,0 0-1 0 0,0 0 0 0 0,0 0 1 0 0,0 0-1 0 0,0 0 1 0 0,0 0-1 0 0,0 0 0 0 0,0-1 1 0 0,0 1-1 0 0,0 0 0 0 0,-7-9-137 0 0,-8-7-264 0 0,-22-11-5802 0 0,11 9-493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59:54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681 1162 9674 0 0,'12'-5'1005'0'0,"0"0"0"0"0,0 0 1 0 0,1 1-1 0 0,-1 1 0 0 0,17-2 0 0 0,1-2-1219 0 0,-4 1 223 0 0,0-2-1 0 0,0-1 0 0 0,0-1 1 0 0,26-14-1 0 0,-40 17 37 0 0,0 0 0 0 0,-1-1-1 0 0,0-1 1 0 0,0 0-1 0 0,0 0 1 0 0,-1-1 0 0 0,-1 0-1 0 0,0-1 1 0 0,15-21-1 0 0,-8 5 276 0 0,-1-1 1 0 0,-1-1-1 0 0,-2 0 0 0 0,0 0 0 0 0,-2-1 0 0 0,-2 0 0 0 0,0-1 0 0 0,-3 0 0 0 0,0 0 0 0 0,-2-1 0 0 0,-1 1 0 0 0,-4-57 0 0 0,-1 66-354 0 0,-2 0 0 0 0,0 1 0 0 0,-2 0 0 0 0,-12-31 0 0 0,-47-75-194 0 0,55 108 188 0 0,-1 1 0 0 0,-1 1 0 0 0,0 0 0 0 0,-1 1 1 0 0,-1 1-1 0 0,-1 0 0 0 0,0 1 0 0 0,-1 0 0 0 0,0 1 1 0 0,-1 2-1 0 0,0-1 0 0 0,-1 2 0 0 0,0 1 0 0 0,-1 0 1 0 0,0 1-1 0 0,0 1 0 0 0,-1 1 0 0 0,-25-4 0 0 0,21 7 7 0 0,0 0 0 0 0,0 2 0 0 0,0 1 0 0 0,0 0 0 0 0,0 2 0 0 0,1 1-1 0 0,-1 1 1 0 0,1 1 0 0 0,0 2 0 0 0,0 0 0 0 0,0 1 0 0 0,1 2 0 0 0,0 0 0 0 0,1 1-1 0 0,0 1 1 0 0,1 1 0 0 0,1 2 0 0 0,-24 19 0 0 0,19-11 8 0 0,1 1 0 0 0,1 1 1 0 0,1 1-1 0 0,1 2 0 0 0,1 0 0 0 0,1 1 0 0 0,2 0 0 0 0,1 2 1 0 0,-22 60-1 0 0,29-64 6 0 0,1 0 0 0 0,1 1 0 0 0,1 0 0 0 0,2 0-1 0 0,1 1 1 0 0,1-1 0 0 0,2 1 0 0 0,0 0 0 0 0,2-1 0 0 0,1 0 0 0 0,2 1 0 0 0,9 34 0 0 0,-7-43 42 0 0,0-1 1 0 0,2 0-1 0 0,0 0 0 0 0,1-1 1 0 0,1 0-1 0 0,1-1 1 0 0,24 29-1 0 0,-17-26 43 0 0,0-1 0 0 0,1-1 1 0 0,0-1-1 0 0,2-1 0 0 0,37 22 0 0 0,-40-28 13 0 0,1-2 0 0 0,-1 0 0 0 0,2-1 0 0 0,-1-1 1 0 0,1-1-1 0 0,0-1 0 0 0,0 0 0 0 0,0-2 0 0 0,0-1 0 0 0,37-1 0 0 0,-17-4 251 0 0,-1-1 0 0 0,0-1 0 0 0,0-3 0 0 0,65-22 0 0 0,-85 24-199 0 0,-1-1 0 0 0,0-1 0 0 0,0-1-1 0 0,-1 0 1 0 0,27-22 0 0 0,-40 28-80 0 0,-1-1 1 0 0,1 0 0 0 0,-1 0 0 0 0,-1 0 0 0 0,1 0 0 0 0,-1-1-1 0 0,3-6 1 0 0,-4 10-63 0 0,-1 0 0 0 0,0 0-1 0 0,-1 0 1 0 0,1 0 0 0 0,0 0-1 0 0,0 0 1 0 0,-1 0 0 0 0,1 0-1 0 0,-1 0 1 0 0,0 0 0 0 0,0 0-1 0 0,0 0 1 0 0,0 0 0 0 0,0 0-1 0 0,0 0 1 0 0,0-1 0 0 0,-1 1-1 0 0,1 0 1 0 0,-1 0 0 0 0,1 0-1 0 0,-1 0 1 0 0,0 0 0 0 0,0 0-1 0 0,0 1 1 0 0,-2-4 0 0 0,-12-5-2906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59:55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357 415 6449 0 0,'8'-76'1627'0'0,"-3"-1"0"0"0,-5-93 0 0 0,-1 159-1526 0 0,0 0-1 0 0,-4-19 0 0 0,5 27-98 0 0,-1 1 0 0 0,1 0 0 0 0,-1 0 1 0 0,0 0-1 0 0,0-1 0 0 0,0 1 0 0 0,0 0 0 0 0,0 0 0 0 0,0 0 0 0 0,0 1 0 0 0,-1-1 0 0 0,1 0 0 0 0,-1 0 0 0 0,1 1 0 0 0,-1-1 0 0 0,0 1 0 0 0,1-1 0 0 0,-1 1 0 0 0,0 0 0 0 0,-2-2 0 0 0,3 3-7 0 0,-1 0-1 0 0,1 0 0 0 0,0 0 0 0 0,0 0 1 0 0,0 1-1 0 0,-1-1 0 0 0,1 0 0 0 0,0 0 0 0 0,0 1 1 0 0,0-1-1 0 0,0 1 0 0 0,0-1 0 0 0,-1 1 0 0 0,1-1 1 0 0,0 1-1 0 0,0 0 0 0 0,0 0 0 0 0,1-1 0 0 0,-1 1 1 0 0,0 0-1 0 0,0 0 0 0 0,0 0 0 0 0,0 0 0 0 0,0 1 1 0 0,-18 27-97 0 0,-5 23-6 0 0,3 0 0 0 0,1 1 0 0 0,-12 58 0 0 0,15-52 106 0 0,-12 41 68 0 0,-20 124-1 0 0,44-189 11 0 0,1 0 0 0 0,2 0-1 0 0,1 0 1 0 0,2 0 0 0 0,1 0-1 0 0,2 0 1 0 0,13 50 0 0 0,-17-84-39 0 0,1 0 1 0 0,-1 0-1 0 0,0 0 1 0 0,1 0 0 0 0,-1 0-1 0 0,0 0 1 0 0,0 0-1 0 0,0 0 1 0 0,0 0 0 0 0,0-1-1 0 0,0 1 1 0 0,0 0-1 0 0,0 0 1 0 0,0 0-1 0 0,0 0 1 0 0,0 0 0 0 0,-1 0-1 0 0,1 0 1 0 0,0 0-1 0 0,-1 0 1 0 0,0 0 0 0 0,1 0-24 0 0,-1-1 1 0 0,1 0 0 0 0,-1 0 0 0 0,0 0-1 0 0,1 0 1 0 0,-1 1 0 0 0,1-1-1 0 0,-1 0 1 0 0,0 0 0 0 0,1 0 0 0 0,-1-1-1 0 0,0 1 1 0 0,1 0 0 0 0,-1 0-1 0 0,1 0 1 0 0,-1 0 0 0 0,0-1 0 0 0,1 1-1 0 0,-1 0 1 0 0,1 0 0 0 0,-1-1-1 0 0,0 0 1 0 0,-35-27-485 0 0,34 27 405 0 0,-39-44-1264 0 0,26 26 619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1:59:57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45 6449 0 0,'0'-1'168'0'0,"-1"0"-1"0"0,1 0 1 0 0,-1 0-1 0 0,1 0 1 0 0,0 0-1 0 0,-1 0 0 0 0,1 0 1 0 0,0 0-1 0 0,0-1 1 0 0,-1 1-1 0 0,1 0 1 0 0,0 0-1 0 0,0 0 0 0 0,0 0 1 0 0,1-1-1 0 0,-1 1 1 0 0,0 0-1 0 0,0 0 1 0 0,1 0-1 0 0,-1 0 0 0 0,0 0 1 0 0,1-1-1 0 0,-1 1 1 0 0,1 0-1 0 0,0 0 1 0 0,-1 0-1 0 0,1 0 0 0 0,0 0 1 0 0,0 1-1 0 0,-1-1 1 0 0,1 0-1 0 0,0 0 1 0 0,0 0-1 0 0,0 1 1 0 0,0-1-1 0 0,2 0 0 0 0,0-1-71 0 0,0 1 0 0 0,1 0-1 0 0,-1 0 1 0 0,1 1 0 0 0,-1-1-1 0 0,1 1 1 0 0,0-1 0 0 0,-1 1-1 0 0,1 0 1 0 0,-1 1 0 0 0,6 0-1 0 0,204 42 163 0 0,36 5-9 0 0,-230-45-231 0 0,0-1 1 0 0,0-1-1 0 0,0-1 0 0 0,1-1 1 0 0,-1-1-1 0 0,26-5 0 0 0,-43 7-68 0 0,1-1 0 0 0,-1 0 0 0 0,1 0 0 0 0,-1-1-1 0 0,0 1 1 0 0,0 0 0 0 0,0-1 0 0 0,0 1 0 0 0,0-1 0 0 0,0 0 0 0 0,0 1 0 0 0,0-1-1 0 0,0 0 1 0 0,-1 0 0 0 0,1 0 0 0 0,1-5 0 0 0,2-2-418 0 0,-1 0 0 0 0,6-19 0 0 0,-7 18 528 0 0,-3 10-35 0 0,0 0 1 0 0,0 0 0 0 0,0 0-1 0 0,0 0 1 0 0,0 0 0 0 0,0 1-1 0 0,-1-1 1 0 0,1 0 0 0 0,0 0 0 0 0,0 0-1 0 0,0 0 1 0 0,0 0 0 0 0,0 0-1 0 0,0 0 1 0 0,0 0 0 0 0,0 0-1 0 0,0 0 1 0 0,-1 0 0 0 0,1 0-1 0 0,0 0 1 0 0,0 0 0 0 0,0 0 0 0 0,0 0-1 0 0,0 0 1 0 0,0 0 0 0 0,0 0-1 0 0,0 0 1 0 0,0 0 0 0 0,-1 0-1 0 0,1 0 1 0 0,0 0 0 0 0,0 0-1 0 0,0-1 1 0 0,0 1 0 0 0,0 0 0 0 0,0 0-1 0 0,0 0 1 0 0,0 0 0 0 0,0 0-1 0 0,0 0 1 0 0,0 0 0 0 0,0 0-1 0 0,-1 0 1 0 0,1 0 0 0 0,0 0-1 0 0,0 0 1 0 0,0-1 0 0 0,0 1-1 0 0,0 0 1 0 0,0 0 0 0 0,0 0 0 0 0,0 0-1 0 0,0 0 1 0 0,0 0 0 0 0,-8 14 805 0 0,6 1-785 0 0,1 1 1 0 0,0 0-1 0 0,0 0 1 0 0,2 0-1 0 0,0 0 0 0 0,7 30 1 0 0,32 100-81 0 0,-11-46 80 0 0,-28-91 136 0 0,-4-11 76 0 0,-6-16 183 0 0,6-1-198 0 0,2-1 0 0 0,0 1 0 0 0,0 0 0 0 0,4-22 0 0 0,-2 31-200 0 0,0 0 0 0 0,1 1 0 0 0,0-1 0 0 0,1 1 1 0 0,0-1-1 0 0,0 1 0 0 0,1 0 0 0 0,0 0 1 0 0,10-16-1 0 0,-12 23-81 0 0,1-1 0 0 0,-1 1 0 0 0,0 0 0 0 0,1 0 0 0 0,-1 0 0 0 0,1 0 0 0 0,0 1 0 0 0,0-1 0 0 0,0 1 0 0 0,-1-1 0 0 0,1 1 0 0 0,1 0 0 0 0,-1 0 0 0 0,0 0 0 0 0,0 1 0 0 0,0-1 0 0 0,4 1 0 0 0,8-1-296 0 0,-1 1 0 0 0,25 2 0 0 0,7 1-157 0 0,55-14 299 0 0,-104 11 227 0 0,0 1 0 0 0,0 0 0 0 0,1 0 0 0 0,-1 0 0 0 0,0 0 0 0 0,1 0 0 0 0,-1 1 0 0 0,1-1 1 0 0,0 1-1 0 0,-1-1 0 0 0,1 1 0 0 0,-3 4 0 0 0,-27 27 87 0 0,29-31-120 0 0,-6 9-35 0 0,0 0 0 0 0,1 1 0 0 0,0 0 0 0 0,-9 20 0 0 0,14-28 35 0 0,1 0 0 0 0,0 1-1 0 0,0 0 1 0 0,1-1 0 0 0,0 1-1 0 0,-1 0 1 0 0,2 0 0 0 0,-1 0 0 0 0,0 0-1 0 0,1 0 1 0 0,0 0 0 0 0,0 0-1 0 0,1 0 1 0 0,-1 0 0 0 0,1 0 0 0 0,2 7-1 0 0,-1-9 21 0 0,-1 0-1 0 0,1 0 0 0 0,0 0 1 0 0,0-1-1 0 0,0 1 0 0 0,0-1 1 0 0,1 1-1 0 0,-1-1 0 0 0,1 0 1 0 0,0 0-1 0 0,-1 0 0 0 0,1 0 1 0 0,0-1-1 0 0,0 1 0 0 0,0-1 1 0 0,0 0-1 0 0,0 1 0 0 0,0-2 1 0 0,1 1-1 0 0,-1 0 1 0 0,0 0-1 0 0,0-1 0 0 0,1 0 1 0 0,-1 0-1 0 0,0 0 0 0 0,1 0 1 0 0,-1 0-1 0 0,5-1 0 0 0,-1 0 50 0 0,1 0-1 0 0,-1-1 1 0 0,0 0-1 0 0,0 0 1 0 0,0 0 0 0 0,0-1-1 0 0,0 0 1 0 0,0 0-1 0 0,-1-1 1 0 0,1 0-1 0 0,9-8 1 0 0,-11 8-32 0 0,-1 0 1 0 0,0-1-1 0 0,0 1 1 0 0,-1-1-1 0 0,0 0 0 0 0,1 0 1 0 0,-2 0-1 0 0,1 0 0 0 0,-1-1 1 0 0,1 1-1 0 0,-1-1 1 0 0,-1 1-1 0 0,1-1 0 0 0,-1 0 1 0 0,0 0-1 0 0,0-6 1 0 0,-1 2-28 0 0,0-1 0 0 0,-1 1 1 0 0,-1 0-1 0 0,0 0 1 0 0,0 0-1 0 0,-1 0 1 0 0,0 0-1 0 0,-6-13 0 0 0,6 18-282 0 0,3 5 218 0 0,1 0 0 0 0,10 4-4691 0 0,4 1 4677 0 0,0-1 0 0 0,0-1 0 0 0,0 0 0 0 0,16 1 0 0 0,-28-3 164 0 0,0-1 0 0 0,0 1 0 0 0,-1 0 1 0 0,1 0-1 0 0,0 0 0 0 0,-1 0 1 0 0,1 1-1 0 0,-1-1 0 0 0,1 1 0 0 0,-1-1 1 0 0,0 1-1 0 0,0 0 0 0 0,0 0 0 0 0,0 0 1 0 0,0 0-1 0 0,0 0 0 0 0,0 1 1 0 0,-1-1-1 0 0,1 1 0 0 0,-1-1 0 0 0,0 1 1 0 0,1-1-1 0 0,-1 1 0 0 0,0 0 0 0 0,-1-1 1 0 0,2 6-1 0 0,1 8-93 0 0,0 1-1 0 0,-1-1 1 0 0,0 26-1 0 0,-1-24-13 0 0,-1-9 84 0 0,0 0 1 0 0,0 0 0 0 0,-1 0 0 0 0,0 0-1 0 0,0 0 1 0 0,-1 0 0 0 0,0 0 0 0 0,-1 0-1 0 0,-4 11 1 0 0,11-25 29 0 0,0 1 0 0 0,0 0-1 0 0,1 0 1 0 0,0 0 0 0 0,-1 1 0 0 0,9-5-1 0 0,4-4 37 0 0,26-23-103 0 0,-28 22-30 0 0,2-1 0 0 0,-1 2 1 0 0,1 0-1 0 0,38-19 1 0 0,-53 30-1 0 0,0 0 0 0 0,-1 1 1 0 0,1-1-1 0 0,0 0 1 0 0,0 1-1 0 0,0-1 1 0 0,0 1-1 0 0,1 0 1 0 0,-1-1-1 0 0,0 1 1 0 0,0 0-1 0 0,0 0 1 0 0,0 1-1 0 0,0-1 1 0 0,0 0-1 0 0,0 1 0 0 0,0-1 1 0 0,0 1-1 0 0,0-1 1 0 0,0 1-1 0 0,0 0 1 0 0,3 2-1 0 0,-3-1 4 0 0,-1 0 0 0 0,1 0-1 0 0,0 0 1 0 0,-1 0 0 0 0,1 0-1 0 0,-1 1 1 0 0,0-1 0 0 0,0 1 0 0 0,0-1-1 0 0,0 1 1 0 0,0-1 0 0 0,0 1-1 0 0,-1-1 1 0 0,1 1 0 0 0,-1 0 0 0 0,0 0-1 0 0,0 3 1 0 0,1 3-3 0 0,-1 0 0 0 0,-1 0-1 0 0,1 0 1 0 0,-1 1 0 0 0,-1-1 0 0 0,0 0 0 0 0,0-1 0 0 0,-1 1-1 0 0,0 0 1 0 0,0-1 0 0 0,-1 1 0 0 0,0-1 0 0 0,-1 0 0 0 0,0 0-1 0 0,-10 12 1 0 0,14-19 31 0 0,-9 14 6 0 0,10-11 64 0 0,9-11 172 0 0,101-105 130 0 0,-60 59-496 0 0,-42 45 86 0 0,0 0-1 0 0,0 1 1 0 0,1 0 0 0 0,0 1-1 0 0,0 0 1 0 0,0 0 0 0 0,1 1 0 0 0,0 0-1 0 0,20-6 1 0 0,-26 10 3 0 0,-1 0-1 0 0,1 0 1 0 0,-1 0 0 0 0,1 1-1 0 0,0 0 1 0 0,-1-1 0 0 0,1 1-1 0 0,0 1 1 0 0,-1-1-1 0 0,1 0 1 0 0,0 1 0 0 0,-1 0-1 0 0,1 0 1 0 0,-1 0 0 0 0,1 0-1 0 0,-1 1 1 0 0,0-1 0 0 0,1 1-1 0 0,-1 0 1 0 0,0 0 0 0 0,0 0-1 0 0,0 0 1 0 0,0 0 0 0 0,-1 1-1 0 0,1-1 1 0 0,-1 1 0 0 0,1 0-1 0 0,-1 0 1 0 0,0 0 0 0 0,0 0-1 0 0,0 0 1 0 0,2 6 0 0 0,10 23-7 0 0,-1 1 0 0 0,10 43 1 0 0,-2-4 371 0 0,-18-64-209 0 0,-1 0 0 0 0,-1 0 0 0 0,1 0 0 0 0,-1 0 0 0 0,0 0-1 0 0,-1 0 1 0 0,0 0 0 0 0,0 0 0 0 0,-1 0 0 0 0,0 0 0 0 0,-4 14 0 0 0,5-22-147 0 0,0 1-1 0 0,0-1 0 0 0,0 0 1 0 0,0 1-1 0 0,0-1 1 0 0,0 1-1 0 0,0-1 1 0 0,0 1-1 0 0,0-1 1 0 0,0 1-1 0 0,0-1 1 0 0,1 0-1 0 0,-1 1 1 0 0,0-1-1 0 0,0 1 1 0 0,0-1-1 0 0,1 1 1 0 0,-1-1-1 0 0,0 0 1 0 0,0 1-1 0 0,1-1 1 0 0,-1 0-1 0 0,0 1 1 0 0,1-1-1 0 0,-1 0 1 0 0,1 1-1 0 0,-1-1-96 0 0,1 0 1 0 0,-1 1-1 0 0,0-1 0 0 0,1 0 1 0 0,-1 1-1 0 0,0-1 0 0 0,0 0 1 0 0,1 1-1 0 0,-1-1 0 0 0,0 0 1 0 0,0 1-1 0 0,1-1 0 0 0,-1 1 1 0 0,0-1-1 0 0,0 0 0 0 0,0 1 0 0 0,0-1 1 0 0,0 1-1 0 0,0-1 0 0 0,0 1 1 0 0,0-1-1 0 0,1 1 0 0 0,-2-1 1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0:06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1385 1859 10138 0 0,'13'-6'381'0'0,"0"-1"-1"0"0,1 2 0 0 0,0 0 1 0 0,26-6-1 0 0,3-1 79 0 0,13-6-155 0 0,-2-3 0 0 0,58-32 0 0 0,-77 34-163 0 0,-2-2 0 0 0,0-1 0 0 0,-2-1 0 0 0,33-31 0 0 0,-31 22 475 0 0,44-53-1 0 0,-64 67-395 0 0,0-1 0 0 0,-1 0 0 0 0,-1-1 1 0 0,-1 0-1 0 0,9-24 0 0 0,-7 7-1 0 0,-2 0 1 0 0,-1-1-1 0 0,-2 0 1 0 0,-1 0-1 0 0,-3-1 1 0 0,-1 0-1 0 0,-5-66 1 0 0,-4 34 183 0 0,-4 0 0 0 0,-2 0 0 0 0,-30-87 0 0 0,34 133-439 0 0,-1-1-1 0 0,-1 1 1 0 0,-2 1-1 0 0,0 0 0 0 0,-1 0 1 0 0,-2 2-1 0 0,0 0 1 0 0,-1 0-1 0 0,-1 2 0 0 0,-1 0 1 0 0,-1 1-1 0 0,-1 2 1 0 0,-31-22-1 0 0,3 5-92 0 0,-1 2 1 0 0,-2 3-1 0 0,-1 2 0 0 0,-1 2 1 0 0,-88-28-1 0 0,91 38 79 0 0,0 3 0 0 0,-78-10 0 0 0,92 19 11 0 0,-1 2-1 0 0,0 1 0 0 0,1 1 1 0 0,-49 10-1 0 0,30-1-30 0 0,1 2-1 0 0,0 3 1 0 0,1 2 0 0 0,0 3 0 0 0,2 2 0 0 0,0 2-1 0 0,2 3 1 0 0,-48 33 0 0 0,-69 64-348 0 0,146-105 374 0 0,0 0 0 0 0,2 2 0 0 0,0 0 0 0 0,1 1 0 0 0,-19 33 0 0 0,12-11-2 0 0,2 2 0 0 0,2 0 1 0 0,2 1-1 0 0,-17 66 0 0 0,26-75 1 0 0,2 2 0 0 0,2-1 1 0 0,1 1-1 0 0,2 0 1 0 0,5 80-1 0 0,0-104 17 0 0,0 0 1 0 0,1 1-1 0 0,1-1 0 0 0,0 0 1 0 0,2-1-1 0 0,0 1 0 0 0,0-1 1 0 0,1 0-1 0 0,16 23 0 0 0,-11-22 13 0 0,0 0-1 0 0,2-1 0 0 0,0-1 0 0 0,0 0 0 0 0,1-1 1 0 0,1 0-1 0 0,27 16 0 0 0,-3-6 12 0 0,0-2 0 0 0,1-2 0 0 0,1-2 0 0 0,79 22 0 0 0,-49-22 38 0 0,1-3 0 0 0,88 5-1 0 0,-73-16 77 0 0,0-3-1 0 0,-1-5 0 0 0,1-3 0 0 0,114-26 0 0 0,-56 3 189 0 0,247-86 0 0 0,-292 80-2445 0 0,-77 29-704 0 0,11-5-2490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0:07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1130 1621 15523 0 0,'0'-2'69'0'0,"0"0"0"0"0,0 0 0 0 0,0 0 0 0 0,0 0 0 0 0,1 0 0 0 0,-1 0 0 0 0,1 0 0 0 0,-1 0 0 0 0,1 0 0 0 0,0 0 0 0 0,0 0 0 0 0,0 0 0 0 0,0 1 0 0 0,0-1 0 0 0,0 0 0 0 0,0 1 0 0 0,1-1 0 0 0,-1 0 0 0 0,1 1 0 0 0,-1 0 0 0 0,1-1 0 0 0,-1 1 0 0 0,1 0 0 0 0,0 0 0 0 0,0 0 0 0 0,2-1 0 0 0,1-2 37 0 0,209-156-104 0 0,-160 115 213 0 0,88-95 0 0 0,-121 114 57 0 0,-2 0 0 0 0,-1-2 0 0 0,-1-1 0 0 0,-1 0 1 0 0,-1-1-1 0 0,-2 0 0 0 0,-1-1 0 0 0,-2 0 0 0 0,12-57 0 0 0,-12 29 7 0 0,-2-1-1 0 0,-3 0 0 0 0,-2 0 0 0 0,-8-91 1 0 0,2 119-274 0 0,-1 0 1 0 0,-1 1 0 0 0,-2-1 0 0 0,-17-47 0 0 0,18 64-44 0 0,0 1 0 0 0,-1 0 0 0 0,0 0 1 0 0,-1 1-1 0 0,-1-1 0 0 0,0 2 0 0 0,-1-1 1 0 0,0 2-1 0 0,-1-1 0 0 0,0 1 0 0 0,-19-14 1 0 0,5 10-69 0 0,0 0 0 0 0,-1 2 1 0 0,0 0-1 0 0,-1 2 1 0 0,0 1-1 0 0,0 2 1 0 0,-1 0-1 0 0,-1 2 0 0 0,1 1 1 0 0,-53-3-1 0 0,11 7-133 0 0,0 2-1 0 0,-1 4 1 0 0,-87 17 0 0 0,-108 38-280 0 0,205-41 424 0 0,1 2 0 0 0,-72 37 1 0 0,108-46 100 0 0,1 1 1 0 0,1 1 0 0 0,0 1-1 0 0,1 0 1 0 0,1 2 0 0 0,0 1-1 0 0,2 0 1 0 0,0 1 0 0 0,0 1-1 0 0,-23 37 1 0 0,25-31 12 0 0,2-1 1 0 0,0 2-1 0 0,2 0 1 0 0,1 0-1 0 0,2 1 1 0 0,0 0-1 0 0,-8 52 1 0 0,14-58-17 0 0,2 0 0 0 0,0 0 0 0 0,1 0 0 0 0,2 1 0 0 0,0-1 0 0 0,1 0 0 0 0,1-1 0 0 0,1 1 0 0 0,1-1 0 0 0,1 0 0 0 0,10 20 0 0 0,-4-14-4 0 0,2 0-1 0 0,2-1 1 0 0,0-1-1 0 0,1-1 1 0 0,1-1-1 0 0,2 0 1 0 0,0-1 0 0 0,1-2-1 0 0,2 0 1 0 0,0-1-1 0 0,36 21 1 0 0,13 2-35 0 0,1-4 0 0 0,150 55 0 0 0,-149-67 51 0 0,2-2 0 0 0,155 24 0 0 0,-178-41 182 0 0,0-2 0 0 0,1-3 1 0 0,0-3-1 0 0,0-2 0 0 0,66-12 0 0 0,-107 13-147 0 0,-1-1 1 0 0,0 0-1 0 0,0-1 1 0 0,0-1-1 0 0,0 0 1 0 0,11-7-1 0 0,-19 9-136 0 0,0 0 1 0 0,-1 0-1 0 0,0 0 0 0 0,1-1 1 0 0,-1 1-1 0 0,0-1 0 0 0,-1 0 0 0 0,1-1 1 0 0,-1 1-1 0 0,0 0 0 0 0,0-1 1 0 0,0 0-1 0 0,0 0 0 0 0,-1 0 1 0 0,0 0-1 0 0,0 0 0 0 0,2-9 0 0 0,-1-2-929 0 0,1 1-43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0:08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1275 1607 5065 0 0,'52'-20'11252'0'0,"32"0"-9317"0"0,-16 4-1895 0 0,-14 1 47 0 0,0-3 0 0 0,-1-3 0 0 0,0-2 1 0 0,-2-2-1 0 0,63-41 0 0 0,-85 46-38 0 0,0-1 0 0 0,-2-2 1 0 0,0 0-1 0 0,-2-2 0 0 0,-1 0 1 0 0,0-2-1 0 0,-2-1 0 0 0,-2-1 1 0 0,31-53-1 0 0,-41 58 104 0 0,0 0 0 0 0,-1-1 0 0 0,-2 0 0 0 0,0 0 0 0 0,-2 0 0 0 0,0-1 0 0 0,0-42 1 0 0,-4 36 40 0 0,-1-1 0 0 0,-2 0 0 0 0,-2 0 0 0 0,-1 1 0 0 0,-14-51 0 0 0,8 52-183 0 0,0 0 1 0 0,-2 1 0 0 0,-2 1-1 0 0,0 0 1 0 0,-2 1 0 0 0,-1 1-1 0 0,-1 1 1 0 0,-2 0 0 0 0,0 2 0 0 0,-2 0-1 0 0,0 2 1 0 0,-31-23 0 0 0,20 19-79 0 0,-2 2 0 0 0,0 2 0 0 0,-1 2 0 0 0,-2 1 1 0 0,0 1-1 0 0,0 3 0 0 0,-2 1 0 0 0,-76-15 0 0 0,41 16-9 0 0,0 3-1 0 0,-1 4 1 0 0,0 3 0 0 0,0 3-1 0 0,1 4 1 0 0,-1 3-1 0 0,1 3 1 0 0,0 4-1 0 0,-114 36 1 0 0,152-36 133 0 0,1 1 1 0 0,0 2-1 0 0,1 1 1 0 0,1 2-1 0 0,1 2 1 0 0,1 1-1 0 0,1 1 0 0 0,1 2 1 0 0,1 1-1 0 0,1 2 1 0 0,2 0-1 0 0,1 2 1 0 0,1 1-1 0 0,2 1 0 0 0,1 1 1 0 0,-33 70-1 0 0,43-75-92 0 0,2 0 0 0 0,1 1 0 0 0,1 0 0 0 0,2 1-1 0 0,1 0 1 0 0,1 0 0 0 0,1 0 0 0 0,2 0 0 0 0,3 33 0 0 0,1-38 67 0 0,0 0 1 0 0,1 0 0 0 0,2 0-1 0 0,1-1 1 0 0,1 0-1 0 0,1 0 1 0 0,1 0 0 0 0,1-1-1 0 0,1-1 1 0 0,1 0 0 0 0,17 22-1 0 0,-1-9-192 0 0,1-1-1 0 0,3-2 0 0 0,0-1 1 0 0,2-1-1 0 0,1-2 0 0 0,2-2 1 0 0,0-1-1 0 0,2-2 0 0 0,1-2 1 0 0,0-1-1 0 0,2-3 0 0 0,0-1 1 0 0,1-2-1 0 0,1-3 0 0 0,0-1 1 0 0,71 8-1 0 0,73-8-1958 0 0,-95-11-3928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8:55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377 142 9730 0 0,'1'-2'139'0'0,"-1"0"0"0"0,0 0 0 0 0,-1-1 0 0 0,1 1 0 0 0,0 0 0 0 0,0 0 0 0 0,-1 0 0 0 0,1 0 0 0 0,-1-1 0 0 0,0 1 0 0 0,0 0 0 0 0,0 0 0 0 0,0 0 0 0 0,0 1 0 0 0,0-1 0 0 0,0 0 0 0 0,-1 0 0 0 0,1 1 0 0 0,-1-1 0 0 0,1 0 0 0 0,-1 1 0 0 0,1-1 0 0 0,-1 1 0 0 0,0 0 0 0 0,0 0 0 0 0,0 0 0 0 0,-3-2 0 0 0,-4-2-110 0 0,1-1 0 0 0,0-1 0 0 0,-15-13 0 0 0,16 13-26 0 0,-1 0 0 0 0,0 0 0 0 0,-14-9 0 0 0,18 14 10 0 0,0 0 0 0 0,0 0 0 0 0,0 0 0 0 0,0 1 0 0 0,0-1 0 0 0,-1 1 0 0 0,1 0 1 0 0,0 0-1 0 0,0 1 0 0 0,-1-1 0 0 0,1 1 0 0 0,-1 0 0 0 0,1 0 0 0 0,0 1 0 0 0,-1-1 1 0 0,-7 3-1 0 0,5-1 52 0 0,1 1 0 0 0,0-1 0 0 0,0 1 0 0 0,0 1 0 0 0,1-1 0 0 0,-1 1 0 0 0,1 0 0 0 0,-1 0 0 0 0,1 1 1 0 0,-5 5-1 0 0,0 3 89 0 0,-1 0 1 0 0,2 0 0 0 0,0 1-1 0 0,1 0 1 0 0,0 1 0 0 0,1 0-1 0 0,1 0 1 0 0,-7 21 0 0 0,6-10-16 0 0,2 1 0 0 0,0 0 0 0 0,-1 47 0 0 0,6-62-113 0 0,0 0-1 0 0,0 0 1 0 0,2 0-1 0 0,-1 0 1 0 0,2 0 0 0 0,-1-1-1 0 0,2 1 1 0 0,-1-1-1 0 0,2 1 1 0 0,10 20-1 0 0,-13-30-21 0 0,-1 1 0 0 0,1-1 0 0 0,0 1-1 0 0,0-1 1 0 0,1 0 0 0 0,-1 0 0 0 0,0 0 0 0 0,1 0-1 0 0,-1 0 1 0 0,1 0 0 0 0,-1-1 0 0 0,1 1 0 0 0,0-1-1 0 0,0 0 1 0 0,-1 0 0 0 0,1 0 0 0 0,5 1 0 0 0,-3-1 11 0 0,1-1 1 0 0,-1 0-1 0 0,0 0 0 0 0,1 0 1 0 0,-1 0-1 0 0,0-1 1 0 0,1 0-1 0 0,-1 0 1 0 0,8-3-1 0 0,-1-1-20 0 0,0-1 1 0 0,1 0-1 0 0,-2 0 0 0 0,1-1 0 0 0,-1 0 0 0 0,0-1 0 0 0,13-13 0 0 0,5-10-823 0 0,-1-2-1 0 0,-2-1 1 0 0,-1-1 0 0 0,21-38-1 0 0,-26 36-3937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8:55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37 195 2761 0 0,'31'-89'5745'0'0,"4"-16"-1243"0"0,-68 200-1636 0 0,-8 194-1999 0 0,31-188-590 0 0,-2 12-71 0 0,6 1 0 0 0,8 122 0 0 0,-2-227-227 0 0,1-1-1 0 0,0 1 1 0 0,0-1 0 0 0,0 0 0 0 0,2 1 0 0 0,-1-1-1 0 0,1 0 1 0 0,4 8 0 0 0,-7-15-52 0 0,1 0 0 0 0,0 0 0 0 0,0 0 0 0 0,0 0 0 0 0,0-1 0 0 0,0 1 0 0 0,0 0 0 0 0,0-1 0 0 0,0 1 0 0 0,0-1 0 0 0,0 1 0 0 0,0-1 0 0 0,0 1 0 0 0,0-1 0 0 0,0 0 0 0 0,1 1 0 0 0,-1-1 0 0 0,0 0 0 0 0,0 0 0 0 0,0 0 0 0 0,1 0 0 0 0,-1 0 0 0 0,0 0 0 0 0,0-1 1 0 0,0 1-1 0 0,0 0 0 0 0,1 0 0 0 0,-1-1 0 0 0,0 1 0 0 0,0-1 0 0 0,0 1 0 0 0,0-1 0 0 0,0 0 0 0 0,0 1 0 0 0,0-1 0 0 0,0 0 0 0 0,0 1 0 0 0,0-1 0 0 0,0-2 0 0 0,9-5-1114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8:56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214 197 4145 0 0,'17'-16'2099'0'0,"-8"7"-1249"0"0,0 0 1 0 0,0 0 0 0 0,-1 0 0 0 0,0-1 0 0 0,7-13-1 0 0,-13 20-734 0 0,-1 0 0 0 0,1 0 0 0 0,-1 0 0 0 0,0 0 0 0 0,0 0 0 0 0,0 0 0 0 0,-1-1 0 0 0,1 1 0 0 0,-1 0 0 0 0,0 0 0 0 0,0-1 0 0 0,0 1 0 0 0,0 0 0 0 0,0-1 0 0 0,-1 1 0 0 0,1 0 0 0 0,-1 0 0 0 0,0 0 0 0 0,0-1 0 0 0,-1 1 0 0 0,1 0 0 0 0,0 0 0 0 0,-1 1 0 0 0,-3-6 0 0 0,4 6-56 0 0,0 0 1 0 0,0 1-1 0 0,0-1 0 0 0,0 0 0 0 0,-1 0 0 0 0,1 1 0 0 0,-1-1 0 0 0,1 1 0 0 0,-1-1 0 0 0,0 1 1 0 0,0 0-1 0 0,1-1 0 0 0,-1 1 0 0 0,0 0 0 0 0,0 0 0 0 0,0 0 0 0 0,0 1 0 0 0,0-1 0 0 0,0 0 0 0 0,-1 1 1 0 0,1-1-1 0 0,0 1 0 0 0,0 0 0 0 0,0 0 0 0 0,0 0 0 0 0,-1 0 0 0 0,1 0 0 0 0,0 0 0 0 0,0 0 1 0 0,0 1-1 0 0,0-1 0 0 0,0 1 0 0 0,-1 0 0 0 0,1 0 0 0 0,0-1 0 0 0,0 1 0 0 0,1 1 0 0 0,-1-1 0 0 0,0 0 1 0 0,0 0-1 0 0,0 1 0 0 0,-2 2 0 0 0,-9 8 17 0 0,1 0-1 0 0,0 0 1 0 0,1 1 0 0 0,0 0 0 0 0,1 1-1 0 0,0 1 1 0 0,-14 30 0 0 0,2 4-5 0 0,-18 61-1 0 0,11-11 91 0 0,27-88-133 0 0,0 0-1 0 0,0 1 1 0 0,1-1 0 0 0,0 1 0 0 0,1-1-1 0 0,3 22 1 0 0,-3-32-29 0 0,0 1-1 0 0,0-1 1 0 0,0 1 0 0 0,1-1-1 0 0,-1 0 1 0 0,0 1 0 0 0,1-1-1 0 0,-1 1 1 0 0,1-1 0 0 0,0 0-1 0 0,-1 1 1 0 0,1-1 0 0 0,0 0-1 0 0,0 1 1 0 0,0-1 0 0 0,0 0-1 0 0,0 0 1 0 0,0 0 0 0 0,0 0-1 0 0,0 0 1 0 0,1 0 0 0 0,-1 0-1 0 0,0-1 1 0 0,1 1 0 0 0,-1 0-1 0 0,0-1 1 0 0,1 1 0 0 0,-1-1-1 0 0,1 1 1 0 0,-1-1 0 0 0,1 0-1 0 0,-1 1 1 0 0,1-1 0 0 0,-1 0-1 0 0,1 0 1 0 0,-1 0 0 0 0,1 0-1 0 0,-1 0 1 0 0,1-1-1 0 0,-1 1 1 0 0,0 0 0 0 0,1-1-1 0 0,-1 1 1 0 0,3-2 0 0 0,5-1-73 0 0,1-2 0 0 0,-1 1 0 0 0,0-1 1 0 0,0-1-1 0 0,9-7 0 0 0,18-17-102 0 0,-1-1 0 0 0,-1-1 0 0 0,-2-2-1 0 0,-2-2 1 0 0,34-50 0 0 0,22-49 1121 0 0,-108 193 1285 0 0,2-12-1916 0 0,9-25-324 0 0,1 0 1 0 0,1 1-1 0 0,2 1 0 0 0,0-1 0 0 0,-7 44 1 0 0,14-65-75 0 0,0 0 1 0 0,0 0 0 0 0,0-1-1 0 0,0 1 1 0 0,0 0 0 0 0,1-1 0 0 0,-1 1-1 0 0,0 0 1 0 0,0 0 0 0 0,1-1-1 0 0,-1 1 1 0 0,0 0 0 0 0,1-1-1 0 0,-1 1 1 0 0,1 0 0 0 0,-1-1 0 0 0,1 1-1 0 0,-1-1 1 0 0,1 1 0 0 0,-1-1-1 0 0,1 1 1 0 0,-1-1 0 0 0,1 1-1 0 0,0-1 1 0 0,-1 0 0 0 0,1 1 0 0 0,0-1-1 0 0,-1 0 1 0 0,1 1 0 0 0,0-1-1 0 0,0 0 1 0 0,-1 0 0 0 0,1 0 0 0 0,0 0-1 0 0,0 0 1 0 0,-1 0 0 0 0,1 0-1 0 0,0 0 1 0 0,0 0 0 0 0,-1 0-1 0 0,1 0 1 0 0,0 0 0 0 0,0 0 0 0 0,-1-1-1 0 0,1 1 1 0 0,0 0 0 0 0,-1-1-1 0 0,1 1 1 0 0,0 0 0 0 0,-1-1-1 0 0,1 1 1 0 0,0-1 0 0 0,-1 1 0 0 0,1-1-1 0 0,9-7-5582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8:56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71 214 2304 0 0,'45'-49'504'0'0,"-23"22"3395"0"0,0 0 0 0 0,33-56-1 0 0,-54 82-3826 0 0,-1 0 0 0 0,1 1-1 0 0,-1-1 1 0 0,1 0-1 0 0,-1 0 1 0 0,0 1 0 0 0,1-1-1 0 0,-1 0 1 0 0,0 0 0 0 0,1 0-1 0 0,-1 0 1 0 0,0 0-1 0 0,0 1 1 0 0,0-1 0 0 0,0 0-1 0 0,0 0 1 0 0,0 0-1 0 0,0 0 1 0 0,0 0 0 0 0,0 0-1 0 0,0 0 1 0 0,0 1-1 0 0,-1-1 1 0 0,1 0 0 0 0,0 0-1 0 0,-1 0 1 0 0,1 0 0 0 0,-1 0-1 0 0,0 0-10 0 0,0 1-1 0 0,0 0 1 0 0,-1-1 0 0 0,1 1-1 0 0,0 0 1 0 0,0 0 0 0 0,0 0-1 0 0,0 0 1 0 0,-1 0 0 0 0,1 0-1 0 0,0 0 1 0 0,0 0-1 0 0,0 1 1 0 0,0-1 0 0 0,0 0-1 0 0,0 1 1 0 0,-1-1 0 0 0,1 1-1 0 0,0-1 1 0 0,0 1 0 0 0,0-1-1 0 0,-1 2 1 0 0,-19 11 35 0 0,0 0 1 0 0,0 1-1 0 0,2 1 1 0 0,0 1-1 0 0,1 1 1 0 0,0 1-1 0 0,-23 29 1 0 0,40-45-111 0 0,0-1-1 0 0,0 1 1 0 0,0 0 0 0 0,0-1-1 0 0,0 1 1 0 0,0 0 0 0 0,0 0-1 0 0,0-1 1 0 0,1 1 0 0 0,-1 0-1 0 0,1 0 1 0 0,-1 0 0 0 0,1 0-1 0 0,0 0 1 0 0,0 0 0 0 0,0 0-1 0 0,0 0 1 0 0,0 0 0 0 0,0 0-1 0 0,0-1 1 0 0,1 1 0 0 0,0 2-1 0 0,0-1-34 0 0,1-1 0 0 0,-1 0 0 0 0,1 0-1 0 0,-1 0 1 0 0,1 0 0 0 0,0 0-1 0 0,0 0 1 0 0,0 0 0 0 0,0 0-1 0 0,0-1 1 0 0,0 1 0 0 0,1-1-1 0 0,-1 0 1 0 0,3 2 0 0 0,10 3-195 0 0,0-1 1 0 0,0 0 0 0 0,1-2-1 0 0,19 4 1 0 0,-29-6 229 0 0,80 8 45 0 0,-55-7 515 0 0,55 11 1 0 0,-85-12-515 0 0,0-1 1 0 0,0 0-1 0 0,0 0 0 0 0,0 0 1 0 0,0 0-1 0 0,0 1 1 0 0,0-1-1 0 0,0 0 1 0 0,0 1-1 0 0,0-1 1 0 0,-1 1-1 0 0,1-1 0 0 0,0 1 1 0 0,0-1-1 0 0,0 1 1 0 0,-1 0-1 0 0,1-1 1 0 0,0 1-1 0 0,-1 0 0 0 0,1 0 1 0 0,0-1-1 0 0,-1 1 1 0 0,1 2-1 0 0,-1-2 0 0 0,0-1 0 0 0,0 1 1 0 0,0 0-1 0 0,0 0 0 0 0,-1 0 0 0 0,1 0 0 0 0,0 0 0 0 0,-1 0 0 0 0,1-1 0 0 0,-1 1 0 0 0,1 0 1 0 0,-1 0-1 0 0,1-1 0 0 0,-1 1 0 0 0,0 0 0 0 0,1-1 0 0 0,-1 1 0 0 0,0 0 0 0 0,-1 0 0 0 0,-6 5 117 0 0,-1 0 0 0 0,1-1 0 0 0,-12 5 0 0 0,19-10-149 0 0,-63 28 66 0 0,34-17-1757 0 0,-49 29 1 0 0,75-37 517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8:57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60 10946 0 0,'12'-12'581'0'0,"-8"9"-249"0"0,0 0 0 0 0,0-1 0 0 0,0 0 0 0 0,0 0 1 0 0,-1 0-1 0 0,0 0 0 0 0,0 0 0 0 0,4-8 0 0 0,-7 12-302 0 0,0 0-1 0 0,0 0 0 0 0,0-1 0 0 0,0 1 1 0 0,0 0-1 0 0,0 0 0 0 0,0 0 1 0 0,0 0-1 0 0,0 0 0 0 0,0-1 0 0 0,0 1 1 0 0,0 0-1 0 0,0 0 0 0 0,0 0 0 0 0,0 0 1 0 0,0 0-1 0 0,0-1 0 0 0,0 1 1 0 0,0 0-1 0 0,0 0 0 0 0,0 0 0 0 0,0 0 1 0 0,0-1-1 0 0,0 1 0 0 0,0 0 0 0 0,0 0 1 0 0,0 0-1 0 0,-1 0 0 0 0,1 0 0 0 0,0 0 1 0 0,0 0-1 0 0,0-1 0 0 0,0 1 1 0 0,0 0-1 0 0,0 0 0 0 0,0 0 0 0 0,-1 0 1 0 0,1 0-1 0 0,0 0 0 0 0,0 0 0 0 0,0 0 1 0 0,0 0-1 0 0,0 0 0 0 0,-1 0 0 0 0,1 0 1 0 0,0 0-1 0 0,0 0 0 0 0,0 0 1 0 0,0 0-1 0 0,-1 0 0 0 0,-12 2 569 0 0,-11 9-97 0 0,-7 10-185 0 0,1 2 0 0 0,2 1 0 0 0,-48 51 0 0 0,74-73-316 0 0,0 0-1 0 0,0 0 1 0 0,0 0 0 0 0,0 1-1 0 0,1-1 1 0 0,-1 1 0 0 0,1-1 0 0 0,-1 1-1 0 0,1-1 1 0 0,0 1 0 0 0,0 0-1 0 0,0-1 1 0 0,0 1 0 0 0,1 0 0 0 0,-1 0-1 0 0,0 4 1 0 0,2-5-19 0 0,-1 0-1 0 0,1 0 1 0 0,-1 0 0 0 0,1 0 0 0 0,0 0-1 0 0,0-1 1 0 0,0 1 0 0 0,0 0 0 0 0,0 0-1 0 0,0-1 1 0 0,1 1 0 0 0,-1 0-1 0 0,0-1 1 0 0,1 0 0 0 0,-1 1 0 0 0,1-1-1 0 0,0 0 1 0 0,-1 0 0 0 0,1 1 0 0 0,0-1-1 0 0,0-1 1 0 0,0 1 0 0 0,0 0-1 0 0,2 0 1 0 0,12 6-99 0 0,1-2 0 0 0,-1 0 0 0 0,1-1 1 0 0,1-1-1 0 0,-1 0 0 0 0,0-1 0 0 0,25-1 0 0 0,-2-3 447 0 0,0-1 0 0 0,43-9 0 0 0,-106 18-76 0 0,1 1 0 0 0,-1 2 1 0 0,1 0-1 0 0,1 1 0 0 0,0 1 0 0 0,0 1 0 0 0,1 1 0 0 0,1 1 0 0 0,-36 32 0 0 0,53-42-337 0 0,-1-1-1 0 0,1 1 1 0 0,0 0 0 0 0,0 0-1 0 0,0 0 1 0 0,-2 8-1 0 0,3 6-1187 0 0,1-17 1183 0 0,0-1-1 0 0,1 1 1 0 0,-1-1-1 0 0,0 1 1 0 0,0-1-1 0 0,1 1 1 0 0,-1-1 0 0 0,0 1-1 0 0,1-1 1 0 0,-1 0-1 0 0,0 1 1 0 0,1-1-1 0 0,-1 0 1 0 0,1 1-1 0 0,-1-1 1 0 0,0 0 0 0 0,1 0-1 0 0,-1 1 1 0 0,1-1-1 0 0,-1 0 1 0 0,1 0-1 0 0,-1 0 1 0 0,1 1 0 0 0,-1-1-1 0 0,1 0 1 0 0,-1 0-1 0 0,1 0 1 0 0,-1 0-1 0 0,2 0 1 0 0,6-1-1006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8:57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 2761 0 0,'10'-3'369'0'0,"-10"3"-178"0"0,1 0 1 0 0,-1 0-1 0 0,0 0 1 0 0,0 0-1 0 0,1 0 1 0 0,-1 0-1 0 0,0 0 1 0 0,1 0-1 0 0,-1 0 1 0 0,0 0-1 0 0,1 0 1 0 0,-1 0-1 0 0,0 0 1 0 0,0 0-1 0 0,1 1 1 0 0,-1-1-1 0 0,0 0 1 0 0,0 0-1 0 0,1 0 1 0 0,-1 0-1 0 0,0 1 1 0 0,0-1-1 0 0,1 0 1 0 0,-1 0-1 0 0,0 1 1 0 0,0-1-1 0 0,0 1 1 0 0,3 10 5574 0 0,-3-1-4678 0 0,0-4-2314 0 0,-2 21 1673 0 0,-1-1-1 0 0,-1 0 0 0 0,-10 35 0 0 0,9-41-391 0 0,0 1 0 0 0,1-1 0 0 0,1 1 0 0 0,1 0 0 0 0,1 0 0 0 0,2 36 0 0 0,0-51-456 0 0,3 14 545 0 0,2-9-4920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8:57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53 103 9218 0 0,'-8'-24'807'0'0,"-11"-25"-662"0"0,4 21 3944 0 0,10 26-3456 0 0,3 9-298 0 0,-1 9-143 0 0,3 4-233 0 0,0 1 0 0 0,1-1 0 0 0,1 0 0 0 0,1 0 0 0 0,1 0 0 0 0,0 0 0 0 0,2-1 0 0 0,0 1 0 0 0,1-2 1 0 0,17 32-1 0 0,-11-28-269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8:57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1 11058 0 0,'-4'0'252'0'0,"0"1"-1"0"0,0 0 0 0 0,0 0 0 0 0,1 0 0 0 0,-1 0 0 0 0,0 1 0 0 0,1 0 1 0 0,-1-1-1 0 0,1 1 0 0 0,0 0 0 0 0,-1 1 0 0 0,-4 4 0 0 0,-37 36-122 0 0,41-38-59 0 0,-21 24-26 0 0,1 2 0 0 0,1 1 0 0 0,2 0 0 0 0,1 2 1 0 0,2 0-1 0 0,-25 66 0 0 0,11-8 295 0 0,-30 147 0 0 0,-21 300-605 0 0,79-499-206 0 0,2 0 1 0 0,2-1-1 0 0,1 1 0 0 0,13 76 0 0 0,-14-114 154 0 0,0-5 43 0 0,-4-18-204 0 0,-5-29-575 0 0,2 15 354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8:58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233 710 1840 0 0,'-58'-185'134'0'0,"23"81"3828"0"0,23 72-2830 0 0,-33-83 1836 0 0,-35-108 1978 0 0,80 223-4915 0 0,-1-1 0 0 0,1 1-1 0 0,0-1 1 0 0,0 0 0 0 0,-1 1 0 0 0,1-1 0 0 0,0 1 0 0 0,0-1-1 0 0,0 1 1 0 0,0-1 0 0 0,0 1 0 0 0,0-1 0 0 0,0 0-1 0 0,0 1 1 0 0,0-1 0 0 0,0 1 0 0 0,0-1 0 0 0,0 1 0 0 0,1-1-1 0 0,-1 0 1 0 0,0 1 0 0 0,0-1 0 0 0,0 1 0 0 0,1-1 0 0 0,-1 1-1 0 0,0-1 1 0 0,1 1 0 0 0,-1 0 0 0 0,0-1 0 0 0,1 1 0 0 0,-1-1-1 0 0,1 1 1 0 0,-1 0 0 0 0,1-1 0 0 0,-1 1 0 0 0,1 0 0 0 0,-1-1-1 0 0,1 1 1 0 0,-1 0 0 0 0,1 0 0 0 0,-1-1 0 0 0,1 1 0 0 0,-1 0-1 0 0,1 0 1 0 0,-1 0 0 0 0,1 0 0 0 0,0 0 0 0 0,-1 0 0 0 0,1 0-1 0 0,-1 0 1 0 0,1 0 0 0 0,-1 0 0 0 0,2 1 0 0 0,5 0 68 0 0,0 0 0 0 0,-1 1 0 0 0,13 4 0 0 0,-7-2-90 0 0,22 4 54 0 0,1-1-1 0 0,0-2 1 0 0,50 2 0 0 0,109-10 135 0 0,-57-1-1022 0 0,-88 5-123 0 0,-12 0 382 0 0,60-6 0 0 0,-86 4 596 0 0,-1-1 0 0 0,0 0 0 0 0,1 0-1 0 0,-1-1 1 0 0,-1-1 0 0 0,1 0 0 0 0,0 0 0 0 0,-1-1 0 0 0,0 0-1 0 0,13-9 1 0 0,-12 5 292 0 0,-1 1 1142 0 0,-9 9-1419 0 0,0-1 1 0 0,0 0-1 0 0,1 0 0 0 0,-1 1 1 0 0,0-1-1 0 0,0 1 0 0 0,0-1 0 0 0,1 0 1 0 0,-1 1-1 0 0,0-1 0 0 0,0 0 1 0 0,0 1-1 0 0,0-1 0 0 0,0 1 0 0 0,0-1 1 0 0,0 0-1 0 0,0 1 0 0 0,0-1 1 0 0,0 1-1 0 0,0-1 0 0 0,0 0 1 0 0,0 1-1 0 0,0-1 0 0 0,0 1 0 0 0,0-1 1 0 0,0 0-1 0 0,-1 1 0 0 0,1-1 1 0 0,0 1-1 0 0,-13 82-183 0 0,-3 1 1 0 0,-37 112-1 0 0,46-183-1123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8:58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62 5529 0 0,'-5'-62'2103'0'0,"5"72"-1057"0"0,1 0 1 0 0,-1 0-1 0 0,-1 0 0 0 0,-2 12 0 0 0,0 9 310 0 0,1 7-1411 0 0,-3 115-602 0 0,7-120 369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8:58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49 10802 0 0,'0'-3'98'0'0,"-1"0"0"0"0,0 1-1 0 0,-1-1 1 0 0,1 1-1 0 0,0-1 1 0 0,-1 1 0 0 0,0-1-1 0 0,1 1 1 0 0,-1 0 0 0 0,0 0-1 0 0,0 0 1 0 0,0 0-1 0 0,0 0 1 0 0,-1 0 0 0 0,1 0-1 0 0,0 1 1 0 0,-1-1 0 0 0,1 1-1 0 0,-1 0 1 0 0,0-1 0 0 0,1 1-1 0 0,-1 1 1 0 0,0-1-1 0 0,0 0 1 0 0,0 1 0 0 0,1-1-1 0 0,-1 1 1 0 0,-3 0 0 0 0,0-1-71 0 0,1 1 1 0 0,-1 0-1 0 0,1 1 1 0 0,-1-1-1 0 0,1 1 1 0 0,-1 0-1 0 0,1 1 1 0 0,-1-1-1 0 0,1 1 1 0 0,0 0-1 0 0,-6 3 1 0 0,2 0 101 0 0,1 0 0 0 0,-1 1 1 0 0,1 0-1 0 0,0 0 0 0 0,-11 13 0 0 0,3 0-69 0 0,0 0-1 0 0,1 1 1 0 0,1 1-1 0 0,-12 24 1 0 0,18-28-20 0 0,0 0 0 0 0,1 0 0 0 0,1 1 1 0 0,-8 34-1 0 0,12-43-106 0 0,0 1 0 0 0,1 0 0 0 0,1 0 0 0 0,-1 0 0 0 0,2 0-1 0 0,-1-1 1 0 0,1 1 0 0 0,1 0 0 0 0,0 0 0 0 0,6 17 0 0 0,-7-24-60 0 0,0 0 0 0 0,1 0-1 0 0,0 0 1 0 0,0 0 0 0 0,0 0 0 0 0,4 4 0 0 0,9 5-3517 0 0,-1-4-661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8:59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209 223 11290 0 0,'10'-10'354'0'0,"0"0"0"0"0,0 0 0 0 0,-1-1 0 0 0,0-1 0 0 0,-1 0 1 0 0,-1 0-1 0 0,1 0 0 0 0,-2-1 0 0 0,0 0 0 0 0,6-20 0 0 0,-11 30-316 0 0,0 0 1 0 0,0 0-1 0 0,-1 0 0 0 0,0 1 1 0 0,1-1-1 0 0,-1 0 1 0 0,0 0-1 0 0,-1 0 1 0 0,1 0-1 0 0,0 0 1 0 0,-1 0-1 0 0,0 0 1 0 0,1 0-1 0 0,-1 0 1 0 0,0 0-1 0 0,-1 1 1 0 0,1-1-1 0 0,-3-4 1 0 0,3 6 13 0 0,-1-1 1 0 0,1 1-1 0 0,-1 0 1 0 0,0-1-1 0 0,1 1 1 0 0,-1 0 0 0 0,0 0-1 0 0,0 0 1 0 0,0 0-1 0 0,0 1 1 0 0,0-1 0 0 0,1 0-1 0 0,-1 1 1 0 0,0 0-1 0 0,-1-1 1 0 0,1 1-1 0 0,0 0 1 0 0,0 0 0 0 0,0 0-1 0 0,0 0 1 0 0,0 0-1 0 0,0 1 1 0 0,0-1-1 0 0,0 1 1 0 0,0-1 0 0 0,0 1-1 0 0,-3 1 1 0 0,-3 2-73 0 0,0 0 1 0 0,0 0 0 0 0,1 1 0 0 0,-1 0 0 0 0,1 0-1 0 0,0 1 1 0 0,1 0 0 0 0,0 0 0 0 0,-11 12-1 0 0,-4 11 3 0 0,-20 32 1 0 0,27-39-17 0 0,-1 1 1 0 0,1 2-1 0 0,-19 46 1 0 0,29-62 24 0 0,1 1-1 0 0,0 0 1 0 0,0-1-1 0 0,1 1 1 0 0,0 0-1 0 0,1 1 1 0 0,0-1-1 0 0,1 0 1 0 0,0 0-1 0 0,1 0 1 0 0,1 11-1 0 0,-2-18-16 0 0,1-1 0 0 0,-1 0 0 0 0,1 1 0 0 0,0-1 0 0 0,0 0 0 0 0,0 0 0 0 0,0 1 0 0 0,0-1 0 0 0,0 0 0 0 0,1 0-1 0 0,-1 0 1 0 0,1 0 0 0 0,-1-1 0 0 0,1 1 0 0 0,0 0 0 0 0,0-1 0 0 0,0 1 0 0 0,0-1 0 0 0,3 3 0 0 0,-1-3-30 0 0,-1 0 1 0 0,0 0-1 0 0,0 0 0 0 0,1-1 1 0 0,-1 1-1 0 0,0-1 0 0 0,1 0 1 0 0,-1 0-1 0 0,0 0 0 0 0,1 0 1 0 0,-1-1-1 0 0,6 0 0 0 0,1-2-89 0 0,-1 0 0 0 0,1-1-1 0 0,-1 0 1 0 0,0 0 0 0 0,0-1-1 0 0,0 0 1 0 0,-1-1-1 0 0,13-9 1 0 0,27-31-73 0 0,-2-2 0 0 0,47-64 0 0 0,-65 76 1099 0 0,33-58 1 0 0,-80 129-243 0 0,3 2-1 0 0,0 0 1 0 0,3 1 0 0 0,1 1 0 0 0,-12 70 0 0 0,23-104-787 0 0,1 1 0 0 0,0-1 0 0 0,0 0 1 0 0,0 1-1 0 0,1-1 0 0 0,0 0 0 0 0,0 1 0 0 0,0-1 0 0 0,0 0 0 0 0,4 7 0 0 0,-4-11 65 0 0,-1 1-1 0 0,1-1 0 0 0,0 1 0 0 0,1-1 0 0 0,-1 1 0 0 0,0-1 0 0 0,0 0 1 0 0,0 0-1 0 0,1 0 0 0 0,-1 0 0 0 0,1 0 0 0 0,-1 0 0 0 0,1 0 0 0 0,-1 0 1 0 0,1 0-1 0 0,0 0 0 0 0,-1-1 0 0 0,1 1 0 0 0,0-1 0 0 0,-1 0 1 0 0,1 1-1 0 0,0-1 0 0 0,0 0 0 0 0,-1 0 0 0 0,1 0 0 0 0,0 0 0 0 0,0 0 1 0 0,-1 0-1 0 0,1-1 0 0 0,0 1 0 0 0,0 0 0 0 0,-1-1 0 0 0,1 0 0 0 0,3-1 1 0 0,11-6-3707 0 0,2-4-998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8:59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133 482 12875 0 0,'14'-29'258'0'0,"15"-26"853"0"0,-25 48-977 0 0,-1 0 0 0 0,0-1-1 0 0,-1 1 1 0 0,0-1 0 0 0,0 1 0 0 0,0-1-1 0 0,0-11 1 0 0,3-9 335 0 0,5-21 248 0 0,3-12 769 0 0,10-109-1 0 0,-26 152-865 0 0,3 18-605 0 0,0 0 1 0 0,0 0-1 0 0,0 0 1 0 0,-1 0-1 0 0,1 0 1 0 0,0 0-1 0 0,0 0 1 0 0,0 0-1 0 0,-1 0 1 0 0,1 0-1 0 0,0 0 1 0 0,0 0 0 0 0,0 0-1 0 0,-1 0 1 0 0,1 0-1 0 0,0 0 1 0 0,0 0-1 0 0,0 0 1 0 0,-1 0-1 0 0,1 0 1 0 0,0 0-1 0 0,0 1 1 0 0,0-1 0 0 0,-1 0-1 0 0,1 0 1 0 0,0 0-1 0 0,0 0 1 0 0,0 0-1 0 0,0 1 1 0 0,0-1-1 0 0,-1 0 1 0 0,1 0-1 0 0,0 0 1 0 0,0 0-1 0 0,0 1 1 0 0,0-1 0 0 0,0 0-1 0 0,0 0 1 0 0,-15 30 420 0 0,-45 202-395 0 0,37-134-259 0 0,17-75 93 0 0,1 0-1 0 0,-2 31 1 0 0,7-43-107 0 0,0 0 1 0 0,0 0 0 0 0,1 0-1 0 0,1 0 1 0 0,0 0 0 0 0,0 0 0 0 0,5 12-1 0 0,0-6-1458 0 0,-9-24-1369 0 0,-135-361 8331 0 0,136 366-5189 0 0,0 0 0 0 0,1 0 0 0 0,-1 0-1 0 0,1 0 1 0 0,-1 0 0 0 0,1 0 0 0 0,0 0 0 0 0,0 0-1 0 0,0-3 1 0 0,6-1 350 0 0,7 10-246 0 0,45 30-535 0 0,-31-17-283 0 0,34 16 1 0 0,-50-28 522 0 0,0-1 0 0 0,0-1 0 0 0,0 1 0 0 0,0-2 0 0 0,0 0 1 0 0,1 0-1 0 0,11 0 0 0 0,23-3-656 0 0,0-2 0 0 0,51-10 0 0 0,-51 6 717 0 0,-20 2 28 0 0,16-1 611 0 0,-38 4-124 0 0,-2 2-125 0 0,-2 4 436 0 0,-38 183-237 0 0,25-135-620 0 0,2 1 1 0 0,2 0-1 0 0,-3 72 1 0 0,12-123 25 0 0,0-1 1 0 0,0 0-1 0 0,0 0 0 0 0,0 1 1 0 0,0-1-1 0 0,1 0 0 0 0,-1 0 1 0 0,0 1-1 0 0,1-1 0 0 0,-1 0 1 0 0,0 0-1 0 0,1 0 0 0 0,0 0 1 0 0,-1 1-1 0 0,1-1 0 0 0,1 1 1 0 0,-2-2 7 0 0,1 1 1 0 0,-1-1-1 0 0,1 0 1 0 0,-1 0 0 0 0,1 0-1 0 0,0 0 1 0 0,-1 0-1 0 0,1 0 1 0 0,-1 0-1 0 0,1 0 1 0 0,-1 0 0 0 0,1 0-1 0 0,-1 0 1 0 0,1-1-1 0 0,-1 1 1 0 0,1 0-1 0 0,-1 0 1 0 0,1 0 0 0 0,-1-1-1 0 0,1 1 1 0 0,-1 0-1 0 0,1-1 1 0 0,-1 1-1 0 0,1 0 1 0 0,-1-1 0 0 0,0 1-1 0 0,1-1 1 0 0,-1 1-1 0 0,0 0 1 0 0,1-1-1 0 0,-1 1 1 0 0,0-1-1 0 0,1 1 1 0 0,-1-1 0 0 0,0 1-1 0 0,0-1 1 0 0,0 0-1 0 0,8-12-822 0 0,-1-1 0 0 0,-1 0 0 0 0,6-19 0 0 0,-1 1-191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8:59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24 234 5065 0 0,'9'-159'2338'0'0,"-7"145"-609"0"0,-1 7-892 0 0,0 0 1 0 0,-1 0-1 0 0,0 0 0 0 0,0-1 0 0 0,0 1 0 0 0,-2-10 1 0 0,1 17-810 0 0,1 0 1 0 0,0 0-1 0 0,-1 0 1 0 0,1 0 0 0 0,0 0-1 0 0,-1 0 1 0 0,1 0 0 0 0,0 0-1 0 0,0 0 1 0 0,-1 0-1 0 0,1 0 1 0 0,0 1 0 0 0,-1-1-1 0 0,1 0 1 0 0,0 0 0 0 0,0 0-1 0 0,-1 0 1 0 0,1 1 0 0 0,0-1-1 0 0,0 0 1 0 0,0 0-1 0 0,-1 0 1 0 0,1 1 0 0 0,0-1-1 0 0,0 0 1 0 0,0 0 0 0 0,0 1-1 0 0,-1-1 1 0 0,1 0-1 0 0,0 1 1 0 0,0-1 0 0 0,0 0-1 0 0,0 0 1 0 0,0 1 0 0 0,0-1-1 0 0,0 1 1 0 0,-7 12 161 0 0,2 5-206 0 0,0 0 0 0 0,2 1 0 0 0,0-1 0 0 0,1 1 0 0 0,1-1 0 0 0,1 1 0 0 0,0 0 0 0 0,4 21 0 0 0,-1-14-279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9:00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43 7346 0 0,'-23'62'729'0'0,"8"-25"-615"0"0,2 0-1 0 0,2 1 1 0 0,-12 66 0 0 0,23-103-88 0 0,-1 0 1 0 0,1 1-1 0 0,0-1 0 0 0,0 0 1 0 0,0 1-1 0 0,0-1 0 0 0,0 0 1 0 0,0 1-1 0 0,0-1 0 0 0,0 1 1 0 0,1-1-1 0 0,-1 0 0 0 0,0 0 1 0 0,1 1-1 0 0,-1-1 1 0 0,1 0-1 0 0,0 0 0 0 0,-1 1 1 0 0,2 0-1 0 0,-1-2 12 0 0,-1 1 0 0 0,1-1 0 0 0,0 0 0 0 0,-1 0 0 0 0,1 1 0 0 0,0-1 0 0 0,0 0 0 0 0,-1 0 0 0 0,1 0 0 0 0,0 0 0 0 0,0 0 0 0 0,-1 0 0 0 0,1 0 0 0 0,0 0 1 0 0,0 0-1 0 0,0 0 0 0 0,-1-1 0 0 0,1 1 0 0 0,0 0 0 0 0,-1 0 0 0 0,1-1 0 0 0,0 1 0 0 0,1-1 0 0 0,6-4 404 0 0,0-1 0 0 0,0 1-1 0 0,13-14 1 0 0,-17 15-315 0 0,11-10 418 0 0,-1 0 0 0 0,0-1 1 0 0,-1 0-1 0 0,-1-1 0 0 0,19-32 0 0 0,-27 41-331 0 0,-1 0 0 0 0,1 0 0 0 0,-2 0 1 0 0,1-1-1 0 0,-1 1 0 0 0,0-1 0 0 0,0 0 0 0 0,-1 1 0 0 0,0-1 0 0 0,-1 0 0 0 0,1 0 0 0 0,-1 0 0 0 0,-1 1 0 0 0,0-1 0 0 0,0 0 0 0 0,0 0 0 0 0,-6-14 0 0 0,7 21-154 0 0,0-1 0 0 0,-1 1 0 0 0,0 0 0 0 0,1-1 0 0 0,-1 1 0 0 0,0 0 0 0 0,1 0-1 0 0,-1 0 1 0 0,0-1 0 0 0,0 1 0 0 0,0 0 0 0 0,0 0 0 0 0,0 0 0 0 0,0 0 0 0 0,-1 1 0 0 0,1-1 0 0 0,0 0 0 0 0,0 0 0 0 0,-1 1 0 0 0,1-1-1 0 0,0 1 1 0 0,-3-2 0 0 0,2 2-13 0 0,-1 0 0 0 0,1 0 0 0 0,-1 0-1 0 0,1 0 1 0 0,-1 1 0 0 0,1-1 0 0 0,0 1 0 0 0,-1-1-1 0 0,1 1 1 0 0,0 0 0 0 0,-1 0 0 0 0,-2 1 0 0 0,-4 4 42 0 0,0-1 0 0 0,0 2 0 0 0,1-1 0 0 0,-16 15 1 0 0,16-13-72 0 0,-36 41-487 0 0,41-46 313 0 0,0 1 0 0 0,1 0 1 0 0,0-1-1 0 0,-1 1 1 0 0,2 0-1 0 0,-1 0 0 0 0,0 0 1 0 0,1 0-1 0 0,0 1 1 0 0,0-1-1 0 0,0 0 0 0 0,-1 6 1 0 0,2-9 94 0 0,0 0 0 0 0,0-1 0 0 0,0 1 0 0 0,0-1 0 0 0,0 1 0 0 0,0-1 0 0 0,1 1 0 0 0,-1 0 0 0 0,0-1 0 0 0,0 1 0 0 0,0-1 1 0 0,0 1-1 0 0,1-1 0 0 0,-1 1 0 0 0,0-1 0 0 0,1 1 0 0 0,-1-1 0 0 0,0 1 0 0 0,1-1 0 0 0,-1 1 0 0 0,1-1 0 0 0,-1 0 0 0 0,0 1 0 0 0,1-1 0 0 0,-1 0 0 0 0,1 1 1 0 0,-1-1-1 0 0,1 0 0 0 0,-1 0 0 0 0,1 1 0 0 0,1-1-88 0 0,0 0 0 0 0,0 1-1 0 0,-1-1 1 0 0,1 0 0 0 0,0 0 0 0 0,0-1 0 0 0,-1 1 0 0 0,1 0 0 0 0,0 0-1 0 0,2-1 1 0 0,37-17-2120 0 0,20-18-141 0 0,25-12 250 0 0,-42 24 1930 0 0,-25 13 1062 0 0,26-12 0 0 0,-39 21-520 0 0,0 0 0 0 0,0 0-1 0 0,-1 0 1 0 0,1 1 0 0 0,0 0 0 0 0,1 0-1 0 0,-1 1 1 0 0,0-1 0 0 0,9 2-1 0 0,-14-1-172 0 0,1 0 0 0 0,-1 0 0 0 0,1 1-1 0 0,-1-1 1 0 0,1 0 0 0 0,-1 1-1 0 0,1-1 1 0 0,-1 1 0 0 0,0 0-1 0 0,1-1 1 0 0,-1 1 0 0 0,0 0 0 0 0,1 0-1 0 0,-1 0 1 0 0,0 0 0 0 0,0 0-1 0 0,0 0 1 0 0,0 0 0 0 0,0 0-1 0 0,0 0 1 0 0,0 1 0 0 0,0-1 0 0 0,-1 0-1 0 0,2 2 1 0 0,-1 0-2 0 0,0 1 0 0 0,-1-1 1 0 0,1 0-1 0 0,-1 1 0 0 0,0-1 0 0 0,1 0 0 0 0,-1 1 1 0 0,-1-1-1 0 0,1 0 0 0 0,-1 6 0 0 0,-3 6 30 0 0,0 0-1 0 0,-2 0 1 0 0,-9 22-1 0 0,5-17-87 0 0,-20 28 1 0 0,20-32-114 0 0,0 0 1 0 0,-15 33 0 0 0,25-49 18 0 0,-1 1 0 0 0,1 0 0 0 0,-1-1 0 0 0,1 1 1 0 0,0 0-1 0 0,-1-1 0 0 0,1 1 0 0 0,0 0 0 0 0,0 0 0 0 0,0 0 1 0 0,0-1-1 0 0,-1 1 0 0 0,1 0 0 0 0,0 0 0 0 0,0 0 0 0 0,0-1 0 0 0,0 1 1 0 0,1 0-1 0 0,-1 0 0 0 0,0-1 0 0 0,0 1 0 0 0,0 0 0 0 0,1 0 1 0 0,-1-1-1 0 0,0 1 0 0 0,1 1 0 0 0,0-2-22 0 0,0 1-1 0 0,0-1 0 0 0,0 0 1 0 0,0 0-1 0 0,0 0 1 0 0,0 0-1 0 0,0 0 1 0 0,0 0-1 0 0,0 0 0 0 0,0 0 1 0 0,0-1-1 0 0,0 1 1 0 0,0 0-1 0 0,0 0 1 0 0,-1-1-1 0 0,1 1 1 0 0,2-2-1 0 0,38-24-875 0 0,-14 4 860 0 0,-2-2-1 0 0,-1 0 1 0 0,-1-2 0 0 0,-1-1-1 0 0,-1 0 1 0 0,27-48 0 0 0,-48 74 62 0 0,33-47 756 0 0,-31 45-636 0 0,1 0 0 0 0,-1 1 0 0 0,1-1 0 0 0,0 1 0 0 0,0-1 1 0 0,0 1-1 0 0,0 0 0 0 0,0 0 0 0 0,0 0 0 0 0,1 0 0 0 0,-1 1 0 0 0,1-1 0 0 0,4 0 0 0 0,-8 1-71 0 0,1 1 1 0 0,0 0-1 0 0,0 0 0 0 0,0 0 0 0 0,0 0 0 0 0,0 0 0 0 0,-1 0 0 0 0,1 0 0 0 0,0 0 0 0 0,0 1 0 0 0,0-1 1 0 0,0 0-1 0 0,-1 0 0 0 0,1 1 0 0 0,0-1 0 0 0,0 1 0 0 0,-1-1 0 0 0,1 0 0 0 0,0 1 0 0 0,0-1 0 0 0,-1 1 0 0 0,1 0 1 0 0,0 0-1 0 0,1 1 33 0 0,-1 0 1 0 0,0 0-1 0 0,0 0 1 0 0,0 0-1 0 0,0 0 1 0 0,0 0-1 0 0,-1 0 1 0 0,1 1-1 0 0,0 1 1 0 0,0 7 212 0 0,0 0-1 0 0,-1 21 1 0 0,0-28-231 0 0,-4 54 2 0 0,-20 93 0 0 0,10-73-35 0 0,2-4 93 0 0,-3 22-2635 0 0,13-89-2487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07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801 1274 4145 0 0,'5'5'421'0'0,"-1"-1"0"0"0,1 0 0 0 0,-1 0 0 0 0,1 0 0 0 0,0 0 0 0 0,0-1 0 0 0,1 0-1 0 0,-1 0 1 0 0,12 4 0 0 0,4 0 325 0 0,28 7 0 0 0,-42-13-671 0 0,-1 0 1 0 0,1 0-1 0 0,-1-1 0 0 0,1 1 1 0 0,-1-1-1 0 0,1-1 0 0 0,0 1 0 0 0,-1-1 1 0 0,0 0-1 0 0,1-1 0 0 0,-1 0 1 0 0,1 0-1 0 0,-1 0 0 0 0,0-1 1 0 0,0 1-1 0 0,-1-2 0 0 0,1 1 0 0 0,0 0 1 0 0,-1-1-1 0 0,0 0 0 0 0,9-9 1 0 0,4-7 259 0 0,0 0 1 0 0,-1-2 0 0 0,-2 0 0 0 0,14-25 0 0 0,-10 18 166 0 0,2-7 190 0 0,-2 0 1 0 0,-1-1-1 0 0,-2-1 0 0 0,-2 0 0 0 0,-1-2 0 0 0,-2 1 0 0 0,11-82 0 0 0,-16 71-241 0 0,-3-1-1 0 0,-2 0 0 0 0,-3 0 0 0 0,-1 0 0 0 0,-3 0 1 0 0,-12-51-1 0 0,13 83-469 0 0,0 1-1 0 0,-1 0 1 0 0,-1 0 0 0 0,-1 1-1 0 0,0 0 1 0 0,-1 0 0 0 0,-1 1 0 0 0,0 0-1 0 0,-2 1 1 0 0,1 0 0 0 0,-2 1 0 0 0,0 0-1 0 0,-1 1 1 0 0,0 1 0 0 0,-1 0 0 0 0,0 1-1 0 0,-1 0 1 0 0,0 1 0 0 0,-1 1 0 0 0,0 1-1 0 0,0 0 1 0 0,-1 1 0 0 0,0 1 0 0 0,0 1-1 0 0,0 0 1 0 0,-1 2 0 0 0,0 0 0 0 0,1 1-1 0 0,-1 1 1 0 0,0 0 0 0 0,0 2-1 0 0,0 0 1 0 0,-34 7 0 0 0,10 2-263 0 0,1 3 0 0 0,0 1 0 0 0,1 2 0 0 0,-76 42 0 0 0,87-40 101 0 0,2 1 1 0 0,0 2-1 0 0,1 0 1 0 0,1 2-1 0 0,1 1 1 0 0,-41 50-1 0 0,23-17-222 0 0,3 2 0 0 0,2 1 0 0 0,3 3 0 0 0,-31 75 0 0 0,53-101 349 0 0,2 1 1 0 0,2 0 0 0 0,1 1-1 0 0,2 0 1 0 0,2 0-1 0 0,2 0 1 0 0,1 0-1 0 0,2 1 1 0 0,9 59-1 0 0,-5-69 26 0 0,2-2-1 0 0,1 1 1 0 0,1-1 0 0 0,2 0-1 0 0,0-1 1 0 0,2 0-1 0 0,1-1 1 0 0,1 0 0 0 0,1-1-1 0 0,2-1 1 0 0,0-1 0 0 0,1 0-1 0 0,23 19 1 0 0,-28-30-16 0 0,0-2 0 0 0,1 0 0 0 0,1 0 0 0 0,-1-1-1 0 0,1-1 1 0 0,1-1 0 0 0,-1-1 0 0 0,1 0 0 0 0,1-1 0 0 0,-1 0 0 0 0,1-2 0 0 0,-1 0 0 0 0,1-1 0 0 0,20 0 0 0 0,8-2 158 0 0,-1-2 0 0 0,1-2 0 0 0,-1-2 0 0 0,60-16 0 0 0,-20-3 312 0 0,118-52 0 0 0,-197 75-408 0 0,153-72 479 0 0,-133 61-434 0 0,-1-2-1 0 0,-1-2 0 0 0,44-36 0 0 0,-38 20-761 0 0,-4-4-3412 0 0,-6 1-1387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08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375 263 2304 0 0,'-5'-3'237'0'0,"0"0"0"0"0,0 0-1 0 0,1-1 1 0 0,-7-6-1 0 0,0-2 2488 0 0,2-1-1 0 0,0 1 1 0 0,-14-27 0 0 0,-6-8-2344 0 0,20 34-238 0 0,-1 0-1 0 0,0 0 1 0 0,-1 2 0 0 0,0-1-1 0 0,-1 1 1 0 0,-15-11 0 0 0,22 19-81 0 0,1 0 0 0 0,-1 1 0 0 0,0-1 0 0 0,0 1 0 0 0,0 0 0 0 0,0 1 0 0 0,0-1-1 0 0,0 1 1 0 0,-10-2 0 0 0,11 3-44 0 0,1 0 0 0 0,-1 0 0 0 0,0 1 0 0 0,1-1 0 0 0,-1 1 0 0 0,1 0 0 0 0,-1 0 0 0 0,1 0 0 0 0,-1 0 1 0 0,1 0-1 0 0,0 1 0 0 0,-1 0 0 0 0,1 0 0 0 0,0 0 0 0 0,-5 4 0 0 0,4-2-28 0 0,1-1 1 0 0,0 1-1 0 0,0 0 1 0 0,0 0-1 0 0,0 0 1 0 0,1 1 0 0 0,-1-1-1 0 0,1 1 1 0 0,0-1-1 0 0,0 1 1 0 0,-1 8-1 0 0,-2 8-92 0 0,-3 29 0 0 0,7-37 74 0 0,-4 33-79 0 0,3 0 0 0 0,2 0 0 0 0,1 1 0 0 0,3-1 0 0 0,13 62 0 0 0,-16-101 107 0 0,1 0 0 0 0,0 0 1 0 0,0 0-1 0 0,1-1 0 0 0,-1 1 0 0 0,2-1 0 0 0,-1 1 0 0 0,1-1 0 0 0,0 0 0 0 0,0-1 0 0 0,0 1 0 0 0,10 9 0 0 0,-10-12 0 0 0,-1-1-1 0 0,0 1 1 0 0,1-1-1 0 0,0 0 1 0 0,0 0-1 0 0,-1 0 0 0 0,1-1 1 0 0,0 1-1 0 0,1-1 1 0 0,-1 0-1 0 0,0 0 1 0 0,0 0-1 0 0,0-1 0 0 0,1 1 1 0 0,-1-1-1 0 0,0 0 1 0 0,0 0-1 0 0,1-1 1 0 0,-1 1-1 0 0,0-1 0 0 0,0 0 1 0 0,8-3-1 0 0,-3 0-1 0 0,0 0-1 0 0,0 0 0 0 0,-1-1 0 0 0,1 0 1 0 0,-1-1-1 0 0,0 1 0 0 0,-1-2 1 0 0,1 1-1 0 0,-1-1 0 0 0,-1 0 0 0 0,1-1 1 0 0,-1 1-1 0 0,0-1 0 0 0,8-17 0 0 0,3-7-37 0 0,-2-1-1 0 0,17-58 1 0 0,-30 86 36 0 0,6-20-186 0 0,0-1-1 0 0,4-34 1 0 0,-10 51 281 0 0,-2-1 1 0 0,1 0-1 0 0,-1 0 1 0 0,0 0-1 0 0,-1 0 1 0 0,0 1-1 0 0,-1-1 1 0 0,0 0-1 0 0,-5-13 1 0 0,7 22-53 0 0,0 1-1 0 0,0 0 1 0 0,0-1 0 0 0,0 1 0 0 0,0 0 0 0 0,0-1-1 0 0,0 1 1 0 0,0 0 0 0 0,0 0 0 0 0,0-1 0 0 0,0 1 0 0 0,0 0-1 0 0,-1-1 1 0 0,1 1 0 0 0,0 0 0 0 0,0 0 0 0 0,0-1 0 0 0,-1 1-1 0 0,1 0 1 0 0,0 0 0 0 0,0-1 0 0 0,-1 1 0 0 0,1 0 0 0 0,0 0-1 0 0,0 0 1 0 0,-1-1 0 0 0,1 1 0 0 0,0 0 0 0 0,-1 0 0 0 0,1 0-1 0 0,0 0 1 0 0,-1 0 0 0 0,1 0 0 0 0,0 0 0 0 0,-1 0-1 0 0,0 0 1 0 0,-5 11 603 0 0,-2 24-470 0 0,7-34-170 0 0,-3 31-62 0 0,1 0-1 0 0,2 0 1 0 0,1 0-1 0 0,4 34 1 0 0,7 16-5332 0 0,-5-57 125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08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11522 0 0,'-1'1'153'0'0,"1"1"-1"0"0,0 0 0 0 0,-1-1 1 0 0,1 1-1 0 0,0 0 0 0 0,0 0 1 0 0,0-1-1 0 0,0 1 0 0 0,0 0 1 0 0,0 0-1 0 0,1-1 0 0 0,0 3 1 0 0,0 5 131 0 0,9 217 157 0 0,0-7-194 0 0,-9-201-252 0 0,26 233-790 0 0,-20-215 107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08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12035 0 0,'3'-2'147'0'0,"-1"1"0"0"0,1 0 1 0 0,0 0-1 0 0,0 0 1 0 0,-1 0-1 0 0,1 0 1 0 0,0 0-1 0 0,6 0 1 0 0,-9 1-100 0 0,61-11 1348 0 0,1 3 1 0 0,0 2-1 0 0,72 3 1 0 0,-132 2-1368 0 0,-1 1-1 0 0,1 1 0 0 0,-1-1 1 0 0,1 0-1 0 0,-1 0 1 0 0,1 0-1 0 0,-1 1 1 0 0,1-1-1 0 0,-1 1 1 0 0,1-1-1 0 0,-1 1 1 0 0,1 0-1 0 0,-1-1 1 0 0,0 1-1 0 0,1 0 1 0 0,-1 0-1 0 0,0 0 1 0 0,0 0-1 0 0,0 0 1 0 0,0 0-1 0 0,2 3 1 0 0,-2-2-11 0 0,0 0 1 0 0,-1 0 0 0 0,1 0 0 0 0,-1 0 0 0 0,1 0 0 0 0,-1 0 0 0 0,0 0 0 0 0,1 0-1 0 0,-1 1 1 0 0,0-1 0 0 0,-1 0 0 0 0,1 0 0 0 0,0 0 0 0 0,-1 2 0 0 0,-3 9 20 0 0,0-1 0 0 0,-1 0 0 0 0,0 0 0 0 0,-8 14 1 0 0,10-20-2 0 0,-23 37 109 0 0,-54 71-1 0 0,35-54-224 0 0,37-49 52 0 0,-11 14-65 0 0,1 1 0 0 0,1 1-1 0 0,-25 56 1 0 0,36-64-281 0 0,6-18 218 0 0,-1-1 0 0 0,1 1 0 0 0,0 0-1 0 0,0 0 1 0 0,0 0 0 0 0,0 0 0 0 0,0-1 0 0 0,0 1 0 0 0,0 0 0 0 0,0 0 0 0 0,0 0 0 0 0,0 0 0 0 0,0 0 0 0 0,0-1 0 0 0,1 1 0 0 0,-1 0-1 0 0,0 0 1 0 0,1 0 0 0 0,0 1 0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09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21 13251 0 0,'7'-17'1602'0'0,"-7"13"-154"0"0,-4 13-363 0 0,-2 16-816 0 0,0-1 0 0 0,1 1 0 0 0,1 0 0 0 0,0 32 0 0 0,-1 87-597 0 0,26 280 0 0 0,-20-415 178 0 0,1 19-830 0 0,2 0-1 0 0,1 0 1 0 0,12 39-1 0 0,-10-50-579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09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28 7370 0 0,'-18'-22'800'0'0,"18"22"-642"0"0,0-1-1 0 0,0 1 1 0 0,0 0 0 0 0,0 0 0 0 0,1-1-1 0 0,-1 1 1 0 0,0 0 0 0 0,0 0 0 0 0,0-1-1 0 0,0 1 1 0 0,1 0 0 0 0,-1 0 0 0 0,0-1-1 0 0,0 1 1 0 0,0 0 0 0 0,1 0 0 0 0,-1 0-1 0 0,0 0 1 0 0,0-1 0 0 0,1 1 0 0 0,-1 0 0 0 0,0 0-1 0 0,1 0 1 0 0,-1 0 0 0 0,0 0 0 0 0,0 0-1 0 0,1 0 1 0 0,-1 0 0 0 0,0 0 0 0 0,1 0-1 0 0,-1 0 1 0 0,0 0 0 0 0,0 0 0 0 0,1 0-1 0 0,-1 0 1 0 0,0 0 0 0 0,1 0 0 0 0,-1 0-1 0 0,0 0 1 0 0,0 0 0 0 0,1 0 0 0 0,13 2 651 0 0,18 4 175 0 0,0-2 0 0 0,47 1 1 0 0,-34-3-539 0 0,-42-2-431 0 0,0 0 1 0 0,0 0-1 0 0,0 0 1 0 0,0 1-1 0 0,0 0 0 0 0,0-1 1 0 0,0 1-1 0 0,0 0 0 0 0,0 0 1 0 0,-1 1-1 0 0,1-1 1 0 0,0 1-1 0 0,-1-1 0 0 0,1 1 1 0 0,-1 0-1 0 0,1 0 1 0 0,1 2-1 0 0,-2-2 4 0 0,-1 1 0 0 0,1-1 0 0 0,-1 1 0 0 0,0-1 0 0 0,0 1 0 0 0,0-1 0 0 0,0 1 0 0 0,-1 0 0 0 0,1-1 0 0 0,-1 1 0 0 0,0 0-1 0 0,1-1 1 0 0,-1 1 0 0 0,-1 0 0 0 0,1-1 0 0 0,0 1 0 0 0,0 0 0 0 0,-1 0 0 0 0,-1 3 0 0 0,-4 14 91 0 0,-2 1 0 0 0,0-2 0 0 0,-2 1 0 0 0,0-1 0 0 0,-21 30 0 0 0,14-22-3094 0 0,-21 42 0 0 0,33-58 1099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09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31 13307 0 0,'1'-21'992'0'0,"1"11"-456"0"0,-2 11-513 0 0,0-1-1 0 0,0 0 0 0 0,0 0 1 0 0,0 0-1 0 0,0 0 1 0 0,0 0-1 0 0,0 0 0 0 0,0 0 1 0 0,0 0-1 0 0,0 0 0 0 0,0 0 1 0 0,0 0-1 0 0,0 0 0 0 0,0 0 1 0 0,0 0-1 0 0,0 0 1 0 0,0 0-1 0 0,0 0 0 0 0,0 0 1 0 0,0 0-1 0 0,0 0 0 0 0,0 0 1 0 0,0 0-1 0 0,0 0 0 0 0,0 0 1 0 0,0 0-1 0 0,0 0 1 0 0,0 0-1 0 0,1 1 0 0 0,-1-1 1 0 0,0 0-1 0 0,0 0 0 0 0,0 0 1 0 0,0 0-1 0 0,0 0 0 0 0,0 0 1 0 0,0-1-1 0 0,0 1 1 0 0,0 0-1 0 0,0 0 0 0 0,0 0 1 0 0,0 0-1 0 0,0 0 0 0 0,1 6 151 0 0,-1 0 0 0 0,-1-1 0 0 0,1 1 0 0 0,-1-1-1 0 0,0 1 1 0 0,0-1 0 0 0,-3 7 0 0 0,0 5 59 0 0,-10 65 121 0 0,-5 93-1 0 0,17-124-484 0 0,2 0 0 0 0,2 0 0 0 0,10 53-1 0 0,-11-95-41 0 0,1-1-1 0 0,0 1 1 0 0,0-1 0 0 0,1 0-1 0 0,5 9 1 0 0,-7-14 15 0 0,0-1 0 0 0,0 0-1 0 0,1 0 1 0 0,-1 0 0 0 0,1 0 0 0 0,-1 0 0 0 0,1 0 0 0 0,0 0 0 0 0,0 0 0 0 0,0-1 0 0 0,0 1 0 0 0,0 0 0 0 0,0-1 0 0 0,0 0 0 0 0,0 0 0 0 0,0 0-1 0 0,1 0 1 0 0,-1 0 0 0 0,1 0 0 0 0,-1 0 0 0 0,5 0 0 0 0,3-2-4591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10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120 323 10946 0 0,'1'-2'146'0'0,"0"1"0"0"0,1 0 0 0 0,-1 0 1 0 0,0 0-1 0 0,1 0 0 0 0,-1 0 0 0 0,1 0 0 0 0,-1 0 0 0 0,1 0 0 0 0,-1 1 0 0 0,4-2 0 0 0,-4 2-69 0 0,0 0 1 0 0,0 0-1 0 0,0 0 0 0 0,0 0 1 0 0,-1 1-1 0 0,1-1 0 0 0,0 0 1 0 0,0 1-1 0 0,0-1 0 0 0,-1 0 1 0 0,1 1-1 0 0,0-1 0 0 0,0 1 1 0 0,-1-1-1 0 0,1 1 0 0 0,0-1 1 0 0,-1 1-1 0 0,1-1 0 0 0,-1 1 1 0 0,1 0-1 0 0,0-1 0 0 0,-1 1 1 0 0,0 0-1 0 0,1 0 0 0 0,-1-1 1 0 0,1 1-1 0 0,-1 0 1 0 0,0 0-1 0 0,0 0 0 0 0,1 1 1 0 0,5 14 37 0 0,-6-12-104 0 0,1-1 0 0 0,0 1 0 0 0,0-1 0 0 0,0 0-1 0 0,1 1 1 0 0,-1-1 0 0 0,1 0 0 0 0,0 0 0 0 0,0 0 0 0 0,0 0 0 0 0,0 0 0 0 0,0-1 0 0 0,1 1 0 0 0,-1 0 0 0 0,1-1 0 0 0,3 3 0 0 0,-5-5-18 0 0,1 0 0 0 0,-1 0 0 0 0,0 0 0 0 0,1 0 0 0 0,-1-1 0 0 0,1 1 1 0 0,-1 0-1 0 0,0-1 0 0 0,1 1 0 0 0,-1 0 0 0 0,0-1 0 0 0,1 0 0 0 0,-1 1 0 0 0,0-1 0 0 0,0 0 0 0 0,0 0 0 0 0,1 1 0 0 0,-1-1 0 0 0,0 0 1 0 0,0 0-1 0 0,0 0 0 0 0,0 0 0 0 0,-1-1 0 0 0,1 1 0 0 0,0 0 0 0 0,0 0 0 0 0,-1 0 0 0 0,2-2 0 0 0,20-38 44 0 0,-22 41-37 0 0,9-22 29 0 0,-1 0 1 0 0,0 0-1 0 0,-2-1 0 0 0,-1 1 0 0 0,-1-2 1 0 0,3-40-1 0 0,-6 33 1114 0 0,-2 0 0 0 0,-6-43 0 0 0,36 300 535 0 0,-12-95-1644 0 0,55 344-1882 0 0,-72-473 1842 0 0,0-1-1 0 0,1 1 1 0 0,-1-1-1 0 0,0 1 1 0 0,0 0-1 0 0,0-1 1 0 0,0 1-1 0 0,0-1 1 0 0,0 1-1 0 0,-1 0 1 0 0,1-1-1 0 0,0 1 1 0 0,-1-1-1 0 0,0 2 1 0 0,1-2 15 0 0,-1 0 0 0 0,0 0 1 0 0,1-1-1 0 0,-1 1 0 0 0,1-1 1 0 0,-1 1-1 0 0,0 0 0 0 0,1-1 1 0 0,-1 1-1 0 0,0-1 0 0 0,0 0 0 0 0,1 1 1 0 0,-1-1-1 0 0,0 1 0 0 0,0-1 1 0 0,0 0-1 0 0,1 0 0 0 0,-1 1 1 0 0,-1-1-1 0 0,-4 0 64 0 0,0 0 0 0 0,1-1 0 0 0,-1 1 0 0 0,0-1 1 0 0,1 0-1 0 0,-8-3 0 0 0,6 3-49 0 0,-8-4 20 0 0,0 0-1 0 0,0-1 0 0 0,0-1 0 0 0,0 0 0 0 0,-22-16 1 0 0,-65-55-1039 0 0,72 54 656 0 0,-37-31-5056 0 0,36 29-155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10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7570 0 0,'-34'10'1398'0'0,"27"-9"-876"0"0,1 1 0 0 0,0 0 0 0 0,-1-1-1 0 0,1 2 1 0 0,0-1 0 0 0,0 1 0 0 0,0 0 0 0 0,0 0 0 0 0,-8 8 0 0 0,12-10-393 0 0,1 1-1 0 0,0 0 1 0 0,0 1-1 0 0,0-1 1 0 0,0 0-1 0 0,0 0 1 0 0,0 0-1 0 0,0 1 1 0 0,1-1-1 0 0,-1 0 1 0 0,1 1 0 0 0,0-1-1 0 0,-1 0 1 0 0,1 1-1 0 0,0-1 1 0 0,1 0-1 0 0,-1 1 1 0 0,0-1-1 0 0,1 1 1 0 0,-1-1-1 0 0,2 3 1 0 0,1 6 162 0 0,0-1 0 0 0,11 21 0 0 0,11 19 8 0 0,-8-17-416 0 0,-1 1-1 0 0,19 58 0 0 0,-32-77-907 0 0,-2-2-317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10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7 195 10594 0 0,'0'-1'183'0'0,"-1"0"0"0"0,0 0-1 0 0,1 0 1 0 0,-1 0 0 0 0,1 0-1 0 0,-1 0 1 0 0,1 0-1 0 0,-1 0 1 0 0,1 0 0 0 0,0 0-1 0 0,0 0 1 0 0,-1 0 0 0 0,1 0-1 0 0,0 0 1 0 0,0 0 0 0 0,0 0-1 0 0,0 0 1 0 0,0 0 0 0 0,0 0-1 0 0,0 0 1 0 0,1 0 0 0 0,-1 0-1 0 0,1-2 1 0 0,0 1-42 0 0,0 0 0 0 0,0 1 0 0 0,0-1 0 0 0,0 0 1 0 0,1 1-1 0 0,-1-1 0 0 0,1 1 0 0 0,-1 0 0 0 0,1-1 0 0 0,0 1 0 0 0,2-2 0 0 0,5-1 49 0 0,0 0 0 0 0,0 0-1 0 0,0 0 1 0 0,13-2 0 0 0,15-3 228 0 0,35-10 264 0 0,82-31-1 0 0,-78 20-1852 0 0,-40 17-2472 0 0,-21 8-1798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11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44 210 6449 0 0,'-3'-23'-156'0'0,"-17"-146"8893"0"0,20 168-8660 0 0,1 0-1 0 0,-1 0 1 0 0,0 0 0 0 0,0 0 0 0 0,-1 0 0 0 0,1 1-1 0 0,0-1 1 0 0,0 0 0 0 0,0 0 0 0 0,0 0-1 0 0,-1 0 1 0 0,1 1 0 0 0,0-1 0 0 0,-1 0 0 0 0,1 0-1 0 0,-1 1 1 0 0,1-1 0 0 0,-1 0 0 0 0,1 1-1 0 0,-2-2 1 0 0,-4 16 925 0 0,0 29-315 0 0,4 9-483 0 0,7 83 1 0 0,1-23-213 0 0,-8 65 5 0 0,3 70-1012 0 0,-1-238 729 0 0,0-4 9 0 0,0-1 0 0 0,0 0-1 0 0,0 0 1 0 0,1 1 0 0 0,-1-1-1 0 0,1 0 1 0 0,0 0 0 0 0,1 0-1 0 0,1 5 1 0 0,-1-12-280 0 0,-1 0 0 0 0,1 0-1 0 0,-1 0 1 0 0,1 0 0 0 0,-1 0-1 0 0,0 0 1 0 0,1-4 0 0 0,0-1-252 0 0,0-1 0 0 0,-1 1 1 0 0,1-18-1 0 0,-5-25 1105 0 0,2 40 532 0 0,0 0 0 0 0,1 0 0 0 0,0 0 0 0 0,0 0 1 0 0,1 0-1 0 0,0 0 0 0 0,1 1 0 0 0,1-1 0 0 0,5-16 0 0 0,-6 23-684 0 0,0 1 0 0 0,0-1 0 0 0,1 1 1 0 0,-1 0-1 0 0,1 0 0 0 0,0 0 0 0 0,0 0 0 0 0,0 0 0 0 0,0 0 0 0 0,0 1 0 0 0,1 0 0 0 0,-1-1 0 0 0,1 1 0 0 0,-1 1 0 0 0,1-1 0 0 0,6-2 0 0 0,8-1 88 0 0,0 0 0 0 0,29-3 0 0 0,14-4 577 0 0,-47 7-605 0 0,1 0 0 0 0,-1-1-1 0 0,0-1 1 0 0,-1 0-1 0 0,1-1 1 0 0,-2-1 0 0 0,1 0-1 0 0,-1-1 1 0 0,0 0-1 0 0,-1 0 1 0 0,14-17 0 0 0,-24 25-184 0 0,0 0 0 0 0,0 0 0 0 0,1 0 0 0 0,-1 0 0 0 0,0 0 0 0 0,-1 0 0 0 0,1 0 1 0 0,0-1-1 0 0,-1 1 0 0 0,1 0 0 0 0,-1 0 0 0 0,1 0 0 0 0,-1-1 0 0 0,0 1 0 0 0,0 0 0 0 0,0-1 1 0 0,0 1-1 0 0,-1 0 0 0 0,1 0 0 0 0,-1 0 0 0 0,1-1 0 0 0,-1 1 0 0 0,0 0 0 0 0,0 0 0 0 0,-2-4 0 0 0,2 5-20 0 0,0-1-1 0 0,0 1 0 0 0,0-1 0 0 0,-1 1 0 0 0,1-1 0 0 0,-1 1 0 0 0,1 0 0 0 0,-1 0 0 0 0,0 0 0 0 0,1 0 0 0 0,-1 0 0 0 0,0 0 0 0 0,0 0 0 0 0,0 1 0 0 0,1-1 0 0 0,-1 1 0 0 0,0-1 0 0 0,0 1 0 0 0,0 0 1 0 0,0 0-1 0 0,0-1 0 0 0,0 1 0 0 0,0 1 0 0 0,0-1 0 0 0,0 0 0 0 0,0 0 0 0 0,0 1 0 0 0,1-1 0 0 0,-1 1 0 0 0,-2 1 0 0 0,-4 1-70 0 0,1 1-1 0 0,0 0 1 0 0,0 0 0 0 0,0 1-1 0 0,0 0 1 0 0,1 0 0 0 0,0 0-1 0 0,0 1 1 0 0,0 0 0 0 0,1 0-1 0 0,0 1 1 0 0,0-1 0 0 0,1 1-1 0 0,-5 8 1 0 0,0 4 21 0 0,0 0-1 0 0,1 0 1 0 0,1 1 0 0 0,-7 27 0 0 0,12-37 34 0 0,1 0 0 0 0,-1 0 1 0 0,1 0-1 0 0,1 0 1 0 0,0 1-1 0 0,0-1 1 0 0,1 0-1 0 0,1 0 1 0 0,-1 0-1 0 0,7 17 0 0 0,-7-23 5 0 0,0 1 0 0 0,1-1-1 0 0,0 0 1 0 0,0 0-1 0 0,0-1 1 0 0,1 1-1 0 0,-1 0 1 0 0,1-1-1 0 0,0 1 1 0 0,0-1 0 0 0,0 0-1 0 0,0 0 1 0 0,1 0-1 0 0,-1 0 1 0 0,1-1-1 0 0,-1 0 1 0 0,1 1-1 0 0,0-1 1 0 0,0 0 0 0 0,0-1-1 0 0,1 1 1 0 0,-1-1-1 0 0,0 0 1 0 0,0 0-1 0 0,1 0 1 0 0,7 0-1 0 0,4-1 96 0 0,-1-1 0 0 0,1-1 0 0 0,-1 0-1 0 0,0-1 1 0 0,0-1 0 0 0,0 0 0 0 0,0-1-1 0 0,23-11 1 0 0,-22 7 41 0 0,0 1-1 0 0,0-2 1 0 0,0 0-1 0 0,-1-1 1 0 0,-1 0 0 0 0,26-27-1 0 0,-39 37-94 0 0,1-1-1 0 0,0 0 1 0 0,-1 1-1 0 0,0-1 1 0 0,1 0-1 0 0,-1 0 1 0 0,0 0-1 0 0,0 0 1 0 0,0 0-1 0 0,0 0 1 0 0,0 0-1 0 0,-1 0 1 0 0,1-1-1 0 0,0 1 1 0 0,-1 0-1 0 0,0 0 1 0 0,0-1-1 0 0,0 1 1 0 0,0 0-1 0 0,0 0 1 0 0,0-1-1 0 0,0 1 1 0 0,-1 0-1 0 0,1 0 1 0 0,-2-3-1 0 0,1 2-62 0 0,-1 1-1 0 0,1 0 1 0 0,-1-1 0 0 0,0 1-1 0 0,0 0 1 0 0,0 0 0 0 0,0 0-1 0 0,0 0 1 0 0,0 1 0 0 0,-1-1-1 0 0,1 1 1 0 0,0-1 0 0 0,-1 1-1 0 0,0 0 1 0 0,1 0 0 0 0,-1 0-1 0 0,0 0 1 0 0,1 0-1 0 0,-1 1 1 0 0,-3-1 0 0 0,-26-2-2996 0 0,16 3 1237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11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11 12899 0 0,'-3'-2'217'0'0,"0"1"0"0"0,0-1 0 0 0,0 1 0 0 0,-1 0 0 0 0,1 0 0 0 0,0 0 1 0 0,0 1-1 0 0,-1-1 0 0 0,1 1 0 0 0,0-1 0 0 0,-1 1 0 0 0,1 0 0 0 0,-1 1 0 0 0,1-1 0 0 0,-6 2 0 0 0,-5 1-91 0 0,0 0-1 0 0,-18 8 0 0 0,14-5-128 0 0,1 2 0 0 0,1 0 0 0 0,-28 18 0 0 0,37-22-22 0 0,0 2 0 0 0,0-1 0 0 0,0 1 0 0 0,1 0 0 0 0,0 0-1 0 0,1 1 1 0 0,-1 0 0 0 0,1 0 0 0 0,0 0 0 0 0,-4 9 0 0 0,8-13 19 0 0,0-1 1 0 0,0 0-1 0 0,0 0 1 0 0,1 1 0 0 0,-1-1-1 0 0,1 1 1 0 0,-1-1-1 0 0,1 1 1 0 0,0-1 0 0 0,0 0-1 0 0,0 1 1 0 0,0-1 0 0 0,0 1-1 0 0,1-1 1 0 0,-1 1-1 0 0,1-1 1 0 0,-1 0 0 0 0,3 4-1 0 0,-1-2-11 0 0,0-1-1 0 0,0 1 0 0 0,0-1 1 0 0,1 0-1 0 0,0 0 1 0 0,-1 0-1 0 0,1 0 0 0 0,1 0 1 0 0,-1-1-1 0 0,4 4 0 0 0,7 2-36 0 0,1-1 0 0 0,-1 0-1 0 0,1 0 1 0 0,22 5-1 0 0,0-1 509 0 0,0-2-1 0 0,67 7 1 0 0,-102-16-356 0 0,1 0 0 0 0,0 1 1 0 0,-1-1-1 0 0,1 1 0 0 0,0 0 0 0 0,-1-1 1 0 0,1 1-1 0 0,-1 0 0 0 0,0 0 0 0 0,4 3 1 0 0,-5-4-79 0 0,-1 0 0 0 0,0 0 0 0 0,0 1 1 0 0,0-1-1 0 0,1 0 0 0 0,-1 0 0 0 0,0 1 1 0 0,0-1-1 0 0,0 0 0 0 0,0 0 0 0 0,1 1 1 0 0,-1-1-1 0 0,0 0 0 0 0,0 1 0 0 0,0-1 1 0 0,0 0-1 0 0,0 1 0 0 0,0-1 0 0 0,0 0 0 0 0,0 1 1 0 0,0-1-1 0 0,0 0 0 0 0,0 1 0 0 0,0-1 1 0 0,0 0-1 0 0,0 1 0 0 0,0-1 0 0 0,-1 0 1 0 0,1 1-1 0 0,-14 12 236 0 0,-21 9-87 0 0,-51 24-1 0 0,68-38-775 0 0,0-1-1 0 0,0-1 0 0 0,-1 0 1 0 0,0-2-1 0 0,-20 4 0 0 0,28-8-860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12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227 110 12643 0 0,'4'-4'253'0'0,"0"-1"-1"0"0,0-1 1 0 0,0 1 0 0 0,-1 0 0 0 0,0-1 0 0 0,0 0-1 0 0,4-11 1 0 0,-6 15-199 0 0,-1 1 1 0 0,1-1-1 0 0,-1 0 0 0 0,0 1 1 0 0,0-1-1 0 0,0 0 0 0 0,0 1 1 0 0,0-1-1 0 0,0 0 0 0 0,0 1 1 0 0,0-1-1 0 0,-1 0 1 0 0,1 1-1 0 0,-1-1 0 0 0,1 1 1 0 0,-1-1-1 0 0,0 1 0 0 0,1-1 1 0 0,-1 1-1 0 0,0-1 0 0 0,0 1 1 0 0,0 0-1 0 0,0-1 0 0 0,0 1 1 0 0,0 0-1 0 0,-1 0 0 0 0,1 0 1 0 0,0 0-1 0 0,-1 0 0 0 0,1 0 1 0 0,0 0-1 0 0,-1 0 0 0 0,1 0 1 0 0,-1 1-1 0 0,0-1 0 0 0,-1 0 1 0 0,-2 0 4 0 0,0-1 0 0 0,0 1 0 0 0,1 0 0 0 0,-2 1 1 0 0,1-1-1 0 0,0 1 0 0 0,0 0 0 0 0,0 1 0 0 0,0-1 1 0 0,0 1-1 0 0,0 0 0 0 0,0 0 0 0 0,0 0 0 0 0,1 1 0 0 0,-1-1 1 0 0,0 1-1 0 0,1 0 0 0 0,-1 1 0 0 0,1-1 0 0 0,0 1 1 0 0,-1 0-1 0 0,-4 5 0 0 0,0 0-75 0 0,0 0 0 0 0,1 0 0 0 0,0 1 0 0 0,1 0 0 0 0,0 0 0 0 0,0 1 0 0 0,1 0 0 0 0,-8 17 0 0 0,5-7-3 0 0,2 0-1 0 0,0 1 1 0 0,-7 41-1 0 0,12-49 6 0 0,0-1-1 0 0,1 1 0 0 0,1-1 1 0 0,0 1-1 0 0,1 0 1 0 0,0-1-1 0 0,1 1 0 0 0,4 13 1 0 0,-5-22 3 0 0,0 0 1 0 0,0-1 0 0 0,1 1-1 0 0,-1-1 1 0 0,1 0-1 0 0,0 0 1 0 0,0 1 0 0 0,0-1-1 0 0,0 0 1 0 0,0-1-1 0 0,1 1 1 0 0,-1 0 0 0 0,1-1-1 0 0,0 1 1 0 0,0-1-1 0 0,0 0 1 0 0,0 0 0 0 0,0 0-1 0 0,0 0 1 0 0,1 0-1 0 0,-1-1 1 0 0,1 0 0 0 0,-1 0-1 0 0,1 1 1 0 0,-1-2-1 0 0,1 1 1 0 0,-1 0 0 0 0,1-1-1 0 0,5 0 1 0 0,-1 0-10 0 0,0-1 0 0 0,-1 0 0 0 0,1-1 0 0 0,0 1 0 0 0,-1-1 0 0 0,1-1 0 0 0,-1 0 0 0 0,0 0 0 0 0,0 0 0 0 0,0-1 0 0 0,0 0 0 0 0,-1 0 0 0 0,8-6 0 0 0,4-6 57 0 0,-1 0 1 0 0,27-32-1 0 0,-35 37-15 0 0,-1 0 1 0 0,0-1-1 0 0,0 0 1 0 0,-1-1-1 0 0,9-25 0 0 0,-14 34 69 0 0,0-1 0 0 0,-1 0-1 0 0,0 0 1 0 0,0 0 0 0 0,-1-1-1 0 0,1 1 1 0 0,-1 0 0 0 0,0 0 0 0 0,-1 0-1 0 0,1 0 1 0 0,-1 0 0 0 0,-2-10-1 0 0,2 15-33 0 0,1 0 0 0 0,-1 0 0 0 0,1 1 0 0 0,-1-1 0 0 0,1 0 1 0 0,-1 0-1 0 0,1 0 0 0 0,0 1 0 0 0,-1-1 0 0 0,1 0 0 0 0,0 0 0 0 0,-1 1 0 0 0,1-1 0 0 0,0 0 0 0 0,-1 1 0 0 0,1-1 0 0 0,0 0 0 0 0,-1 1 0 0 0,1-1 0 0 0,0 0 0 0 0,0 1 0 0 0,0-1 0 0 0,-1 1 0 0 0,1-1 0 0 0,0 1 0 0 0,0-1 0 0 0,0 0 0 0 0,0 1 0 0 0,0-1 0 0 0,0 1 0 0 0,0-1 0 0 0,0 1 1 0 0,-10 23 56 0 0,9-21-26 0 0,-4 10-194 0 0,1 0 0 0 0,0 1 0 0 0,1-1 0 0 0,0 1 0 0 0,1 0 0 0 0,0 23 0 0 0,2-35-80 0 0,0-1 0 0 0,0 0 0 0 0,1 1 0 0 0,-1-1 0 0 0,0 0 0 0 0,1 1-1 0 0,-1-1 1 0 0,1 0 0 0 0,-1 1 0 0 0,1-1 0 0 0,0 0 0 0 0,-1 0 0 0 0,1 1 0 0 0,0-1-1 0 0,2 1 1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13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4 222 5529 0 0,'-2'-19'278'0'0,"0"-15"1742"0"0,7 17 4179 0 0,-3 19-6012 0 0,0 0 1 0 0,-1 1 0 0 0,1-1 0 0 0,-1 1 0 0 0,0-1-1 0 0,0 1 1 0 0,0 0 0 0 0,0-1 0 0 0,0 4-1 0 0,16 59 79 0 0,-4 1-1 0 0,6 69 1 0 0,-19-120-333 0 0,0-15 65 0 0,0 0 0 0 0,0 0 0 0 0,0 0 0 0 0,0 0 0 0 0,0 0-1 0 0,0-1 1 0 0,0 1 0 0 0,0 0 0 0 0,0 0 0 0 0,0 0 0 0 0,-1 0 0 0 0,1 0 0 0 0,0 0-1 0 0,0 0 1 0 0,0 0 0 0 0,0 0 0 0 0,0 0 0 0 0,0 0 0 0 0,0 0 0 0 0,0 0-1 0 0,0 0 1 0 0,0 0 0 0 0,0 0 0 0 0,0 0 0 0 0,0 0 0 0 0,0 0 0 0 0,0 0 0 0 0,0 0-1 0 0,0 0 1 0 0,0 0 0 0 0,-1 0 0 0 0,1 0 0 0 0,0 0 0 0 0,0 0 0 0 0,0 0 0 0 0,0 0-1 0 0,0 0 1 0 0,0 0 0 0 0,0 0 0 0 0,0 0 0 0 0,0 0 0 0 0,0 0 0 0 0,0 0-1 0 0,0 0 1 0 0,0 0 0 0 0,0 0 0 0 0,0 0 0 0 0,0 0 0 0 0,-1 0 0 0 0,1 0 0 0 0,0 0-1 0 0,0 0 1 0 0,0 0 0 0 0,0 0 0 0 0,0 0 0 0 0,0 0 0 0 0,0 0 0 0 0,0 0 0 0 0,0 1-1 0 0,0-1 1 0 0,0 0 0 0 0,0 0 0 0 0,0 0 0 0 0,-1-3-10 0 0,0 1 0 0 0,1 0 0 0 0,-1-1 0 0 0,1 1 1 0 0,0-1-1 0 0,-1 1 0 0 0,1-1 0 0 0,1-3 0 0 0,24-166 2379 0 0,-16 128-1728 0 0,-9 43-636 0 0,4-21 440 0 0,9-30 0 0 0,-11 47-381 0 0,-1 0-1 0 0,1 0 0 0 0,0 0 0 0 0,1 0 0 0 0,-1 1 0 0 0,1-1 0 0 0,0 1 1 0 0,0-1-1 0 0,1 1 0 0 0,-1 0 0 0 0,8-7 0 0 0,-10 11-57 0 0,0-1 1 0 0,1 0-1 0 0,-1 1 0 0 0,0-1 0 0 0,0 1 0 0 0,0-1 1 0 0,1 1-1 0 0,-1-1 0 0 0,0 1 0 0 0,1 0 1 0 0,-1 0-1 0 0,0 0 0 0 0,1 0 0 0 0,-1 0 0 0 0,0 0 1 0 0,1 0-1 0 0,-1 0 0 0 0,0 0 0 0 0,1 0 1 0 0,0 1-1 0 0,2 0 13 0 0,-1 1 0 0 0,0-1-1 0 0,0 1 1 0 0,0 0 0 0 0,-1 0 0 0 0,1 0 0 0 0,5 4 0 0 0,-1 1 18 0 0,0 1 1 0 0,-1-1-1 0 0,0 1 1 0 0,9 15 0 0 0,-9-11-124 0 0,-1 1 0 0 0,1 0 0 0 0,-2 0 0 0 0,0 0-1 0 0,0 1 1 0 0,-2-1 0 0 0,1 1 0 0 0,-2 0 0 0 0,1 17 0 0 0,-2-23 8 0 0,-1 1 0 0 0,0-1-1 0 0,0 0 1 0 0,-1 1-1 0 0,0-1 1 0 0,0 0-1 0 0,-4 10 1 0 0,3-13 51 0 0,1 0 1 0 0,-1-1-1 0 0,1 1 0 0 0,-1-1 1 0 0,0 0-1 0 0,-1 0 0 0 0,1 0 1 0 0,-1 0-1 0 0,0-1 0 0 0,0 1 1 0 0,0-1-1 0 0,-7 4 0 0 0,10-6-5 0 0,1-1-1 0 0,-1 1 1 0 0,0 0-1 0 0,0-1 1 0 0,0 1-1 0 0,0-1 1 0 0,0 0-1 0 0,0 1 1 0 0,0-1-1 0 0,0 0 1 0 0,0 1-1 0 0,0-1 1 0 0,0 0 0 0 0,0 0-1 0 0,0 0 1 0 0,0 0-1 0 0,0 0 1 0 0,0 0-1 0 0,0 0 1 0 0,0 0-1 0 0,0-1 1 0 0,-1 1-1 0 0,1-1 24 0 0,0 0-1 0 0,1 1 1 0 0,-1-1-1 0 0,1 0 0 0 0,-1 1 1 0 0,1-1-1 0 0,-1 0 1 0 0,1 0-1 0 0,0 0 0 0 0,-1 1 1 0 0,1-1-1 0 0,0 0 1 0 0,-1 0-1 0 0,1 0 1 0 0,0 0-1 0 0,0 0 0 0 0,0 0 1 0 0,0 1-1 0 0,0-3 1 0 0,0-5 51 0 0,1 1 0 0 0,0-1 0 0 0,1 1 0 0 0,3-12 0 0 0,37-102 490 0 0,-36 106-397 0 0,1 1 0 0 0,1 0 0 0 0,0 0 0 0 0,0 1 0 0 0,22-25 0 0 0,-29 37-113 0 0,0-1 0 0 0,1 1 0 0 0,-1-1 0 0 0,0 1 0 0 0,1 0 0 0 0,-1 0 0 0 0,1 0 0 0 0,0-1 0 0 0,-1 1 0 0 0,1 1 0 0 0,0-1 0 0 0,0 0 0 0 0,0 0 0 0 0,-1 1 0 0 0,1-1 0 0 0,0 1 0 0 0,0-1 0 0 0,0 1 0 0 0,0 0 0 0 0,0 0 0 0 0,0 0 0 0 0,0 0 0 0 0,3 0 0 0 0,-2 1-5 0 0,-1 1 0 0 0,1-1 0 0 0,-1 0 0 0 0,1 1 0 0 0,-1-1 0 0 0,1 1 0 0 0,-1 0 0 0 0,0 0 0 0 0,0 0 0 0 0,0 0 0 0 0,0 0 0 0 0,0 0 0 0 0,3 6 0 0 0,3 5 19 0 0,-1 0 0 0 0,0 1 0 0 0,-1 0-1 0 0,7 25 1 0 0,0 14-63 0 0,-6-25-687 0 0,13 35 1 0 0,-20-63 608 0 0,1 0 1 0 0,-1 1-1 0 0,1-1 1 0 0,-1 0-1 0 0,1 0 1 0 0,-1 1-1 0 0,0-1 1 0 0,1 0-1 0 0,-1 0 1 0 0,1 0-1 0 0,0 1 1 0 0,-1-1-1 0 0,1 0 1 0 0,-1 0-1 0 0,1 0 1 0 0,-1 0-1 0 0,1 0 1 0 0,-1 0-1 0 0,1 0 1 0 0,-1 0-1 0 0,1 0 1 0 0,-1-1-1 0 0,1 1 1 0 0,-1 0-1 0 0,1 0 1 0 0,-1 0-1 0 0,1 0 0 0 0,-1-1 1 0 0,1 1-1 0 0,-1 0 1 0 0,1-1-1 0 0,-1 1 1 0 0,1-1-1 0 0,22-13-1077 0 0,-18 11 817 0 0,5-2 246 0 0,1 0 1 0 0,0 1 0 0 0,0 0 0 0 0,0 1-1 0 0,14-3 1 0 0,-16 5 189 0 0,0 0 0 0 0,-1-1 0 0 0,0-1 0 0 0,0 0 0 0 0,1 0 0 0 0,-2 0 0 0 0,1-1 0 0 0,0 0 0 0 0,-1 0 0 0 0,11-9 0 0 0,-9 5 467 0 0,0-1 1 0 0,0-1-1 0 0,-1 0 1 0 0,0 0-1 0 0,0-1 1 0 0,8-15-1 0 0,-14 20-320 0 0,1 1 0 0 0,-1-1 0 0 0,0 1 0 0 0,0-1 0 0 0,-1 0-1 0 0,0 0 1 0 0,0 0 0 0 0,0 0 0 0 0,-1 0 0 0 0,0 0 0 0 0,0 0 0 0 0,0 0 0 0 0,-1 0 0 0 0,0 0 0 0 0,-2-10 0 0 0,-1 5-36 0 0,-16-46 634 0 0,19 53-743 0 0,-1 1 1 0 0,0-1 0 0 0,0 0-1 0 0,-1 1 1 0 0,1-1 0 0 0,-1 1-1 0 0,0 0 1 0 0,0 0-1 0 0,0 0 1 0 0,0 0 0 0 0,-7-4-1 0 0,9 7-53 0 0,-1-1-1 0 0,1 1 0 0 0,-1-1 1 0 0,0 1-1 0 0,1 0 0 0 0,-1 0 1 0 0,0 0-1 0 0,1 0 0 0 0,-1 0 1 0 0,0 0-1 0 0,1 0 0 0 0,-1 0 1 0 0,0 1-1 0 0,1-1 0 0 0,-1 1 1 0 0,1-1-1 0 0,-1 1 0 0 0,0 0 0 0 0,1-1 1 0 0,0 1-1 0 0,-1 0 0 0 0,1 0 1 0 0,-1 0-1 0 0,1 0 0 0 0,0 0 1 0 0,0 0-1 0 0,-2 2 0 0 0,-2 3 1 0 0,-1 0-1 0 0,1 0 0 0 0,0 1 0 0 0,-5 7 0 0 0,1 2-42 0 0,0 1-1 0 0,2 0 1 0 0,0 1-1 0 0,1-1 1 0 0,0 1-1 0 0,2 0 0 0 0,0 1 1 0 0,1-1-1 0 0,1 1 1 0 0,0-1-1 0 0,2 1 1 0 0,0 0-1 0 0,1-1 1 0 0,4 20-1 0 0,-4-33-4 0 0,0 0 1 0 0,1 0-1 0 0,0 0 0 0 0,0 0 0 0 0,0-1 0 0 0,0 1 0 0 0,1-1 0 0 0,0 1 0 0 0,0-1 0 0 0,0 0 1 0 0,1 0-1 0 0,-1 0 0 0 0,1-1 0 0 0,0 1 0 0 0,0-1 0 0 0,0 0 0 0 0,0 0 0 0 0,1 0 0 0 0,-1-1 1 0 0,1 1-1 0 0,0-1 0 0 0,-1 0 0 0 0,1-1 0 0 0,0 1 0 0 0,0-1 0 0 0,0 0 0 0 0,0 0 0 0 0,1 0 1 0 0,-1-1-1 0 0,0 0 0 0 0,0 0 0 0 0,0 0 0 0 0,1-1 0 0 0,-1 0 0 0 0,0 1 0 0 0,0-2 0 0 0,0 1 0 0 0,0-1 1 0 0,0 0-1 0 0,6-3 0 0 0,6-3 27 0 0,0-2 0 0 0,24-17 1 0 0,-36 24 10 0 0,-1-1 1 0 0,1 0-1 0 0,-1-1 0 0 0,0 1 1 0 0,0-1-1 0 0,0 0 1 0 0,0 0-1 0 0,-1 0 1 0 0,0 0-1 0 0,0-1 1 0 0,4-10-1 0 0,-7 15-84 0 0,1 0-1 0 0,-1 0 0 0 0,0 1 1 0 0,0-1-1 0 0,0 0 1 0 0,0 0-1 0 0,1 1 0 0 0,-1-1 1 0 0,0 0-1 0 0,-1 0 1 0 0,1 0-1 0 0,0 1 1 0 0,0-1-1 0 0,0 0 0 0 0,0 0 1 0 0,0 1-1 0 0,-1-1 1 0 0,1 0-1 0 0,0 0 0 0 0,-1 1 1 0 0,1-1-1 0 0,-1 0 1 0 0,1 1-1 0 0,-1-1 1 0 0,1 1-1 0 0,-1-1 0 0 0,1 0 1 0 0,-1 1-1 0 0,1-1 1 0 0,-1 1-1 0 0,0-1 0 0 0,1 1 1 0 0,-1 0-1 0 0,0-1 1 0 0,1 1-1 0 0,-1 0 1 0 0,0-1-1 0 0,0 1 0 0 0,0 0 1 0 0,-13-2-1067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17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16 265 14283 0 0,'-1'0'21'0'0,"0"0"1"0"0,0 1-1 0 0,0-1 0 0 0,1 1 0 0 0,-1 0 1 0 0,0-1-1 0 0,0 1 0 0 0,0-1 1 0 0,1 1-1 0 0,-1 0 0 0 0,0 0 1 0 0,1 0-1 0 0,-1-1 0 0 0,0 1 0 0 0,1 0 1 0 0,-1 0-1 0 0,1 0 0 0 0,-1 0 1 0 0,1 0-1 0 0,0 0 0 0 0,-1 0 0 0 0,1 0 1 0 0,0 0-1 0 0,0 0 0 0 0,0 0 1 0 0,0 0-1 0 0,0 0 0 0 0,0 0 0 0 0,0 0 1 0 0,0 0-1 0 0,0 0 0 0 0,0 0 1 0 0,1 2-1 0 0,0 7-105 0 0,0 138-486 0 0,2 36 431 0 0,-3-175 123 0 0,5 35-118 0 0,-4-42 123 0 0,0 1 0 0 0,-1-1 0 0 0,1 1 0 0 0,0-1 0 0 0,0 0 0 0 0,0 1 0 0 0,1-1 0 0 0,-1 0 0 0 0,0 0 0 0 0,1 0 0 0 0,0 0 0 0 0,-1 0 0 0 0,1 0 0 0 0,3 2 0 0 0,-4-4 15 0 0,0 1 1 0 0,0-1-1 0 0,0 0 0 0 0,0 1 1 0 0,-1-1-1 0 0,1 0 1 0 0,0 0-1 0 0,0 0 0 0 0,0 0 1 0 0,0 0-1 0 0,0 0 0 0 0,0 0 1 0 0,0 0-1 0 0,0 0 0 0 0,0 0 1 0 0,0 0-1 0 0,0-1 1 0 0,0 1-1 0 0,0 0 0 0 0,0-1 1 0 0,0 1-1 0 0,0-1 0 0 0,0 1 1 0 0,0-1-1 0 0,-1 1 0 0 0,1-1 1 0 0,0 0-1 0 0,0 1 1 0 0,-1-1-1 0 0,1 0 0 0 0,0-1 1 0 0,24-28 164 0 0,-21 24 9 0 0,8-12 151 0 0,0-1 0 0 0,-2 0 0 0 0,0 0-1 0 0,7-22 1 0 0,23-83 1423 0 0,-26 72-713 0 0,-10 44-950 0 0,0 7 44 0 0,2 17 203 0 0,2 33 186 0 0,-7-45-507 0 0,3 42-103 0 0,5 32-257 0 0,-8-71 309 0 0,1 1 0 0 0,0-1 0 0 0,1 1-1 0 0,-1-1 1 0 0,1 0 0 0 0,1 0 0 0 0,6 10-1 0 0,-8-14-15 0 0,0 0-1 0 0,1 0 0 0 0,-1 0 0 0 0,1-1 0 0 0,0 1 0 0 0,0-1 0 0 0,0 0 0 0 0,0 0 0 0 0,0 0 0 0 0,1 0 0 0 0,-1 0 0 0 0,0-1 0 0 0,1 0 0 0 0,4 2 1 0 0,-1-2-1 0 0,-1 0 0 0 0,0 0 0 0 0,1 0 1 0 0,-1-1-1 0 0,1 0 0 0 0,-1 0 0 0 0,13-3 1 0 0,-9 1 58 0 0,-1 0 1 0 0,1-1 0 0 0,-1 0 0 0 0,0-1 0 0 0,0 0 0 0 0,0 0 0 0 0,0-1 0 0 0,-1 0-1 0 0,1-1 1 0 0,13-11 0 0 0,-6 0 256 0 0,-1-1 1 0 0,0 0-1 0 0,-2-1 0 0 0,0 0 0 0 0,-1-1 1 0 0,-1-1-1 0 0,10-22 0 0 0,-15 28-123 0 0,-1 1-1 0 0,-1-1 0 0 0,0 0 1 0 0,-1 0-1 0 0,0-1 0 0 0,-1 1 1 0 0,-1 0-1 0 0,0-1 0 0 0,-1 1 1 0 0,-1-1-1 0 0,-4-22 0 0 0,1 28-101 0 0,-2 10-269 0 0,6 1 203 0 0,-1-1-1 0 0,1 1 0 0 0,-1 0 0 0 0,1 0 0 0 0,-1 0 0 0 0,1 0 0 0 0,0 0 0 0 0,-1 0 0 0 0,1 0 0 0 0,0 0 1 0 0,0 0-1 0 0,-1 0 0 0 0,1 0 0 0 0,0 0 0 0 0,0 0 0 0 0,0 1 0 0 0,1 2-30 0 0,-1 0 0 0 0,1 0 0 0 0,-1 0-1 0 0,1 0 1 0 0,1 0 0 0 0,-1 0 0 0 0,0 0 0 0 0,1-1-1 0 0,0 1 1 0 0,0 0 0 0 0,0-1 0 0 0,0 0 0 0 0,5 7-1 0 0,-4-8 41 0 0,-1 0 0 0 0,0 0 0 0 0,1 0 0 0 0,0-1 0 0 0,-1 1 0 0 0,1-1 0 0 0,0 1 0 0 0,0-1 0 0 0,0 0 0 0 0,0 0 0 0 0,0 0 0 0 0,0-1 0 0 0,0 1 0 0 0,0-1 0 0 0,0 1-1 0 0,0-1 1 0 0,0 0 0 0 0,6-1 0 0 0,-2 0-9 0 0,1-1 1 0 0,-1 0-1 0 0,1 0 0 0 0,-1-1 0 0 0,0 1 0 0 0,0-2 0 0 0,0 1 1 0 0,0-1-1 0 0,10-8 0 0 0,6-5 7 0 0,23-24 0 0 0,-34 30 45 0 0,40-41 286 0 0,-47 47-236 0 0,0-1 0 0 0,-1 1 1 0 0,0-1-1 0 0,0 0 0 0 0,-1 0 1 0 0,1-1-1 0 0,3-11 0 0 0,-6 15-49 0 0,-1 1-1 0 0,1 0 1 0 0,-1-1-1 0 0,0 1 0 0 0,0-1 1 0 0,0 1-1 0 0,0-1 0 0 0,-1 1 1 0 0,1 0-1 0 0,0-1 1 0 0,-1 1-1 0 0,0-1 0 0 0,0 1 1 0 0,0 0-1 0 0,0 0 1 0 0,0-1-1 0 0,0 1 0 0 0,0 0 1 0 0,-1 0-1 0 0,1 0 1 0 0,-1 0-1 0 0,1 1 0 0 0,-1-1 1 0 0,0 0-1 0 0,0 1 0 0 0,-2-2 1 0 0,1 0-1 0 0,0 1 1 0 0,0 0-1 0 0,0 0 0 0 0,0 1 1 0 0,-1-1-1 0 0,1 1 0 0 0,-1-1 1 0 0,1 1-1 0 0,-1 0 0 0 0,0 0 1 0 0,1 1-1 0 0,-1-1 0 0 0,0 1 1 0 0,0 0-1 0 0,1 0 0 0 0,-7 1 1 0 0,3 0-21 0 0,-1 1-1 0 0,1 0 1 0 0,-1 1 0 0 0,1 0 0 0 0,0 0 0 0 0,0 1 0 0 0,0 0 0 0 0,1 0 0 0 0,-1 0 0 0 0,1 1 0 0 0,-8 7-1 0 0,6-3-25 0 0,0 0 0 0 0,0 0 0 0 0,1 1 0 0 0,0 0 0 0 0,1 0-1 0 0,-10 21 1 0 0,9-12-17 0 0,0 1-1 0 0,1-1 1 0 0,1 1-1 0 0,0 1 1 0 0,2-1-1 0 0,0 1 1 0 0,2-1-1 0 0,1 28 1 0 0,0-39 25 0 0,1 0 1 0 0,0-1 0 0 0,1 1 0 0 0,0-1-1 0 0,0 1 1 0 0,1-1 0 0 0,0 0 0 0 0,0 1-1 0 0,1-2 1 0 0,6 11 0 0 0,-7-14-30 0 0,-1 0 0 0 0,1 0 1 0 0,1-1-1 0 0,-1 1 0 0 0,0-1 1 0 0,1 0-1 0 0,0 0 0 0 0,0-1 0 0 0,0 1 1 0 0,0-1-1 0 0,0 1 0 0 0,0-1 0 0 0,1 0 1 0 0,-1-1-1 0 0,1 1 0 0 0,-1-1 1 0 0,1 0-1 0 0,0 0 0 0 0,-1-1 0 0 0,7 1 1 0 0,2 0-2 0 0,-1-1 0 0 0,1-1 1 0 0,-1 0-1 0 0,0-1 0 0 0,1 0 0 0 0,-1-1 1 0 0,0 0-1 0 0,-1-1 0 0 0,1 0 1 0 0,0-1-1 0 0,-1 0 0 0 0,0-1 1 0 0,-1 0-1 0 0,1-1 0 0 0,-1 0 1 0 0,0 0-1 0 0,-1-1 0 0 0,0-1 0 0 0,0 0 1 0 0,9-11-1 0 0,18-22 580 0 0,-2-1 0 0 0,-2-1 0 0 0,-1-2-1 0 0,27-59 1 0 0,-55 100-488 0 0,-1 0 0 0 0,0-1 1 0 0,0 0-1 0 0,0 0 0 0 0,-1 1 0 0 0,0-1 0 0 0,0 0 0 0 0,0 0 0 0 0,-1 0 0 0 0,0 0 0 0 0,0 0 0 0 0,-1 0 0 0 0,1 0 0 0 0,-1 0 0 0 0,-1 0 1 0 0,1 0-1 0 0,-1 1 0 0 0,0-1 0 0 0,0 0 0 0 0,-5-7 0 0 0,7 13-41 0 0,0-1-1 0 0,-1 0 1 0 0,1 1 0 0 0,0-1-1 0 0,-1 1 1 0 0,1-1 0 0 0,-1 1-1 0 0,1-1 1 0 0,-1 1 0 0 0,0-1-1 0 0,1 1 1 0 0,-1-1 0 0 0,1 1-1 0 0,-1-1 1 0 0,0 1 0 0 0,1 0-1 0 0,-1 0 1 0 0,0-1 0 0 0,1 1-1 0 0,-1 0 1 0 0,-1 0 0 0 0,1 0-5 0 0,0 0 1 0 0,1 0 0 0 0,-1 0-1 0 0,1 1 1 0 0,-1-1 0 0 0,1 0 0 0 0,-1 1-1 0 0,1-1 1 0 0,-1 0 0 0 0,1 1-1 0 0,0-1 1 0 0,-1 1 0 0 0,1-1 0 0 0,-1 1-1 0 0,1-1 1 0 0,0 1 0 0 0,-1-1-1 0 0,1 1 1 0 0,0-1 0 0 0,-1 2 0 0 0,0 1-3 0 0,0 0 1 0 0,0 0-1 0 0,1 0 1 0 0,-1 0-1 0 0,1 0 0 0 0,-1 0 1 0 0,1 1-1 0 0,0 5 1 0 0,4 8-46 0 0,1 1 1 0 0,1-1 0 0 0,0 0-1 0 0,1 0 1 0 0,15 25-1 0 0,-10-19 22 0 0,17 44 0 0 0,-19-30-315 0 0,6 50 0 0 0,-5-29-2063 0 0,-7-50 785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17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78 7370 0 0,'0'-12'503'0'0,"-1"8"-325"0"0,1 0 1 0 0,0 0-1 0 0,0 0 0 0 0,0-1 0 0 0,1 1 0 0 0,-1 0 0 0 0,1 0 0 0 0,0 0 0 0 0,0 1 0 0 0,0-1 0 0 0,3-5 0 0 0,-3 8 218 0 0,0-1 0 0 0,0 1-1 0 0,0 0 1 0 0,0 0 0 0 0,1 1-1 0 0,-1-1 1 0 0,0 0 0 0 0,1 0-1 0 0,-1 1 1 0 0,0-1 0 0 0,1 0-1 0 0,-1 1 1 0 0,0 0 0 0 0,1-1 0 0 0,-1 1-1 0 0,1 0 1 0 0,2-1 0 0 0,-3 2-295 0 0,1-1 0 0 0,-1 0 1 0 0,0 0-1 0 0,1 1 0 0 0,-1-1 1 0 0,0 1-1 0 0,1 0 0 0 0,-1-1 1 0 0,0 1-1 0 0,0 0 0 0 0,1-1 1 0 0,-1 1-1 0 0,0 0 1 0 0,0 0-1 0 0,1 1 0 0 0,1 2-108 0 0,0 0 0 0 0,0 0 0 0 0,-1 0 0 0 0,1 1 0 0 0,-1-1 0 0 0,0 0 0 0 0,0 1 0 0 0,0 0 0 0 0,0 5 0 0 0,3 17-951 0 0,-1 0-1 0 0,0 52 1 0 0,-4-37-144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17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39 12035 0 0,'-7'-7'347'0'0,"-19"-18"451"0"0,24 24-775 0 0,1 1 0 0 0,0-1 0 0 0,-1 0 0 0 0,1 0 0 0 0,-1 1 0 0 0,1-1 0 0 0,-1 1 0 0 0,1-1 1 0 0,-1 1-1 0 0,1 0 0 0 0,-1 0 0 0 0,1-1 0 0 0,-1 1 0 0 0,1 0 0 0 0,-1 0 0 0 0,0 0 0 0 0,1 1 0 0 0,-1-1 0 0 0,1 0 0 0 0,-2 1 0 0 0,-10 5 79 0 0,0 0-1 0 0,1 1 1 0 0,0 0 0 0 0,0 1-1 0 0,1 1 1 0 0,0-1-1 0 0,0 2 1 0 0,1-1 0 0 0,0 2-1 0 0,1-1 1 0 0,0 1-1 0 0,1 1 1 0 0,-8 13 0 0 0,6-8-66 0 0,1 0 1 0 0,1 1 0 0 0,0 0 0 0 0,1 1 0 0 0,1-1 0 0 0,1 1 0 0 0,1 0 0 0 0,-4 39 0 0 0,8-50-26 0 0,0 0-1 0 0,0 0 0 0 0,1 0 1 0 0,0 0-1 0 0,1 0 1 0 0,-1-1-1 0 0,2 1 0 0 0,-1 0 1 0 0,1-1-1 0 0,0 1 1 0 0,7 12-1 0 0,-8-18-45 0 0,0 1-1 0 0,-1-1 1 0 0,1 0 0 0 0,0 1-1 0 0,0-1 1 0 0,0 0 0 0 0,1 0-1 0 0,-1 0 1 0 0,0-1 0 0 0,1 1-1 0 0,-1 0 1 0 0,1-1-1 0 0,0 0 1 0 0,-1 0 0 0 0,1 1-1 0 0,0-2 1 0 0,0 1 0 0 0,0 0-1 0 0,0 0 1 0 0,0-1 0 0 0,0 0-1 0 0,0 0 1 0 0,0 1 0 0 0,0-2-1 0 0,-1 1 1 0 0,1 0 0 0 0,0-1-1 0 0,0 1 1 0 0,0-1 0 0 0,0 0-1 0 0,0 0 1 0 0,0 0 0 0 0,-1 0-1 0 0,5-3 1 0 0,4-1-228 0 0,-1-2 0 0 0,1 1-1 0 0,-2-1 1 0 0,1-1 0 0 0,-1 0-1 0 0,10-10 1 0 0,47-60-641 0 0,-34 37 681 0 0,-14 17 1244 0 0,-1-1 0 0 0,-1 0-1 0 0,-1-2 1 0 0,14-34 0 0 0,-29 61-980 0 0,0 0 0 0 0,0 0 0 0 0,0 0 0 0 0,0-1 0 0 0,0 1 0 0 0,0 0 0 0 0,0 0 0 0 0,0 0 0 0 0,0 0 0 0 0,0-1 0 0 0,0 1 0 0 0,0 0 0 0 0,0 0 0 0 0,0 0 0 0 0,0 0 0 0 0,0-1 0 0 0,1 1 0 0 0,-1 0 0 0 0,0 0 0 0 0,0 0 0 0 0,0 0 0 0 0,0 0 0 0 0,0 0 0 0 0,0-1 0 0 0,0 1 0 0 0,1 0 0 0 0,-1 0 0 0 0,0 0 0 0 0,0 0 0 0 0,0 0 0 0 0,0 0 0 0 0,0 0 0 0 0,1 0 0 0 0,-1 0 0 0 0,0 0 0 0 0,0 0 0 0 0,0 0 0 0 0,0 0 0 0 0,1 0 0 0 0,-1 0 0 0 0,0 0 0 0 0,0 0 0 0 0,0 0 0 0 0,0 0 0 0 0,0 0 0 0 0,1 0 0 0 0,-1 0 0 0 0,0 0 0 0 0,0 0 0 0 0,0 0 0 0 0,0 0 0 0 0,1 0 0 0 0,-1 0 0 0 0,0 0 0 0 0,0 1 0 0 0,5 12 967 0 0,-1 22-404 0 0,-4-33-517 0 0,2 69-287 0 0,-3 0 0 0 0,-3 0-1 0 0,-26 134 1 0 0,25-178-64 0 0,-1-1 1 0 0,-1-1-1 0 0,-17 40 1 0 0,19-53 229 0 0,-1-1 1 0 0,-1 1-1 0 0,0-1 1 0 0,0 0-1 0 0,-1 0 0 0 0,-1-1 1 0 0,0-1-1 0 0,0 1 1 0 0,-12 9-1 0 0,19-18-2 0 0,0 1 0 0 0,1-1 0 0 0,-1 0 0 0 0,0 0-1 0 0,0 0 1 0 0,0 0 0 0 0,0 0 0 0 0,0 0 0 0 0,-1 0-1 0 0,1 0 1 0 0,0-1 0 0 0,0 1 0 0 0,0-1 0 0 0,-1 0 0 0 0,1 0-1 0 0,-4 0 1 0 0,5 0-62 0 0,-1 0 1 0 0,0-1-1 0 0,0 0 0 0 0,1 1 1 0 0,-1-1-1 0 0,0 0 0 0 0,1 0 1 0 0,-1 0-1 0 0,1 0 0 0 0,-1 0 1 0 0,1 0-1 0 0,-1 0 0 0 0,1 0 0 0 0,0-1 1 0 0,0 1-1 0 0,-2-3 0 0 0,0-1-225 0 0,0 0 1 0 0,0-1-1 0 0,1 1 0 0 0,-1-1 0 0 0,1 0 0 0 0,1 0 0 0 0,-1 1 0 0 0,1-1 0 0 0,0-1 0 0 0,0-10 0 0 0,5-55-1460 0 0,0 28 911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17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1 483 5065 0 0,'15'-43'248'0'0,"-4"13"-100"0"0,11-46 0 0 0,-17 61 615 0 0,0 0 0 0 0,1 0 0 0 0,1 0 0 0 0,1 1 0 0 0,0 1 0 0 0,17-24 0 0 0,-6 9 147 0 0,-10 15-672 0 0,56-79 1350 0 0,-58 83-1253 0 0,1 1-1 0 0,0-1 1 0 0,0 1 0 0 0,1 1-1 0 0,0-1 1 0 0,1 2 0 0 0,16-10-1 0 0,-25 15-234 0 0,1 0 0 0 0,-1 1 0 0 0,1-1 0 0 0,0 0-1 0 0,0 1 1 0 0,-1-1 0 0 0,1 1 0 0 0,0 0-1 0 0,0-1 1 0 0,0 1 0 0 0,0 0 0 0 0,-1 0-1 0 0,1 0 1 0 0,0 0 0 0 0,0 1 0 0 0,0-1 0 0 0,-1 0-1 0 0,1 1 1 0 0,0-1 0 0 0,0 1 0 0 0,3 1-1 0 0,-3 0 11 0 0,1 0 0 0 0,-1 0-1 0 0,0 1 1 0 0,1-1 0 0 0,-1 0 0 0 0,0 1-1 0 0,0-1 1 0 0,-1 1 0 0 0,1 0-1 0 0,-1-1 1 0 0,3 6 0 0 0,1 7 148 0 0,0 0 1 0 0,-1 0-1 0 0,4 30 0 0 0,-4-2-133 0 0,-1-1 0 0 0,-2 1 0 0 0,-2 0-1 0 0,-7 52 1 0 0,-4-21-301 0 0,-34 113-1 0 0,45-184 144 0 0,-1 2-122 0 0,0 1-1 0 0,0 0 1 0 0,1-1 0 0 0,0 1-1 0 0,0 0 1 0 0,1 0 0 0 0,0 0 0 0 0,0 7-1 0 0,0-13 130 0 0,0 0 0 0 0,0 0 0 0 0,0 1 0 0 0,0-1 0 0 0,0 0 0 0 0,0 0 0 0 0,0 1 0 0 0,0-1 0 0 0,0 0 0 0 0,0 0 0 0 0,1 0 0 0 0,-1 1 0 0 0,0-1 0 0 0,0 0 0 0 0,0 0 0 0 0,0 0 0 0 0,0 0 0 0 0,1 1 0 0 0,-1-1 0 0 0,0 0 0 0 0,0 0 0 0 0,0 0 0 0 0,0 0 0 0 0,1 0 0 0 0,-1 0 0 0 0,0 0 0 0 0,0 1-1 0 0,0-1 1 0 0,1 0 0 0 0,-1 0 0 0 0,0 0 0 0 0,0 0 0 0 0,1 0 0 0 0,-1 0 0 0 0,0 0 0 0 0,0 0 0 0 0,0 0 0 0 0,1 0 0 0 0,-1 0 0 0 0,0 0 0 0 0,1 0 0 0 0,10-8-729 0 0,7-11-77 0 0,1-8 699 0 0,-1-1 1 0 0,-2-1-1 0 0,0-1 1 0 0,16-46-1 0 0,11-22 2197 0 0,-42 96-1937 0 0,1-1-1 0 0,-1 0 0 0 0,1 1 1 0 0,0-1-1 0 0,0 1 0 0 0,0-1 1 0 0,0 1-1 0 0,0 0 1 0 0,4-3-1 0 0,-5 5-98 0 0,-1-1 0 0 0,1 1 1 0 0,0 0-1 0 0,-1-1 0 0 0,1 1 0 0 0,0 0 1 0 0,0 0-1 0 0,-1 0 0 0 0,1 0 0 0 0,0 0 1 0 0,-1 0-1 0 0,1 0 0 0 0,0 0 0 0 0,0 0 0 0 0,-1 0 1 0 0,1 0-1 0 0,0 0 0 0 0,0 0 0 0 0,-1 0 1 0 0,1 1-1 0 0,0-1 0 0 0,0 0 0 0 0,-1 1 1 0 0,1-1-1 0 0,-1 0 0 0 0,1 1 0 0 0,0-1 1 0 0,-1 1-1 0 0,1-1 0 0 0,-1 1 0 0 0,1-1 1 0 0,-1 1-1 0 0,1-1 0 0 0,-1 1 0 0 0,1 0 1 0 0,-1-1-1 0 0,0 1 0 0 0,1 0 0 0 0,-1-1 0 0 0,0 1 1 0 0,1 0-1 0 0,-1 1 0 0 0,8 17-15 0 0,-1 0-1 0 0,-1 0 1 0 0,-1 1-1 0 0,-1 0 0 0 0,-1 0 1 0 0,2 31-1 0 0,3 17-1637 0 0,-8-67 1507 0 0,0 0-1 0 0,0 0 0 0 0,0 0 0 0 0,1 0 0 0 0,-1 0 0 0 0,0 0 0 0 0,1 0 0 0 0,-1 0 0 0 0,0 0 0 0 0,1 0 0 0 0,-1 0 0 0 0,1-1 0 0 0,-1 1 0 0 0,1 0 0 0 0,1 1 0 0 0,2-1-855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18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75 167 11979 0 0,'5'-45'3821'0'0,"12"-47"0"0"0,-11 66-3859 0 0,-5 23 548 0 0,-1 7-178 0 0,-2 19-42 0 0,-4 33-115 0 0,-69 345-2301 0 0,72-384 1752 0 0,2-11-171 0 0,0 0 0 0 0,0 0-1 0 0,-1-1 1 0 0,0 1-1 0 0,-4 10 1 0 0,2-9-4987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0:18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72 477 3225 0 0,'-11'-63'912'0'0,"-15"-28"7192"0"0,2 12-1196 0 0,13 25-5859 0 0,11 53-1037 0 0,0 1 0 0 0,0-1 0 0 0,0 1 0 0 0,0-1 0 0 0,0 1 0 0 0,0-1 0 0 0,0 1 0 0 0,0-1 0 0 0,0 1 0 0 0,1-1 0 0 0,-1 1 0 0 0,0-1 0 0 0,0 1 0 0 0,0-1 0 0 0,1 1 0 0 0,-1 0 0 0 0,0-1 0 0 0,0 1 0 0 0,1-1 0 0 0,-1 1 0 0 0,0 0 0 0 0,1-1 0 0 0,-1 1 0 0 0,1-1 0 0 0,-1 1 0 0 0,0 0 0 0 0,1 0 0 0 0,-1-1 0 0 0,1 1 0 0 0,-1 0 0 0 0,1 0 0 0 0,-1 0 0 0 0,1-1 0 0 0,-1 1 0 0 0,1 0 0 0 0,-1 0 0 0 0,1 0 0 0 0,-1 0 0 0 0,1 0 0 0 0,-1 0 0 0 0,1 0 0 0 0,-1 0 0 0 0,1 0 0 0 0,-1 0 0 0 0,1 0 0 0 0,-1 0 0 0 0,1 1 0 0 0,-1-1 0 0 0,1 0 0 0 0,-1 0 0 0 0,1 0 0 0 0,0 1 0 0 0,34 12-381 0 0,-26-9 290 0 0,5 2-765 0 0,0-1 1 0 0,0 0-1 0 0,1-1 1 0 0,0-1-1 0 0,0 0 1 0 0,0-1-1 0 0,0-1 1 0 0,0 0-1 0 0,0-1 1 0 0,0 0-1 0 0,16-3 1 0 0,-2-3 101 0 0,-1-1 0 0 0,0-1 0 0 0,38-16 0 0 0,-37 11 1881 0 0,0-1 1 0 0,50-35-1 0 0,-70 43-527 0 0,-2 0 0 0 0,1 0 1 0 0,9-11-1 0 0,-16 15-391 0 0,1 0 0 0 0,0 0 0 0 0,-1 0 0 0 0,1 0 1 0 0,-1 0-1 0 0,0 0 0 0 0,1-1 0 0 0,-1 1 0 0 0,0 0 0 0 0,0-1 1 0 0,-1 1-1 0 0,1-1 0 0 0,0 1 0 0 0,-1-1 0 0 0,0 1 1 0 0,1-1-1 0 0,-1 1 0 0 0,-1-4 0 0 0,1 5-124 0 0,0 0 0 0 0,-1 0 0 0 0,0 0 0 0 0,1 0 0 0 0,-1 0 0 0 0,0 0 0 0 0,1 0 0 0 0,-1 0 1 0 0,0 0-1 0 0,0 0 0 0 0,0 0 0 0 0,0 0 0 0 0,0 1 0 0 0,0-1 0 0 0,0 0 0 0 0,0 1 0 0 0,0-1 0 0 0,0 1 0 0 0,0-1 0 0 0,0 1 0 0 0,0-1 0 0 0,-1 1 0 0 0,1 0 0 0 0,0 0 0 0 0,0-1 0 0 0,0 1 1 0 0,-1 0-1 0 0,1 0 0 0 0,0 0 0 0 0,0 0 0 0 0,0 1 0 0 0,-1-1 0 0 0,-1 1 0 0 0,-5 0 150 0 0,0 0-1 0 0,0 1 1 0 0,-13 4-1 0 0,9-1-199 0 0,1 1-1 0 0,-1 0 0 0 0,1 0 1 0 0,0 1-1 0 0,1 0 1 0 0,-1 1-1 0 0,1 1 0 0 0,1-1 1 0 0,0 1-1 0 0,-10 13 1 0 0,13-14-80 0 0,0-1 1 0 0,0 1 0 0 0,1 0-1 0 0,1 0 1 0 0,-1 0 0 0 0,1 1-1 0 0,1 0 1 0 0,0 0 0 0 0,0 0-1 0 0,0 0 1 0 0,1 0 0 0 0,1 0-1 0 0,0 1 1 0 0,-1 16 0 0 0,3-22-16 0 0,0 1 0 0 0,-1-1-1 0 0,2 0 1 0 0,-1 1 0 0 0,0-1 0 0 0,1 0 0 0 0,0 0 0 0 0,0 0 0 0 0,0 0 0 0 0,0 0 0 0 0,1 0 0 0 0,0-1 0 0 0,-1 1 0 0 0,1-1 0 0 0,1 0 0 0 0,-1 0 0 0 0,0 0 0 0 0,1 0 0 0 0,-1 0 0 0 0,1-1 0 0 0,0 1 0 0 0,0-1 0 0 0,0 0 0 0 0,0-1-1 0 0,5 3 1 0 0,13 3-228 0 0,-1-1 0 0 0,1-1-1 0 0,41 4 1 0 0,-40-6 214 0 0,96 9 146 0 0,-119-12-49 0 0,1 0 0 0 0,-1 0 0 0 0,1 0 0 0 0,-1 0 0 0 0,1 0 0 0 0,-1 0 0 0 0,1 0 0 0 0,-1 0 0 0 0,1 0 0 0 0,-1 0 0 0 0,1 1 0 0 0,-1-1 0 0 0,0 0 0 0 0,1 0 0 0 0,-1 0 0 0 0,1 1 0 0 0,-1-1 0 0 0,0 0 0 0 0,1 1 0 0 0,-1-1 0 0 0,0 0 0 0 0,1 1 0 0 0,-1-1 0 0 0,0 0 0 0 0,1 1 0 0 0,-1-1 0 0 0,0 1 0 0 0,1 0 0 0 0,-8 10 827 0 0,-22 8 147 0 0,29-19-1005 0 0,-42 21 641 0 0,-1-2 1 0 0,-45 13-1 0 0,31-12-150 0 0,-72 31 309 0 0,75-27-3864 0 0,23-11-1755 0 0,17-7-2753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24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56 3225 0 0,'-8'-12'1218'0'0,"4"7"47"0"0,0 0 0 0 0,0 0 0 0 0,0 0 0 0 0,0 0 0 0 0,-7-5 0 0 0,9 9-1103 0 0,0 0 1 0 0,1 0-1 0 0,-1 0 0 0 0,0 0 0 0 0,0 0 1 0 0,1 1-1 0 0,-1-1 0 0 0,0 0 1 0 0,0 1-1 0 0,0 0 0 0 0,0-1 0 0 0,0 1 1 0 0,0 0-1 0 0,0 0 0 0 0,0 0 1 0 0,0 0-1 0 0,0 0 0 0 0,0 1 0 0 0,0-1 1 0 0,0 1-1 0 0,-3 1 0 0 0,-1 0-31 0 0,0 1-1 0 0,1 0 0 0 0,-1 0 1 0 0,1 0-1 0 0,0 1 1 0 0,0 0-1 0 0,0 0 0 0 0,0 0 1 0 0,1 1-1 0 0,0-1 1 0 0,-1 1-1 0 0,-2 6 0 0 0,-6 8-70 0 0,2 1-1 0 0,-9 22 1 0 0,11-24-16 0 0,-13 30-72 0 0,3 1 0 0 0,2 1 0 0 0,2 0 0 0 0,2 1-1 0 0,3 0 1 0 0,2 1 0 0 0,2 0 0 0 0,2 0 0 0 0,3 1 0 0 0,8 80 0 0 0,-6-120 30 0 0,1-1 0 0 0,0 1 0 0 0,1 0 0 0 0,1-1 0 0 0,0 1 0 0 0,0-1 0 0 0,12 20 0 0 0,-12-26-15 0 0,0 0 0 0 0,0 0 1 0 0,1 0-1 0 0,-1-1 0 0 0,1 0 0 0 0,1 0 0 0 0,-1 0 0 0 0,1-1 0 0 0,-1 0 0 0 0,1 0 1 0 0,1 0-1 0 0,-1-1 0 0 0,0 0 0 0 0,1 0 0 0 0,10 3 0 0 0,-7-4 12 0 0,-1 0-1 0 0,1 0 0 0 0,-1 0 0 0 0,1-2 0 0 0,0 1 1 0 0,-1-1-1 0 0,1 0 0 0 0,0-1 0 0 0,0 0 0 0 0,-1-1 1 0 0,1 0-1 0 0,-1-1 0 0 0,0 1 0 0 0,1-2 1 0 0,11-5-1 0 0,4-5 195 0 0,0-1-1 0 0,0-2 1 0 0,41-36 0 0 0,-40 31 217 0 0,0-1 0 0 0,-1-2 0 0 0,-2-1 0 0 0,-1 0-1 0 0,-1-2 1 0 0,23-39 0 0 0,-35 51-134 0 0,-1 0 1 0 0,0-1-1 0 0,-2 1 1 0 0,0-2-1 0 0,-1 1 1 0 0,0 0-1 0 0,-2-1 0 0 0,0 0 1 0 0,-1 0-1 0 0,-1 0 1 0 0,0 0-1 0 0,-2 0 0 0 0,-4-36 1 0 0,0 29-109 0 0,-1 0 0 0 0,-1 1 0 0 0,-1-1-1 0 0,-1 1 1 0 0,-2 1 0 0 0,0 0 0 0 0,-1 0 0 0 0,-26-35 0 0 0,31 48-181 0 0,-1 1 0 0 0,-1 0 0 0 0,0 0 0 0 0,0 1 0 0 0,-1 0 0 0 0,0 1 0 0 0,0 0 0 0 0,-19-10 0 0 0,20 13-66 0 0,0 1-1 0 0,0 0 1 0 0,0 0 0 0 0,0 1-1 0 0,0 0 1 0 0,0 1 0 0 0,0 0-1 0 0,-1 0 1 0 0,1 1 0 0 0,0 1-1 0 0,-1-1 1 0 0,-15 4 0 0 0,22-3-127 0 0,0-1-1 0 0,0 1 1 0 0,0 0 0 0 0,0 0 0 0 0,1 0 0 0 0,-1 0 0 0 0,0 0 0 0 0,1 0 0 0 0,-1 1 0 0 0,1 0 0 0 0,0-1 0 0 0,-1 1 0 0 0,1 0 0 0 0,0 0-1 0 0,0 0 1 0 0,0 0 0 0 0,0 1 0 0 0,-2 2 0 0 0,-3 9-1485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24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 4145 0 0,'-6'-2'11039'0'0,"6"2"-10748"0"0,-2 9 3545 0 0,5 19-4274 0 0,-2-21 1453 0 0,3 21-799 0 0,2 0-1 0 0,1-1 0 0 0,1 0 0 0 0,2 0 1 0 0,0 0-1 0 0,2-2 0 0 0,1 1 1 0 0,1-1-1 0 0,1-1 0 0 0,1-1 0 0 0,1 0 1 0 0,1-1-1 0 0,31 30 0 0 0,-36-42-84 0 0,0 0 0 0 0,1-1 0 0 0,0-1 0 0 0,0 0 0 0 0,1 0-1 0 0,0-2 1 0 0,20 7 0 0 0,-34-13-100 0 0,0 1-1 0 0,0-1 0 0 0,0 0 1 0 0,-1 0-1 0 0,1 0 1 0 0,0 0-1 0 0,0 1 0 0 0,0-1 1 0 0,0-1-1 0 0,0 1 1 0 0,-1 0-1 0 0,1 0 0 0 0,0 0 1 0 0,0 0-1 0 0,0 0 1 0 0,0-1-1 0 0,-1 1 1 0 0,1 0-1 0 0,0-1 0 0 0,0 1 1 0 0,1-1-1 0 0,-2 0-53 0 0,0 1 0 0 0,0 0-1 0 0,0-1 1 0 0,1 1 0 0 0,-1-1-1 0 0,0 1 1 0 0,0 0 0 0 0,0-1-1 0 0,0 1 1 0 0,0-1 0 0 0,0 1-1 0 0,0-1 1 0 0,0 1 0 0 0,0-1-1 0 0,0 1 1 0 0,0 0 0 0 0,0-1 0 0 0,0 1-1 0 0,0-1 1 0 0,0 1 0 0 0,0-1-1 0 0,0 1 1 0 0,0 0 0 0 0,-1-1-1 0 0,1 1 1 0 0,0 0 0 0 0,0-1-1 0 0,-1 1 1 0 0,1-1 0 0 0,0 1-1 0 0,0 0 1 0 0,-1 0 0 0 0,1-1 0 0 0,0 1-1 0 0,-1 0 1 0 0,1-1 0 0 0,-1 1-1 0 0,1 0 1 0 0,0 0 0 0 0,-1 0-1 0 0,1-1 1 0 0,-1 1 0 0 0,-18-11-2671 0 0,5 4 1288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26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18 13107 0 0,'-2'0'183'0'0,"-1"0"0"0"0,1 0 0 0 0,-1 0 0 0 0,1 0 0 0 0,0 0 0 0 0,-1 1 0 0 0,1-1 0 0 0,-1 1 0 0 0,1 0 0 0 0,0-1 0 0 0,0 1 0 0 0,-1 0 0 0 0,1 1 0 0 0,-2 0 0 0 0,2 0-109 0 0,1-1 0 0 0,0 1 0 0 0,0 0 0 0 0,0-1 0 0 0,0 1 0 0 0,0 0 0 0 0,0 0 0 0 0,0 0 0 0 0,1-1 0 0 0,-1 1-1 0 0,1 0 1 0 0,-1 0 0 0 0,1 0 0 0 0,0 0 0 0 0,0 0 0 0 0,0 0 0 0 0,0 0 0 0 0,0 4 0 0 0,3 19 79 0 0,1 0 1 0 0,1 0-1 0 0,17 47 0 0 0,-5-15-43 0 0,45 226 21 0 0,-23-90-43 0 0,-36-180 92 0 0,1 0 1 0 0,0 0 0 0 0,11 22 0 0 0,-14-32-71 0 0,0 0 1 0 0,0 0-1 0 0,1-1 0 0 0,-1 1 0 0 0,1-1 1 0 0,0 1-1 0 0,0-1 0 0 0,0 0 0 0 0,0 1 0 0 0,0-1 1 0 0,1 0-1 0 0,-1-1 0 0 0,1 1 0 0 0,-1 0 0 0 0,1-1 1 0 0,-1 1-1 0 0,1-1 0 0 0,0 0 0 0 0,0 0 0 0 0,0 0 1 0 0,0 0-1 0 0,0 0 0 0 0,3 0 0 0 0,-2-2-58 0 0,-1 1-1 0 0,1-1 1 0 0,-1 0-1 0 0,0 0 1 0 0,1 0-1 0 0,-1-1 1 0 0,0 1-1 0 0,0-1 1 0 0,0 0-1 0 0,0 0 1 0 0,0 0-1 0 0,0 0 1 0 0,0 0-1 0 0,-1-1 1 0 0,1 1-1 0 0,-1-1 1 0 0,0 1-1 0 0,3-5 1 0 0,5-7 134 0 0,0-1 1 0 0,9-19 0 0 0,-19 33-181 0 0,31-62 345 0 0,-3-1 1 0 0,-3-1-1 0 0,-3-2 1 0 0,-3 0 0 0 0,12-77-1 0 0,-25 109-240 0 0,2-15 290 0 0,3 1-1 0 0,16-50 1 0 0,-25 95-401 0 0,0 1-1 0 0,-1-1-1 0 0,1 1 1 0 0,-1-1-1 0 0,0 0 1 0 0,0 1-1 0 0,-1-1 1 0 0,1 0-1 0 0,-1 1 1 0 0,1-1-1 0 0,-1 0 1 0 0,0 0-1 0 0,-2-6 1 0 0,2 10-19 0 0,0-1 0 0 0,0 1 0 0 0,0 0 1 0 0,0 0-1 0 0,0 0 0 0 0,-1 0 0 0 0,1-1 0 0 0,0 1 0 0 0,0 0 0 0 0,0 0 1 0 0,0 0-1 0 0,0 0 0 0 0,-1 0 0 0 0,1 0 0 0 0,0 0 0 0 0,0 0 1 0 0,0 0-1 0 0,-1 0 0 0 0,1 0 0 0 0,0-1 0 0 0,0 1 0 0 0,0 0 0 0 0,-1 0 1 0 0,1 0-1 0 0,0 0 0 0 0,0 0 0 0 0,0 1 0 0 0,-1-1 0 0 0,1 0 0 0 0,0 0 1 0 0,0 0-1 0 0,0 0 0 0 0,0 0 0 0 0,-1 0 0 0 0,1 0 0 0 0,0 0 0 0 0,0 0 1 0 0,0 0-1 0 0,0 0 0 0 0,-1 1 0 0 0,1-1 0 0 0,0 0 0 0 0,0 0 0 0 0,0 0 1 0 0,0 0-1 0 0,0 1 0 0 0,0-1 0 0 0,-1 0 0 0 0,1 0 0 0 0,0 0 1 0 0,0 0-1 0 0,0 1 0 0 0,0-1 0 0 0,0 0 0 0 0,0 0 0 0 0,0 0 0 0 0,0 1 1 0 0,-4 6-2241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28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23 10138 0 0,'-1'-2'305'0'0,"0"0"0"0"0,-1 0 0 0 0,1 1 1 0 0,-1-1-1 0 0,1 0 0 0 0,-1 1 0 0 0,0-1 0 0 0,1 1 0 0 0,-1 0 0 0 0,0-1 0 0 0,0 1 0 0 0,0 0 0 0 0,-3-1 1 0 0,4 2-205 0 0,0 0 0 0 0,0-1 1 0 0,0 1-1 0 0,0 0 1 0 0,0 0-1 0 0,0 1 0 0 0,0-1 1 0 0,0 0-1 0 0,0 0 1 0 0,0 0-1 0 0,0 1 0 0 0,1-1 1 0 0,-1 0-1 0 0,0 1 0 0 0,0-1 1 0 0,0 1-1 0 0,0-1 1 0 0,1 1-1 0 0,-1-1 0 0 0,0 1 1 0 0,0-1-1 0 0,1 1 1 0 0,-1 0-1 0 0,0 0 0 0 0,1-1 1 0 0,-1 1-1 0 0,1 0 1 0 0,-1 0-1 0 0,1 0 0 0 0,-1-1 1 0 0,1 1-1 0 0,0 0 1 0 0,0 0-1 0 0,-1 0 0 0 0,1 1 1 0 0,-3 11 219 0 0,0 0 1 0 0,1 0 0 0 0,0 0-1 0 0,1 1 1 0 0,1-1-1 0 0,0 0 1 0 0,3 17-1 0 0,-2 8-78 0 0,-9 565 569 0 0,4-500-1447 0 0,11 137-1 0 0,-7-240 501 0 0,0 1-1 0 0,0-1 0 0 0,0 1 0 0 0,0-1 0 0 0,0 1 1 0 0,0-1-1 0 0,0 0 0 0 0,0 1 0 0 0,0-1 1 0 0,0 1-1 0 0,0-1 0 0 0,0 1 0 0 0,0-1 1 0 0,0 0-1 0 0,1 1 0 0 0,-1-1 0 0 0,0 0 0 0 0,0 1 1 0 0,1-1-1 0 0,-1 1 0 0 0,0-1 0 0 0,0 0 1 0 0,1 0-1 0 0,-1 1 0 0 0,1 0 0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28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700 2 6913 0 0,'-6'-1'6215'0'0,"-3"1"-3322"0"0,-4 1-2325 0 0,-1 1-1 0 0,0 1 1 0 0,1 0 0 0 0,0 1-1 0 0,0 1 1 0 0,-21 9 0 0 0,0 0 124 0 0,-30 11-197 0 0,-67 38 0 0 0,84-35-282 0 0,1 2 0 0 0,2 2 0 0 0,1 1 0 0 0,-76 80 0 0 0,114-109-128 0 0,0 2-1 0 0,1-1 1 0 0,0 0-1 0 0,0 1 1 0 0,0 0-1 0 0,0 0 1 0 0,1 0-1 0 0,-4 11 1 0 0,6-15-71 0 0,0 1 1 0 0,1-1-1 0 0,0 1 0 0 0,-1-1 0 0 0,1 1 1 0 0,0 0-1 0 0,0-1 0 0 0,0 1 1 0 0,1-1-1 0 0,-1 1 0 0 0,1-1 0 0 0,-1 1 1 0 0,1-1-1 0 0,0 1 0 0 0,0-1 1 0 0,0 1-1 0 0,0-1 0 0 0,0 0 0 0 0,1 0 1 0 0,-1 1-1 0 0,1-1 0 0 0,-1 0 1 0 0,1 0-1 0 0,0-1 0 0 0,3 4 0 0 0,10 6-11 0 0,0 0 0 0 0,0-1 0 0 0,32 15 0 0 0,-1 0-17 0 0,-9-5 25 0 0,2-1-1 0 0,0-3 1 0 0,73 22 0 0 0,129 17 41 0 0,-216-50-42 0 0,87 24 873 0 0,-107-28-833 0 0,-5-3 130 0 0,-22-3-2052 0 0,17 5 1320 0 0,2 0 193 0 0,1 0 0 0 0,-1-1 0 0 0,0 1 0 0 0,0-1 0 0 0,1 0 0 0 0,-1 1 0 0 0,0-1 0 0 0,-2-2 0 0 0,-8-3-1592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04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90 13451 0 0,'-1'0'112'0'0,"0"0"0"0"0,-1-1 0 0 0,1 0 0 0 0,0 1 0 0 0,-1-1 0 0 0,1 0 0 0 0,0 0 0 0 0,0 0 0 0 0,0 0 0 0 0,0 0 0 0 0,0 0 0 0 0,0 0 0 0 0,0 0 0 0 0,0 0 0 0 0,0 0 0 0 0,0 0 0 0 0,0-1 1 0 0,1 1-1 0 0,-1 0 0 0 0,1-1 0 0 0,-1 1 0 0 0,1 0 0 0 0,-1-1 0 0 0,1 1 0 0 0,0-1 0 0 0,0 1 0 0 0,0-1 0 0 0,-1 1 0 0 0,1-1 0 0 0,1 1 0 0 0,-1 0 0 0 0,0-1 0 0 0,0 1 0 0 0,0-1 0 0 0,1 1 0 0 0,-1-1 0 0 0,1 1 0 0 0,-1 0 0 0 0,1-1 0 0 0,0 1 0 0 0,-1 0 0 0 0,1 0 0 0 0,1-2 0 0 0,1 0-67 0 0,-1 0 0 0 0,1 0-1 0 0,-1 0 1 0 0,1 1-1 0 0,0-1 1 0 0,0 1-1 0 0,0-1 1 0 0,0 1-1 0 0,1 0 1 0 0,-1 1-1 0 0,1-1 1 0 0,-1 0-1 0 0,1 1 1 0 0,0 0-1 0 0,-1 0 1 0 0,6-1-1 0 0,1 1-39 0 0,-1 1-1 0 0,0 1 0 0 0,1-1 0 0 0,-1 1 0 0 0,0 1 0 0 0,1 0 0 0 0,-1 0 0 0 0,0 1 1 0 0,-1 0-1 0 0,11 5 0 0 0,-12-5-2 0 0,-1 0 0 0 0,1 1 0 0 0,-1 0 0 0 0,1 1 0 0 0,-1-1 0 0 0,0 1 0 0 0,-1 0 1 0 0,1 0-1 0 0,-1 1 0 0 0,0 0 0 0 0,-1 0 0 0 0,1 0 0 0 0,3 7 0 0 0,-7-9-10 0 0,0-1 1 0 0,0 0-1 0 0,0 0 1 0 0,-1 1-1 0 0,1-1 0 0 0,-1 1 1 0 0,0-1-1 0 0,0 0 1 0 0,0 1-1 0 0,0-1 0 0 0,-1 1 1 0 0,1-1-1 0 0,-1 0 0 0 0,0 1 1 0 0,0-1-1 0 0,0 0 1 0 0,0 0-1 0 0,-1 0 0 0 0,-2 4 1 0 0,-4 8-98 0 0,-1 0 1 0 0,-17 20-1 0 0,16-22 28 0 0,-8 9-320 0 0,-2 0-1 0 0,0 0 1 0 0,-2-2 0 0 0,0-1-1 0 0,-1 0 1 0 0,-1-2-1 0 0,-1-1 1 0 0,-31 16 0 0 0,22-23 265 0 0,34-9 129 0 0,-1 0 1 0 0,0 0-1 0 0,0 0 1 0 0,0 0 0 0 0,0 0-1 0 0,0 0 1 0 0,1 0-1 0 0,-1 0 1 0 0,0 0-1 0 0,0-1 1 0 0,0 1-1 0 0,0 0 1 0 0,1 0-1 0 0,-1-1 1 0 0,-1 0 0 0 0,2 0 1 0 0,-1 1 1 0 0,1 0-1 0 0,0-1 1 0 0,0 1-1 0 0,-1-1 1 0 0,1 0-1 0 0,0 1 1 0 0,0-1-1 0 0,0 1 1 0 0,0-1-1 0 0,0 1 1 0 0,0-1-1 0 0,0 1 1 0 0,0-1-1 0 0,0 1 1 0 0,0-1-1 0 0,0 1 1 0 0,0-1-1 0 0,0 1 1 0 0,1-1-1 0 0,-1 1 1 0 0,0-1-1 0 0,0 1 1 0 0,0-1-1 0 0,1 1 1 0 0,-1-1-1 0 0,0 1 1 0 0,1-1-1 0 0,1-1-3 0 0,0 0 0 0 0,0 0 0 0 0,0 1 0 0 0,0-1 0 0 0,0 0 1 0 0,0 1-1 0 0,0 0 0 0 0,0 0 0 0 0,0 0 0 0 0,1 0 0 0 0,-1 0 0 0 0,1 0 0 0 0,-1 0 0 0 0,0 1 0 0 0,1-1 0 0 0,2 1 0 0 0,45-5-52 0 0,-46 5 59 0 0,62 0 177 0 0,68 9-1 0 0,31 1 376 0 0,-156-10-459 0 0,27 1 314 0 0,-34-1-351 0 0,1 1-1 0 0,-1-1 1 0 0,0 1 0 0 0,0-1 0 0 0,1 1 0 0 0,-1-1 0 0 0,0 1-1 0 0,0 0 1 0 0,0 0 0 0 0,0 0 0 0 0,0 0 0 0 0,2 3 0 0 0,-3-4-26 0 0,-1 1 0 0 0,1 0 0 0 0,-1-1 0 0 0,0 1 0 0 0,1 0 0 0 0,-1-1 0 0 0,0 1 0 0 0,0 0 0 0 0,0-1 0 0 0,0 1 0 0 0,1 0 0 0 0,-1-1 0 0 0,0 1 0 0 0,0 0 0 0 0,0-1 0 0 0,0 1 0 0 0,-1 0 0 0 0,1 0 0 0 0,0-1 0 0 0,0 1 1 0 0,0 0-1 0 0,0-1 0 0 0,-1 1 0 0 0,1 0 0 0 0,0-1 0 0 0,-1 1 0 0 0,1-1 0 0 0,0 1 0 0 0,-1 0 0 0 0,-16 20 473 0 0,13-16-354 0 0,-20 20 91 0 0,-1-1-1 0 0,-2-1 1 0 0,0-2-1 0 0,-44 28 0 0 0,-31 24-223 0 0,74-49-22 0 0,-29 22-683 0 0,51-43-697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04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1 11522 0 0,'-1'4'686'0'0,"-1"0"0"0"0,1 0 0 0 0,-1 0-1 0 0,0 0 1 0 0,-1 0 0 0 0,-2 5 0 0 0,1-3-361 0 0,-22 33 698 0 0,-39 44 0 0 0,23-31-561 0 0,-199 275 858 0 0,232-312-2091 0 0,1 0 0 0 0,-11 24 0 0 0,2 0-980 0 0,14-35-426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04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10138 0 0,'9'8'4147'0'0,"13"22"-2854"0"0,-6-1-729 0 0,74 128 1912 0 0,-72-131-2247 0 0,0-1 0 0 0,1-1 1 0 0,44 41-1 0 0,-35-39-162 0 0,-15-12 35 0 0,1-1-1 0 0,1-1 0 0 0,0 0 0 0 0,27 15 0 0 0,-40-26-47 0 0,-4-5-2300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05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 5529 0 0,'-1'0'387'0'0,"0"0"0"0"0,1 1-1 0 0,-1-1 1 0 0,0 0 0 0 0,0 1 0 0 0,0-1 0 0 0,1 1-1 0 0,-1-1 1 0 0,0 1 0 0 0,1 0 0 0 0,-1-1-1 0 0,0 1 1 0 0,1 0 0 0 0,-1 0 0 0 0,1-1 0 0 0,-1 1-1 0 0,1 0 1 0 0,-1 0 0 0 0,1 0 0 0 0,-1 1-1 0 0,-8 23 2030 0 0,6-19-2313 0 0,-5 19 518 0 0,1-1 0 0 0,1 1 0 0 0,-3 31 0 0 0,-3 79 431 0 0,3-19-579 0 0,2-62-331 0 0,2-30-203 0 0,2 0 0 0 0,1 0 0 0 0,0 1 0 0 0,2-1 0 0 0,4 36 0 0 0,4-40-1200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06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24 311 10594 0 0,'-10'7'161'0'0,"9"-7"-25"0"0,0 1 0 0 0,0-1 0 0 0,0 1 0 0 0,0-1 0 0 0,0 1 0 0 0,0 0-1 0 0,0 0 1 0 0,0 0 0 0 0,1-1 0 0 0,-1 1 0 0 0,0 0 0 0 0,0 0 0 0 0,0 2 0 0 0,1-2 4 0 0,0 0 1 0 0,0 0-1 0 0,1 0 1 0 0,-1 0 0 0 0,1 0-1 0 0,-1 0 1 0 0,1-1-1 0 0,-1 1 1 0 0,1 0 0 0 0,-1 0-1 0 0,1-1 1 0 0,0 1-1 0 0,-1 0 1 0 0,1-1 0 0 0,0 1-1 0 0,0 0 1 0 0,-1-1-1 0 0,1 1 1 0 0,0-1 0 0 0,0 1-1 0 0,0-1 1 0 0,1 1-1 0 0,11 5 214 0 0,-1 0-1 0 0,1-1 0 0 0,0-1 1 0 0,1 0-1 0 0,18 3 1 0 0,-21-5-206 0 0,-1 0 1 0 0,0 0-1 0 0,1 1 1 0 0,-1 1-1 0 0,0-1 1 0 0,0 2-1 0 0,-1-1 1 0 0,1 1-1 0 0,-1 1 1 0 0,9 7 0 0 0,-15-11-132 0 0,-1 0 1 0 0,0 0 0 0 0,0 1-1 0 0,0-1 1 0 0,0 1 0 0 0,-1-1-1 0 0,1 1 1 0 0,-1 0 0 0 0,0 0 0 0 0,1-1-1 0 0,-1 1 1 0 0,0 0 0 0 0,-1 0-1 0 0,1 0 1 0 0,0 6 0 0 0,-1-3 2 0 0,0 0 1 0 0,0 0 0 0 0,-1-1 0 0 0,0 1-1 0 0,0 0 1 0 0,0-1 0 0 0,-1 1 0 0 0,-2 5-1 0 0,-4 7-111 0 0,-1-1-1 0 0,-1 1 0 0 0,-22 28 0 0 0,19-31 58 0 0,0 0 0 0 0,0-1-1 0 0,-26 19 1 0 0,-9 10 443 0 0,105-66 882 0 0,-39 10-1386 0 0,-1 0 1 0 0,-1 0-1 0 0,21-23 0 0 0,16-13-966 0 0,-20 23-531 0 0,2 2 0 0 0,65-35 1 0 0,20 1 1962 0 0,-100 49-84 0 0,-1-2-1 0 0,-1 0 1 0 0,1-1-1 0 0,-2-1 1 0 0,0 0-1 0 0,0-1 0 0 0,-1-1 1 0 0,-1-1-1 0 0,-1 0 1 0 0,0-1-1 0 0,-1-1 1 0 0,-1 0-1 0 0,0 0 1 0 0,-2-1-1 0 0,0-1 0 0 0,-1 0 1 0 0,-1 0-1 0 0,6-24 1 0 0,-12 38-198 0 0,-1 0 0 0 0,0 0 0 0 0,-1-1 0 0 0,0 1 0 0 0,0 0 0 0 0,0-1 0 0 0,0 1 0 0 0,-1 0 0 0 0,0-1 0 0 0,-4-11 0 0 0,4 16-68 0 0,0 0 0 0 0,1 0 0 0 0,-1 0 0 0 0,0 1 1 0 0,0-1-1 0 0,-1 0 0 0 0,1 1 0 0 0,0-1 0 0 0,-1 1 0 0 0,1-1 1 0 0,-1 1-1 0 0,1-1 0 0 0,-1 1 0 0 0,1 0 0 0 0,-1 0 0 0 0,0 0 1 0 0,0 0-1 0 0,0 0 0 0 0,1 0 0 0 0,-1 0 0 0 0,0 1 0 0 0,0-1 0 0 0,0 1 1 0 0,0-1-1 0 0,0 1 0 0 0,0 0 0 0 0,0 0 0 0 0,0 0 0 0 0,-1 0 1 0 0,1 0-1 0 0,0 0 0 0 0,0 1 0 0 0,0-1 0 0 0,0 1 0 0 0,0-1 1 0 0,0 1-1 0 0,-1 1 0 0 0,-10 3 80 0 0,1 2 0 0 0,1-1-1 0 0,-1 2 1 0 0,1-1 0 0 0,1 2 0 0 0,-1-1 0 0 0,-14 17 0 0 0,14-14-208 0 0,-1 1-39 0 0,1 0-1 0 0,0 1 1 0 0,0 1 0 0 0,-9 16-1 0 0,15-22 136 0 0,1 0-1 0 0,0 0 1 0 0,0 1-1 0 0,0 0 1 0 0,1 0-1 0 0,1 0 1 0 0,-1 0-1 0 0,1 0 1 0 0,0 10-1 0 0,2-14-6 0 0,0-1 0 0 0,0 1 0 0 0,1 0 0 0 0,0-1-1 0 0,0 1 1 0 0,0-1 0 0 0,0 1 0 0 0,1-1 0 0 0,0 1 0 0 0,-1-1-1 0 0,2 0 1 0 0,-1 0 0 0 0,0 0 0 0 0,1 0 0 0 0,0-1 0 0 0,0 1 0 0 0,0-1-1 0 0,0 1 1 0 0,1-1 0 0 0,-1 0 0 0 0,1 0 0 0 0,0 0 0 0 0,0-1-1 0 0,0 0 1 0 0,7 4 0 0 0,8 2-147 0 0,2 0-1 0 0,-1-1 1 0 0,1-1 0 0 0,26 4-1 0 0,-26-6-42 0 0,-4 0 445 0 0,5 0-306 0 0,0 1 0 0 0,-1 1 1 0 0,28 12-1 0 0,-44-15 68 0 0,1-1-1 0 0,-1 1 1 0 0,0 0 0 0 0,-1 0-1 0 0,1 1 1 0 0,0-1 0 0 0,-1 1-1 0 0,0 0 1 0 0,0 0-1 0 0,0 0 1 0 0,0 1 0 0 0,-1 0-1 0 0,0-1 1 0 0,0 1 0 0 0,0 0-1 0 0,0 0 1 0 0,-1 1 0 0 0,2 5-1 0 0,-3-5 15 0 0,0-1 0 0 0,-1 0 0 0 0,1 0 0 0 0,-1 1 0 0 0,-1-1 0 0 0,1 0 0 0 0,-1 1 0 0 0,0-1 0 0 0,0 0 0 0 0,0 0 0 0 0,-1 0 0 0 0,0 0 0 0 0,0 0 0 0 0,0 0 0 0 0,0 0 0 0 0,-1 0 0 0 0,0-1 0 0 0,0 0 0 0 0,0 1 0 0 0,-5 3 0 0 0,-5 7-31 0 0,-2 0 0 0 0,0 0 0 0 0,-29 20 1 0 0,33-27 36 0 0,-1-1 0 0 0,0 0 0 0 0,0-1 0 0 0,0 0 1 0 0,-1-1-1 0 0,1 0 0 0 0,-1-1 0 0 0,-1-1 0 0 0,1 0 1 0 0,0-1-1 0 0,-1 0 0 0 0,1-1 0 0 0,-1 0 0 0 0,1-2 1 0 0,-1 1-1 0 0,0-1 0 0 0,1-1 0 0 0,0-1 0 0 0,-25-7 1 0 0,33 8 28 0 0,0-1 0 0 0,0 0 0 0 0,0 0 0 0 0,1 0 0 0 0,-1 0 0 0 0,1-1 1 0 0,0 0-1 0 0,0 0 0 0 0,0 0 0 0 0,0 0 0 0 0,1-1 0 0 0,0 1 1 0 0,0-1-1 0 0,0 0 0 0 0,0 0 0 0 0,1 0 0 0 0,0 0 0 0 0,0 0 0 0 0,0-1 1 0 0,0 1-1 0 0,0-7 0 0 0,0 3 26 0 0,1 0 1 0 0,0 0-1 0 0,1 0 1 0 0,0 0 0 0 0,0 0-1 0 0,1 0 1 0 0,0 0-1 0 0,1 0 1 0 0,0 0-1 0 0,0 0 1 0 0,1 0-1 0 0,4-10 1 0 0,0 6-57 0 0,1 0 0 0 0,0 1 0 0 0,0 1 0 0 0,1-1 0 0 0,1 1 0 0 0,0 1-1 0 0,0 0 1 0 0,1 0 0 0 0,0 1 0 0 0,14-8 0 0 0,1 0 36 0 0,1 2 0 0 0,0 1-1 0 0,51-18 1 0 0,-66 28-265 0 0,0 0 0 0 0,0 1-1 0 0,0 0 1 0 0,24-1 0 0 0,-34 4-864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04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4545 0 0,'0'0'208'0'0,"6"7"982"0"0,-4-1 2812 0 0,1 9-3423 0 0,0 0 0 0 0,-2 0 0 0 0,0 0 1 0 0,0 0-1 0 0,-4 30 0 0 0,-1 4-327 0 0,4 68 1 0 0,-1 16 73 0 0,7 385-62 0 0,-6-507-264 0 0,2 413 99 0 0,-5-200-62 0 0,3 123 701 0 0,3-206-456 0 0,13 290 1181 0 0,13-149-889 0 0,-27-263-585 0 0,-2-12-34 0 0,0 0 0 0 0,1 1 0 0 0,0-1 0 0 0,3 8 0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06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0 184 5585 0 0,'9'-1'588'0'0,"-1"0"1"0"0,0-1-1 0 0,0 0 0 0 0,0 0 0 0 0,8-4 0 0 0,24-5 1019 0 0,4 5 7 0 0,61-1 0 0 0,-59 5-1204 0 0,56-9 1 0 0,-43 0-91 0 0,0 3 0 0 0,0 2 1 0 0,0 4-1 0 0,66 4 0 0 0,33 12 61 0 0,200 13 383 0 0,-73-33-383 0 0,-2-24-3 0 0,-206 20-280 0 0,19-1 198 0 0,229-21 423 0 0,-105 28-334 0 0,264 31 0 0 0,-195-12-290 0 0,-131-10-48 0 0,130 5 231 0 0,-123-8-97 0 0,171-20 0 0 0,-211-2 87 0 0,11-2-98 0 0,-130 21-141 0 0,56-8-372 0 0,-58 9 215 0 0,-1-1-1 0 0,0 0 1 0 0,1 0 0 0 0,-1 0 0 0 0,0-1-1 0 0,0 1 1 0 0,0-1 0 0 0,0 0 0 0 0,0 1 0 0 0,0-1-1 0 0,-1-1 1 0 0,1 1 0 0 0,0 0 0 0 0,-1-1-1 0 0,3-2 1 0 0,-5 4 85 0 0,1 1 0 0 0,-1 0-1 0 0,0 0 1 0 0,1-1 0 0 0,-1 1 0 0 0,0 0 0 0 0,0-1 0 0 0,1 1-1 0 0,-1 0 1 0 0,0-1 0 0 0,0 1 0 0 0,0-1 0 0 0,1 1-1 0 0,-1 0 1 0 0,0-1 0 0 0,0 1 0 0 0,0-1 0 0 0,0 1-1 0 0,0 0 1 0 0,0-1 0 0 0,0 1 0 0 0,0-1 0 0 0,0 1-1 0 0,0 0 1 0 0,0-1 0 0 0,0 1 0 0 0,0-1 0 0 0,0 1-1 0 0,0 0 1 0 0,-1-1 0 0 0,1 1 0 0 0,0-1 0 0 0,0 1 0 0 0,0 0-1 0 0,-1-1 1 0 0,1 1 0 0 0,0 0 0 0 0,-1-1 0 0 0,-13 0-2123 0 0,9 2 1989 0 0,5 2 209 0 0,0 57 1339 0 0,0 4-615 0 0,1 54-348 0 0,-23 198 0 0 0,10-211-138 0 0,2 105 1 0 0,1-13-120 0 0,-2 411 552 0 0,14-520-514 0 0,1 4 121 0 0,-11 124 0 0 0,-1 74 142 0 0,8-122-201 0 0,0 83-178 0 0,3-112-32 0 0,-1-38 159 0 0,-2-100-206 0 0,1-1 1 0 0,-1 0 0 0 0,0 0 0 0 0,0 1 0 0 0,0-1 0 0 0,0 0 0 0 0,0 1 0 0 0,0-1 0 0 0,0 0 0 0 0,0 1 0 0 0,0-1 0 0 0,0 0 0 0 0,0 1 0 0 0,0-1 0 0 0,0 0 0 0 0,0 1 0 0 0,-1-1 0 0 0,1 0 0 0 0,0 0 0 0 0,0 1 0 0 0,0-1 0 0 0,0 0 0 0 0,0 1 0 0 0,-1-1 0 0 0,1 0-1 0 0,0 0 1 0 0,0 1 0 0 0,0-1 0 0 0,-1 0 0 0 0,1 0 0 0 0,0 0 0 0 0,0 1 0 0 0,-1-1 0 0 0,0 0 0 0 0,-8-6-3162 0 0,4 2-38 0 0,-3-2-3089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07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5985 0 0,'7'2'4367'0'0,"11"2"-2796"0"0,45-4 871 0 0,269-9 414 0 0,-81-6-1620 0 0,-176 14-917 0 0,101 12 0 0 0,211 11 258 0 0,-260-18-269 0 0,94-6 67 0 0,-41-1-118 0 0,197-1 17 0 0,-89 0 37 0 0,105-9 397 0 0,-94 1-136 0 0,83 20-572 0 0,92 12 579 0 0,-419-16-500 0 0,-11 0 77 0 0,0-2-1 0 0,0-2 1 0 0,49-7-1 0 0,-75 5-147 0 0,107-21 108 0 0,-125 23-130 0 0,0 0-1 0 0,0 0 0 0 0,0 0 1 0 0,0 0-1 0 0,0 0 1 0 0,0 0-1 0 0,1 0 0 0 0,-1 0 1 0 0,0 0-1 0 0,0 0 1 0 0,0 0-1 0 0,0 0 1 0 0,0-1-1 0 0,0 1 0 0 0,0 0 1 0 0,0 0-1 0 0,0 0 1 0 0,0 0-1 0 0,0 0 1 0 0,0 0-1 0 0,0 0 0 0 0,0-1 1 0 0,0 1-1 0 0,1 0 1 0 0,-1 0-1 0 0,0 0 0 0 0,0 0 1 0 0,0 0-1 0 0,0 0 1 0 0,0-1-1 0 0,0 1 1 0 0,-1 0-1 0 0,1 0 0 0 0,0 0 1 0 0,0 0-1 0 0,0 0 1 0 0,0 0-1 0 0,0 0 0 0 0,0-1 1 0 0,0 1-1 0 0,0 0 1 0 0,0 0-1 0 0,0 0 1 0 0,0 0-1 0 0,0 0 0 0 0,0 0 1 0 0,0 0-1 0 0,-1 0 1 0 0,1-1-1 0 0,0 1 1 0 0,0 0-1 0 0,0 0 0 0 0,0 0 1 0 0,0 0-1 0 0,0 0 1 0 0,0 0-1 0 0,-1 0 0 0 0,1 0 1 0 0,0 0-1 0 0,0 0 1 0 0,0 0-1 0 0,0 0 1 0 0,0 0-1 0 0,-1 0 0 0 0,-10-7-2248 0 0,9 6 961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08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13107 0 0,'0'0'33'0'0,"0"-1"0"0"0,-1 1 0 0 0,1 0 0 0 0,-1 0 1 0 0,1 0-1 0 0,-1 0 0 0 0,1 0 0 0 0,0 0 0 0 0,-1 0 0 0 0,1 0 0 0 0,-1 0 1 0 0,1 0-1 0 0,-1 0 0 0 0,1 0 0 0 0,0 1 0 0 0,-1-1 0 0 0,1 0 1 0 0,-1 0-1 0 0,1 0 0 0 0,0 0 0 0 0,-1 1 0 0 0,1-1 0 0 0,0 0 0 0 0,-1 1 1 0 0,1-1-1 0 0,0 0 0 0 0,-1 0 0 0 0,1 1 0 0 0,0-1 0 0 0,0 0 1 0 0,-1 1-1 0 0,1-1 0 0 0,0 1 0 0 0,0-1 0 0 0,0 0 0 0 0,-1 1 0 0 0,1-1 1 0 0,0 1-1 0 0,0-1 0 0 0,0 0 0 0 0,0 1 0 0 0,0-1 0 0 0,0 1 1 0 0,0-1-1 0 0,0 1 0 0 0,0-1 0 0 0,0 0 0 0 0,0 1 0 0 0,0 0 0 0 0,0 7 328 0 0,-16 170 676 0 0,6-54-771 0 0,3-23-112 0 0,-3 26 338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09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3 10306 0 0,'0'-1'111'0'0,"-1"1"0"0"0,0 0-1 0 0,0 0 1 0 0,0-1 0 0 0,1 1-1 0 0,-1 0 1 0 0,0 0 0 0 0,0 0 0 0 0,0 0-1 0 0,0 0 1 0 0,0 0 0 0 0,1 0-1 0 0,-1 0 1 0 0,0 0 0 0 0,0 0 0 0 0,0 1-1 0 0,0-1 1 0 0,1 0 0 0 0,-1 0-1 0 0,0 1 1 0 0,0-1 0 0 0,1 1 0 0 0,-1-1-1 0 0,0 1 1 0 0,0-1 0 0 0,1 1-1 0 0,-1-1 1 0 0,1 1 0 0 0,-1 0 0 0 0,0-1-1 0 0,1 1 1 0 0,-1 0 0 0 0,1-1-1 0 0,0 1 1 0 0,-1 0 0 0 0,1 0 0 0 0,-1-1-1 0 0,1 1 1 0 0,0 0 0 0 0,0 0-1 0 0,-1 0 1 0 0,1-1 0 0 0,0 1 0 0 0,0 0-1 0 0,0 0 1 0 0,0 0 0 0 0,0 1-1 0 0,0 7-37 0 0,0 0 0 0 0,1 0 0 0 0,2 16 0 0 0,-2-14 194 0 0,5 41-163 0 0,23 165-160 0 0,-23-192 56 0 0,12 36 0 0 0,-12-46 0 0 0,-6-13 0 0 0,0-1 0 0 0,1 0 0 0 0,-1 1 0 0 0,0-1 0 0 0,1 0 0 0 0,0 0 0 0 0,-1 0 0 0 0,1 1 0 0 0,0-1 0 0 0,-1 0 0 0 0,1 0 0 0 0,0 0 0 0 0,0 0 0 0 0,0 0 0 0 0,0 0 0 0 0,0 0 0 0 0,0-1 0 0 0,0 1 0 0 0,0 0 0 0 0,0-1 0 0 0,1 1 0 0 0,-1 0 0 0 0,2 0 0 0 0,-2-1 5 0 0,1 0 0 0 0,0 0 1 0 0,-1 0-1 0 0,1-1 0 0 0,0 1 0 0 0,-1 0 1 0 0,1-1-1 0 0,-1 1 0 0 0,1-1 0 0 0,-1 0 1 0 0,1 1-1 0 0,-1-1 0 0 0,1 0 1 0 0,-1 0-1 0 0,0 0 0 0 0,2-1 0 0 0,4-4 46 0 0,-1 0-1 0 0,0 0 0 0 0,0-1 1 0 0,-1 1-1 0 0,9-15 0 0 0,-8 8 40 0 0,0 0-1 0 0,-1-1 1 0 0,0 0-1 0 0,-2 0 0 0 0,1 0 1 0 0,-2-1-1 0 0,0 1 1 0 0,1-21-1 0 0,-1 10 525 0 0,8-39 0 0 0,-10 63-611 0 0,0 1-1 0 0,0 0 1 0 0,0 0 0 0 0,0 0 0 0 0,0-1 0 0 0,0 1 0 0 0,0 0 0 0 0,0 0-1 0 0,0 0 1 0 0,0-1 0 0 0,0 1 0 0 0,0 0 0 0 0,0 0 0 0 0,0 0 0 0 0,0-1-1 0 0,0 1 1 0 0,1 0 0 0 0,-1 0 0 0 0,0 0 0 0 0,0-1 0 0 0,0 1 0 0 0,0 0-1 0 0,0 0 1 0 0,0 0 0 0 0,1 0 0 0 0,-1 0 0 0 0,0-1 0 0 0,0 1 0 0 0,0 0-1 0 0,0 0 1 0 0,0 0 0 0 0,1 0 0 0 0,-1 0 0 0 0,0 0 0 0 0,0 0 0 0 0,0 0-1 0 0,1 0 1 0 0,-1 0 0 0 0,0 0 0 0 0,0-1 0 0 0,0 1 0 0 0,1 0 0 0 0,4 10 198 0 0,5 27 173 0 0,-8-28-327 0 0,9 54-113 0 0,-9-49 41 0 0,0 0-1 0 0,1 0 1 0 0,0-1-1 0 0,1 1 1 0 0,7 17-1 0 0,-11-30 20 0 0,1 1 0 0 0,0-1-1 0 0,-1 0 1 0 0,1 1-1 0 0,0-1 1 0 0,-1 0-1 0 0,1 0 1 0 0,0 1-1 0 0,0-1 1 0 0,0 0-1 0 0,0 0 1 0 0,0 0 0 0 0,0 0-1 0 0,1 0 1 0 0,-1-1-1 0 0,0 1 1 0 0,0 0-1 0 0,1 0 1 0 0,-1-1-1 0 0,0 1 1 0 0,1-1-1 0 0,-1 1 1 0 0,3-1 0 0 0,-3 0 8 0 0,1 0 0 0 0,0 0 0 0 0,-1-1 1 0 0,1 1-1 0 0,-1-1 0 0 0,1 0 0 0 0,-1 1 1 0 0,1-1-1 0 0,-1 0 0 0 0,1 0 1 0 0,-1 0-1 0 0,0 0 0 0 0,1 0 0 0 0,-1 0 1 0 0,0 0-1 0 0,0 0 0 0 0,1-2 1 0 0,3-4 121 0 0,0 1 1 0 0,-1-1-1 0 0,0 0 1 0 0,0 0 0 0 0,0-1-1 0 0,-1 1 1 0 0,3-11-1 0 0,-3 4 95 0 0,-1 0 0 0 0,0 0 0 0 0,-1 0 0 0 0,-1 0 0 0 0,0-1 0 0 0,-1 1 0 0 0,0 0 0 0 0,-1 0 0 0 0,0 0 0 0 0,-2 0 0 0 0,-7-21 0 0 0,8 30-816 0 0,4 11-1259 0 0,3 11-5204 0 0,1-7 1351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09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156 132 11490 0 0,'-14'-17'974'0'0,"-2"0"0"0"0,0 1-1 0 0,-18-13 1 0 0,-18-17 105 0 0,52 45-1076 0 0,0 1 0 0 0,-1-1 0 0 0,1 1 0 0 0,0 0 0 0 0,-1-1 0 0 0,1 1 0 0 0,0-1 0 0 0,-1 1 0 0 0,1 0 0 0 0,-1-1 0 0 0,1 1 0 0 0,-1 0 0 0 0,1 0 0 0 0,-1-1 0 0 0,1 1 0 0 0,-1 0 0 0 0,1 0 0 0 0,-1 0 0 0 0,1 0 0 0 0,-1 0 0 0 0,0 0 0 0 0,1 0 0 0 0,-1 0 0 0 0,1 0 0 0 0,-1 0 0 0 0,1 0 0 0 0,-2 0 0 0 0,2 1 0 0 0,-1-1 0 0 0,0 1-1 0 0,1-1 1 0 0,-1 1 0 0 0,1 0-1 0 0,-1-1 1 0 0,1 1-1 0 0,-1 0 1 0 0,1 0 0 0 0,0-1-1 0 0,-1 1 1 0 0,1 0 0 0 0,0 0-1 0 0,0 0 1 0 0,-1-1 0 0 0,1 2-1 0 0,-2 42 57 0 0,2-38-39 0 0,4 117 61 0 0,-2-107-82 0 0,1 0 0 0 0,0 0 0 0 0,0 0 0 0 0,2 0 1 0 0,10 23-1 0 0,-15-38 1 0 0,0 1 1 0 0,1-1 0 0 0,-1 0-1 0 0,1 0 1 0 0,-1 1 0 0 0,1-1-1 0 0,0 0 1 0 0,-1 0 0 0 0,1 0-1 0 0,0 0 1 0 0,0 0 0 0 0,0 0-1 0 0,0 0 1 0 0,0 0 0 0 0,0 0-1 0 0,0 0 1 0 0,0 0 0 0 0,0-1 0 0 0,0 1-1 0 0,1 0 1 0 0,-1-1 0 0 0,0 1-1 0 0,0-1 1 0 0,1 1 0 0 0,-1-1-1 0 0,0 0 1 0 0,1 0 0 0 0,-1 1-1 0 0,0-1 1 0 0,1 0 0 0 0,-1 0-1 0 0,1 0 1 0 0,-1 0 0 0 0,0-1-1 0 0,1 1 1 0 0,-1 0 0 0 0,0-1-1 0 0,0 1 1 0 0,1 0 0 0 0,-1-1 0 0 0,0 0-1 0 0,0 1 1 0 0,1-1 0 0 0,-1 0-1 0 0,0 1 1 0 0,1-2 0 0 0,3-2 2 0 0,0-1 1 0 0,-1 1-1 0 0,1-1 1 0 0,-1 1-1 0 0,0-1 1 0 0,-1 0-1 0 0,1-1 1 0 0,4-8 0 0 0,3-13 324 0 0,-1 0 1 0 0,9-41-1 0 0,-19 68-312 0 0,0 0 0 0 0,0 0 0 0 0,0 0 0 0 0,0 0 0 0 0,0 0 0 0 0,0 0 0 0 0,0 0 0 0 0,0 0 0 0 0,0 0-1 0 0,0 0 1 0 0,0 0 0 0 0,0 0 0 0 0,0 0 0 0 0,0 0 0 0 0,0 0 0 0 0,1 0 0 0 0,-1 0 0 0 0,0 0 0 0 0,0 0 0 0 0,0 0 0 0 0,0 0 0 0 0,0 0 0 0 0,0 0 0 0 0,0 0-1 0 0,0 0 1 0 0,0 0 0 0 0,0 0 0 0 0,0 0 0 0 0,0 0 0 0 0,0 0 0 0 0,0 0 0 0 0,0 0 0 0 0,0 0 0 0 0,0 0 0 0 0,0 0 0 0 0,0 0 0 0 0,0 0 0 0 0,0 0 0 0 0,0 0-1 0 0,0 0 1 0 0,0 0 0 0 0,1 0 0 0 0,-1 0 0 0 0,0 0 0 0 0,0 0 0 0 0,0 0 0 0 0,0 0 0 0 0,0 0 0 0 0,0 0 0 0 0,2 8 363 0 0,1 19-212 0 0,-2-18-71 0 0,0 7-46 0 0,0 1 0 0 0,-4 26 0 0 0,2-31-378 0 0,0-1 0 0 0,1 1 0 0 0,0 0 0 0 0,1 0 0 0 0,0 0 0 0 0,4 17 0 0 0,-4-28 142 0 0,-1 1 0 0 0,0-1 1 0 0,1 0-1 0 0,-1 0 0 0 0,1 0 0 0 0,-1 0 0 0 0,1 0 0 0 0,0 0 0 0 0,-1 0 0 0 0,1 0 0 0 0,0 0 0 0 0,0 0 0 0 0,0 0 0 0 0,0-1 0 0 0,0 1 0 0 0,0 0 1 0 0,0 0-1 0 0,0-1 0 0 0,0 1 0 0 0,0-1 0 0 0,0 1 0 0 0,0-1 0 0 0,2 1 0 0 0,2-2-4536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10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0 139 6913 0 0,'6'-36'812'0'0,"0"-13"3688"0"0,-1 136-730 0 0,14-120-3690 0 0,-10 11-19 0 0,-7 14-11 0 0,1 0 0 0 0,0 1 0 0 0,0-1 0 0 0,1 1 0 0 0,-1 0 0 0 0,2 0 0 0 0,-1 0 0 0 0,1 1 0 0 0,11-12 0 0 0,-16 17-24 0 0,0 1 1 0 0,1 0-1 0 0,-1 0 1 0 0,0 0 0 0 0,1-1-1 0 0,-1 1 1 0 0,0 0 0 0 0,1 0-1 0 0,-1 0 1 0 0,0 0 0 0 0,1-1-1 0 0,-1 1 1 0 0,1 0-1 0 0,-1 0 1 0 0,0 0 0 0 0,1 0-1 0 0,-1 0 1 0 0,1 0 0 0 0,-1 0-1 0 0,0 0 1 0 0,1 0 0 0 0,-1 0-1 0 0,0 0 1 0 0,1 1 0 0 0,-1-1-1 0 0,1 0 1 0 0,-1 0-1 0 0,0 0 1 0 0,1 0 0 0 0,-1 1-1 0 0,10 12 664 0 0,1 20 22 0 0,-10-30-707 0 0,4 13 76 0 0,1-1 1 0 0,1 0-1 0 0,15 26 1 0 0,0-2 0 0 0,-20-35-703 0 0,0 0-1 0 0,1 0 1 0 0,-1 0-1 0 0,1-1 1 0 0,5 6-1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10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3225 0 0,'5'-11'-878'0'0,"-5"11"1074"0"0,0-1-1 0 0,0 1 0 0 0,1 0 0 0 0,-1-1 1 0 0,0 1-1 0 0,0 0 0 0 0,1-1 1 0 0,-1 1-1 0 0,0 0 0 0 0,1 0 0 0 0,-1-1 1 0 0,0 1-1 0 0,1 0 0 0 0,-1 0 1 0 0,0 0-1 0 0,1-1 0 0 0,-1 1 1 0 0,1 0-1 0 0,-1 0 0 0 0,0 0 0 0 0,1 0 1 0 0,-1 0-1 0 0,1 0 0 0 0,0 0 106 0 0,0 1 0 0 0,0-1-1 0 0,0 1 1 0 0,-1 0 0 0 0,1-1-1 0 0,0 1 1 0 0,-1 0-1 0 0,1-1 1 0 0,-1 1 0 0 0,1 0-1 0 0,-1 0 1 0 0,1 0 0 0 0,-1 0-1 0 0,1-1 1 0 0,-1 1 0 0 0,0 0-1 0 0,1 0 1 0 0,-1 0 0 0 0,0 0-1 0 0,0 0 1 0 0,0 0-1 0 0,0 0 1 0 0,0 2 0 0 0,3 32 1536 0 0,-3 69 0 0 0,0-3-1077 0 0,12 69-1057 0 0,-12-169 194 0 0,1 0 0 0 0,-1 0 1 0 0,0 0-1 0 0,0 0 1 0 0,0-1-1 0 0,0 1 1 0 0,0 0-1 0 0,0 0 0 0 0,0 0 1 0 0,-1 0-1 0 0,1-1 1 0 0,0 1-1 0 0,0 0 1 0 0,-1 0-1 0 0,1-1 0 0 0,0 1 1 0 0,-1 0-1 0 0,1 0 1 0 0,-1-1-1 0 0,1 1 1 0 0,-1 0-1 0 0,0 0 0 0 0,-3 0-537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10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50 189 5985 0 0,'-21'-36'119'0'0,"17"28"863"0"0,0 0-1 0 0,0 0 1 0 0,0 0-1 0 0,1-1 1 0 0,1 1-1 0 0,-1-1 1 0 0,2 0-1 0 0,-3-17 1 0 0,4 26-932 0 0,1-1 0 0 0,-1 0 0 0 0,0 1 0 0 0,0-1 0 0 0,0 0 0 0 0,1 1 1 0 0,-1-1-1 0 0,0 1 0 0 0,1-1 0 0 0,-1 0 0 0 0,0 1 0 0 0,1-1 0 0 0,-1 1 0 0 0,1-1 0 0 0,-1 1 0 0 0,1 0 1 0 0,-1-1-1 0 0,1 1 0 0 0,-1-1 0 0 0,1 1 0 0 0,-1 0 0 0 0,1-1 0 0 0,0 1 0 0 0,-1 0 0 0 0,1 0 0 0 0,-1 0 1 0 0,1-1-1 0 0,0 1 0 0 0,-1 0 0 0 0,1 0 0 0 0,0 0 0 0 0,-1 0 0 0 0,1 0 0 0 0,0 0 0 0 0,-1 0 0 0 0,2 0 1 0 0,31 4 668 0 0,-23-2-450 0 0,-9-2-264 0 0,173 8 2129 0 0,-155-9-1903 0 0,0-1-1 0 0,0 0 1 0 0,-1-1-1 0 0,1-1 1 0 0,0-1-1 0 0,-1-1 1 0 0,19-8-1 0 0,1-9 178 0 0,-43 34-7077 0 0,-1-3 1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11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0 11546 0 0,'-1'1'80'0'0,"0"0"0"0"0,0-1-1 0 0,0 1 1 0 0,0 0 0 0 0,0 0-1 0 0,0-1 1 0 0,0 1 0 0 0,0 0-1 0 0,0 0 1 0 0,0 0 0 0 0,0 0-1 0 0,1 0 1 0 0,-1 1 0 0 0,0-1-1 0 0,1 0 1 0 0,-1 0 0 0 0,1 0-1 0 0,-1 1 1 0 0,0 1 0 0 0,-5 30 565 0 0,4-18-258 0 0,-60 513 485 0 0,53-417-2304 0 0,6-89-3506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11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 9218 0 0,'0'0'68'0'0,"0"0"0"0"0,0 0 0 0 0,0 0 1 0 0,0 0-1 0 0,0 0 0 0 0,0 0 0 0 0,-1 0 0 0 0,1-1 0 0 0,0 1 0 0 0,0 0 1 0 0,0 0-1 0 0,0 0 0 0 0,0 0 0 0 0,0 0 0 0 0,0-1 0 0 0,0 1 0 0 0,0 0 1 0 0,0 0-1 0 0,-1 0 0 0 0,1 0 0 0 0,0 0 0 0 0,0-1 0 0 0,0 1 1 0 0,0 0-1 0 0,0 0 0 0 0,0 0 0 0 0,0 0 0 0 0,0-1 0 0 0,0 1 0 0 0,0 0 1 0 0,0 0-1 0 0,1 0 0 0 0,-1 0 0 0 0,0 0 0 0 0,0-1 0 0 0,0 1 0 0 0,0 0 1 0 0,0 0-1 0 0,0 0 0 0 0,0 0 0 0 0,0 0 0 0 0,0 0 0 0 0,0-1 0 0 0,1 1 1 0 0,-1 0-1 0 0,0 0 0 0 0,0 0 0 0 0,0 0 0 0 0,0 0 0 0 0,0 0 0 0 0,1 0 1 0 0,12-3 1205 0 0,16 3-683 0 0,-29 0-504 0 0,106 2 1416 0 0,-59-3-940 0 0,0 3 0 0 0,0 1-1 0 0,65 14 1 0 0,-109-16-536 0 0,0-1 1 0 0,0 1-1 0 0,0 0 0 0 0,0 1 1 0 0,0-1-1 0 0,0 1 1 0 0,0-1-1 0 0,0 1 0 0 0,0 0 1 0 0,-1 0-1 0 0,1 0 0 0 0,3 3 1 0 0,-5-3-4 0 0,-1-1 0 0 0,1 0 0 0 0,0 1 0 0 0,0-1 1 0 0,-1 0-1 0 0,1 1 0 0 0,-1-1 0 0 0,1 1 0 0 0,-1-1 0 0 0,0 1 1 0 0,0-1-1 0 0,0 1 0 0 0,0-1 0 0 0,0 1 0 0 0,0-1 0 0 0,0 1 0 0 0,0-1 1 0 0,0 1-1 0 0,-1-1 0 0 0,1 1 0 0 0,0-1 0 0 0,-1 1 0 0 0,1-1 1 0 0,-1 1-1 0 0,0-1 0 0 0,0 0 0 0 0,-1 3 0 0 0,-17 22 281 0 0,0 0 0 0 0,-2-1 0 0 0,-46 43 0 0 0,-21 24-350 0 0,79-81-326 0 0,-12 16-199 0 0,20-25 228 0 0,0 0-1 0 0,0 0 0 0 0,0-1 1 0 0,1 1-1 0 0,-1 0 0 0 0,1 0 1 0 0,-1 0-1 0 0,1 0 0 0 0,0 2 0 0 0,0 0-1337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11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6913 0 0,'6'0'5752'0'0,"-5"1"-5618"0"0,4 9 2011 0 0,0 12-734 0 0,-6-11-1332 0 0,0 0 0 0 0,-1-1 0 0 0,0 1 0 0 0,-1 0 0 0 0,0-1 0 0 0,-1 0-1 0 0,-6 13 1 0 0,8-16-1726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11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12099 0 0,'0'-15'1454'0'0,"0"15"-1412"0"0,0 0 1 0 0,0 0-1 0 0,0-1 0 0 0,0 1 1 0 0,0 0-1 0 0,0 0 0 0 0,0 0 1 0 0,0-1-1 0 0,1 1 0 0 0,-1 0 1 0 0,0 0-1 0 0,0 0 0 0 0,0 0 1 0 0,0-1-1 0 0,0 1 0 0 0,0 0 1 0 0,1 0-1 0 0,-1 0 1 0 0,0 0-1 0 0,0 0 0 0 0,0 0 1 0 0,0-1-1 0 0,1 1 0 0 0,-1 0 1 0 0,0 0-1 0 0,0 0 0 0 0,0 0 1 0 0,1 0-1 0 0,-1 0 0 0 0,0 0 1 0 0,0 0-1 0 0,0 0 0 0 0,1 0 1 0 0,-1 0-1 0 0,0 0 0 0 0,0 0 1 0 0,0 0-1 0 0,1 0 0 0 0,-1 0 1 0 0,0 0-1 0 0,0 0 1 0 0,0 0-1 0 0,0 0 0 0 0,1 0 1 0 0,-1 0-1 0 0,0 0 0 0 0,0 1 1 0 0,0-1-1 0 0,1 0 0 0 0,-1 0 1 0 0,0 0-1 0 0,0 0 0 0 0,0 0 1 0 0,0 1-1 0 0,0-1 0 0 0,1 0 1 0 0,-1 0-1 0 0,0 0 0 0 0,0 0 1 0 0,0 1-1 0 0,0-1 0 0 0,1 1 414 0 0,2 2-54 0 0,3 7-519 0 0,1-1 1 0 0,-1 1-1 0 0,-1 0 1 0 0,0 0-1 0 0,0 0 1 0 0,-1 1-1 0 0,0 0 1 0 0,-1 0-1 0 0,0 0 1 0 0,2 17-1 0 0,-5-11-5587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12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 9674 0 0,'-14'-4'4619'0'0,"20"3"-1023"0"0,29 9-2321 0 0,-30-6-1268 0 0,0 0-1 0 0,-1 1 1 0 0,1-1-1 0 0,-1 1 1 0 0,0 0 0 0 0,0 0-1 0 0,0 0 1 0 0,0 1-1 0 0,0 0 1 0 0,-1-1 0 0 0,0 1-1 0 0,1 0 1 0 0,-1 1-1 0 0,3 6 1 0 0,-5-8-14 0 0,0 1 0 0 0,1-1 0 0 0,-2 1-1 0 0,1-1 1 0 0,0 1 0 0 0,-1 0 0 0 0,0-1 0 0 0,0 1 0 0 0,0 0 0 0 0,0 0 0 0 0,0-1-1 0 0,-1 1 1 0 0,0 0 0 0 0,1-1 0 0 0,-1 1 0 0 0,-1-1 0 0 0,1 1 0 0 0,-1-1 0 0 0,1 0 0 0 0,-4 5-1 0 0,-6 10-34 0 0,8-13 137 0 0,-1 0 0 0 0,1 0 0 0 0,0 0 0 0 0,0 0-1 0 0,1 1 1 0 0,-1-1 0 0 0,1 1 0 0 0,1-1 0 0 0,-3 13 0 0 0,4-18-68 0 0,0 1 0 0 0,1-1 0 0 0,-1 1 0 0 0,0-1-1 0 0,1 1 1 0 0,-1-1 0 0 0,1 1 0 0 0,-1-1 0 0 0,1 1 0 0 0,-1-1-1 0 0,1 1 1 0 0,-1-1 0 0 0,1 0 0 0 0,-1 1 0 0 0,1-1 0 0 0,-1 0-1 0 0,1 0 1 0 0,-1 1 0 0 0,1-1 0 0 0,0 0 0 0 0,-1 0 0 0 0,1 0-1 0 0,0 0 1 0 0,-1 0 0 0 0,1 0 0 0 0,-1 0 0 0 0,1 0 0 0 0,0 0-1 0 0,-1 0 1 0 0,1 0 0 0 0,0 0 0 0 0,-1 0 0 0 0,2-1 0 0 0,26-3 221 0 0,-26 3-152 0 0,99-30 318 0 0,-63 18-815 0 0,-34 12 165 0 0,-1 0-1 0 0,0-1 1 0 0,1 1-1 0 0,-1-1 1 0 0,0 0 0 0 0,0 0-1 0 0,1 0 1 0 0,-1 0 0 0 0,-1-1-1 0 0,1 1 1 0 0,0-1-1 0 0,-1 1 1 0 0,1-1 0 0 0,-1 0-1 0 0,0 0 1 0 0,0 0 0 0 0,0-1-1 0 0,2-3 1 0 0,-2 0-521 0 0,1-1 1 0 0,-2 0-1 0 0,1 1 1 0 0,-1-1-1 0 0,0 0 0 0 0,0 0 1 0 0,-1-10-1 0 0,0 9 546 0 0,0-24 230 0 0,0 32 151 0 0,0 0 1 0 0,0 0 0 0 0,-1 0 0 0 0,1 0 0 0 0,0 0 0 0 0,0 0 0 0 0,0 0-1 0 0,-1 0 1 0 0,1 0 0 0 0,-1 0 0 0 0,1 0 0 0 0,-1 0 0 0 0,1 0-1 0 0,-1 0 1 0 0,1 0 0 0 0,-1 0 0 0 0,0 1 0 0 0,1-1 0 0 0,-1 0 0 0 0,0 0-1 0 0,0 1 1 0 0,-1-2 0 0 0,-4 1 3137 0 0,9 5-1982 0 0,8 4-1167 0 0,-5-6-23 0 0,0 0-1 0 0,1-1 1 0 0,-1 0-1 0 0,12 1 1 0 0,-14-2-101 0 0,0 0 0 0 0,0 0 1 0 0,0 1-1 0 0,0 0 0 0 0,-1-1 0 0 0,1 1 1 0 0,0 0-1 0 0,-1 1 0 0 0,1-1 1 0 0,0 1-1 0 0,-1 0 0 0 0,5 3 0 0 0,-7-4-29 0 0,1 0-1 0 0,-1 1 0 0 0,0-1 0 0 0,0 0 1 0 0,0 1-1 0 0,0-1 0 0 0,0 1 0 0 0,-1 0 1 0 0,1-1-1 0 0,0 1 0 0 0,-1 0 1 0 0,1-1-1 0 0,-1 1 0 0 0,0 0 0 0 0,1-1 1 0 0,-1 1-1 0 0,0 0 0 0 0,0 0 0 0 0,0 0 1 0 0,0-1-1 0 0,-1 1 0 0 0,1 0 0 0 0,0 0 1 0 0,-1-1-1 0 0,1 1 0 0 0,-1 0 0 0 0,0-1 1 0 0,1 1-1 0 0,-1-1 0 0 0,-1 3 0 0 0,-4 7 57 0 0,-1 0-1 0 0,0-1 0 0 0,-10 13 1 0 0,3-4-23 0 0,6-8-29 0 0,-14 21 37 0 0,21-31-47 0 0,1 0 0 0 0,-1 0 0 0 0,1 0 0 0 0,-1 0 0 0 0,1 0 0 0 0,-1 0 0 0 0,1 0 0 0 0,0 0 0 0 0,0 0 0 0 0,-1 0 0 0 0,1 1 0 0 0,0-1 0 0 0,0 0 0 0 0,0 0 0 0 0,0 0 0 0 0,0 0 0 0 0,1 0 0 0 0,-1 0 0 0 0,0 0 0 0 0,0 0 0 0 0,1 1 1 0 0,-1-1-1 0 0,1 0 0 0 0,-1 0 0 0 0,1 0 0 0 0,-1 0 0 0 0,2 1 0 0 0,0-1-87 0 0,0 0 0 0 0,0 0-1 0 0,0 0 1 0 0,0 0 0 0 0,0 0 0 0 0,0 0 0 0 0,0 0 0 0 0,0-1-1 0 0,0 1 1 0 0,1-1 0 0 0,-1 1 0 0 0,0-1 0 0 0,0 0 0 0 0,0 0 0 0 0,1 0-1 0 0,-1 0 1 0 0,0-1 0 0 0,4 0 0 0 0,43-12-837 0 0,-44 11 863 0 0,36-14-156 0 0,-24 9 289 0 0,29-8 0 0 0,-38 12 49 0 0,0 0 0 0 0,0-1 0 0 0,-1 0 0 0 0,1 0 0 0 0,-1-1 0 0 0,0 0 0 0 0,0 0 0 0 0,11-12 0 0 0,16-10 614 0 0,-34 26-700 0 0,1 1-1 0 0,0-1 1 0 0,0 1-1 0 0,0-1 0 0 0,0 1 1 0 0,-1-1-1 0 0,1 1 1 0 0,0-1-1 0 0,0 0 0 0 0,-1 1 1 0 0,1-1-1 0 0,0 0 1 0 0,-1 0-1 0 0,1 0 0 0 0,-1 1 1 0 0,1-1-1 0 0,-1 0 1 0 0,0 0-1 0 0,1 0 1 0 0,-1 0-1 0 0,0 0 0 0 0,1 0 1 0 0,-1 0-1 0 0,0 0 1 0 0,0 0-1 0 0,0 0 0 0 0,0 0 1 0 0,0 0-1 0 0,0 1 1 0 0,0-1-1 0 0,0 0 1 0 0,-1 0-1 0 0,1 0 0 0 0,0 0 1 0 0,0 0-1 0 0,-1 0 1 0 0,1 0-1 0 0,-1-1 0 0 0,0 1 19 0 0,0 0-1 0 0,-1 0 0 0 0,1 0 0 0 0,0 0 0 0 0,0 1 0 0 0,0-1 0 0 0,-1 0 1 0 0,1 1-1 0 0,0-1 0 0 0,-1 1 0 0 0,1-1 0 0 0,0 1 0 0 0,-1 0 0 0 0,1-1 1 0 0,-1 1-1 0 0,1 0 0 0 0,-1 0 0 0 0,1 0 0 0 0,0 0 0 0 0,-1 0 0 0 0,1 0 1 0 0,-1 1-1 0 0,1-1 0 0 0,0 0 0 0 0,-3 2 0 0 0,-5 2-43 0 0,1 0-1 0 0,0 0 1 0 0,0 1 0 0 0,0 0-1 0 0,1 1 1 0 0,0-1 0 0 0,0 1-1 0 0,0 1 1 0 0,1 0 0 0 0,0 0-1 0 0,0 0 1 0 0,-6 10 0 0 0,9-13-29 0 0,0 0 1 0 0,0 1-1 0 0,1-1 1 0 0,0 1-1 0 0,0-1 1 0 0,0 1 0 0 0,1 0-1 0 0,-1 0 1 0 0,1 0-1 0 0,0 0 1 0 0,0-1 0 0 0,1 1-1 0 0,0 0 1 0 0,0 0-1 0 0,0 1 1 0 0,0-1 0 0 0,1 0-1 0 0,0-1 1 0 0,0 1-1 0 0,0 0 1 0 0,0 0 0 0 0,1 0-1 0 0,4 8 1 0 0,-5-11-12 0 0,0 0 0 0 0,1 0 0 0 0,-1-1 0 0 0,0 1 0 0 0,1-1 0 0 0,-1 1 0 0 0,1-1 0 0 0,-1 0 0 0 0,1 1 0 0 0,0-1 0 0 0,-1 0 0 0 0,1 0 0 0 0,0 0 0 0 0,0 0 0 0 0,0-1 0 0 0,0 1 0 0 0,0 0 0 0 0,0-1 0 0 0,3 1 0 0 0,-1-1-32 0 0,1 0 1 0 0,-1 0 0 0 0,0 0 0 0 0,0-1 0 0 0,1 0 0 0 0,-1 0 0 0 0,0 0 0 0 0,0 0 0 0 0,4-2 0 0 0,6-4-76 0 0,0 0 1 0 0,-1-1-1 0 0,0 0 1 0 0,14-12-1 0 0,5-8 22 0 0,-24 20 335 0 0,0 1-1 0 0,0-1 1 0 0,1 1-1 0 0,16-9 1 0 0,-29 50 2353 0 0,4-23-2464 0 0,1-1 0 0 0,0 0-1 0 0,0 0 1 0 0,1 0 0 0 0,3 11 0 0 0,-5-19-153 0 0,1 0 0 0 0,0 0 0 0 0,-1 0 0 0 0,1 1 0 0 0,0-1 1 0 0,0 0-1 0 0,0 0 0 0 0,1 0 0 0 0,-1 0 0 0 0,0-1 0 0 0,1 1 1 0 0,-1 0-1 0 0,1 0 0 0 0,0-1 0 0 0,-1 1 0 0 0,1-1 1 0 0,0 0-1 0 0,0 1 0 0 0,0-1 0 0 0,0 0 0 0 0,0 0 0 0 0,0 0 1 0 0,1 0-1 0 0,-1-1 0 0 0,0 1 0 0 0,0 0 0 0 0,1-1 0 0 0,2 1 1 0 0,0-2-1277 0 0,1-1-374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13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9218 0 0,'-1'3'284'0'0,"0"1"-1"0"0,0-1 1 0 0,0 1-1 0 0,1 0 1 0 0,-1-1-1 0 0,1 1 1 0 0,0-1-1 0 0,0 1 1 0 0,1 0-1 0 0,-1-1 1 0 0,2 6 0 0 0,-1 3 96 0 0,5 45 1179 0 0,2 0-1 0 0,16 56 0 0 0,-22-103-1347 0 0,-1 0 1 0 0,0 0-1 0 0,-1 1 0 0 0,0-1 1 0 0,-1 12-1 0 0,-1 13-71 0 0,5-23-2534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14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2 167 3225 0 0,'0'-1'446'0'0,"-1"-1"-1"0"0,1 1 1 0 0,0 0 0 0 0,0-1 0 0 0,-1 1 0 0 0,1 0 0 0 0,1-1-1 0 0,-1 1 1 0 0,0 0 0 0 0,0-1 0 0 0,0 1 0 0 0,1 0 0 0 0,-1-1 0 0 0,0 1-1 0 0,1 0 1 0 0,-1-1 0 0 0,2 0 0 0 0,15-28 1868 0 0,-5 9-2615 0 0,-8 12 244 0 0,0-1-1 0 0,1 1 1 0 0,1-1 0 0 0,10-13-1 0 0,-14 20 80 0 0,0 1-1 0 0,1-1 0 0 0,-1 1 1 0 0,1 0-1 0 0,-1 0 0 0 0,1 0 1 0 0,0 0-1 0 0,0 0 0 0 0,0 1 1 0 0,0-1-1 0 0,0 1 0 0 0,0 0 1 0 0,0 0-1 0 0,1 0 0 0 0,-1 0 1 0 0,0 1-1 0 0,1-1 0 0 0,5 1 1 0 0,11 0 1040 0 0,99 3 1827 0 0,-102-2-2624 0 0,1 2 1 0 0,-1 0-1 0 0,0 0 1 0 0,28 11-1 0 0,-44-14-244 0 0,0 1 0 0 0,0-1 0 0 0,0 1 0 0 0,0-1 0 0 0,0 1 0 0 0,0-1-1 0 0,0 1 1 0 0,-1-1 0 0 0,1 1 0 0 0,0 0 0 0 0,0-1 0 0 0,0 1 0 0 0,-1 0 0 0 0,1 0 0 0 0,0 0 0 0 0,-1 0 0 0 0,1-1 0 0 0,-1 1 0 0 0,1 0 0 0 0,-1 0-1 0 0,0 0 1 0 0,1 0 0 0 0,-1 0 0 0 0,0 0 0 0 0,0 0 0 0 0,1 0 0 0 0,-1 0 0 0 0,0 0 0 0 0,0 0 0 0 0,0 1 0 0 0,0-1 0 0 0,0 0 0 0 0,-1 0 0 0 0,1 0-1 0 0,0 0 1 0 0,0 0 0 0 0,-1 0 0 0 0,1 0 0 0 0,0 0 0 0 0,-1 0 0 0 0,1 0 0 0 0,-1-1 0 0 0,0 1 0 0 0,0 1 0 0 0,-4 6 61 0 0,0-1 0 0 0,-1 0 0 0 0,0 0 0 0 0,-8 7 0 0 0,10-10-42 0 0,-56 52 35 0 0,30-30-143 0 0,-35 41 0 0 0,55-56 28 0 0,5-6 32 0 0,1 0 0 0 0,-1 0 0 0 0,1 1 0 0 0,0-1 0 0 0,0 1 0 0 0,1 0 0 0 0,0 0 0 0 0,0 0 0 0 0,-4 12 0 0 0,7-18 8 0 0,0 1 0 0 0,0-1 0 0 0,0 1 0 0 0,0 0 0 0 0,0-1 0 0 0,0 1 0 0 0,1-1 0 0 0,-1 1 0 0 0,0 0-1 0 0,0-1 1 0 0,0 1 0 0 0,1-1 0 0 0,-1 1 0 0 0,0-1 0 0 0,1 1 0 0 0,-1-1 0 0 0,1 1 0 0 0,-1-1 0 0 0,0 1 0 0 0,1-1 0 0 0,-1 0 0 0 0,1 1 0 0 0,-1-1 0 0 0,1 0 0 0 0,-1 1 0 0 0,1-1 0 0 0,-1 0 0 0 0,1 1 0 0 0,0-1 0 0 0,-1 0 0 0 0,1 0 0 0 0,-1 0-1 0 0,1 0 1 0 0,0 0 0 0 0,-1 0 0 0 0,1 0 0 0 0,-1 0 0 0 0,1 0 0 0 0,0 0 0 0 0,-1 0 0 0 0,1 0 0 0 0,-1 0 0 0 0,1 0 0 0 0,0 0 0 0 0,-1-1 0 0 0,1 1 0 0 0,0 0 0 0 0,33-10 32 0 0,-31 8 1 0 0,38-15 386 0 0,0-3 1 0 0,37-25 0 0 0,-38 22-104 0 0,-28 17-209 0 0,0-1 1 0 0,-1 0-1 0 0,0-1 1 0 0,0 0-1 0 0,-1-1 1 0 0,0 0-1 0 0,0-1 1 0 0,-1 0-1 0 0,11-16 0 0 0,-7 9-1995 0 0,7 8-7706 0 0,-13 6 4766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14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132 304 3225 0 0,'7'-1'583'0'0,"-1"0"0"0"0,1 0 0 0 0,-1-1 0 0 0,0 0 0 0 0,0 0 0 0 0,1 0 0 0 0,-2-1 0 0 0,1 1 0 0 0,0-1 0 0 0,0-1 0 0 0,-1 1 0 0 0,7-6 0 0 0,4-5 898 0 0,0 1 1 0 0,20-24 0 0 0,-34 34-1347 0 0,1 0 1 0 0,0-1 0 0 0,-1 1 0 0 0,1 0 0 0 0,-1-1 0 0 0,0 1 0 0 0,0-1 0 0 0,0 0-1 0 0,-1 1 1 0 0,1-1 0 0 0,-1 0 0 0 0,0 0 0 0 0,0 0 0 0 0,0 0 0 0 0,-1 0 0 0 0,1 0-1 0 0,-1 0 1 0 0,0-1 0 0 0,0 1 0 0 0,0 0 0 0 0,-1 0 0 0 0,0 0 0 0 0,1 0 0 0 0,-2 0-1 0 0,1 0 1 0 0,0 0 0 0 0,-1 0 0 0 0,1 1 0 0 0,-1-1 0 0 0,0 0 0 0 0,-1 1 0 0 0,1 0-1 0 0,-4-5 1 0 0,1 1-37 0 0,-1 0 0 0 0,0 0 0 0 0,0 1 0 0 0,0 0 0 0 0,-1 1 0 0 0,0-1 0 0 0,0 1-1 0 0,0 0 1 0 0,-14-6 0 0 0,19 10-98 0 0,-1 0 0 0 0,1 0-1 0 0,-1 0 1 0 0,1 0 0 0 0,-1 0 0 0 0,1 1-1 0 0,-1-1 1 0 0,0 1 0 0 0,1 0-1 0 0,-1 0 1 0 0,0 0 0 0 0,1 0 0 0 0,-1 0-1 0 0,0 0 1 0 0,1 1 0 0 0,-1-1-1 0 0,1 1 1 0 0,-1 0 0 0 0,1 0 0 0 0,-1 0-1 0 0,1 0 1 0 0,-1 0 0 0 0,1 0-1 0 0,0 1 1 0 0,-1-1 0 0 0,1 1 0 0 0,0 0-1 0 0,0 0 1 0 0,0 0 0 0 0,1-1 0 0 0,-1 2-1 0 0,0-1 1 0 0,1 0 0 0 0,-1 0-1 0 0,-1 4 1 0 0,0 1-40 0 0,1-1-1 0 0,-1 1 0 0 0,2-1 1 0 0,-1 1-1 0 0,1 0 1 0 0,0 0-1 0 0,0 0 1 0 0,0 0-1 0 0,1 0 0 0 0,0 0 1 0 0,1-1-1 0 0,0 1 1 0 0,1 9-1 0 0,4 9-63 0 0,0 0 0 0 0,12 28 0 0 0,-7-25 66 0 0,2-1 1 0 0,0-1-1 0 0,2 0 0 0 0,26 35 0 0 0,82 86-99 0 0,-119-142 144 0 0,0-1 0 0 0,-1 1 0 0 0,1 0 0 0 0,-1 0 0 0 0,0 0 0 0 0,0 1 0 0 0,-1-1 0 0 0,0 0 0 0 0,1 1 0 0 0,-2 0 0 0 0,1 0 0 0 0,1 9 0 0 0,-3-12-2 0 0,0 1-1 0 0,0-1 0 0 0,0 1 1 0 0,-1-1-1 0 0,1 0 0 0 0,-1 1 1 0 0,0-1-1 0 0,0 0 0 0 0,0 1 1 0 0,0-1-1 0 0,-1 0 0 0 0,1 0 1 0 0,-1 0-1 0 0,0 0 0 0 0,0-1 1 0 0,0 1-1 0 0,0 0 0 0 0,0-1 1 0 0,0 1-1 0 0,-1-1 0 0 0,1 0 1 0 0,-1 0-1 0 0,-5 3 0 0 0,-2 2 41 0 0,-1-1 0 0 0,-1-1 0 0 0,1 0 1 0 0,-1 0-1 0 0,0-1 0 0 0,0-1 0 0 0,0 0 0 0 0,0-1 0 0 0,0 0 0 0 0,-1-1 0 0 0,1 0 0 0 0,-1-1 0 0 0,1 0 0 0 0,-20-3 0 0 0,24 2 19 0 0,0-1-1 0 0,1 1 1 0 0,0-1 0 0 0,-1-1-1 0 0,1 1 1 0 0,0-1-1 0 0,0 0 1 0 0,0-1-1 0 0,1 1 1 0 0,-1-2-1 0 0,1 1 1 0 0,0-1-1 0 0,0 1 1 0 0,1-2-1 0 0,-1 1 1 0 0,1-1-1 0 0,0 1 1 0 0,0-1 0 0 0,1-1-1 0 0,0 1 1 0 0,0-1-1 0 0,1 1 1 0 0,-1-1-1 0 0,-3-14 1 0 0,4 10 75 0 0,0 0 1 0 0,0-1 0 0 0,2 1 0 0 0,-1-1-1 0 0,2 1 1 0 0,-1-1 0 0 0,2 1-1 0 0,1-13 1 0 0,-1 17-114 0 0,0 1-1 0 0,1 0 1 0 0,0 0-1 0 0,0 0 0 0 0,1 0 1 0 0,-1 1-1 0 0,1-1 1 0 0,0 1-1 0 0,1-1 1 0 0,0 1-1 0 0,-1 0 1 0 0,2 0-1 0 0,-1 1 1 0 0,0-1-1 0 0,1 1 1 0 0,8-6-1 0 0,13-6-49 0 0,0 1-1 0 0,1 1 1 0 0,0 1-1 0 0,1 1 1 0 0,1 2-1 0 0,0 1 1 0 0,52-10-1 0 0,-57 14-250 0 0,19-3 389 0 0,-15 5-5190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16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31 6913 0 0,'-13'0'-162'0'0,"1"-1"-1"0"0,-20-3 0 0 0,27 3 209 0 0,1 0-1 0 0,0 0 1 0 0,0-1 0 0 0,0 1 0 0 0,0-1 0 0 0,0 0 0 0 0,0 0 0 0 0,0 0 0 0 0,0 0 0 0 0,-5-6-1 0 0,9 8 7 0 0,-1 0-1 0 0,1 0 1 0 0,0 0-1 0 0,0 0 0 0 0,0-1 1 0 0,0 1-1 0 0,0 0 0 0 0,-1 0 1 0 0,1 0-1 0 0,0 0 0 0 0,0 0 1 0 0,0 0-1 0 0,0 0 0 0 0,-1 0 1 0 0,1 0-1 0 0,0 0 0 0 0,0 0 1 0 0,0 0-1 0 0,-1 0 0 0 0,1 0 1 0 0,0 0-1 0 0,0 0 1 0 0,0 0-1 0 0,0 0 0 0 0,-1 0 1 0 0,1 0-1 0 0,0 0 0 0 0,0 0 1 0 0,0 0-1 0 0,-1 0 0 0 0,1 0 1 0 0,0 0-1 0 0,0 0 0 0 0,0 0 1 0 0,0 0-1 0 0,0 1 0 0 0,-1-1 1 0 0,1 0-1 0 0,0 0 0 0 0,-6 10 1025 0 0,1 11-26 0 0,3-7-949 0 0,1 1 1 0 0,0 0-1 0 0,1 0 0 0 0,1 0 1 0 0,0 0-1 0 0,2 0 1 0 0,-1 0-1 0 0,2-1 0 0 0,0 1 1 0 0,0-1-1 0 0,2 0 0 0 0,-1 0 1 0 0,2 0-1 0 0,0-1 0 0 0,12 17 1 0 0,-16-25-51 0 0,0 1 0 0 0,0 0 1 0 0,0 0-1 0 0,-1 0 0 0 0,0 1 0 0 0,0-1 1 0 0,1 13-1 0 0,2 51 780 0 0,-3-20-345 0 0,22 167-134 0 0,-22-196-232 0 0,-2-15 152 0 0,0 1 0 0 0,1-1 0 0 0,0 0 1 0 0,0 0-1 0 0,0 0 0 0 0,5 11 1 0 0,-6-16-238 0 0,0-1 1 0 0,0 0 0 0 0,0 1 0 0 0,0-1 0 0 0,0 0-1 0 0,0 1 1 0 0,0-1 0 0 0,0 0 0 0 0,0 1 0 0 0,-1-1 0 0 0,1 0-1 0 0,0 1 1 0 0,0-1 0 0 0,0 0 0 0 0,0 0 0 0 0,-1 1-1 0 0,1-1 1 0 0,0 0 0 0 0,0 0 0 0 0,-1 1 0 0 0,1-1-1 0 0,0 0 1 0 0,0 0 0 0 0,-1 0 0 0 0,1 1 0 0 0,0-1 0 0 0,-1 0-1 0 0,1 0 1 0 0,0 0 0 0 0,-1 0 0 0 0,1 0 0 0 0,0 0-1 0 0,-1 0 1 0 0,1 1 0 0 0,0-1 0 0 0,-1 0 0 0 0,1 0-1 0 0,0 0 1 0 0,-1-1 0 0 0,1 1 0 0 0,0 0 0 0 0,-1 0-1 0 0,1 0 1 0 0,0 0 0 0 0,-1 0 0 0 0,1 0 0 0 0,0 0 0 0 0,-1 0-1 0 0,1-1 1 0 0,0 1 0 0 0,0 0 0 0 0,-1 0 0 0 0,1 0-1 0 0,0-1 1 0 0,0 1 0 0 0,-1 0 0 0 0,1 0 0 0 0,0-1-1 0 0,0 1 1 0 0,-1-1 0 0 0,-3-16 76 0 0,0 0 0 0 0,1-1 0 0 0,-1-31 1 0 0,-1-5 94 0 0,-1-8 256 0 0,5-124-1 0 0,4 80-379 0 0,-6 45 366 0 0,6 75-485 0 0,0 0 1 0 0,1 0 0 0 0,1-1 0 0 0,10 22-1 0 0,-15-35 37 0 0,0 1 0 0 0,0-1 0 0 0,1 0 0 0 0,-1 1 0 0 0,0-1 0 0 0,0 0 0 0 0,0 1 0 0 0,1-1 0 0 0,-1 0 0 0 0,0 1 0 0 0,1-1 0 0 0,-1 0 0 0 0,0 1 0 0 0,1-1 0 0 0,-1 0 0 0 0,0 0 0 0 0,1 0 0 0 0,-1 0 0 0 0,1 1 0 0 0,-1-1 0 0 0,0 0 0 0 0,1 0 0 0 0,-1 0 0 0 0,1 0 0 0 0,-1 0 0 0 0,0 0 0 0 0,1 0 0 0 0,-1 0 0 0 0,1 0 0 0 0,-1 0 0 0 0,1 0 0 0 0,11-10 72 0 0,2-17 63 0 0,-10 12-51 0 0,0 0 0 0 0,-1 1 1 0 0,-1-1-1 0 0,0-25 1 0 0,-2 32-36 0 0,0 0 0 0 0,-1-1 1 0 0,0 1-1 0 0,0 0 0 0 0,0 0 1 0 0,-1 0-1 0 0,-1 0 1 0 0,1 0-1 0 0,-8-15 0 0 0,9 23-49 0 0,1 0 0 0 0,0 0 0 0 0,0 0 0 0 0,0-1 0 0 0,0 1 0 0 0,-1 0 0 0 0,1 0 0 0 0,0 0 0 0 0,0 0 0 0 0,0 0 0 0 0,0 0 0 0 0,-1-1-1 0 0,1 1 1 0 0,0 0 0 0 0,0 0 0 0 0,0 0 0 0 0,-1 0 0 0 0,1 0 0 0 0,0 0 0 0 0,0 0 0 0 0,-1 0 0 0 0,1 0 0 0 0,0 0 0 0 0,0 0 0 0 0,0 0 0 0 0,-1 0-1 0 0,1 0 1 0 0,0 0 0 0 0,0 0 0 0 0,-1 0 0 0 0,1 0 0 0 0,0 0 0 0 0,0 1 0 0 0,0-1 0 0 0,-1 0 0 0 0,1 0 0 0 0,0 0 0 0 0,0 0 0 0 0,0 0 0 0 0,0 1 0 0 0,-1-1-1 0 0,1 0 1 0 0,0 0 0 0 0,0 0 0 0 0,0 0 0 0 0,0 1 0 0 0,0-1 0 0 0,0 0 0 0 0,-1 0 0 0 0,1 0 0 0 0,0 1 0 0 0,0-1 0 0 0,0 0 0 0 0,0 0 0 0 0,0 1-1 0 0,0-1 1 0 0,0 0 0 0 0,0 0 0 0 0,0 0 0 0 0,0 1 0 0 0,-4 16 36 0 0,5 16-162 0 0,10 49 0 0 0,-3-22 31 0 0,-3-22 62 0 0,2 14 43 0 0,-3-1-1 0 0,-1 1 1 0 0,-6 52-1 0 0,0-88 333 0 0,0 0-3262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17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280 108 13907 0 0,'-5'-2'303'0'0,"-1"0"1"0"0,1-1-1 0 0,0 0 0 0 0,0 0 0 0 0,0 0 1 0 0,-7-8-1 0 0,10 9-187 0 0,0 0 0 0 0,0 0 0 0 0,0 0 1 0 0,0 0-1 0 0,0 0 0 0 0,1 0 0 0 0,0-1 0 0 0,-1 1 1 0 0,1-1-1 0 0,0 1 0 0 0,0-1 0 0 0,0 1 0 0 0,0-1 1 0 0,1 0-1 0 0,-1 1 0 0 0,0-5 0 0 0,2 5-63 0 0,-1 1 0 0 0,0 0 0 0 0,1 0 0 0 0,-1 0 0 0 0,1 0 0 0 0,-1 0-1 0 0,1-1 1 0 0,0 1 0 0 0,0 0 0 0 0,-1 0 0 0 0,1 1 0 0 0,0-1 0 0 0,0 0 0 0 0,0 0 0 0 0,0 0 0 0 0,0 0-1 0 0,0 1 1 0 0,0-1 0 0 0,0 0 0 0 0,0 1 0 0 0,0-1 0 0 0,1 1 0 0 0,-1 0 0 0 0,0-1 0 0 0,2 1 0 0 0,35-10 718 0 0,-31 9-584 0 0,5-1-109 0 0,0 1 0 0 0,0 1 0 0 0,0 0 0 0 0,0 0 0 0 0,-1 1-1 0 0,1 0 1 0 0,0 1 0 0 0,0 1 0 0 0,0 0 0 0 0,-1 1 0 0 0,21 8 0 0 0,-30-11-44 0 0,-1 0 0 0 0,1 0 0 0 0,0 0 0 0 0,0 0 0 0 0,-1 0 0 0 0,1 0 0 0 0,-1 0 0 0 0,1 0 0 0 0,-1 1 0 0 0,1-1 0 0 0,-1 1 0 0 0,0-1 0 0 0,0 1 0 0 0,0-1 0 0 0,0 1 0 0 0,0 0 0 0 0,0 0 0 0 0,0-1 0 0 0,0 1 0 0 0,-1 0 0 0 0,1 0 0 0 0,-1 0 0 0 0,1 0 0 0 0,-1 0 0 0 0,0 0 0 0 0,0 0 0 0 0,0 0 0 0 0,0 2 0 0 0,-1 0 78 0 0,0 1-1 0 0,-1 0 1 0 0,0-1 0 0 0,0 1 0 0 0,0-1 0 0 0,0 0 0 0 0,-1 0 0 0 0,1 0 0 0 0,-1 0-1 0 0,-5 5 1 0 0,-143 159-1389 0 0,139-158 1228 0 0,-9 13-124 0 0,20-23 175 0 0,1 1-1 0 0,0-1 0 0 0,-1 1 0 0 0,1 0 0 0 0,0 0 0 0 0,0-1 0 0 0,-1 1 0 0 0,1 0 0 0 0,0-1 0 0 0,0 1 0 0 0,0 0 0 0 0,0 0 0 0 0,0-1 0 0 0,0 1 0 0 0,0 0 0 0 0,0 0 1 0 0,0-1-1 0 0,0 1 0 0 0,1 0 0 0 0,-1 0 0 0 0,0-1 0 0 0,0 1 0 0 0,1 0 0 0 0,-1-1 0 0 0,0 1 0 0 0,1 0 0 0 0,-1-1 0 0 0,1 1 0 0 0,-1-1 0 0 0,1 1 0 0 0,-1-1 0 0 0,1 1 1 0 0,-1-1-1 0 0,2 2 0 0 0,29 20-56 0 0,0 0 1 0 0,58 28 0 0 0,4 3 755 0 0,-80-46-446 0 0,-8-4-202 0 0,0 0-1 0 0,0-1 1 0 0,-1 2 0 0 0,1-1 0 0 0,-1 0 0 0 0,5 6 0 0 0,-8-8-17 0 0,0 0 0 0 0,0 1 0 0 0,-1-1-1 0 0,1 0 1 0 0,0 0 0 0 0,-1 0 0 0 0,0 1 0 0 0,1-1-1 0 0,-1 0 1 0 0,1 0 0 0 0,-1 1 0 0 0,0-1-1 0 0,0 0 1 0 0,0 1 0 0 0,0-1 0 0 0,0 0 0 0 0,0 1-1 0 0,0-1 1 0 0,0 0 0 0 0,-1 0 0 0 0,1 1 0 0 0,0-1-1 0 0,-1 0 1 0 0,1 0 0 0 0,-1 1 0 0 0,1-1-1 0 0,-1 0 1 0 0,0 0 0 0 0,0 0 0 0 0,1 0 0 0 0,-1 0-1 0 0,-1 1 1 0 0,-10 12 230 0 0,0-1 0 0 0,-1 0-1 0 0,0-1 1 0 0,0-1 0 0 0,-21 13 0 0 0,-81 43 109 0 0,80-47-338 0 0,12-8-39 0 0,-1-1-1 0 0,1-2 1 0 0,-1 0 0 0 0,-1-1-1 0 0,-28 5 1 0 0,29-9-1285 0 0,1-1 1 0 0,0-1 0 0 0,-28-1 0 0 0,33-3-6508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19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12 349 10138 0 0,'-1'-1'77'0'0,"0"1"0"0"0,0-1 0 0 0,1 0-1 0 0,-1 1 1 0 0,0-1 0 0 0,1 1 0 0 0,-1-1 0 0 0,0 0-1 0 0,1 0 1 0 0,-1 1 0 0 0,1-1 0 0 0,-1 0 0 0 0,1 0-1 0 0,-1 0 1 0 0,1 1 0 0 0,0-1 0 0 0,-1 0 0 0 0,1 0-1 0 0,0 0 1 0 0,0 0 0 0 0,0 0 0 0 0,0 0-1 0 0,0 0 1 0 0,0 1 0 0 0,0-1 0 0 0,0 0 0 0 0,0 0-1 0 0,0 0 1 0 0,0 0 0 0 0,0 0 0 0 0,1 0 0 0 0,-1 0-1 0 0,1-1 1 0 0,15-39 648 0 0,-10 26-532 0 0,3-10 366 0 0,1 1 0 0 0,16-29 0 0 0,-22 45-428 0 0,1 1-1 0 0,0-1 1 0 0,0 1-1 0 0,1 0 1 0 0,0 1-1 0 0,0-1 1 0 0,0 1-1 0 0,1 0 1 0 0,0 1-1 0 0,11-7 1 0 0,9-3 143 0 0,1 1 1 0 0,0 2 0 0 0,35-11 0 0 0,-45 18-80 0 0,2 1 1 0 0,-1 0-1 0 0,0 2 0 0 0,1 0 0 0 0,-1 1 0 0 0,23 2 0 0 0,-27 0-40 0 0,1 0 0 0 0,-1 1 0 0 0,0 1 0 0 0,0 0 0 0 0,0 1 0 0 0,0 1 0 0 0,-1 0 0 0 0,0 1 0 0 0,0 1 0 0 0,0 0-1 0 0,-1 1 1 0 0,0 0 0 0 0,0 1 0 0 0,-1 1 0 0 0,-1 0 0 0 0,1 0 0 0 0,-1 1 0 0 0,16 22 0 0 0,43 70 500 0 0,18 23 82 0 0,-58-85-769 0 0,43 78 0 0 0,-21-31 80 0 0,-42-70-37 0 0,12 28 0 0 0,-6-12-17 0 0,-16-34-7 0 0,1 1 0 0 0,-1-1-1 0 0,0 0 1 0 0,0 1 0 0 0,1-1 0 0 0,-1 1-1 0 0,0-1 1 0 0,0 0 0 0 0,0 1 0 0 0,0-1-1 0 0,1 1 1 0 0,-1-1 0 0 0,0 0 0 0 0,0 1 0 0 0,0-1-1 0 0,0 1 1 0 0,0-1 0 0 0,0 1 0 0 0,0-1-1 0 0,0 0 1 0 0,0 1 0 0 0,-1-1 0 0 0,1 1-1 0 0,0-1 1 0 0,0 1 0 0 0,0-1 0 0 0,-10 0-810 0 0,-13-13-726 0 0,8-9-1362 0 0,6 5 549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19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652 89 13971 0 0,'-6'-5'373'0'0,"0"1"-1"0"0,1-1 1 0 0,0 0 0 0 0,0 0 0 0 0,-7-9-1 0 0,-21-21 1598 0 0,31 33-1823 0 0,0 1 1 0 0,-1-1-1 0 0,1 0 1 0 0,-1 1-1 0 0,0 0 1 0 0,0 0-1 0 0,1-1 1 0 0,-1 2-1 0 0,0-1 1 0 0,0 0-1 0 0,0 0 1 0 0,0 1-1 0 0,-5-1 1 0 0,-1 2-8 0 0,1-1 1 0 0,0 1 0 0 0,-1 1 0 0 0,1-1 0 0 0,0 1-1 0 0,0 1 1 0 0,0 0 0 0 0,0 0 0 0 0,0 0-1 0 0,-9 6 1 0 0,5-1-44 0 0,1 0 1 0 0,-1 0-1 0 0,2 2 0 0 0,-1-1 0 0 0,-13 17 0 0 0,-3 10-89 0 0,2 0 0 0 0,-40 75 0 0 0,60-101 4 0 0,0-2-13 0 0,-132 266 40 0 0,119-230-17 0 0,1 1 1 0 0,2 0-1 0 0,3 2 1 0 0,-10 63-1 0 0,17-70 326 0 0,1 41-1 0 0,4-78 207 0 0,1-2-1358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21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6 11690 0 0,'-3'-1'336'0'0,"0"0"0"0"0,0 0-1 0 0,0 0 1 0 0,0 0-1 0 0,-1 1 1 0 0,1 0-1 0 0,0-1 1 0 0,0 1-1 0 0,-4 0 1 0 0,6 1-227 0 0,0-1 1 0 0,0 1-1 0 0,-1-1 1 0 0,1 1-1 0 0,0-1 1 0 0,0 1-1 0 0,0 0 1 0 0,0-1 0 0 0,1 1-1 0 0,-1 0 1 0 0,0 0-1 0 0,0 0 1 0 0,0-1-1 0 0,0 1 1 0 0,1 0-1 0 0,-1 0 1 0 0,1 0-1 0 0,-1 0 1 0 0,0 1 0 0 0,1-1-1 0 0,0 0 1 0 0,-1 0-1 0 0,1 0 1 0 0,0 0-1 0 0,-1 0 1 0 0,1 1-1 0 0,0-1 1 0 0,0 2 0 0 0,-2 21 302 0 0,1 1-1 0 0,2 0 1 0 0,4 32 0 0 0,-1-5-230 0 0,11 457 370 0 0,-5-355-664 0 0,-1-47-97 0 0,-11-81-548 0 0,2-25 597 0 0,0 0 1 0 0,0 0-1 0 0,0 0 1 0 0,-1 0-1 0 0,1-1 1 0 0,0 1-1 0 0,-1 0 1 0 0,1 0-1 0 0,-1 0 1 0 0,1 0-1 0 0,-1-1 1 0 0,1 1-1 0 0,-1 0 1 0 0,1 0-1 0 0,-1-1 1 0 0,0 1-1 0 0,1-1 1 0 0,-1 1-1 0 0,0 0 1 0 0,0-1-1 0 0,1 1 1 0 0,-1-1-1 0 0,0 0 0 0 0,-1 1 1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1:21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 8266 0 0,'0'0'66'0'0,"-1"0"-1"0"0,1 0 1 0 0,-1 0 0 0 0,1-1 0 0 0,-1 1-1 0 0,1 0 1 0 0,0 0 0 0 0,-1 0 0 0 0,1 0-1 0 0,-1 0 1 0 0,1 0 0 0 0,-1 0 0 0 0,1 0 0 0 0,-1 0-1 0 0,1 0 1 0 0,-1 0 0 0 0,1 0 0 0 0,-1 0-1 0 0,1 0 1 0 0,-1 1 0 0 0,1-1 0 0 0,-1 0-1 0 0,1 0 1 0 0,-1 0 0 0 0,1 1 0 0 0,0-1 0 0 0,-1 0-1 0 0,1 1 1 0 0,-1-1 0 0 0,1 0 0 0 0,0 1-1 0 0,-1-1 1 0 0,1 1 0 0 0,0-1 0 0 0,0 0 0 0 0,-1 1-1 0 0,1-1 1 0 0,0 1 0 0 0,0-1 0 0 0,0 1-1 0 0,-1-1 1 0 0,1 1 0 0 0,0-1 0 0 0,0 1-1 0 0,0 0 1 0 0,-7 30 1739 0 0,5-24-1750 0 0,-3 21 438 0 0,2 0 1 0 0,0 0-1 0 0,2 0 1 0 0,2 30-1 0 0,19 113 1316 0 0,-18-154-1568 0 0,0-8-25 0 0,-1 1 1 0 0,2 0-1 0 0,-1 0 1 0 0,1-1-1 0 0,6 14 1 0 0,-8-21-168 0 0,0 0 1 0 0,0 0-1 0 0,0-1 1 0 0,0 1-1 0 0,0 0 0 0 0,0 0 1 0 0,1-1-1 0 0,-1 1 1 0 0,1-1-1 0 0,-1 1 1 0 0,1-1-1 0 0,-1 0 0 0 0,1 1 1 0 0,0-1-1 0 0,0 0 1 0 0,-1 0-1 0 0,1 0 0 0 0,0 0 1 0 0,0-1-1 0 0,0 1 1 0 0,0 0-1 0 0,0-1 1 0 0,0 0-1 0 0,0 1 0 0 0,1-1 1 0 0,-1 0-1 0 0,0 0 1 0 0,0 0-1 0 0,0 0 1 0 0,0 0-1 0 0,4-2 0 0 0,12-3 181 0 0,0-1 0 0 0,0-2 0 0 0,0 1 0 0 0,-1-2 0 0 0,-1 0 0 0 0,1-2 0 0 0,-1 1 0 0 0,-1-2 0 0 0,21-19 0 0 0,-5 0 191 0 0,-2-1 1 0 0,-1-1-1 0 0,26-40 0 0 0,-52 69-340 0 0,6-6 6 0 0,-1-1 0 0 0,10-22 0 0 0,-16 31-88 0 0,0-1 0 0 0,0 1 0 0 0,0 0 0 0 0,0-1 0 0 0,0 1 0 0 0,-1-1 1 0 0,1 1-1 0 0,-1-1 0 0 0,0 1 0 0 0,1-1 0 0 0,-1 0 0 0 0,-1 1 0 0 0,1-1 0 0 0,0 1 0 0 0,-1-1 0 0 0,1 1 0 0 0,-1-1 0 0 0,1 1 0 0 0,-1-1 1 0 0,0 1-1 0 0,-2-4 0 0 0,2 6-132 0 0,0-1 0 0 0,1 0-1 0 0,-1 0 1 0 0,0 1 0 0 0,0-1 0 0 0,0 1 0 0 0,0-1 0 0 0,0 1 0 0 0,0-1 0 0 0,0 1 0 0 0,0-1 0 0 0,0 1 0 0 0,0 0 0 0 0,0-1 0 0 0,0 1 0 0 0,0 0 0 0 0,0 0 0 0 0,0 0 0 0 0,0 0-1 0 0,0 0 1 0 0,-2 0 0 0 0,-7 1-1838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20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568 0 6913 0 0,'1'0'434'0'0,"1"1"0"0"0,-1-1 0 0 0,1 0 0 0 0,-1 0-1 0 0,1 1 1 0 0,-1-1 0 0 0,0 1 0 0 0,1 0 0 0 0,-1-1-1 0 0,0 1 1 0 0,0 0 0 0 0,1-1 0 0 0,-1 1-1 0 0,0 0 1 0 0,0 0 0 0 0,0 0 0 0 0,0 0 0 0 0,2 3-1 0 0,0 0-161 0 0,-1 0 0 0 0,1 0 0 0 0,0 1 0 0 0,-1 0 0 0 0,2 7 0 0 0,1 4-379 0 0,0 0 0 0 0,2 29 0 0 0,-3-13 240 0 0,-2 0 0 0 0,-1 0 0 0 0,-2 1 0 0 0,-1-1 1 0 0,-8 44-1 0 0,6-56-111 0 0,-1-1-1 0 0,-1 0 1 0 0,0-1 0 0 0,-1 1 0 0 0,-1-1 0 0 0,-1 0 0 0 0,-1-1-1 0 0,0 0 1 0 0,-1-1 0 0 0,-15 17 0 0 0,14-21 5 0 0,-1 0-1 0 0,0 0 1 0 0,-1-1 0 0 0,0-1-1 0 0,-1-1 1 0 0,-26 14-1 0 0,-100 35 709 0 0,125-53-589 0 0,-32 10-73 0 0,-2-1 1 0 0,-74 8-1 0 0,123-21-111 0 0,1-1 0 0 0,-1 0 0 0 0,1 0 0 0 0,-1 1 0 0 0,1-1 0 0 0,-1 0 0 0 0,0 0 0 0 0,1 0 0 0 0,-1 0 0 0 0,1 0 0 0 0,-1 0 0 0 0,1 0 0 0 0,-1 0 0 0 0,1 0 0 0 0,-1 0 0 0 0,0 0 0 0 0,1 0 0 0 0,-1-1 0 0 0,1 1 0 0 0,-1 0 0 0 0,1 0 0 0 0,-1-1 0 0 0,1 1 0 0 0,-1 0 0 0 0,1 0 0 0 0,-1-1 0 0 0,1 1 0 0 0,-1-1 1 0 0,1 1-1 0 0,0 0 0 0 0,-1-1 0 0 0,1 1 0 0 0,0-1 0 0 0,-1 1 0 0 0,1-1 0 0 0,0-10-5468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20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12 2304 0 0,'0'-4'5336'0'0,"-1"4"-5143"0"0,1-1 0 0 0,0 1 0 0 0,0-1 0 0 0,-1 1 0 0 0,1-1 0 0 0,0 1 0 0 0,-1 0 1 0 0,1-1-1 0 0,0 1 0 0 0,-1-1 0 0 0,1 1 0 0 0,0 0 0 0 0,-1 0 0 0 0,1-1 0 0 0,-1 1 0 0 0,1 0 0 0 0,-1 0 0 0 0,1-1 1 0 0,-1 1-1 0 0,1 0 0 0 0,-1 0 0 0 0,1 0 0 0 0,-1 0 0 0 0,1 0 0 0 0,-1 0 0 0 0,1 0 0 0 0,-1 0 0 0 0,1 0 0 0 0,-1 0 0 0 0,0 0 1 0 0,-12 5 112 0 0,0 0 1 0 0,0 1-1 0 0,1 0 1 0 0,0 1 0 0 0,0 0-1 0 0,1 1 1 0 0,0 1 0 0 0,0-1-1 0 0,-10 12 1 0 0,-87 102-379 0 0,88-97 269 0 0,14-18-105 0 0,1 1 1 0 0,0-1-1 0 0,-7 15 1 0 0,11-20-32 0 0,0 0 1 0 0,-1 1 0 0 0,2-1 0 0 0,-1 1 0 0 0,0-1 0 0 0,0 1 0 0 0,1-1-1 0 0,-1 1 1 0 0,1-1 0 0 0,0 1 0 0 0,0-1 0 0 0,0 1 0 0 0,0-1-1 0 0,0 1 1 0 0,1 0 0 0 0,-1-1 0 0 0,2 5 0 0 0,-1-6-14 0 0,0 1 0 0 0,1-1 1 0 0,-1 1-1 0 0,0-1 0 0 0,1 0 0 0 0,-1 0 0 0 0,1 1 1 0 0,-1-1-1 0 0,1 0 0 0 0,0 0 0 0 0,-1-1 1 0 0,1 1-1 0 0,0 0 0 0 0,0 0 0 0 0,-1-1 0 0 0,1 1 1 0 0,3-1-1 0 0,39 5 558 0 0,-27-3-360 0 0,13-1 95 0 0,-1-1 1 0 0,1 0-1 0 0,0-3 0 0 0,54-10 0 0 0,-77 11-313 0 0,0 1 0 0 0,0 0-1 0 0,0 0 1 0 0,0 1 0 0 0,1 0 0 0 0,-1 0 0 0 0,8 1 0 0 0,-15 0-88 0 0,1-1 1 0 0,-1 0 0 0 0,0 0-1 0 0,1 1 1 0 0,-1-1 0 0 0,1 0-1 0 0,-1 0 1 0 0,0 1 0 0 0,1-1-1 0 0,-1 0 1 0 0,0 1 0 0 0,1-1-1 0 0,-1 1 1 0 0,0-1 0 0 0,0 0-1 0 0,1 1 1 0 0,-1-1 0 0 0,0 1-1 0 0,0-1 1 0 0,0 1 0 0 0,0-1 0 0 0,0 1-1 0 0,0-1 1 0 0,1 1 0 0 0,-1-1-1 0 0,0 0 1 0 0,0 1 0 0 0,0-1-1 0 0,-1 1 1 0 0,1-1 0 0 0,0 1-1 0 0,0-1 1 0 0,0 1 0 0 0,0-1-1 0 0,0 1 1 0 0,0-1 0 0 0,-1 1-1 0 0,1-1 1 0 0,-1 1 0 0 0,-10 17-4733 0 0,6-10 2923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49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3225 0 0,'4'5'13469'0'0,"9"-4"-9299"0"0,19-2-5807 0 0,-25 0 3149 0 0,122-11 413 0 0,-83 6-1713 0 0,1 2-1 0 0,74 4 0 0 0,-120 0-281 0 0,7 0 60 0 0,-1 1 0 0 0,0 0 0 0 0,0 0 0 0 0,8 4 0 0 0,-14-5-108 0 0,0 0 0 0 0,-1 0 0 0 0,1 0-1 0 0,0 1 1 0 0,0-1 0 0 0,-1 0 0 0 0,1 1 0 0 0,0-1-1 0 0,-1 0 1 0 0,1 1 0 0 0,-1-1 0 0 0,1 1 0 0 0,0-1-1 0 0,-1 1 1 0 0,1-1 0 0 0,-1 1 0 0 0,0-1 0 0 0,1 1 0 0 0,-1 0-1 0 0,1-1 1 0 0,-1 1 0 0 0,0 0 0 0 0,1-1 0 0 0,-1 1-1 0 0,0 0 1 0 0,0-1 0 0 0,1 1 0 0 0,-1 0 0 0 0,0 0 0 0 0,0-1-1 0 0,0 1 1 0 0,0 0 0 0 0,0 0 0 0 0,0-1 0 0 0,0 1-1 0 0,0 0 1 0 0,-1 0 0 0 0,1-1 0 0 0,0 1 0 0 0,0 0-1 0 0,-1-1 1 0 0,1 1 0 0 0,0 0 0 0 0,-1-1 0 0 0,1 1 0 0 0,0 0-1 0 0,-1-1 1 0 0,1 1 0 0 0,-1-1 0 0 0,1 1 0 0 0,-1-1-1 0 0,0 2 1 0 0,-11 11-2156 0 0,-5 4-19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49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14283 0 0,'0'0'60'0'0,"0"0"1"0"0,0 1-1 0 0,0-1 0 0 0,0 0 0 0 0,0 0 1 0 0,0 0-1 0 0,0 0 0 0 0,-1 1 0 0 0,1-1 1 0 0,0 0-1 0 0,0 0 0 0 0,0 0 0 0 0,0 1 1 0 0,0-1-1 0 0,0 0 0 0 0,0 0 0 0 0,0 0 1 0 0,0 1-1 0 0,0-1 0 0 0,0 0 0 0 0,0 0 1 0 0,0 0-1 0 0,0 0 0 0 0,0 1 0 0 0,0-1 1 0 0,1 0-1 0 0,-1 0 0 0 0,0 0 0 0 0,0 0 1 0 0,0 1-1 0 0,0-1 0 0 0,0 0 0 0 0,0 0 1 0 0,0 0-1 0 0,1 0 0 0 0,-1 1 0 0 0,0-1 1 0 0,0 0-1 0 0,0 0 0 0 0,0 0 0 0 0,0 0 1 0 0,1 0-1 0 0,-1 0 0 0 0,0 0 0 0 0,0 0 1 0 0,0 0-1 0 0,1 0 0 0 0,-1 1 0 0 0,17 1 1547 0 0,27-5-467 0 0,-36 2-895 0 0,95-9 1912 0 0,158-35 0 0 0,-245 41-2252 0 0,-9 3-2 0 0,-1 0 1 0 0,0 0 0 0 0,1-1 0 0 0,-1 0-1 0 0,0 0 1 0 0,0 0 0 0 0,0-1-1 0 0,0 0 1 0 0,0 0 0 0 0,7-6-1 0 0,-10 4-549 0 0,-3 1-9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39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6 103 5065 0 0,'-5'2'8069'0'0,"17"-1"-3186"0"0,-6 0-6790 0 0,12-3 2252 0 0,0-1-1 0 0,-1 0 1 0 0,32-11 0 0 0,8-1 36 0 0,327-37 1305 0 0,-313 45-1583 0 0,61-3-1007 0 0,-135 12-1002 0 0,-8 0-3108 0 0,3-1-92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40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0 10106 0 0,'-5'7'538'0'0,"0"-1"0"0"0,1 1-1 0 0,-1-1 1 0 0,1 1 0 0 0,0 1 0 0 0,1-1-1 0 0,0 0 1 0 0,0 1 0 0 0,1 0 0 0 0,-2 9-1 0 0,-1 5 219 0 0,2 0-1 0 0,-2 33 1 0 0,11 159 26 0 0,1-15-704 0 0,-7 19-78 0 0,-2 72 0 0 0,-9 284 64 0 0,-1-290-7 0 0,6-208-50 0 0,-6 37 53 0 0,5-60 6 0 0,0 85 0 0 0,23 98 302 0 0,-16-231-290 0 0,0 0-1 0 0,1 0 0 0 0,0 0 1 0 0,0-1-1 0 0,0 1 0 0 0,0 0 1 0 0,4 6-1 0 0,-5-10-47 0 0,1 0 0 0 0,0 1 0 0 0,0-1 0 0 0,0 0 0 0 0,0 0 0 0 0,0 0 0 0 0,0 1 1 0 0,0-1-1 0 0,0 0 0 0 0,1 0 0 0 0,-1-1 0 0 0,0 1 0 0 0,1 0 0 0 0,-1 0 0 0 0,0-1 0 0 0,1 1 0 0 0,-1-1 0 0 0,1 1 1 0 0,-1-1-1 0 0,1 1 0 0 0,-1-1 0 0 0,1 0 0 0 0,0 0 0 0 0,-1 0 0 0 0,1 0 0 0 0,2 0 0 0 0,19-4 117 0 0,0-1 0 0 0,0 0 0 0 0,0-2-1 0 0,43-19 1 0 0,13-4 41 0 0,-18 15-93 0 0,1 2 0 0 0,72-6 1 0 0,-101 15-86 0 0,-8 2-82 0 0,-19 2 1 0 0,1 0 0 0 0,-1 0-1 0 0,0-1 1 0 0,0 0 0 0 0,1 0-1 0 0,-1-1 1 0 0,0 0 0 0 0,9-4-1 0 0,-15 6-67 0 0,1 0-1 0 0,-1-1 0 0 0,0 1 1 0 0,1 0-1 0 0,-1-1 1 0 0,0 1-1 0 0,1 0 0 0 0,-1-1 1 0 0,0 1-1 0 0,0-1 1 0 0,1 1-1 0 0,-1 0 0 0 0,0-1 1 0 0,0 1-1 0 0,0-1 1 0 0,0 1-1 0 0,0-1 0 0 0,0 1 1 0 0,0-1-1 0 0,0 1 1 0 0,0-1-1 0 0,0 1 0 0 0,0 0 1 0 0,0-1-1 0 0,0 1 1 0 0,0-1-1 0 0,0 1 0 0 0,0-1 1 0 0,0 0-79 0 0,-1-7-6277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40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96 5985 0 0,'-2'-1'7051'0'0,"0"-4"-3947"0"0,-6-12-3260 0 0,7 16 648 0 0,-1-4-413 0 0,0 0 1 0 0,-1 0-1 0 0,0 1 1 0 0,0-1-1 0 0,-1 1 1 0 0,1-1-1 0 0,-1 1 1 0 0,0 0-1 0 0,0 1 1 0 0,0-1-1 0 0,-1 1 1 0 0,1-1-1 0 0,-1 2 1 0 0,-8-5-1 0 0,10 6-25 0 0,0-1-1 0 0,0 1 0 0 0,0 0 0 0 0,-1 0 1 0 0,1 1-1 0 0,0-1 0 0 0,-1 1 0 0 0,1 0 1 0 0,-1 0-1 0 0,1 0 0 0 0,-1 0 0 0 0,1 0 1 0 0,0 1-1 0 0,-1-1 0 0 0,1 1 1 0 0,0 0-1 0 0,0 0 0 0 0,-1 0 0 0 0,1 1 1 0 0,0-1-1 0 0,0 1 0 0 0,0 0 0 0 0,-4 3 1 0 0,-7 7-33 0 0,1 1 1 0 0,0 1 0 0 0,1 0-1 0 0,0 0 1 0 0,2 1 0 0 0,-1 1-1 0 0,2 0 1 0 0,0 0 0 0 0,1 1-1 0 0,1 0 1 0 0,-8 24 0 0 0,-1 18-50 0 0,2 1 1 0 0,-7 64-1 0 0,18-105 21 0 0,1 1-1 0 0,1-1 1 0 0,0 0-1 0 0,1 0 1 0 0,2 1-1 0 0,2 19 1 0 0,-3-35 3 0 0,0 0-1 0 0,0 0 1 0 0,0 0 0 0 0,0-1-1 0 0,0 1 1 0 0,1 0 0 0 0,0 0 0 0 0,0-1-1 0 0,0 1 1 0 0,0-1 0 0 0,0 1-1 0 0,1-1 1 0 0,0 0 0 0 0,-1 0-1 0 0,1 0 1 0 0,0-1 0 0 0,1 1 0 0 0,-1-1-1 0 0,0 1 1 0 0,1-1 0 0 0,-1 0-1 0 0,1 0 1 0 0,0-1 0 0 0,-1 1-1 0 0,1-1 1 0 0,0 1 0 0 0,0-1 0 0 0,0-1-1 0 0,0 1 1 0 0,0 0 0 0 0,0-1-1 0 0,0 0 1 0 0,1 0 0 0 0,5-1-1 0 0,-3 0 0 0 0,0 0-1 0 0,1 0 0 0 0,-1-1 1 0 0,0 0-1 0 0,0-1 0 0 0,0 1 1 0 0,-1-1-1 0 0,1-1 1 0 0,-1 1-1 0 0,1-1 0 0 0,-1 0 1 0 0,0-1-1 0 0,0 1 0 0 0,7-9 1 0 0,5-7 72 0 0,-1 0 0 0 0,25-39 1 0 0,-24 32-23 0 0,29-42 189 0 0,-4-3 1 0 0,-2-1-1 0 0,38-101 1 0 0,-77 172-237 0 0,7-19 699 0 0,-5 18-136 0 0,-2 14-49 0 0,0 107 1074 0 0,-4 111-1037 0 0,1-218-523 0 0,-1 13-27 0 0,1 1 0 0 0,1-1 0 0 0,1 0 0 0 0,5 29 0 0 0,-6-52-591 0 0,2 6 967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42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505 135 14283 0 0,'-4'-9'250'0'0,"0"0"-1"0"0,-1 0 1 0 0,0 1 0 0 0,-1-1-1 0 0,0 1 1 0 0,0 0 0 0 0,-1 0-1 0 0,0 1 1 0 0,0 0 0 0 0,0 0-1 0 0,-1 1 1 0 0,0 0-1 0 0,-13-7 1 0 0,15 10-137 0 0,0 0 1 0 0,0 0-1 0 0,-1 1 0 0 0,1 0 0 0 0,-1 0 1 0 0,1 0-1 0 0,-1 1 0 0 0,0 0 0 0 0,0 0 1 0 0,0 1-1 0 0,1 0 0 0 0,-1 0 0 0 0,0 1 1 0 0,0-1-1 0 0,0 2 0 0 0,1-1 0 0 0,-1 1 1 0 0,1 0-1 0 0,-1 0 0 0 0,-9 5 0 0 0,2 1-49 0 0,1 1 0 0 0,0 0 0 0 0,0 1 0 0 0,1 0 0 0 0,0 1 0 0 0,1 0 0 0 0,0 1 0 0 0,1 0 0 0 0,0 1 0 0 0,1 0 0 0 0,-10 20 0 0 0,1 1-100 0 0,2 0 1 0 0,2 0-1 0 0,-17 64 1 0 0,22-66 102 0 0,2-1 0 0 0,2 1 0 0 0,1 0 0 0 0,1 1 0 0 0,2-1 0 0 0,1 0 0 0 0,1 1 0 0 0,10 52 0 0 0,-10-80-34 0 0,0 0 0 0 0,0-1 0 0 0,1 1 1 0 0,0 0-1 0 0,-1-1 0 0 0,2 1 1 0 0,-1-1-1 0 0,0 0 0 0 0,1 0 1 0 0,0 0-1 0 0,0 0 0 0 0,0 0 1 0 0,1-1-1 0 0,-1 1 0 0 0,5 2 1 0 0,-4-3-1 0 0,0-1 1 0 0,-1 0-1 0 0,1 0 1 0 0,0-1-1 0 0,0 1 1 0 0,1-1-1 0 0,-1 0 1 0 0,0 0-1 0 0,0 0 1 0 0,0-1-1 0 0,1 0 1 0 0,-1 1-1 0 0,0-2 1 0 0,1 1-1 0 0,-1 0 1 0 0,0-1-1 0 0,7-1 1 0 0,8-4 52 0 0,1 0-1 0 0,-1-1 1 0 0,0-1 0 0 0,0-1 0 0 0,-1 0 0 0 0,0-2-1 0 0,25-18 1 0 0,-21 11 69 0 0,0-1 0 0 0,-1 0 0 0 0,-1-1 0 0 0,33-44 0 0 0,-47 55-117 0 0,1-1 0 0 0,-2 0 0 0 0,7-13-1 0 0,-11 19-32 0 0,1 1 0 0 0,-1-1 0 0 0,0 0 0 0 0,0 0-1 0 0,0 0 1 0 0,0 0 0 0 0,-1 1 0 0 0,1-1 0 0 0,-1 0-1 0 0,0 0 1 0 0,-1 0 0 0 0,0-8 0 0 0,0 11-37 0 0,1 0 1 0 0,-1 0 0 0 0,1 0-1 0 0,-1 0 1 0 0,1 0-1 0 0,-1 1 1 0 0,0-1-1 0 0,1 0 1 0 0,-1 0-1 0 0,0 1 1 0 0,0-1 0 0 0,0 0-1 0 0,1 1 1 0 0,-1-1-1 0 0,0 1 1 0 0,0-1-1 0 0,0 1 1 0 0,0-1-1 0 0,0 1 1 0 0,0 0 0 0 0,0 0-1 0 0,-2-1 1 0 0,0 0-376 0 0,0 1 0 0 0,1 0 1 0 0,-1 0-1 0 0,0 0 0 0 0,0 0 0 0 0,0 0 1 0 0,-5 1-1 0 0,-5 3-1304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41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4 8754 0 0,'-1'0'289'0'0,"0"-1"0"0"0,0 1 0 0 0,0-1 0 0 0,0 1 0 0 0,0-1 0 0 0,0 1 0 0 0,0 0 1 0 0,-1 0-1 0 0,1-1 0 0 0,0 1 0 0 0,0 0 0 0 0,0 0 0 0 0,0 0 0 0 0,-1 0 0 0 0,1 0 0 0 0,0 1 0 0 0,0-1 0 0 0,0 0 1 0 0,0 0-1 0 0,0 1 0 0 0,-1-1 0 0 0,0 1 0 0 0,0 1-144 0 0,1-1 0 0 0,-1 0-1 0 0,1 0 1 0 0,0 1 0 0 0,0-1 0 0 0,0 1 0 0 0,0-1 0 0 0,0 1-1 0 0,0-1 1 0 0,0 1 0 0 0,0 0 0 0 0,0-1 0 0 0,0 3 0 0 0,-2 7-165 0 0,1 0 0 0 0,0-1 0 0 0,-1 23 0 0 0,3-27 405 0 0,-12 221 304 0 0,-11 113-414 0 0,19-265-210 0 0,3-48-33 0 0,-1 1-1 0 0,-8 38 1 0 0,10-64-34 0 0,-1 1-19 0 0,1 1 1 0 0,-1-1-1 0 0,0 0 0 0 0,0 0 1 0 0,0 1-1 0 0,-1-1 1 0 0,1 0-1 0 0,-1 0 1 0 0,-2 4-1 0 0,3-9-5 0 0,0 0 0 0 0,1 0 1 0 0,-1-1-1 0 0,1 1 0 0 0,0 0 0 0 0,0 0 1 0 0,0-1-1 0 0,0-3 0 0 0,14-117-265 0 0,-12 107 295 0 0,2 1 0 0 0,0 1 0 0 0,0-1 0 0 0,2 1 0 0 0,13-28 0 0 0,-15 36 29 0 0,-1 1 1 0 0,1 0-1 0 0,0 0 0 0 0,0 0 0 0 0,0 0 0 0 0,1 0 0 0 0,0 1 1 0 0,0 0-1 0 0,0 0 0 0 0,0 0 0 0 0,0 1 0 0 0,1 0 0 0 0,0 0 1 0 0,0 0-1 0 0,9-3 0 0 0,-5 4 35 0 0,-1 0 0 0 0,1 1 0 0 0,-1 0 1 0 0,1 0-1 0 0,-1 1 0 0 0,1 1 0 0 0,-1-1 0 0 0,1 2 0 0 0,17 4 0 0 0,-8-2 13 0 0,-1 1 0 0 0,1 1-1 0 0,-1 1 1 0 0,-1 0-1 0 0,1 2 1 0 0,-1 0-1 0 0,30 21 1 0 0,-40-24-48 0 0,-1-1-1 0 0,0 1 1 0 0,0 0-1 0 0,0 1 1 0 0,0-1-1 0 0,-1 1 1 0 0,0 0-1 0 0,-1 0 1 0 0,0 1-1 0 0,0 0 0 0 0,0-1 1 0 0,-1 1-1 0 0,0 0 1 0 0,-1 1-1 0 0,0-1 1 0 0,0 0-1 0 0,-1 1 1 0 0,0-1-1 0 0,0 1 1 0 0,-1 10-1 0 0,-1-9 84 0 0,0 0-1 0 0,-1 0 1 0 0,0 0-1 0 0,0 0 0 0 0,-1 0 1 0 0,-1 0-1 0 0,0 0 0 0 0,0-1 1 0 0,-1 0-1 0 0,0 0 0 0 0,0 0 1 0 0,-1 0-1 0 0,0-1 1 0 0,-1 0-1 0 0,-9 9 0 0 0,3-5 11 0 0,0-1 0 0 0,0 0-1 0 0,-1-1 1 0 0,0-1 0 0 0,-1 0-1 0 0,0-1 1 0 0,0-1-1 0 0,-25 9 1 0 0,17-8 45 0 0,0-1 0 0 0,0-2 1 0 0,0 0-1 0 0,-1-1 0 0 0,1-1 0 0 0,-27-1 0 0 0,42-2-170 0 0,0-1 0 0 0,0 0 0 0 0,0-1 0 0 0,0 1 0 0 0,1-1 0 0 0,-1-1 0 0 0,0 0 0 0 0,1 0 0 0 0,-10-5 0 0 0,12 4-117 0 0,0 1 0 0 0,0-1 0 0 0,0 0-1 0 0,0 0 1 0 0,1-1 0 0 0,0 1 0 0 0,0-1 0 0 0,0 0-1 0 0,1 0 1 0 0,-1 0 0 0 0,1-1 0 0 0,0 1 0 0 0,-3-10-1 0 0,-1-5-1464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43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248 808 2304 0 0,'-3'-1'837'0'0,"1"-1"-1"0"0,0 0 0 0 0,-1 1 0 0 0,1-1 0 0 0,0 0 0 0 0,0-1 1 0 0,1 1-1 0 0,-1 0 0 0 0,0 0 0 0 0,1-1 0 0 0,-1 1 0 0 0,0-4 1 0 0,-16-39 1930 0 0,6 15-1777 0 0,9 21-800 0 0,-2 1 0 0 0,1 0 0 0 0,-1 1 1 0 0,0-1-1 0 0,-12-13 0 0 0,16 20-168 0 0,0-1 0 0 0,-1 1-1 0 0,1 0 1 0 0,0 0 0 0 0,-1 0-1 0 0,1 0 1 0 0,-1 1 0 0 0,1-1-1 0 0,-1 0 1 0 0,1 0 0 0 0,-1 1-1 0 0,0-1 1 0 0,1 1 0 0 0,-1 0-1 0 0,0-1 1 0 0,1 1 0 0 0,-1 0-1 0 0,0 0 1 0 0,1 0 0 0 0,-1 0-1 0 0,0 0 1 0 0,1 0 0 0 0,-1 1-1 0 0,0-1 1 0 0,1 1 0 0 0,-1-1-1 0 0,0 1 1 0 0,1-1 0 0 0,-1 1-1 0 0,1 0 1 0 0,-1 0 0 0 0,1 0-1 0 0,0 0 1 0 0,-1 0 0 0 0,1 0-1 0 0,0 0 1 0 0,0 0 0 0 0,-1 0-1 0 0,0 2 1 0 0,-6 7 7 0 0,0-1 0 0 0,0 1-1 0 0,1 1 1 0 0,1 0 0 0 0,0 0-1 0 0,0 0 1 0 0,1 0 0 0 0,-6 19 0 0 0,4-7-23 0 0,1 0 0 0 0,2 1 0 0 0,-4 35 0 0 0,7-32 10 0 0,0 0 1 0 0,2 0 0 0 0,6 39-1 0 0,-5-53-10 0 0,0-1-1 0 0,1 1 0 0 0,1-1 0 0 0,0 0 0 0 0,1 0 0 0 0,0-1 0 0 0,1 1 0 0 0,0-1 0 0 0,11 15 0 0 0,-14-22-2 0 0,0-1-1 0 0,0 0 1 0 0,0 0 0 0 0,0 0 0 0 0,0 0-1 0 0,1-1 1 0 0,-1 1 0 0 0,1-1-1 0 0,-1 0 1 0 0,1 0 0 0 0,0 0-1 0 0,0 0 1 0 0,0-1 0 0 0,0 1-1 0 0,1-1 1 0 0,-1 0 0 0 0,0-1-1 0 0,0 1 1 0 0,1-1 0 0 0,-1 1-1 0 0,0-1 1 0 0,1-1 0 0 0,5 0-1 0 0,-4 0 3 0 0,0-1-1 0 0,1 0 0 0 0,-1 0 0 0 0,0-1 0 0 0,0 0 0 0 0,0 0 1 0 0,0 0-1 0 0,-1-1 0 0 0,1 0 0 0 0,-1 0 0 0 0,0 0 0 0 0,0 0 1 0 0,0-1-1 0 0,5-7 0 0 0,9-13-182 0 0,-2 0 0 0 0,-1-2 0 0 0,19-40 0 0 0,29-90 55 0 0,-53 128 135 0 0,12-29 6 0 0,-3-2 0 0 0,-3 0 0 0 0,-2 0 0 0 0,-3-2 0 0 0,-2 1-1 0 0,0-67 1 0 0,-9 19 550 0 0,4-85 1500 0 0,-5 169-1410 0 0,-3 21-273 0 0,-4 14-100 0 0,3 8-168 0 0,0-1 1 0 0,1 1 0 0 0,0 0-1 0 0,1 0 1 0 0,2 0-1 0 0,1 28 1 0 0,0-11-81 0 0,2 310 37 0 0,1 93 8 0 0,-4-376-34 0 0,3 1 0 0 0,3-1 0 0 0,3-1 0 0 0,19 71 0 0 0,-26-123-27 0 0,4 14-368 0 0,-4-21-130 0 0,-1-15-272 0 0,0-20-1584 0 0,-3 9 289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43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45 10594 0 0,'-13'-3'5518'0'0,"18"-3"-2939"0"0,15-5-2018 0 0,-1 6-226 0 0,0 0 1 0 0,1 1-1 0 0,-1 1 0 0 0,31 0 1 0 0,-24 1 101 0 0,10-1 63 0 0,53 4 0 0 0,-78-1-480 0 0,-1 1-1 0 0,1 1 0 0 0,-1 0 1 0 0,0 0-1 0 0,0 1 0 0 0,0 0 1 0 0,0 1-1 0 0,-1 0 0 0 0,18 10 0 0 0,-23-10 4 0 0,1 0 0 0 0,-1 0-1 0 0,0 0 1 0 0,0 0 0 0 0,0 1-1 0 0,-1-1 1 0 0,0 1 0 0 0,0 0-1 0 0,0 0 1 0 0,0 1 0 0 0,-1-1-1 0 0,0 0 1 0 0,0 1 0 0 0,0 0-1 0 0,1 8 1 0 0,1 10 98 0 0,-1 0 1 0 0,-1 36-1 0 0,-1-17-2 0 0,48 1161 489 0 0,-35-914-729 0 0,0-3-19 0 0,41 371 889 0 0,-50-616-565 0 0,-4-24-13 0 0,1 0 0 0 0,2-1 0 0 0,4 18 0 0 0,-10-32 222 0 0,-6-6-157 0 0,-7-7 28 0 0,-9-10-208 0 0,-1 2 1 0 0,-1 0 0 0 0,-1 2-1 0 0,-1 1 1 0 0,0 1-1 0 0,0 1 1 0 0,-2 1 0 0 0,1 2-1 0 0,-1 1 1 0 0,-1 2 0 0 0,1 0-1 0 0,-1 3 1 0 0,-1 0-1 0 0,-37 1 1 0 0,8 5-244 0 0,-59 0-1478 0 0,103-4 91 0 0,0-3-426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44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1 272 3681 0 0,'-1'3'1254'0'0,"7"-3"485"0"0,18-5 2387 0 0,31-11 1052 0 0,254-105-1897 0 0,-63 22-2193 0 0,-218 87-997 0 0,-21 8-301 0 0,1 1 1 0 0,0 0-1 0 0,0 0 0 0 0,0 1 0 0 0,1 0 0 0 0,13-2 0 0 0,-26 8-2380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44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 13187 0 0,'-20'59'650'0'0,"3"1"0"0"0,-16 101 0 0 0,22-99-76 0 0,-23 141 215 0 0,8 2 0 0 0,2 260-1 0 0,26-276-660 0 0,31 223-1 0 0,-24-350 321 0 0,3 0 0 0 0,32 97 0 0 0,-22-119 612 0 0,-10-19-425 0 0,-10-18-512 0 0,1 0-1 0 0,-1 0 0 0 0,1 0 0 0 0,-1 0 1 0 0,1 0-1 0 0,0 0 0 0 0,0-1 0 0 0,0 0 1 0 0,0 1-1 0 0,1-1 0 0 0,-1 0 1 0 0,1 0-1 0 0,-1-1 0 0 0,1 1 0 0 0,0-1 1 0 0,-1 0-1 0 0,1 0 0 0 0,0 0 0 0 0,0 0 1 0 0,0-1-1 0 0,0 1 0 0 0,7-1 1 0 0,8-1 44 0 0,0-1-1 0 0,0 0 1 0 0,29-8 0 0 0,-26 5 183 0 0,196-26 312 0 0,-96 17-538 0 0,-101 11-109 0 0,10-1 64 0 0,0-1 0 0 0,1-1 0 0 0,53-19 0 0 0,-81 24-367 0 0,-1-1 0 0 0,0 0 0 0 0,0 1 0 0 0,1-1 0 0 0,-1-1 0 0 0,5-3 1 0 0,-7 4-34 0 0,0 1 0 0 0,0 0 0 0 0,0 0 0 0 0,0-1 0 0 0,0 1 0 0 0,0-1 0 0 0,0 1 0 0 0,-1-1 1 0 0,1 1-1 0 0,0-1 0 0 0,-1 1 0 0 0,1-1 0 0 0,-1 1 0 0 0,0-1 0 0 0,0 0 0 0 0,1 1 1 0 0,-1-4-1 0 0,-2-8-7644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45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39 421 9674 0 0,'-2'-4'2366'0'0,"8"1"-583"0"0,14-2 457 0 0,-16 4-1741 0 0,6-1-214 0 0,22-7 760 0 0,0 0 1 0 0,57-27 0 0 0,-79 31-898 0 0,-1 0-1 0 0,0-1 1 0 0,0 0 0 0 0,0-1-1 0 0,0 0 1 0 0,-1 0 0 0 0,-1-1-1 0 0,1 0 1 0 0,-1-1-1 0 0,0 1 1 0 0,-1-1 0 0 0,10-19-1 0 0,-11 17-53 0 0,0 0-1 0 0,-1-1 0 0 0,0 1 0 0 0,-1-1 1 0 0,0 0-1 0 0,1-19 0 0 0,-3 23-60 0 0,-1-1 0 0 0,0 1 0 0 0,0 0-1 0 0,-1 0 1 0 0,0 0 0 0 0,0 0 0 0 0,-1 0 0 0 0,0 0-1 0 0,-1 0 1 0 0,-6-13 0 0 0,8 18-7 0 0,0 1 0 0 0,-1-1 0 0 0,1 1 0 0 0,-1 0-1 0 0,0 0 1 0 0,0 0 0 0 0,1 0 0 0 0,-2 0 0 0 0,1 0 0 0 0,0 0 0 0 0,0 1 0 0 0,0-1 0 0 0,-1 1 0 0 0,1-1 0 0 0,-1 1 0 0 0,1 0 0 0 0,-4-1-1 0 0,2 1-47 0 0,0 0-1 0 0,0 1 0 0 0,0-1 1 0 0,-1 1-1 0 0,1 0 0 0 0,0 0 1 0 0,0 1-1 0 0,-1-1 0 0 0,1 1 1 0 0,-5 1-1 0 0,-1 1-91 0 0,1 1 0 0 0,-1-1-1 0 0,1 2 1 0 0,0-1 0 0 0,0 1 0 0 0,1 1 0 0 0,0-1-1 0 0,-13 12 1 0 0,5 0 50 0 0,1 0 1 0 0,0 1-1 0 0,2 0 1 0 0,0 1-1 0 0,1 1 0 0 0,1 0 1 0 0,-15 38-1 0 0,15-28-5 0 0,1 0-1 0 0,2 1 1 0 0,1-1-1 0 0,1 2 1 0 0,-1 33 0 0 0,6-54 93 0 0,1-1 0 0 0,0 0 0 0 0,1 1 0 0 0,0-1 0 0 0,0 0 0 0 0,1 0 0 0 0,1 0 0 0 0,0 0 0 0 0,7 17 0 0 0,-7-21-5 0 0,0 0 0 0 0,0-1 0 0 0,1 1 1 0 0,0-1-1 0 0,0 0 0 0 0,1 0 1 0 0,-1-1-1 0 0,1 1 0 0 0,0-1 1 0 0,0 0-1 0 0,1 0 0 0 0,-1-1 0 0 0,1 1 1 0 0,-1-1-1 0 0,1 0 0 0 0,9 2 1 0 0,1 0 7 0 0,1-1 1 0 0,-1 0 0 0 0,1-1 0 0 0,0-1-1 0 0,0-1 1 0 0,-1-1 0 0 0,1 0 0 0 0,0-1-1 0 0,0 0 1 0 0,29-8 0 0 0,-32 6 26 0 0,-2-1-1 0 0,1 0 1 0 0,0 0-1 0 0,-1-2 1 0 0,0 0 0 0 0,0 0-1 0 0,0-1 1 0 0,-1 0-1 0 0,0-1 1 0 0,0 0 0 0 0,-1-1-1 0 0,0 0 1 0 0,-1-1 0 0 0,9-11-1 0 0,-13 8-370 0 0,-5 12 161 0 0,0 1 0 0 0,0 0-1 0 0,-1 0 1 0 0,1-1-1 0 0,0 1 1 0 0,0 0-1 0 0,0 0 1 0 0,-1-1-1 0 0,1 1 1 0 0,0 0-1 0 0,0 0 1 0 0,-1 0-1 0 0,1-1 1 0 0,0 1-1 0 0,0 0 1 0 0,-1 0-1 0 0,1 0 1 0 0,0 0-1 0 0,0 0 1 0 0,-1 0-1 0 0,1-1 1 0 0,0 1-1 0 0,-1 0 1 0 0,1 0-1 0 0,0 0 1 0 0,-1 0-1 0 0,1 0 1 0 0,0 0-1 0 0,-1 0 1 0 0,1 0-1 0 0,0 0 1 0 0,0 0 0 0 0,-1 1-1 0 0,1-1 1 0 0,0 0-1 0 0,-1 0 1 0 0,1 0-1 0 0,0 0 1 0 0,-1 0-1 0 0,1 0 1 0 0,0 1-1 0 0,-1-1 1 0 0,-7 4-6647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46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191 292 12243 0 0,'-9'-45'682'0'0,"-2"1"1"0"0,-2 0-1 0 0,-1 0 1 0 0,-24-46-1 0 0,38 88-647 0 0,-1 1-1 0 0,0-1 0 0 0,0 1 0 0 0,0-1 0 0 0,1 1 0 0 0,-1 0 0 0 0,0-1 1 0 0,-1 1-1 0 0,1 0 0 0 0,0 0 0 0 0,0 0 0 0 0,0 0 0 0 0,-1 0 1 0 0,1 0-1 0 0,0 0 0 0 0,-1 0 0 0 0,1 0 0 0 0,-1 1 0 0 0,1-1 1 0 0,-1 1-1 0 0,0-1 0 0 0,-1 0 0 0 0,2 2-5 0 0,-1-1 1 0 0,1 0-1 0 0,-1 1 1 0 0,1-1-1 0 0,-1 1 1 0 0,1 0-1 0 0,-1-1 1 0 0,1 1-1 0 0,0 0 0 0 0,-1 0 1 0 0,1 0-1 0 0,0 0 1 0 0,0 0-1 0 0,-1 0 1 0 0,1 0-1 0 0,0 0 1 0 0,0 1-1 0 0,0-1 0 0 0,1 0 1 0 0,-1 0-1 0 0,0 1 1 0 0,0-1-1 0 0,0 3 1 0 0,-7 14 69 0 0,0 1 0 0 0,1 1 1 0 0,2-1-1 0 0,0 1 0 0 0,0 0 0 0 0,-2 38 1 0 0,5 125 247 0 0,2-174-309 0 0,50 604 2188 0 0,-41-541-1499 0 0,10 163-213 0 0,-19-242-1161 0 0,-1 1 1 0 0,0-1-1 0 0,-1 1 0 0 0,-2-7 0 0 0,1 0-573 0 0,-5-12-914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46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10594 0 0,'1'1'239'0'0,"-1"0"-1"0"0,1 1 0 0 0,0-1 0 0 0,-1 0 1 0 0,1 0-1 0 0,0-1 0 0 0,0 1 0 0 0,0 0 1 0 0,-1 0-1 0 0,1 0 0 0 0,0-1 0 0 0,0 1 1 0 0,0 0-1 0 0,1-1 0 0 0,-1 1 1 0 0,0-1-1 0 0,0 1 0 0 0,0-1 0 0 0,0 1 1 0 0,0-1-1 0 0,1 0 0 0 0,0 1 0 0 0,32 7 2067 0 0,-32-8-2312 0 0,22 3 553 0 0,0 0 0 0 0,0-2-1 0 0,0-1 1 0 0,0-1 0 0 0,28-4 0 0 0,120-29 2381 0 0,-45 7-1767 0 0,-108 24-1346 0 0,25-6-100 0 0,-41 8-245 0 0,0 0 0 0 0,-1 0 0 0 0,1-1 1 0 0,-1 1-1 0 0,1 0 0 0 0,-1-1 0 0 0,0 0 0 0 0,3-2 0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53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2 104 7834 0 0,'-2'-4'4664'0'0,"2"4"-4585"0"0,8-9 1855 0 0,11-6-1267 0 0,25-2 231 0 0,49-12 0 0 0,-16 6-51 0 0,-74 22-828 0 0,0 0-1 0 0,0 0 1 0 0,0 0-1 0 0,0 0 1 0 0,0 0 0 0 0,1 1-1 0 0,-1 0 1 0 0,0 0-1 0 0,0 0 1 0 0,0 0-1 0 0,0 0 1 0 0,0 0 0 0 0,4 2-1 0 0,-6-2-9 0 0,1 1-1 0 0,-1 0 1 0 0,0 0-1 0 0,0 0 1 0 0,0 0 0 0 0,1 0-1 0 0,-1 0 1 0 0,0 1-1 0 0,0-1 1 0 0,0 0-1 0 0,-1 0 1 0 0,1 1 0 0 0,0-1-1 0 0,0 1 1 0 0,-1-1-1 0 0,1 1 1 0 0,-1-1-1 0 0,1 1 1 0 0,-1-1 0 0 0,0 1-1 0 0,1-1 1 0 0,-1 1-1 0 0,0-1 1 0 0,0 1 0 0 0,0 0-1 0 0,0-1 1 0 0,-1 2-1 0 0,-3 99 931 0 0,1-54-599 0 0,5 65 0 0 0,32 229 139 0 0,19 316-414 0 0,-51-597 128 0 0,3 0 0 0 0,3 0 0 0 0,2 0 0 0 0,3-1 0 0 0,26 74 0 0 0,-22-82-144 0 0,-2 1 0 0 0,-3 1-1 0 0,-3-1 1 0 0,-1 2 0 0 0,-3-1 0 0 0,-3 76-1 0 0,-7 133 16 0 0,5-214-111 0 0,-1 71 404 0 0,2-86-245 0 0,-1 10 445 0 0,-1-43-501 0 0,1 1 0 0 0,-1-1-1 0 0,0 0 1 0 0,1 0 0 0 0,-1 0 0 0 0,0 0-1 0 0,0 0 1 0 0,1 0 0 0 0,-1 0-1 0 0,0 0 1 0 0,0 0 0 0 0,0 0 0 0 0,0-1-1 0 0,0 1 1 0 0,-1 0 0 0 0,1-1-1 0 0,0 1 1 0 0,0 0 0 0 0,0-1 0 0 0,0 0-1 0 0,-1 1 1 0 0,1-1 0 0 0,0 0-1 0 0,-1 1 1 0 0,1-1 0 0 0,0 0 0 0 0,0 0-1 0 0,-3 0 1 0 0,-46-2 610 0 0,34 0-449 0 0,-20 3-308 0 0,1 1 0 0 0,-1 2 0 0 0,0 1 0 0 0,1 1 0 0 0,-40 14 0 0 0,72-19-14 0 0,-9 2-2016 0 0,4-3-2930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56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7370 0 0,'0'0'-126'0'0,"-10"7"142"0"0,-7 7 6450 0 0,17-14-6164 0 0,0 0-1 0 0,-1 1 1 0 0,1-1-1 0 0,0 1 1 0 0,-1-1-1 0 0,1 1 1 0 0,0-1-1 0 0,-1 1 1 0 0,1-1-1 0 0,0 1 1 0 0,0-1-1 0 0,-1 1 1 0 0,1-1-1 0 0,0 1 1 0 0,0-1-1 0 0,0 1 1 0 0,0-1-1 0 0,0 1 1 0 0,0 0-1 0 0,0 0-238 0 0,1-1 0 0 0,-1 1 0 0 0,0-1 1 0 0,1 1-1 0 0,-1-1 0 0 0,1 1 0 0 0,-1-1 0 0 0,1 0 0 0 0,-1 1 0 0 0,1-1 0 0 0,-1 0 0 0 0,1 1 0 0 0,-1-1 0 0 0,1 0 0 0 0,-1 0 0 0 0,1 1 0 0 0,0-1 0 0 0,-1 0 0 0 0,1 0 0 0 0,-1 0 0 0 0,1 0 0 0 0,0 0 0 0 0,0 0 0 0 0,8 1 49 0 0,-1 0 0 0 0,0 1 0 0 0,1 0 0 0 0,-1 1 0 0 0,0-1 0 0 0,0 2 0 0 0,0-1 0 0 0,-1 1 0 0 0,1 0 0 0 0,-1 1 0 0 0,0-1 0 0 0,9 9 0 0 0,-11-8-78 0 0,0 1 1 0 0,0 0-1 0 0,0 0 0 0 0,-1 0 0 0 0,0 0 0 0 0,0 1 0 0 0,0 0 0 0 0,-1-1 0 0 0,0 1 0 0 0,-1 0 1 0 0,1 1-1 0 0,-1-1 0 0 0,-1 0 0 0 0,2 10 0 0 0,-2 2-113 0 0,0 0-1 0 0,-1 1 1 0 0,-2-1-1 0 0,0 0 1 0 0,0 0 0 0 0,-2 0-1 0 0,-11 36 1 0 0,2-21-289 0 0,0 0 1 0 0,-3-1 0 0 0,-23 39 0 0 0,-1 7 140 0 0,35-68 287 0 0,5-10-17 0 0,-1 0 0 0 0,1 0 1 0 0,-1-1-1 0 0,1 1 0 0 0,-1 0 1 0 0,1 0-1 0 0,0 0 0 0 0,0 0 1 0 0,-1 0-1 0 0,1 0 0 0 0,0 0 0 0 0,0 0 1 0 0,0 0-1 0 0,0 0 0 0 0,0 0 1 0 0,0 0-1 0 0,0 0 0 0 0,0 0 1 0 0,1-1-1 0 0,-1 1 0 0 0,0 0 0 0 0,0 0 1 0 0,1 0-1 0 0,0 1 0 0 0,0-1 1 0 0,0 0 0 0 0,0-1 0 0 0,0 1 0 0 0,0-1 0 0 0,0 1 0 0 0,0-1-1 0 0,0 1 1 0 0,0-1 0 0 0,0 1 0 0 0,0-1 0 0 0,0 0 0 0 0,0 0 0 0 0,1 0-1 0 0,-1 0 1 0 0,0 0 0 0 0,0 0 0 0 0,2 0 0 0 0,7-1 117 0 0,1 0-1 0 0,0-2 1 0 0,15-4 0 0 0,-20 6-181 0 0,65-20 324 0 0,56-15 158 0 0,-87 23-398 0 0,-32 9-49 0 0,0 1 0 0 0,1 0 0 0 0,-1 1 0 0 0,1 0 1 0 0,-1 0-1 0 0,11 0 0 0 0,-19 2-81 0 0,0 0 0 0 0,0 0 0 0 0,0 0-1 0 0,0 0 1 0 0,0 0 0 0 0,1 0 0 0 0,-1 0 0 0 0,0 0-1 0 0,0 0 1 0 0,0 0 0 0 0,0 0 0 0 0,0 0 0 0 0,1 0-1 0 0,-1 0 1 0 0,0 0 0 0 0,0 0 0 0 0,0 0 0 0 0,0 0-1 0 0,0 0 1 0 0,1 0 0 0 0,-1 0 0 0 0,0 0 0 0 0,0 0-1 0 0,0 0 1 0 0,0 1 0 0 0,0-1 0 0 0,0 0 0 0 0,0 0-1 0 0,1 0 1 0 0,-1 0 0 0 0,0 0 0 0 0,0 0 0 0 0,0 0-1 0 0,0 0 1 0 0,0 1 0 0 0,0-1 0 0 0,0 0 0 0 0,0 0-1 0 0,0 0 1 0 0,0 0 0 0 0,0 0 0 0 0,0 1 0 0 0,0-1-1 0 0,0 0 1 0 0,0 0 0 0 0,0 0 0 0 0,0 0 0 0 0,0 0-1 0 0,0 1 1 0 0,0-1 0 0 0,0 0 0 0 0,0 0 0 0 0,0 0-1 0 0,0 2-805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56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 12443 0 0,'-8'6'5652'0'0,"1"0"-4209"0"0,-12 15-855 0 0,1 0 0 0 0,1 0 1 0 0,2 2-1 0 0,-20 35 1 0 0,-43 105 618 0 0,55-110-825 0 0,14-30-253 0 0,1 0-1 0 0,-8 43 1 0 0,6-25-1908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57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11979 0 0,'5'32'7151'0'0,"9"0"-4395"0"0,24 29-2546 0 0,-25-41 594 0 0,4 5-541 0 0,0-2-1 0 0,2 0 1 0 0,0-1 0 0 0,2 0 0 0 0,30 24 0 0 0,-37-34-800 0 0,20 17 1324 0 0,-15-20-3083 0 0,-1-9-4180 0 0,-7-2-405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57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9674 0 0,'0'5'996'0'0,"0"0"0"0"0,1 0 0 0 0,0-1 0 0 0,0 1 0 0 0,0 0 0 0 0,0 0 0 0 0,3 4 0 0 0,-1-2-284 0 0,0-1 1 0 0,0 0 0 0 0,1 1-1 0 0,6 6 1 0 0,-1-2-415 0 0,1-1 1 0 0,1 0-1 0 0,-1 0 0 0 0,16 10 1 0 0,-19-15-210 0 0,0 0 0 0 0,0 1 0 0 0,-1 0 0 0 0,0 0 0 0 0,0 0 0 0 0,0 1 0 0 0,-1 0 0 0 0,0 0 0 0 0,7 13 0 0 0,-10-13-91 0 0,1-1 0 0 0,-1 1 0 0 0,0 0 0 0 0,0 0 0 0 0,-1 0 0 0 0,0 0-1 0 0,-1 0 1 0 0,1 0 0 0 0,-1 0 0 0 0,0 0 0 0 0,-1 0 0 0 0,-1 9 0 0 0,-3 5-201 0 0,0 0 0 0 0,-2 0 1 0 0,0-1-1 0 0,-1 0 0 0 0,-12 21 1 0 0,-60 92-823 0 0,49-85 857 0 0,29-46 184 0 0,0 1 116 0 0,0 0 1 0 0,0 0-1 0 0,0 0 1 0 0,1 0 0 0 0,-1 1-1 0 0,1-1 1 0 0,0 0 0 0 0,0 1-1 0 0,-1 5 1 0 0,28-10 1250 0 0,112-43-577 0 0,177-82 0 0 0,-260 102-451 0 0,-45 20-357 0 0,-7 4-11 0 0,0-1-1 0 0,-1 0 1 0 0,1 0-1 0 0,0 0 0 0 0,-1-1 1 0 0,1 1-1 0 0,-1 0 1 0 0,1-1-1 0 0,-1 0 1 0 0,0 0-1 0 0,3-2 1 0 0,-9 0-2593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58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15467 0 0,'4'-2'280'0'0,"0"-1"-1"0"0,0 1 1 0 0,1 0 0 0 0,-1 0-1 0 0,1 0 1 0 0,-1 0-1 0 0,1 1 1 0 0,-1 0-1 0 0,1 0 1 0 0,7-1 0 0 0,4-1 85 0 0,12-3 283 0 0,0 1 1 0 0,55-2-1 0 0,-71 6-419 0 0,1 2 0 0 0,-1-1-1 0 0,1 2 1 0 0,-1 0 0 0 0,1 0 0 0 0,-1 1 0 0 0,0 0-1 0 0,0 1 1 0 0,12 6 0 0 0,-21-8-203 0 0,0 0 1 0 0,-1-1-1 0 0,1 1 1 0 0,-1 0-1 0 0,0 1 1 0 0,0-1-1 0 0,0 0 0 0 0,0 1 1 0 0,0-1-1 0 0,0 1 1 0 0,0-1-1 0 0,-1 1 1 0 0,0 0-1 0 0,1 0 1 0 0,-1-1-1 0 0,0 1 0 0 0,0 0 1 0 0,0 0-1 0 0,-1 0 1 0 0,1 1-1 0 0,-1-1 1 0 0,0 0-1 0 0,0 0 1 0 0,0 0-1 0 0,0 0 0 0 0,0 0 1 0 0,-1 0-1 0 0,1 0 1 0 0,-2 5-1 0 0,-2 6-89 0 0,0-1-1 0 0,-1 1 1 0 0,0-1-1 0 0,-1 0 1 0 0,-8 13-1 0 0,-238 395-1071 0 0,244-409 1293 0 0,5-7-63 0 0,-1-1 0 0 0,1 1 0 0 0,1 0 0 0 0,-1 0 0 0 0,1 1 0 0 0,0-1 1 0 0,0 0-1 0 0,0 1 0 0 0,1-1 0 0 0,-1 1 0 0 0,1 5 0 0 0,1-10-70 0 0,0 0 0 0 0,1 0 0 0 0,-1-1 0 0 0,1 1 0 0 0,-1 0 0 0 0,0-1 0 0 0,1 1 0 0 0,-1-1 0 0 0,1 1 0 0 0,0 0 0 0 0,-1-1 0 0 0,1 1 0 0 0,-1-1 0 0 0,1 0 0 0 0,0 1 0 0 0,-1-1 0 0 0,1 1 0 0 0,0-1 0 0 0,0 0 0 0 0,-1 0 0 0 0,1 1 0 0 0,0-1 1 0 0,0 0-1 0 0,-1 0 0 0 0,1 0 0 0 0,0 0 0 0 0,0 0 0 0 0,-1 0 0 0 0,1 0 0 0 0,0 0 0 0 0,0 0 0 0 0,0 0 0 0 0,1-1 0 0 0,29-5 126 0 0,-29 6-106 0 0,24-8 23 0 0,-2 0-1 0 0,1-2 1 0 0,-1 0 0 0 0,0-2-1 0 0,26-17 1 0 0,-13 3-1189 0 0,-1-1-1 0 0,40-39 1 0 0,-44 36-409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58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 12443 0 0,'-5'12'4764'0'0,"-11"7"-2588"0"0,8-11-1745 0 0,-155 214 2176 0 0,135-176-2237 0 0,2 1-1 0 0,1 2 1 0 0,-18 55 0 0 0,34-74-250 0 0,7-22-199 0 0,0 1 0 0 0,-1-1 0 0 0,0 0 0 0 0,-4 9 0 0 0,7-17 26 0 0,0 0 1 0 0,0 0-1 0 0,0-1 0 0 0,0 1 1 0 0,0 0-1 0 0,0 0 0 0 0,0 0 0 0 0,-1 0 1 0 0,1 0-1 0 0,0 0 0 0 0,0 0 1 0 0,0 0-1 0 0,0 0 0 0 0,0 0 1 0 0,0 0-1 0 0,0 0 0 0 0,0 0 0 0 0,0 0 1 0 0,0 0-1 0 0,-1 0 0 0 0,1 0 1 0 0,0 0-1 0 0,0 0 0 0 0,0 0 1 0 0,0 0-1 0 0,0 0 0 0 0,0 0 0 0 0,0 0 1 0 0,0 0-1 0 0,0 0 0 0 0,0 0 1 0 0,-1 0-1 0 0,1 0 0 0 0,0 0 0 0 0,0 0 1 0 0,0 0-1 0 0,0 0 0 0 0,0 1 1 0 0,0-1-1 0 0,0 0 0 0 0,0 0 1 0 0,0 0-1 0 0,0 0 0 0 0,0 0 0 0 0,0 0 1 0 0,0 0-1 0 0,0 0 0 0 0,0 0 1 0 0,0 0-1 0 0,0 0 0 0 0,0 1 1 0 0,-3-6-3085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58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17020 0 0,'13'21'970'0'0,"1"0"0"0"0,1-1 0 0 0,0-1 0 0 0,21 20 0 0 0,-3-2-515 0 0,0-1 673 0 0,75 62 1 0 0,47 19 234 0 0,-142-107-1384 0 0,-4-3-13 0 0,0-1-1 0 0,1 0 1 0 0,0 0 0 0 0,0-1-1 0 0,0 0 1 0 0,15 5 0 0 0,-22-9-207 0 0,0-1 0 0 0,1 1 0 0 0,-1-1 0 0 0,0 1 0 0 0,0-1 0 0 0,1 0 0 0 0,-1 0 0 0 0,0-1 0 0 0,1 1 0 0 0,-1 0 0 0 0,0-1 0 0 0,0 0 0 0 0,1 0 0 0 0,-1 0 0 0 0,0 0 0 0 0,0-1 0 0 0,0 1 0 0 0,0-1 0 0 0,-1 0-1 0 0,1 0 1 0 0,0 0 0 0 0,-1 0 0 0 0,1 0 0 0 0,-1 0 0 0 0,4-5 0 0 0,5-8-2135 0 0,0-3-22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59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 16187 0 0,'0'0'72'0'0,"1"1"0"0"0,-1-1-1 0 0,1 1 1 0 0,-1-1 0 0 0,1 0-1 0 0,-1 1 1 0 0,0 0 0 0 0,1-1-1 0 0,-1 1 1 0 0,1-1-1 0 0,-1 1 1 0 0,0-1 0 0 0,0 1-1 0 0,1 0 1 0 0,-1-1 0 0 0,0 1-1 0 0,0 0 1 0 0,0-1 0 0 0,0 1-1 0 0,0 0 1 0 0,0-1 0 0 0,0 1-1 0 0,0 0 1 0 0,0-1-1 0 0,0 1 1 0 0,0 1 0 0 0,-4 24-96 0 0,3-18 441 0 0,-119 1030 7962 0 0,118-1002-8401 0 0,1-9-850 0 0,-6 31-1 0 0,0-75-6810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00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2 319 6913 0 0,'-1'10'6159'0'0,"8"9"-4752"0"0,-4-13-499 0 0,16 45 1626 0 0,-12-37-1957 0 0,-2 0 0 0 0,0 1 0 0 0,4 19-1 0 0,-7-16-296 0 0,0 0 0 0 0,-2 0-1 0 0,-1 20 1 0 0,0-21-184 0 0,0 0 0 0 0,1 1-1 0 0,5 26 1 0 0,-5-43-87 0 0,0 1-1 0 0,0-1 1 0 0,0 1 0 0 0,1-1 0 0 0,-1 1-1 0 0,1-1 1 0 0,-1 1 0 0 0,1-1-1 0 0,-1 0 1 0 0,1 1 0 0 0,0-1-1 0 0,-1 0 1 0 0,1 1 0 0 0,0-1 0 0 0,0 0-1 0 0,0 0 1 0 0,0 0 0 0 0,0 0-1 0 0,0 0 1 0 0,1 0 0 0 0,-1 0 0 0 0,0 0-1 0 0,0 0 1 0 0,1-1 0 0 0,-1 1-1 0 0,0 0 1 0 0,1-1 0 0 0,1 1-1 0 0,1-1 29 0 0,-1 0 0 0 0,1 0-1 0 0,-1-1 1 0 0,0 1-1 0 0,1-1 1 0 0,-1 0 0 0 0,0 0-1 0 0,0 0 1 0 0,1-1-1 0 0,-1 1 1 0 0,0-1 0 0 0,3-2-1 0 0,44-23 123 0 0,2 1 0 0 0,1 3 1 0 0,1 2-1 0 0,1 3 0 0 0,107-22 0 0 0,155 8 239 0 0,-98 14 702 0 0,385-11-698 0 0,-172 31-86 0 0,-64-23 41 0 0,-194 7-36 0 0,242-31-10 0 0,-72-15 390 0 0,-237 39-1142 0 0,50-3 478 0 0,-128 21 7 0 0,0 2 0 0 0,0 1 0 0 0,42 5 0 0 0,-56-5 416 0 0,-24-6-156 0 0,-12-9-393 0 0,3-3 2 0 0,1-1-1 0 0,1-1 1 0 0,-22-35 0 0 0,32 45 44 0 0,0 0 0 0 0,1-1 1 0 0,0 1-1 0 0,1-1 0 0 0,0 0 1 0 0,1-1-1 0 0,0 1 0 0 0,1 0 1 0 0,0-1-1 0 0,0-13 0 0 0,3 19-236 0 0,0 15 102 0 0,-1-8 108 0 0,-1 2-381 0 0,1 0 267 0 0,-2 17-245 0 0,2-5-3841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01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1840 0 0,'-10'5'13428'0'0,"10"-4"-12844"0"0,-4 13 4258 0 0,6 25-6447 0 0,0-23 3414 0 0,2 155-120 0 0,-4-56-3650 0 0,0-112 1825 0 0,2 14-3305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01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14915 0 0,'-2'6'3502'0'0,"0"25"-2526"0"0,-5 78-261 0 0,-3 68-171 0 0,10-173-561 0 0,0 0-1 0 0,0 0 1 0 0,-1 0-1 0 0,1 0 0 0 0,-1 0 1 0 0,-2 4-1 0 0,3-7-223 0 0,-1 0 1 0 0,1 1-1 0 0,-1-1 0 0 0,1 0 0 0 0,-1 0 1 0 0,0 1-1 0 0,0-1 0 0 0,0 0 1 0 0,0 0-1 0 0,0 0 0 0 0,0 0 0 0 0,0 0 1 0 0,0 0-1 0 0,0-1 0 0 0,0 1 1 0 0,0 0-1 0 0,0 0 0 0 0,-1-1 0 0 0,1 1 1 0 0,-2 0-1 0 0,-5 0-1694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01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6449 0 0,'-3'1'301'0'0,"0"0"-1"0"0,1 1 0 0 0,-1-1 0 0 0,1 1 0 0 0,-1 0 0 0 0,1 0 0 0 0,0 0 0 0 0,0 0 1 0 0,0 0-1 0 0,0 0 0 0 0,0 1 0 0 0,0-1 0 0 0,1 0 0 0 0,-1 1 0 0 0,1 0 0 0 0,-1-1 1 0 0,1 1-1 0 0,0 0 0 0 0,0 0 0 0 0,1 0 0 0 0,-1-1 0 0 0,0 1 0 0 0,1 0 0 0 0,-1 4 1 0 0,0 10-79 0 0,0 0 0 0 0,1 0 0 0 0,3 18 0 0 0,-2-18 36 0 0,0 2-60 0 0,6 59 1026 0 0,-6-69-839 0 0,1 0 1 0 0,0-1-1 0 0,0 1 0 0 0,1-1 1 0 0,0 1-1 0 0,6 10 1 0 0,-6-15-237 0 0,-1-1 1 0 0,1 1-1 0 0,0-1 0 0 0,0 0 1 0 0,0 1-1 0 0,1-2 1 0 0,-1 1-1 0 0,1 0 1 0 0,-1-1-1 0 0,1 1 0 0 0,0-1 1 0 0,0 0-1 0 0,0 0 1 0 0,0-1-1 0 0,0 1 0 0 0,1-1 1 0 0,-1 0-1 0 0,0 0 1 0 0,1 0-1 0 0,-1-1 1 0 0,0 0-1 0 0,1 0 0 0 0,-1 0 1 0 0,1 0-1 0 0,-1 0 1 0 0,6-2-1 0 0,3 0 5 0 0,-1-1 0 0 0,0 0 0 0 0,0-1 0 0 0,0-1 1 0 0,0 1-1 0 0,-1-2 0 0 0,0 0 0 0 0,11-7 0 0 0,4-6 58 0 0,-1 0 0 0 0,0-2-1 0 0,-2-1 1 0 0,-1-1 0 0 0,33-42 0 0 0,-31 35-33 0 0,-13 19-84 0 0,-1-2-1 0 0,-1 1 1 0 0,0-1-1 0 0,10-21 1 0 0,-19 34-105 0 0,0 0 0 0 0,1 0 1 0 0,-1 0-1 0 0,0 0 0 0 0,0-1 0 0 0,0 1 0 0 0,0 0 0 0 0,0 0 1 0 0,0-1-1 0 0,1 1 0 0 0,-1 0 0 0 0,0 0 0 0 0,0 0 0 0 0,0-1 1 0 0,0 1-1 0 0,0 0 0 0 0,0 0 0 0 0,0-1 0 0 0,0 1 0 0 0,0 0 1 0 0,0 0-1 0 0,0-1 0 0 0,0 1 0 0 0,0 0 0 0 0,0 0 0 0 0,0-1 1 0 0,-1 1-1 0 0,1 0 0 0 0,0 0 0 0 0,0 0 0 0 0,0-1 0 0 0,0 1 1 0 0,0 0-1 0 0,0 0 0 0 0,-1 0 0 0 0,1-1 0 0 0,0 1 0 0 0,0 0 1 0 0,0 0-1 0 0,-1 0 0 0 0,1 0 0 0 0,0 0 0 0 0,0-1 0 0 0,0 1 1 0 0,-1 0-1 0 0,1 0 0 0 0,0 0 0 0 0,-17 3-467 0 0,-3 5-2090 0 0,7 0-4171 0 0,2-1-313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02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0 333 16676 0 0,'0'0'762'0'0,"15"-13"836"0"0,-9 9-1458 0 0,114-69 1604 0 0,-104 65-1547 0 0,0 1 0 0 0,0 1 0 0 0,1 0 0 0 0,0 1 0 0 0,0 1 0 0 0,18-2 0 0 0,-24 5-69 0 0,4-1 64 0 0,-1 1-1 0 0,16 0 1 0 0,-27 1-173 0 0,-1 0-1 0 0,1 0 1 0 0,0 0 0 0 0,0 1-1 0 0,0-1 1 0 0,0 1 0 0 0,-1 0-1 0 0,1 0 1 0 0,0 0 0 0 0,-1 0-1 0 0,1 0 1 0 0,-1 1 0 0 0,1-1 0 0 0,-1 1-1 0 0,1 0 1 0 0,3 3 0 0 0,-6-4-19 0 0,1 1 1 0 0,0-1 0 0 0,-1 1-1 0 0,1-1 1 0 0,-1 1-1 0 0,0 0 1 0 0,0-1 0 0 0,1 1-1 0 0,-1-1 1 0 0,0 1 0 0 0,0 0-1 0 0,0-1 1 0 0,-1 1-1 0 0,1-1 1 0 0,0 1 0 0 0,0 0-1 0 0,-2 1 1 0 0,-9 31-206 0 0,9-29 125 0 0,-27 67-533 0 0,-11 31 447 0 0,39-100 174 0 0,0 1 0 0 0,0-1-1 0 0,0 1 1 0 0,1-1-1 0 0,0 1 1 0 0,-1 0-1 0 0,1-1 1 0 0,1 7-1 0 0,-1-10 14 0 0,0 1 0 0 0,0-1 0 0 0,0 1 0 0 0,0 0 0 0 0,1-1-1 0 0,-1 1 1 0 0,0-1 0 0 0,0 1 0 0 0,1-1 0 0 0,-1 1 0 0 0,0-1 0 0 0,1 0-1 0 0,-1 1 1 0 0,1-1 0 0 0,-1 1 0 0 0,0-1 0 0 0,1 0 0 0 0,-1 1-1 0 0,1-1 1 0 0,-1 0 0 0 0,1 1 0 0 0,0-1 0 0 0,0 0-6 0 0,0 1 0 0 0,0-1-1 0 0,0 0 1 0 0,0 0 0 0 0,1 0 0 0 0,-1 0 0 0 0,0-1 0 0 0,0 1 0 0 0,0 0 0 0 0,0 0-1 0 0,0-1 1 0 0,0 1 0 0 0,0 0 0 0 0,0-1 0 0 0,2 0 0 0 0,14-10-39 0 0,-1 1 0 0 0,0-2 0 0 0,0 0 0 0 0,21-23 0 0 0,14-10-320 0 0,89-75-4767 0 0,24-19-4141 0 0,-59 65 6352 0 0,-82 60 5092 0 0,31-12 0 0 0,-53 25-1840 0 0,0 0 0 0 0,1 1 0 0 0,-1-1 0 0 0,0 1 0 0 0,0-1 0 0 0,0 1 0 0 0,1 0 0 0 0,-1-1 0 0 0,0 1-1 0 0,0 0 1 0 0,0 0 0 0 0,1 0 0 0 0,-1 0 0 0 0,0 0 0 0 0,1 0 0 0 0,-1 0 0 0 0,0 0 0 0 0,3 1 0 0 0,-4 0-147 0 0,1 0-1 0 0,-1 0 1 0 0,0 0-1 0 0,1 0 1 0 0,-1 0 0 0 0,0 0-1 0 0,0 0 1 0 0,0 0 0 0 0,0 0-1 0 0,0 0 1 0 0,0 0 0 0 0,0 0-1 0 0,0 0 1 0 0,0 0 0 0 0,0 0-1 0 0,0 0 1 0 0,-1 0 0 0 0,1 0-1 0 0,0 0 1 0 0,-1 0 0 0 0,1 0-1 0 0,-1-1 1 0 0,0 3 0 0 0,-16 37 829 0 0,-2-1 1 0 0,-1 0-1 0 0,-32 45 1 0 0,36-59-958 0 0,2 0 0 0 0,-19 50 0 0 0,21-45-1711 0 0,-29 51 0 0 0,37-77-226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02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8754 0 0,'1'3'813'0'0,"-1"0"1"0"0,1 1-1 0 0,-1-1 1 0 0,1 0-1 0 0,0 0 1 0 0,0 0-1 0 0,1 0 1 0 0,-1-1-1 0 0,4 6 1 0 0,19 26 1588 0 0,-17-24-2404 0 0,8 7 455 0 0,0 0-1 0 0,0-1 0 0 0,2-1 1 0 0,0 0-1 0 0,1-2 0 0 0,0 0 1 0 0,1 0-1 0 0,0-2 0 0 0,1 0 1 0 0,0-2-1 0 0,23 8 0 0 0,-2 3 32 0 0,-33-15-495 0 0,0 0 1 0 0,0-1 0 0 0,1 0-1 0 0,0-1 1 0 0,-1 0 0 0 0,1 0 0 0 0,0-1-1 0 0,14 2 1 0 0,-21-4-125 0 0,0-1 0 0 0,0 1 0 0 0,0 0 0 0 0,0-1 0 0 0,1 1 0 0 0,-1-1 0 0 0,0 1 0 0 0,0-1 0 0 0,0 0-1 0 0,0 0 1 0 0,0 0 0 0 0,0 0 0 0 0,-1 0 0 0 0,1-1 0 0 0,2-1 0 0 0,0-1-1023 0 0,-1 0 1 0 0,1 0-1 0 0,-1 0 0 0 0,0 0 0 0 0,4-8 1 0 0,-1-1-1305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03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12643 0 0,'1'0'39'0'0,"-1"0"0"0"0,0 0 1 0 0,0 0-1 0 0,0 0 0 0 0,0 0 0 0 0,0 0 1 0 0,0 0-1 0 0,0 0 0 0 0,1 0 1 0 0,-1 0-1 0 0,0 0 0 0 0,0 0 0 0 0,0 0 1 0 0,0 0-1 0 0,0 0 0 0 0,0 0 1 0 0,0 0-1 0 0,1 0 0 0 0,-1 0 0 0 0,0 0 1 0 0,0 0-1 0 0,0 0 0 0 0,0 0 0 0 0,0 1 1 0 0,0-1-1 0 0,0 0 0 0 0,0 0 1 0 0,1 0-1 0 0,-1 0 0 0 0,0 0 0 0 0,0 0 1 0 0,0 0-1 0 0,0 0 0 0 0,0 0 1 0 0,0 1-1 0 0,0-1 0 0 0,0 0 0 0 0,0 0 1 0 0,0 0-1 0 0,0 0 0 0 0,0 0 1 0 0,0 0-1 0 0,0 0 0 0 0,0 1 0 0 0,0-1 1 0 0,0 0-1 0 0,0 0 0 0 0,0 0 1 0 0,0 0-1 0 0,0 0 0 0 0,3 13 1551 0 0,-1 13 247 0 0,-3 147 2301 0 0,3 51-1768 0 0,3-140-1499 0 0,8 78 227 0 0,-13-159-1171 0 0,1-1 0 0 0,-1 0 1 0 0,1 0-1 0 0,0 1 0 0 0,-1-1 1 0 0,1 0-1 0 0,0 0 0 0 0,0 0 1 0 0,2 3-1 0 0,-3-5 28 0 0,0 0 0 0 0,0 0 0 0 0,0 0 0 0 0,1 0 1 0 0,-1 1-1 0 0,0-1 0 0 0,0 0 0 0 0,0 0 0 0 0,0 0 0 0 0,0 0 0 0 0,0 0 0 0 0,0 0 0 0 0,0 0 0 0 0,1 0 1 0 0,-1 0-1 0 0,0 0 0 0 0,0 1 0 0 0,0-1 0 0 0,0 0 0 0 0,0 0 0 0 0,1 0 0 0 0,-1 0 0 0 0,0 0 1 0 0,0 0-1 0 0,0 0 0 0 0,0 0 0 0 0,0 0 0 0 0,1 0 0 0 0,-1 0 0 0 0,0 0 0 0 0,0 0 0 0 0,0 0 0 0 0,0 0 1 0 0,0 0-1 0 0,1-1 0 0 0,-1 1 0 0 0,0 0 0 0 0,0 0 0 0 0,0 0 0 0 0,0 0 0 0 0,0 0 0 0 0,0 0 0 0 0,0 0 1 0 0,1 0-1 0 0,-1-1 0 0 0,3-13-3501 0 0,-2 1 1818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55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34 5985 0 0,'-6'-2'11741'0'0,"7"2"-11188"0"0,4-1-117 0 0,78-12 414 0 0,1 3-1 0 0,-1 3 1 0 0,131 8 0 0 0,-196-2-1116 0 0,-14 1 53 0 0,-1-1 0 0 0,0 1 0 0 0,1 0 0 0 0,-1 0 0 0 0,1 0 0 0 0,-1 1 0 0 0,0-1 0 0 0,1 1 0 0 0,-1 0 0 0 0,0 0 0 0 0,6 2 0 0 0,-7 2-2545 0 0,-3-1 1203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55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10594 0 0,'-3'4'364'0'0,"0"0"0"0"0,1 1 0 0 0,-1-1 0 0 0,1 1-1 0 0,0 0 1 0 0,0 0 0 0 0,1 0 0 0 0,-1 0 0 0 0,1 0 0 0 0,0 7-1 0 0,-45 314 2630 0 0,26 5-1594 0 0,-10 322-1103 0 0,7-285-509 0 0,18-92 271 0 0,1 0-63 0 0,4-168 127 0 0,1-61-19 0 0,-6 62 0 0 0,4-107 2 0 0,1 0 0 0 0,0 1 0 0 0,0-1 0 0 0,-1 0 0 0 0,2 1 0 0 0,-1-1-1 0 0,0 0 1 0 0,0 0 0 0 0,1 1 0 0 0,-1-1 0 0 0,1 0 0 0 0,-1 0 0 0 0,3 4 0 0 0,-2-4-7 0 0,0-1 1 0 0,0 0 0 0 0,0 0-1 0 0,1 0 1 0 0,-1-1-1 0 0,0 1 1 0 0,1 0 0 0 0,-1 0-1 0 0,0-1 1 0 0,1 1-1 0 0,-1 0 1 0 0,1-1 0 0 0,-1 0-1 0 0,1 1 1 0 0,-1-1 0 0 0,1 0-1 0 0,-1 0 1 0 0,1 0-1 0 0,-1 0 1 0 0,4 0 0 0 0,18 2 176 0 0,1 0 1 0 0,-1 2-1 0 0,44 13 1 0 0,-35-9-244 0 0,37 6-1 0 0,-42-11-186 0 0,-8 1-152 0 0,1-2 0 0 0,0 0 0 0 0,0-2 0 0 0,0 0 0 0 0,21-3-1 0 0,-36 0-2834 0 0,-4 1 1521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09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237 137 9586 0 0,'0'0'216'0'0,"6"-11"2076"0"0,-4 3 2344 0 0,-1 4-4419 0 0,-1-1 0 0 0,0 1 0 0 0,0-1 1 0 0,-1 0-1 0 0,1 1 0 0 0,-1-1 0 0 0,0 1 0 0 0,0 0 0 0 0,-1-1 0 0 0,1 1 0 0 0,-1 0 0 0 0,0 0 0 0 0,0-1 0 0 0,0 2 0 0 0,-1-1 0 0 0,-2-4 0 0 0,2 5-163 0 0,1 0-1 0 0,-1-1 0 0 0,0 1 1 0 0,0 1-1 0 0,0-1 0 0 0,0 0 0 0 0,-1 1 1 0 0,1-1-1 0 0,-1 1 0 0 0,1 0 1 0 0,-1 0-1 0 0,0 1 0 0 0,0-1 0 0 0,0 1 1 0 0,0 0-1 0 0,0 0 0 0 0,-7-1 1 0 0,7 2-48 0 0,1 0 0 0 0,0 1 0 0 0,-1-1 0 0 0,1 1 0 0 0,-1-1 0 0 0,1 1 1 0 0,0 0-1 0 0,0 1 0 0 0,-1-1 0 0 0,1 1 0 0 0,0-1 0 0 0,0 1 0 0 0,1 0 0 0 0,-1 0 1 0 0,0 0-1 0 0,0 0 0 0 0,1 1 0 0 0,0-1 0 0 0,-1 1 0 0 0,1-1 0 0 0,0 1 0 0 0,-2 3 1 0 0,-5 9-116 0 0,0 1 1 0 0,1 0 0 0 0,1 0-1 0 0,1 1 1 0 0,-9 32 0 0 0,5-4-90 0 0,-4 48 0 0 0,11-59 8 0 0,0 42 1 0 0,3-63 217 0 0,1 0 0 0 0,1-1 0 0 0,-1 1 0 0 0,2 0 0 0 0,0-1 0 0 0,7 18 0 0 0,-9-27-47 0 0,0 0 0 0 0,0 0 0 0 0,1 0 0 0 0,-1-1 0 0 0,1 1 0 0 0,0 0 0 0 0,-1-1 0 0 0,1 1 0 0 0,1-1 0 0 0,-1 1 0 0 0,0-1 0 0 0,0 0 0 0 0,1 0 0 0 0,-1 0 0 0 0,1-1 0 0 0,0 1 0 0 0,-1 0 0 0 0,1-1 0 0 0,0 0 0 0 0,0 0 0 0 0,0 1 0 0 0,0-2 0 0 0,0 1 0 0 0,0 0 0 0 0,0-1 0 0 0,1 1 0 0 0,-1-1 0 0 0,0 0 0 0 0,0 0-1 0 0,0 0 1 0 0,0-1 0 0 0,1 1 0 0 0,-1-1 0 0 0,0 1 0 0 0,3-2 0 0 0,3-1 13 0 0,-1-1-1 0 0,0 0 1 0 0,0 0-1 0 0,0 0 1 0 0,0-1-1 0 0,-1 0 1 0 0,1 0-1 0 0,-1-1 1 0 0,-1 0-1 0 0,1-1 1 0 0,6-7 0 0 0,9-16-8 0 0,-2-1 1 0 0,-1 0 0 0 0,24-58-1 0 0,-36 74 96 0 0,0-1 1 0 0,-1 0-1 0 0,-1 0 0 0 0,-1 0 1 0 0,0 0-1 0 0,2-31 0 0 0,-17 73 1197 0 0,4-1-1130 0 0,2 0 0 0 0,0 0 0 0 0,-1 32 0 0 0,5-43-217 0 0,1 0-1 0 0,0 0 1 0 0,1 0-1 0 0,1 0 1 0 0,0-1-1 0 0,1 1 1 0 0,8 21-1 0 0,5-6-4317 0 0,-9-22-1933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09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154 265 15235 0 0,'0'0'47'0'0,"0"0"0"0"0,-1 0 1 0 0,1 0-1 0 0,0 0 0 0 0,0 0 0 0 0,0 0 0 0 0,0 0 0 0 0,-1 1 0 0 0,1-1 0 0 0,0 0 0 0 0,0 0 0 0 0,0 0 0 0 0,0 0 0 0 0,0 0 1 0 0,-1 0-1 0 0,1 0 0 0 0,0 0 0 0 0,0 1 0 0 0,0-1 0 0 0,0 0 0 0 0,0 0 0 0 0,0 0 0 0 0,0 0 0 0 0,-1 0 0 0 0,1 1 1 0 0,0-1-1 0 0,0 0 0 0 0,0 0 0 0 0,0 0 0 0 0,0 0 0 0 0,0 1 0 0 0,0-1 0 0 0,0 0 0 0 0,0 0 0 0 0,0 0 0 0 0,0 0 1 0 0,0 1-1 0 0,0-1 0 0 0,0 0 0 0 0,0 0 0 0 0,0 0 0 0 0,0 0 0 0 0,0 1 0 0 0,0-1 0 0 0,0 0 0 0 0,0 0 0 0 0,1 0 0 0 0,-1 0 1 0 0,0 0-1 0 0,0 1 0 0 0,0-1 0 0 0,0 0 0 0 0,13 3 1329 0 0,17-4 5 0 0,-20-3-1095 0 0,0 0-1 0 0,1-1 1 0 0,-2 0 0 0 0,1-1-1 0 0,0 0 1 0 0,-1 0-1 0 0,0-1 1 0 0,-1 0-1 0 0,12-12 1 0 0,9-7 327 0 0,-25 23-576 0 0,-1-1 1 0 0,1 1-1 0 0,-1 0 0 0 0,0-1 0 0 0,0 0 0 0 0,0 0 1 0 0,0 0-1 0 0,-1 0 0 0 0,0 0 0 0 0,0 0 1 0 0,0 0-1 0 0,0-1 0 0 0,0 1 0 0 0,-1-1 0 0 0,0 0 1 0 0,0 1-1 0 0,0-1 0 0 0,-1 0 0 0 0,1 0 0 0 0,-2-5 1 0 0,1 6-2 0 0,-1 0 0 0 0,0 0 0 0 0,0 0 1 0 0,0 0-1 0 0,0 0 0 0 0,-1 1 0 0 0,1-1 0 0 0,-1 0 1 0 0,0 0-1 0 0,0 1 0 0 0,-1 0 0 0 0,1-1 1 0 0,-1 1-1 0 0,0 0 0 0 0,1 0 0 0 0,-2 0 1 0 0,1 0-1 0 0,0 1 0 0 0,0 0 0 0 0,-1-1 0 0 0,1 1 1 0 0,-1 0-1 0 0,-5-2 0 0 0,5 3-70 0 0,1 0 0 0 0,-1 0-1 0 0,0 0 1 0 0,1 0 0 0 0,-1 1 0 0 0,0-1-1 0 0,1 1 1 0 0,-1 0 0 0 0,0 0 0 0 0,1 0 0 0 0,-1 1-1 0 0,0-1 1 0 0,1 1 0 0 0,-1 0 0 0 0,0 0-1 0 0,1 0 1 0 0,0 1 0 0 0,-1-1 0 0 0,1 1-1 0 0,0 0 1 0 0,-6 3 0 0 0,-4 5-211 0 0,1 0 0 0 0,0 1 0 0 0,-18 20 0 0 0,23-23 162 0 0,-11 13 107 0 0,2 1 1 0 0,0 0-1 0 0,1 1 1 0 0,2 0 0 0 0,0 1-1 0 0,2 1 1 0 0,0 0-1 0 0,2 0 1 0 0,1 1-1 0 0,0 0 1 0 0,-3 35-1 0 0,9-52-36 0 0,1-1 1 0 0,1 1-1 0 0,0 0 0 0 0,0-1 0 0 0,0 1 0 0 0,1 0 0 0 0,1-1 0 0 0,-1 1 0 0 0,1-1 0 0 0,1 1 0 0 0,3 8 0 0 0,-4-13 2 0 0,1 1 0 0 0,-1-1 0 0 0,1 0 0 0 0,0 0 0 0 0,0 0 0 0 0,0-1 0 0 0,1 1 0 0 0,-1-1 1 0 0,1 0-1 0 0,0 1 0 0 0,0-2 0 0 0,0 1 0 0 0,0 0 0 0 0,1-1 0 0 0,-1 0 0 0 0,1 0 1 0 0,-1 0-1 0 0,1-1 0 0 0,0 1 0 0 0,-1-1 0 0 0,6 0 0 0 0,1 0 17 0 0,0 0 1 0 0,0-1-1 0 0,0 0 0 0 0,0-1 1 0 0,0-1-1 0 0,-1 0 0 0 0,1 0 1 0 0,-1-1-1 0 0,1 0 0 0 0,-1-1 1 0 0,0 0-1 0 0,0 0 0 0 0,0-1 1 0 0,11-9-1 0 0,7-4 30 0 0,-1-2-1 0 0,-2-1 1 0 0,33-33-1 0 0,14-32-5590 0 0,-67 81 4123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09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0 217 17252 0 0,'0'0'844'0'0,"12"-6"208"0"0,71-35 811 0 0,117-38 1 0 0,-29 12-1823 0 0,-155 60-225 0 0,22-9-3041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10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11058 0 0,'-1'0'233'0'0,"0"1"-1"0"0,0-1 1 0 0,0 1-1 0 0,0 0 0 0 0,0-1 1 0 0,0 1-1 0 0,0 0 1 0 0,0 0-1 0 0,0 0 1 0 0,0 0-1 0 0,1 0 0 0 0,-1 0 1 0 0,0 0-1 0 0,1 0 1 0 0,-1 0-1 0 0,0 0 0 0 0,1 0 1 0 0,-1 0-1 0 0,1 0 1 0 0,0 1-1 0 0,-1-1 1 0 0,1 0-1 0 0,0 0 0 0 0,0 0 1 0 0,0 2-1 0 0,-6 40 1382 0 0,5-36-1546 0 0,-23 449 2984 0 0,25-411-2857 0 0,1 0-1 0 0,2 0 0 0 0,11 52 1 0 0,-14-95-239 0 0,6 24-109 0 0,-7-25 85 0 0,0 0 0 0 0,1-1 0 0 0,-1 1 0 0 0,0 0 0 0 0,0-1 0 0 0,1 1 0 0 0,-1 0 0 0 0,0 0 0 0 0,1-1 0 0 0,-1 1 0 0 0,1-1 0 0 0,-1 1 0 0 0,1 0 0 0 0,-1-1 0 0 0,1 1 0 0 0,-1-1 0 0 0,1 1 0 0 0,0-1 0 0 0,-1 1 0 0 0,1-1 0 0 0,0 0 0 0 0,-1 1 0 0 0,1-1 0 0 0,0 0 0 0 0,-1 1 0 0 0,1-1 0 0 0,0 0 0 0 0,1 0 0 0 0,1-2-1511 0 0,0-4-386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10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53 11058 0 0,'-13'-17'2109'0'0,"-6"-7"2151"0"0,18 23-4113 0 0,0 0 1 0 0,0 0-1 0 0,-1 0 0 0 0,1 0 1 0 0,0 0-1 0 0,0 0 0 0 0,0 1 1 0 0,-1-1-1 0 0,1 0 0 0 0,0 1 1 0 0,-1-1-1 0 0,1 1 0 0 0,0-1 1 0 0,-1 1-1 0 0,-2-1 0 0 0,3 1-95 0 0,1 1 1 0 0,-1-1-1 0 0,0 0 0 0 0,1 1 0 0 0,-1-1 0 0 0,0 0 0 0 0,1 1 0 0 0,-1-1 1 0 0,0 1-1 0 0,1-1 0 0 0,-1 1 0 0 0,1-1 0 0 0,-1 1 0 0 0,1-1 0 0 0,-1 1 1 0 0,1 0-1 0 0,-1-1 0 0 0,1 1 0 0 0,0 0 0 0 0,-1-1 0 0 0,1 1 0 0 0,0 0 1 0 0,0 0-1 0 0,0-1 0 0 0,-1 1 0 0 0,1 0 0 0 0,0 0 0 0 0,0-1 0 0 0,0 2 1 0 0,-2 29 358 0 0,2-25-361 0 0,3 162 162 0 0,-1 32-373 0 0,-25 30-575 0 0,52-319-374 0 0,-26 76 1242 0 0,0 1 0 0 0,0 0 0 0 0,1 0 0 0 0,6-12 0 0 0,-9 21-79 0 0,1 0-1 0 0,0 0 1 0 0,0 0 0 0 0,0 0-1 0 0,0 1 1 0 0,0-1 0 0 0,0 1-1 0 0,1 0 1 0 0,-1-1 0 0 0,1 1-1 0 0,-1 0 1 0 0,1 0-1 0 0,0 1 1 0 0,0-1 0 0 0,0 0-1 0 0,0 1 1 0 0,0 0 0 0 0,0 0-1 0 0,0 0 1 0 0,5-1 0 0 0,0 1 43 0 0,1 1 1 0 0,0 0 0 0 0,0 0-1 0 0,-1 1 1 0 0,1 0-1 0 0,0 0 1 0 0,-1 1 0 0 0,1 0-1 0 0,-1 1 1 0 0,0 0 0 0 0,0 0-1 0 0,9 5 1 0 0,-6-2-104 0 0,-1 0 1 0 0,0 0-1 0 0,-1 1 0 0 0,1 0 1 0 0,-1 0-1 0 0,-1 1 0 0 0,1 1 1 0 0,10 14-1 0 0,-16-20 36 0 0,-1 1 1 0 0,0-1 0 0 0,0 1-1 0 0,0-1 1 0 0,-1 1-1 0 0,1 0 1 0 0,-1 0 0 0 0,0 0-1 0 0,0 0 1 0 0,0 0-1 0 0,-1 0 1 0 0,1 0 0 0 0,-1 0-1 0 0,0 1 1 0 0,-1 6-1 0 0,0-4-13 0 0,0 0 0 0 0,-1-1 0 0 0,0 1 0 0 0,-1 0-1 0 0,0-1 1 0 0,0 0 0 0 0,0 1 0 0 0,-7 8 0 0 0,-1 1 42 0 0,-2-1 0 0 0,0-1 0 0 0,0 0 0 0 0,-1-1 0 0 0,-30 21 0 0 0,39-30-95 0 0,0-1 0 0 0,0 0 0 0 0,0 0 0 0 0,0-1 0 0 0,-1 0 0 0 0,1 0 0 0 0,-1 0 0 0 0,0 0 0 0 0,1-1 0 0 0,-1 0 0 0 0,0 0 0 0 0,0-1 0 0 0,0 1 0 0 0,0-1 0 0 0,-6-1 0 0 0,12 1-31 0 0,0 0 1 0 0,0 0-1 0 0,-1 0 0 0 0,1 0 1 0 0,0-1-1 0 0,0 1 0 0 0,0 0 1 0 0,-1 0-1 0 0,1 0 0 0 0,0 0 1 0 0,0-1-1 0 0,0 1 0 0 0,0 0 0 0 0,0 0 1 0 0,-1 0-1 0 0,1-1 0 0 0,0 1 1 0 0,0 0-1 0 0,0 0 0 0 0,0 0 1 0 0,0-1-1 0 0,0 1 0 0 0,0 0 1 0 0,0 0-1 0 0,0-1 0 0 0,0 1 1 0 0,0 0-1 0 0,0 0 0 0 0,0-1 1 0 0,0 1-1 0 0,0 0 0 0 0,0 0 1 0 0,0-1-1 0 0,0 1 0 0 0,0 0 1 0 0,0 0-1 0 0,0-1 0 0 0,0 1 0 0 0,0 0 1 0 0,0 0-1 0 0,1 0 0 0 0,-1-1 1 0 0,0 1-1 0 0,0 0 0 0 0,0 0 1 0 0,0 0-1 0 0,0-1 0 0 0,1 1 1 0 0,-1 0-1 0 0,0 0 0 0 0,0 0 1 0 0,0 0-1 0 0,1-1 0 0 0,-1 1-35 0 0,4-5-1332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11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288 247 9674 0 0,'3'-11'925'0'0,"0"0"0"0"0,0 0 0 0 0,-1-1 0 0 0,0 1-1 0 0,-1-1 1 0 0,0 0 0 0 0,-1 1 0 0 0,-1-13 0 0 0,0 18-726 0 0,0-1-1 0 0,0 0 1 0 0,0 0 0 0 0,-1 1 0 0 0,0-1-1 0 0,0 0 1 0 0,0 1 0 0 0,-1 0 0 0 0,0 0-1 0 0,-1-1 1 0 0,1 2 0 0 0,-1-1 0 0 0,0 0-1 0 0,-8-7 1 0 0,9 10-160 0 0,-1 0 0 0 0,1 0 0 0 0,-1 0 1 0 0,0 1-1 0 0,0 0 0 0 0,0-1 0 0 0,0 1 0 0 0,-1 1 0 0 0,1-1 0 0 0,-1 1 0 0 0,1-1 0 0 0,-1 1 0 0 0,1 1 0 0 0,-1-1 1 0 0,0 1-1 0 0,1-1 0 0 0,-1 1 0 0 0,1 1 0 0 0,-1-1 0 0 0,0 1 0 0 0,1-1 0 0 0,-1 1 0 0 0,1 1 0 0 0,-1-1 1 0 0,1 1-1 0 0,-1-1 0 0 0,1 1 0 0 0,0 1 0 0 0,0-1 0 0 0,-5 4 0 0 0,0 0 35 0 0,1 1 1 0 0,-1 0-1 0 0,1 0 0 0 0,1 1 1 0 0,-1 0-1 0 0,2 0 0 0 0,-1 1 0 0 0,1-1 1 0 0,0 1-1 0 0,1 1 0 0 0,0-1 1 0 0,-5 13-1 0 0,4-1-40 0 0,1 0-1 0 0,0 0 1 0 0,1 1 0 0 0,2-1-1 0 0,-1 29 1 0 0,11 109 172 0 0,39 180-429 0 0,-35-267 243 0 0,-7-38-252 0 0,1 59 0 0 0,-6-77 112 0 0,-1 0 1 0 0,0 0-1 0 0,-1 1 1 0 0,-1-1-1 0 0,-9 28 1 0 0,12-44 86 0 0,0 1 0 0 0,0-1 1 0 0,0 0-1 0 0,0 1 0 0 0,0-1 0 0 0,0 0 1 0 0,0 1-1 0 0,-1-1 0 0 0,1 1 0 0 0,0-1 1 0 0,0 0-1 0 0,0 1 0 0 0,0-1 1 0 0,-1 0-1 0 0,1 1 0 0 0,0-1 0 0 0,0 0 1 0 0,-1 1-1 0 0,1-1 0 0 0,0 0 1 0 0,0 0-1 0 0,-1 1 0 0 0,1-1 0 0 0,0 0 1 0 0,-1 0-1 0 0,1 0 0 0 0,0 0 0 0 0,-1 1 1 0 0,1-1-1 0 0,-1 0 0 0 0,1 0 1 0 0,0 0-1 0 0,-1 0 0 0 0,1 0 0 0 0,-1 0 1 0 0,1 0-1 0 0,0 0 0 0 0,-1 0 0 0 0,1 0 1 0 0,0 0-1 0 0,-1 0 0 0 0,0 0 1 0 0,0-1-65 0 0,0 0 0 0 0,-1-1 1 0 0,1 1-1 0 0,0 0 1 0 0,0 0-1 0 0,0-1 1 0 0,0 1-1 0 0,0-1 1 0 0,0 1-1 0 0,0-3 1 0 0,-17-39-6671 0 0,11 22 1176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11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85 12643 0 0,'-4'1'210'0'0,"-6"5"2201"0"0,10-6-2314 0 0,0 0 0 0 0,1 1 0 0 0,-1-1 0 0 0,0 1 0 0 0,0-1 0 0 0,1 0 0 0 0,-1 1 0 0 0,0-1 0 0 0,0 0 0 0 0,1 0 0 0 0,-1 1 0 0 0,0-1 0 0 0,1 0 0 0 0,-1 0 0 0 0,0 1 0 0 0,1-1 0 0 0,-1 0 0 0 0,0 0 0 0 0,1 0 0 0 0,-1 1 0 0 0,1-1 0 0 0,-1 0 0 0 0,0 0 0 0 0,1 0 0 0 0,-1 0-1 0 0,1 0 1 0 0,-1 0 0 0 0,1 0 0 0 0,-1 0 0 0 0,0 0 0 0 0,1 0 0 0 0,-1 0 0 0 0,1 0 0 0 0,18 2 471 0 0,0 0 0 0 0,0-1 0 0 0,0-1-1 0 0,0-1 1 0 0,0-1 0 0 0,21-4 0 0 0,118-33 1591 0 0,-55 12-1193 0 0,-73 20-710 0 0,58-11 257 0 0,-79 17-487 0 0,1 0 1 0 0,-1 1-1 0 0,1 0 1 0 0,-1 0-1 0 0,1 1 1 0 0,-1 0-1 0 0,11 3 1 0 0,-20-4-51 0 0,1 0 1 0 0,-1 0 0 0 0,0 0 0 0 0,1 0-1 0 0,-1 0 1 0 0,1 1 0 0 0,-1-1-1 0 0,0 0 1 0 0,1 0 0 0 0,-1 0-1 0 0,0 0 1 0 0,0 0 0 0 0,1 0 0 0 0,-1 1-1 0 0,0-1 1 0 0,1 0 0 0 0,-1 0-1 0 0,0 0 1 0 0,0 1 0 0 0,1-1 0 0 0,-1 0-1 0 0,0 0 1 0 0,0 1 0 0 0,1-1-1 0 0,-1 0 1 0 0,0 0 0 0 0,0 1 0 0 0,0-1-1 0 0,0 0 1 0 0,1 1 0 0 0,-1-1-1 0 0,0 0 1 0 0,0 1 0 0 0,0-1-1 0 0,0 0 1 0 0,0 1 0 0 0,0-1 0 0 0,0 0-1 0 0,0 1 1 0 0,0-1 0 0 0,0 0-1 0 0,0 1 1 0 0,0-1 0 0 0,0 1 0 0 0,-13 9-3902 0 0,1-6-4029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13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229 162 11290 0 0,'3'-32'3569'0'0,"-2"25"-3093"0"0,0-1-1 0 0,0 1 1 0 0,0 0-1 0 0,-1 0 1 0 0,0 0-1 0 0,-1-1 1 0 0,0 1 0 0 0,0 0-1 0 0,0 0 1 0 0,-4-11-1 0 0,4 15-388 0 0,0 1 1 0 0,0 0-1 0 0,0 0 0 0 0,0 0 0 0 0,0 0 0 0 0,0 0 1 0 0,0 0-1 0 0,-1 0 0 0 0,1 0 0 0 0,-1 0 1 0 0,0 1-1 0 0,1-1 0 0 0,-1 1 0 0 0,0-1 0 0 0,0 1 1 0 0,0-1-1 0 0,0 1 0 0 0,0 0 0 0 0,0 0 0 0 0,0 0 1 0 0,0 0-1 0 0,-1 1 0 0 0,1-1 0 0 0,0 0 0 0 0,0 1 1 0 0,-1 0-1 0 0,1-1 0 0 0,0 1 0 0 0,-1 0 1 0 0,1 0-1 0 0,0 1 0 0 0,-1-1 0 0 0,1 0 0 0 0,0 1 1 0 0,-1-1-1 0 0,-2 2 0 0 0,-1 0-62 0 0,0 1-1 0 0,1 0 1 0 0,-1 0 0 0 0,1 0-1 0 0,-1 0 1 0 0,1 1-1 0 0,0 0 1 0 0,1 0 0 0 0,-1 1-1 0 0,1-1 1 0 0,-1 1 0 0 0,-5 9-1 0 0,1-1-101 0 0,1 0 0 0 0,1 1-1 0 0,0-1 1 0 0,-5 17-1 0 0,2 1 5 0 0,2 0-1 0 0,1 0 1 0 0,1 1-1 0 0,2 0 1 0 0,1 0-1 0 0,1 0 1 0 0,2 0-1 0 0,7 51 1 0 0,-6-73 64 0 0,0-1-1 0 0,2 1 1 0 0,-1-1 0 0 0,1 1-1 0 0,0-1 1 0 0,1 0 0 0 0,9 16-1 0 0,-11-22 8 0 0,0 0 0 0 0,0 0 0 0 0,1 0 0 0 0,-1 0 0 0 0,1-1-1 0 0,0 1 1 0 0,-1-1 0 0 0,1 1 0 0 0,1-1 0 0 0,-1 0-1 0 0,0-1 1 0 0,0 1 0 0 0,1 0 0 0 0,-1-1 0 0 0,1 0 0 0 0,-1 0-1 0 0,1 0 1 0 0,-1 0 0 0 0,1 0 0 0 0,0-1 0 0 0,-1 0 0 0 0,1 0-1 0 0,4 0 1 0 0,1 0-3 0 0,-1-1-1 0 0,1-1 1 0 0,-1 1 0 0 0,1-2-1 0 0,-1 1 1 0 0,0-1 0 0 0,0 0-1 0 0,0-1 1 0 0,8-4 0 0 0,4-4-186 0 0,35-30 1 0 0,-2 1-2895 0 0,-42 34 1682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14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1 417 9674 0 0,'1'1'250'0'0,"1"0"1"0"0,0-1-1 0 0,-1 1 0 0 0,1-1 1 0 0,0 0-1 0 0,0 1 0 0 0,-1-1 1 0 0,1 0-1 0 0,0 0 0 0 0,0 0 1 0 0,-1 0-1 0 0,1-1 0 0 0,0 1 1 0 0,0 0-1 0 0,-1-1 0 0 0,1 1 1 0 0,0-1-1 0 0,2-1 1 0 0,35-17 3239 0 0,-28 13-3295 0 0,7-5 357 0 0,0-1 0 0 0,-1 0 0 0 0,0-1-1 0 0,-1-1 1 0 0,24-26 0 0 0,-12 8 489 0 0,43-65 0 0 0,-67 91-975 0 0,-1-1 0 0 0,1 0 0 0 0,-1 0 0 0 0,0 0-1 0 0,-1 0 1 0 0,0 0 0 0 0,0-1 0 0 0,-1 1 0 0 0,1 0 0 0 0,-2-1 0 0 0,1-9 0 0 0,-1 15-58 0 0,0-1 0 0 0,0 0 0 0 0,0 1 0 0 0,-1-1 0 0 0,1 0-1 0 0,-1 1 1 0 0,0-1 0 0 0,1 1 0 0 0,-1-1 0 0 0,0 1 0 0 0,-1-1 0 0 0,1 1 0 0 0,0 0 0 0 0,-1-1 0 0 0,1 1 0 0 0,-1 0 0 0 0,0 0 0 0 0,0 0 0 0 0,1 0 0 0 0,-1 0 0 0 0,-1 1 0 0 0,1-1 0 0 0,0 1 0 0 0,0-1 0 0 0,-1 1 0 0 0,1 0 0 0 0,0 0 0 0 0,-1 0 0 0 0,1 0 0 0 0,-1 0 0 0 0,0 0 0 0 0,1 1 0 0 0,-1-1 0 0 0,-3 1 0 0 0,1 0-33 0 0,1 0 0 0 0,-1 0 0 0 0,1 1 0 0 0,-1-1 0 0 0,1 1 0 0 0,0 0 0 0 0,-1 1 0 0 0,1-1 0 0 0,0 1 0 0 0,0-1 0 0 0,0 1 0 0 0,0 1 0 0 0,0-1 1 0 0,0 0-1 0 0,1 1 0 0 0,-1 0 0 0 0,1 0 0 0 0,-4 4 0 0 0,-6 7-165 0 0,0 1-1 0 0,-19 29 1 0 0,27-37 148 0 0,-11 19-48 0 0,0 0 0 0 0,2 1 1 0 0,1 1-1 0 0,-14 40 0 0 0,22-52 70 0 0,0 0 1 0 0,1 1-1 0 0,1 0 0 0 0,1-1 0 0 0,0 1 0 0 0,1 0 0 0 0,1 0 1 0 0,0 0-1 0 0,5 26 0 0 0,-4-38 24 0 0,0 0 0 0 0,1 0 0 0 0,-1 0 0 0 0,1 0 0 0 0,0-1 0 0 0,1 1 0 0 0,-1 0 0 0 0,1-1 0 0 0,0 0 0 0 0,0 1 0 0 0,0-1 0 0 0,1 0 0 0 0,0-1 0 0 0,-1 1 0 0 0,1-1 0 0 0,1 1 0 0 0,-1-1 0 0 0,0-1 0 0 0,1 1 0 0 0,-1 0 0 0 0,1-1 0 0 0,0 0 0 0 0,0 0 0 0 0,0-1 0 0 0,0 1 0 0 0,0-1 0 0 0,0 0 0 0 0,0 0 0 0 0,0-1 0 0 0,1 1 0 0 0,-1-1 0 0 0,0-1 0 0 0,0 1 0 0 0,1-1 0 0 0,5-1 0 0 0,2-1 42 0 0,0 0 0 0 0,-1-1 0 0 0,1-1 0 0 0,-1 0 1 0 0,0-1-1 0 0,-1 0 0 0 0,19-13 0 0 0,-11 6 187 0 0,-1-2 0 0 0,0 0 0 0 0,23-26 1 0 0,-37 36-212 0 0,14-17 207 0 0,-17 22-240 0 0,-1-1 1 0 0,1 0-1 0 0,0 0 1 0 0,-1 0-1 0 0,1 0 1 0 0,-1 0-1 0 0,1 0 0 0 0,-1 0 1 0 0,0 0-1 0 0,1 0 1 0 0,-1 0-1 0 0,0 0 1 0 0,0 0-1 0 0,0 0 0 0 0,0 0 1 0 0,0 0-1 0 0,0 0 1 0 0,0 0-1 0 0,0 0 0 0 0,0-2 1 0 0,-1 2-66 0 0,0 1-1 0 0,1-1 1 0 0,-1 1 0 0 0,0 0 0 0 0,1-1-1 0 0,-1 1 1 0 0,0 0 0 0 0,1-1-1 0 0,-1 1 1 0 0,0 0 0 0 0,0 0 0 0 0,1-1-1 0 0,-1 1 1 0 0,0 0 0 0 0,0 0 0 0 0,1 0-1 0 0,-1 0 1 0 0,0 0 0 0 0,0 0-1 0 0,0 0 1 0 0,1 0 0 0 0,-2 1 0 0 0,-18 4-4670 0 0,13-2 2729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14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8 131 5529 0 0,'-1'1'856'0'0,"0"1"0"0"0,0 0 0 0 0,0 0-1 0 0,1-1 1 0 0,-1 1 0 0 0,0 0 0 0 0,1 0-1 0 0,-1 0 1 0 0,1 0 0 0 0,0 0 0 0 0,0 0-1 0 0,0 0 1 0 0,0 2 0 0 0,0-3-775 0 0,1 0 0 0 0,-1 0 0 0 0,1-1 0 0 0,-1 1 0 0 0,1 0 0 0 0,0 0 0 0 0,-1-1 0 0 0,1 1-1 0 0,0-1 1 0 0,-1 1 0 0 0,1-1 0 0 0,0 1 0 0 0,0-1 0 0 0,0 1 0 0 0,0-1 0 0 0,-1 1 0 0 0,1-1 0 0 0,0 0 0 0 0,0 0 0 0 0,0 0 0 0 0,0 1 0 0 0,0-1 0 0 0,0 0-1 0 0,0 0 1 0 0,0 0 0 0 0,0 0 0 0 0,1-1 0 0 0,24 0 463 0 0,0-1 0 0 0,-1-2 0 0 0,1 0 0 0 0,-1-2 0 0 0,41-14 0 0 0,-24 7-68 0 0,25-5-140 0 0,57-19 583 0 0,-106 30-1417 0 0,0 0 1 0 0,-1-1-1 0 0,0-1 1 0 0,27-19-1 0 0,-36 22-1589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14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17252 0 0,'-3'2'164'0'0,"0"1"-47"0"0,0-1 1 0 0,0 1 0 0 0,0 0-1 0 0,0 0 1 0 0,0 0-1 0 0,1 0 1 0 0,-1 1-1 0 0,1-1 1 0 0,0 1 0 0 0,0-1-1 0 0,0 1 1 0 0,0 0-1 0 0,1-1 1 0 0,0 1 0 0 0,0 0-1 0 0,-2 6 1 0 0,-18 217 1184 0 0,20-186-1258 0 0,1-1 0 0 0,3 1 0 0 0,11 64-1 0 0,-10-88 41 0 0,1 0-1 0 0,8 23 0 0 0,-10-34-412 0 0,-1-1 1 0 0,1 1-1 0 0,0-1 0 0 0,0 1 0 0 0,1-1 0 0 0,0 0 0 0 0,0-1 1 0 0,0 1-1 0 0,0 0 0 0 0,6 3 0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15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188 521 5985 0 0,'-20'-39'6335'0'0,"16"31"-5790"0"0,0-1 0 0 0,0 1 1 0 0,0 0-1 0 0,-1 0 1 0 0,-8-10-1 0 0,12 17-475 0 0,-1 0 0 0 0,1-1 0 0 0,0 1 0 0 0,-1 0 0 0 0,1 0 0 0 0,-1 0 0 0 0,1 0 0 0 0,-1 0 0 0 0,0 0-1 0 0,1 1 1 0 0,-1-1 0 0 0,0 1 0 0 0,1-1 0 0 0,-1 1 0 0 0,0-1 0 0 0,0 1 0 0 0,0 0 0 0 0,1 0 0 0 0,-1 0 0 0 0,0 0 0 0 0,0 0 0 0 0,0 0 0 0 0,1 0-1 0 0,-1 1 1 0 0,0-1 0 0 0,0 1 0 0 0,1-1 0 0 0,-1 1 0 0 0,0 0 0 0 0,1 0 0 0 0,-1-1 0 0 0,-1 3 0 0 0,-1 0-38 0 0,0 0 1 0 0,0 0-1 0 0,0 1 1 0 0,1-1-1 0 0,0 1 1 0 0,-1 0-1 0 0,2 0 0 0 0,-1 0 1 0 0,0 0-1 0 0,1 1 1 0 0,0-1-1 0 0,0 1 1 0 0,-2 4-1 0 0,-3 12 45 0 0,-7 32 0 0 0,10-30-18 0 0,0 1-1 0 0,-1 38 1 0 0,5-50-41 0 0,1-1 0 0 0,-1 1 0 0 0,2 0 0 0 0,0-1 0 0 0,0 0 0 0 0,1 1 0 0 0,6 15 0 0 0,-8-25-19 0 0,0 1 0 0 0,0-1 0 0 0,0 0 0 0 0,0 1 0 0 0,0-1 0 0 0,0 0 0 0 0,1 0 0 0 0,-1 0 0 0 0,1 0 0 0 0,0 0 0 0 0,0 0 0 0 0,-1 0 0 0 0,1-1 0 0 0,0 1 0 0 0,0-1 0 0 0,1 1 0 0 0,-1-1 0 0 0,0 0 0 0 0,0 0 0 0 0,1 0 0 0 0,-1 0 0 0 0,1 0 0 0 0,-1 0 0 0 0,1-1 0 0 0,-1 1 0 0 0,1-1 0 0 0,-1 0 0 0 0,1 0 0 0 0,-1 0 0 0 0,1 0 0 0 0,-1 0 0 0 0,1 0 0 0 0,-1-1 0 0 0,1 1 0 0 0,-1-1 0 0 0,1 0 0 0 0,-1 0 0 0 0,0 0 0 0 0,5-2 0 0 0,2-2-11 0 0,-1 1 0 0 0,0-2 0 0 0,0 1 0 0 0,0-1 0 0 0,-1-1 0 0 0,1 1 0 0 0,-2-1 0 0 0,1-1 0 0 0,7-10 0 0 0,9-17-455 0 0,-1-2 0 0 0,-2-1-1 0 0,-1-1 1 0 0,-2 0 0 0 0,-2-1 0 0 0,18-77-1 0 0,-23 68 349 0 0,6-91 0 0 0,-14 92 1762 0 0,-9-90 0 0 0,6 129 149 0 0,-2 10-578 0 0,-2 20-35 0 0,-2 33-451 0 0,-20 456-361 0 0,26-463-567 0 0,3 80 341 0 0,0-103-1849 0 0,8 34 0 0 0,-9-48-730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15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185 149 7370 0 0,'1'-7'914'0'0,"0"-1"0"0"0,-1 0 1 0 0,0 0-1 0 0,0 0 1 0 0,0 1-1 0 0,-1-1 1 0 0,-1 0-1 0 0,1 0 1 0 0,-1 1-1 0 0,0-1 0 0 0,-4-7 1 0 0,4 9-710 0 0,-1 1 1 0 0,0-1 0 0 0,0 1-1 0 0,0 0 1 0 0,-5-5-1 0 0,8 9-151 0 0,-1 0-1 0 0,0 0 1 0 0,0 1 0 0 0,0-1-1 0 0,1 0 1 0 0,-1 0 0 0 0,0 0-1 0 0,0 1 1 0 0,0-1 0 0 0,0 1-1 0 0,0-1 1 0 0,-1 1-1 0 0,1-1 1 0 0,0 1 0 0 0,0-1-1 0 0,0 1 1 0 0,0 0 0 0 0,0 0-1 0 0,-1-1 1 0 0,1 1 0 0 0,0 0-1 0 0,0 0 1 0 0,0 0 0 0 0,-1 0-1 0 0,1 1 1 0 0,-1-1-1 0 0,-1 1 30 0 0,0 0-1 0 0,1 1 1 0 0,0-1-1 0 0,-1 1 0 0 0,1-1 1 0 0,0 1-1 0 0,-1 0 1 0 0,1-1-1 0 0,0 1 0 0 0,0 0 1 0 0,-1 3-1 0 0,-5 5 158 0 0,1 1 0 0 0,0 1 0 0 0,-10 20 0 0 0,6-5-179 0 0,1 1-1 0 0,2 0 1 0 0,1 1 0 0 0,0 0-1 0 0,3 0 1 0 0,-2 31 0 0 0,6 177-6 0 0,26 40-87 0 0,-7-107-452 0 0,-4-68-591 0 0,-11-79-3238 0 0,-8-45 1590 0 0,0 6 1332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16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2 105 9218 0 0,'0'0'262'0'0,"0"1"0"0"0,-1 0 0 0 0,1-1 0 0 0,0 1-1 0 0,0 0 1 0 0,0-1 0 0 0,0 1 0 0 0,0 0 0 0 0,-1-1 0 0 0,1 1 0 0 0,1-1 0 0 0,-1 1 0 0 0,0 0 0 0 0,0-1 0 0 0,0 1-1 0 0,0 0 1 0 0,0-1 0 0 0,0 1 0 0 0,1 0 0 0 0,-1-1 0 0 0,0 1 0 0 0,1 0 0 0 0,12 12 2239 0 0,-9-11-2291 0 0,0 1 0 0 0,1-1 1 0 0,-1 0-1 0 0,0 0 0 0 0,8 2 0 0 0,0-3 108 0 0,0 1-1 0 0,0-1 1 0 0,0-1 0 0 0,-1 0-1 0 0,1-1 1 0 0,0 0 0 0 0,15-4-1 0 0,83-26 2062 0 0,-37 10-947 0 0,-40 14-834 0 0,28-8 323 0 0,-56 13-943 0 0,-1 1 0 0 0,0-1 0 0 0,0 0 0 0 0,0 0-1 0 0,0 0 1 0 0,0-1 0 0 0,0 1 0 0 0,-1-1-1 0 0,1 0 1 0 0,5-6 0 0 0,-8 8-276 0 0,-1 0 0 0 0,1 0 0 0 0,-1-1 0 0 0,0 1 0 0 0,1 0 0 0 0,-1 0 0 0 0,0 0 0 0 0,0-1 0 0 0,0 1 0 0 0,0 0 0 0 0,0 0 0 0 0,0 0 0 0 0,0-2 0 0 0,0-6-4747 0 0,1-4-2463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1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14 102 6913 0 0,'-1'0'222'0'0,"0"-1"-1"0"0,1 1 0 0 0,-1 0 0 0 0,0-1 0 0 0,0 1 0 0 0,1-1 0 0 0,-1 1 0 0 0,0-1 1 0 0,1 1-1 0 0,-1-1 0 0 0,1 1 0 0 0,-1-1 0 0 0,1 0 0 0 0,-1 1 0 0 0,1-1 0 0 0,-1 0 1 0 0,1 0-1 0 0,-1 1 0 0 0,1-1 0 0 0,0 0 0 0 0,0 0 0 0 0,-1 0 0 0 0,1 1 0 0 0,0-1 1 0 0,0 0-1 0 0,0 0 0 0 0,0-1 0 0 0,0 0 103 0 0,1 0 0 0 0,-1 0 0 0 0,1 0-1 0 0,0 0 1 0 0,0 1 0 0 0,-1-1 0 0 0,1 0 0 0 0,0 1 0 0 0,1-1 0 0 0,-1 0 0 0 0,2-2 0 0 0,2 0 67 0 0,0-1 1 0 0,0 0-1 0 0,1 1 1 0 0,-1 0-1 0 0,1 0 1 0 0,8-4-1 0 0,1 3 101 0 0,0 0 0 0 0,0 1 0 0 0,0 1 0 0 0,0 0 0 0 0,0 1 1 0 0,31-1-1 0 0,-7 4 289 0 0,60 9 1 0 0,-94-9-757 0 0,0 0 1 0 0,0 0-1 0 0,1 0 0 0 0,-1 1 0 0 0,0 0 1 0 0,0 0-1 0 0,-1 0 0 0 0,1 0 1 0 0,0 1-1 0 0,-1-1 0 0 0,1 1 0 0 0,-1 1 1 0 0,0-1-1 0 0,5 6 0 0 0,-5-4 25 0 0,0 0-1 0 0,-1 0 0 0 0,1 1 0 0 0,-1-1 0 0 0,-1 1 0 0 0,1 0 1 0 0,-1 0-1 0 0,0 0 0 0 0,0 0 0 0 0,-1 0 0 0 0,2 10 1 0 0,9 97 238 0 0,-4 129 0 0 0,-8-192-264 0 0,7 726-24 0 0,11-151-1748 0 0,-10-379 1303 0 0,16 10 595 0 0,-9-128-6 0 0,-3 36-23 0 0,-11-128 434 0 0,-1 1-1 0 0,-9 53 1 0 0,9-89-528 0 0,-1 0-1 0 0,1 0 1 0 0,0 0-1 0 0,-1 0 0 0 0,1 0 1 0 0,0 0-1 0 0,-1 0 1 0 0,1 0-1 0 0,-1-1 1 0 0,1 1-1 0 0,-1 0 1 0 0,0 0-1 0 0,1-1 0 0 0,-1 1 1 0 0,0 0-1 0 0,1-1 1 0 0,-1 1-1 0 0,0-1 1 0 0,0 1-1 0 0,0-1 1 0 0,0 1-1 0 0,1-1 0 0 0,-1 1 1 0 0,0-1-1 0 0,0 0 1 0 0,0 0-1 0 0,0 1 1 0 0,0-1-1 0 0,0 0 1 0 0,0 0-1 0 0,0 0 0 0 0,0 0 1 0 0,0 0-1 0 0,0 0 1 0 0,0 0-1 0 0,0 0 1 0 0,-1-1-1 0 0,-7-1 35 0 0,1 0 0 0 0,0 0 0 0 0,-13-6 0 0 0,8 3-47 0 0,-63-22-71 0 0,-21-7-533 0 0,43 19-1088 0 0,-1 1-4254 0 0,54 14 5898 0 0,-59-15-8212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52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26 775 11522 0 0,'1'-4'356'0'0,"0"-1"-1"0"0,0 1 0 0 0,1 0 1 0 0,-1-1-1 0 0,1 1 0 0 0,0 0 1 0 0,0 0-1 0 0,3-5 0 0 0,4-7 79 0 0,18-44 623 0 0,35-85 1408 0 0,-21 38-1074 0 0,13-34-341 0 0,-12-28 274 0 0,-20 76-260 0 0,-22 93-1057 0 0,0 0 1 0 0,0 0-1 0 0,0 0 1 0 0,0 0-1 0 0,0 0 0 0 0,0 0 1 0 0,-1 0-1 0 0,1 0 0 0 0,0 0 1 0 0,0 0-1 0 0,0 0 0 0 0,0 0 1 0 0,0 0-1 0 0,0 0 1 0 0,0 0-1 0 0,0 0 0 0 0,0 0 1 0 0,0 0-1 0 0,0 0 0 0 0,0 0 1 0 0,0 0-1 0 0,0 0 1 0 0,0 0-1 0 0,0 0 0 0 0,0 0 1 0 0,0 0-1 0 0,0 0 0 0 0,0 0 1 0 0,0 0-1 0 0,0 0 0 0 0,0 0 1 0 0,0 0-1 0 0,0 0 1 0 0,0 0-1 0 0,0-1 0 0 0,0 1 1 0 0,0 0-1 0 0,0 0 0 0 0,-5 8 163 0 0,-6 12 9 0 0,-23 65-235 0 0,3 2 0 0 0,-24 118 0 0 0,47-170-62 0 0,2 1 1 0 0,1 0-1 0 0,0 37 0 0 0,5-59 23 0 0,0 0-1 0 0,1-1 1 0 0,1 1-1 0 0,0-1 0 0 0,1 1 1 0 0,0-1-1 0 0,1 0 1 0 0,0 0-1 0 0,1 0 1 0 0,1-1-1 0 0,9 15 0 0 0,-13-23 29 0 0,1-1-1 0 0,0 1 1 0 0,0-1-1 0 0,0 0 1 0 0,1 0-1 0 0,-1 0 1 0 0,1 0-1 0 0,0-1 0 0 0,0 0 1 0 0,0 1-1 0 0,0-1 1 0 0,0-1-1 0 0,0 1 1 0 0,0-1-1 0 0,0 1 0 0 0,1-1 1 0 0,-1 0-1 0 0,6 0 1 0 0,-8-1 50 0 0,1 0 0 0 0,0 0-1 0 0,-1 0 1 0 0,1 0 0 0 0,-1 0 0 0 0,1-1 0 0 0,-1 1 0 0 0,1-1-1 0 0,-1 1 1 0 0,1-1 0 0 0,-1 0 0 0 0,1 0 0 0 0,-1 0 0 0 0,0-1-1 0 0,0 1 1 0 0,1 0 0 0 0,-1-1 0 0 0,0 0 0 0 0,0 1 0 0 0,-1-1 0 0 0,1 0-1 0 0,0 0 1 0 0,0 0 0 0 0,-1 0 0 0 0,1 0 0 0 0,-1 0 0 0 0,0-1-1 0 0,0 1 1 0 0,0 0 0 0 0,0-1 0 0 0,0 1 0 0 0,1-5 0 0 0,-1 3-49 0 0,-1-1 1 0 0,1 1-1 0 0,-1-1 0 0 0,1 1 1 0 0,-1-1-1 0 0,-1 1 1 0 0,1-1-1 0 0,-1 1 0 0 0,1-1 1 0 0,-1 1-1 0 0,-1 0 1 0 0,1-1-1 0 0,-1 1 0 0 0,1 0 1 0 0,-1 0-1 0 0,0 0 1 0 0,-1 0-1 0 0,1 0 0 0 0,-1 0 1 0 0,1 1-1 0 0,-1-1 1 0 0,0 1-1 0 0,-1 0 1 0 0,-3-4-1 0 0,-10-6-258 0 0,0 0 1 0 0,-1 2-1 0 0,0 0 1 0 0,-21-9-1 0 0,2 1 108 0 0,6 1 336 0 0,9 4 389 0 0,0 2 1 0 0,-45-18-1 0 0,72 31-412 0 0,1 0 0 0 0,0 0 0 0 0,0-1 0 0 0,0 1 0 0 0,0-1 0 0 0,0-1 0 0 0,0 1 0 0 0,0-1 0 0 0,7-2 0 0 0,63-17 4 0 0,-35 8 64 0 0,16-5-101 0 0,-1-3 0 0 0,-1-2 0 0 0,53-29 0 0 0,-81 36-61 0 0,-17 9 40 0 0,0 0 0 0 0,0 1 1 0 0,22-7-1 0 0,-33 14 20 0 0,0 0 0 0 0,1 0 0 0 0,-1 1 0 0 0,1-1 0 0 0,0 0 0 0 0,0 0 0 0 0,0 1 0 0 0,0-1 0 0 0,0 0 0 0 0,1 4 0 0 0,2 32 82 0 0,-2-30-147 0 0,25 161 27 0 0,-18-129-71 0 0,2 0 1 0 0,18 45 0 0 0,-10-39-605 0 0,-41-88 1009 0 0,-18-37 256 0 0,38 71-505 0 0,0 0 1 0 0,0 1-1 0 0,1-1 1 0 0,0 0-1 0 0,1 0 1 0 0,0 0-1 0 0,0 0 1 0 0,1-13-1 0 0,0 19-123 0 0,0 1 0 0 0,0-1 0 0 0,1 1 1 0 0,-1 0-1 0 0,0-1 0 0 0,1 1 0 0 0,0-1 0 0 0,-1 1 0 0 0,1 0 0 0 0,0 0 0 0 0,0-1 0 0 0,-1 1 0 0 0,1 0 0 0 0,0 0 0 0 0,0 0 0 0 0,0 0 0 0 0,1 0 0 0 0,-1 0 0 0 0,0 0 0 0 0,0 0 0 0 0,0 1 0 0 0,1-1 0 0 0,-1 0 0 0 0,0 1 0 0 0,1-1 0 0 0,-1 1 0 0 0,1-1 0 0 0,1 1 0 0 0,6-2-95 0 0,0 0-1 0 0,0 2 1 0 0,16-1 0 0 0,0 0 340 0 0,0-4-423 0 0,-1 0 1 0 0,0-2-1 0 0,39-15 0 0 0,34-11-368 0 0,-74 26 525 0 0,0 0 0 0 0,-1-2-1 0 0,0-1 1 0 0,0 0 0 0 0,-1-2 0 0 0,29-21-1 0 0,-49 33 62 0 0,0 0-1 0 0,-1-1 1 0 0,1 1-1 0 0,0-1 1 0 0,-1 1-1 0 0,1 0 1 0 0,-1-1-1 0 0,1 1 1 0 0,0-1-1 0 0,-1 1 0 0 0,1-1 1 0 0,-1 0-1 0 0,0 1 1 0 0,1-1-1 0 0,-1 1 1 0 0,1-1-1 0 0,-1 0 1 0 0,0 1-1 0 0,0-1 1 0 0,1 0-1 0 0,-1 0 1 0 0,0 1-1 0 0,0-1 1 0 0,0 0-1 0 0,0 1 1 0 0,0-1-1 0 0,0 0 0 0 0,0 0 1 0 0,0 1-1 0 0,0-1 1 0 0,0 0-1 0 0,0 0 1 0 0,0 1-1 0 0,-1-1 1 0 0,1 0-1 0 0,0 1 1 0 0,0-1-1 0 0,-1 0 1 0 0,1 1-1 0 0,0-1 1 0 0,-1 0-1 0 0,1 1 1 0 0,-1-1-1 0 0,0 0 0 0 0,0 0 14 0 0,-1 0-1 0 0,1 0 0 0 0,0 0 1 0 0,-1 0-1 0 0,1 1 0 0 0,0-1 1 0 0,-1 1-1 0 0,1-1 0 0 0,-1 1 1 0 0,1-1-1 0 0,-1 1 0 0 0,1 0 1 0 0,-1-1-1 0 0,1 1 0 0 0,-1 0 1 0 0,1 0-1 0 0,-1 0 0 0 0,1 1 1 0 0,-1-1-1 0 0,1 0 0 0 0,-3 1 1 0 0,-5 3-12 0 0,0 0 0 0 0,0 1 0 0 0,0 1 0 0 0,1-1 0 0 0,0 1 0 0 0,0 0 0 0 0,0 1 0 0 0,1 0 1 0 0,0 0-1 0 0,0 1 0 0 0,1 0 0 0 0,0 0 0 0 0,-10 17 0 0 0,10-13-55 0 0,-1 0 1 0 0,2 1-1 0 0,0 0 0 0 0,0 0 1 0 0,1 0-1 0 0,1 0 0 0 0,0 1 1 0 0,1-1-1 0 0,-1 24 0 0 0,3-30-7 0 0,1-1-1 0 0,0 1 1 0 0,0-1-1 0 0,0 1 1 0 0,1-1-1 0 0,0 1 1 0 0,1-1-1 0 0,-1 0 1 0 0,1 0-1 0 0,0 0 1 0 0,1 0-1 0 0,-1 0 1 0 0,9 8-1 0 0,-11-12 11 0 0,1 0 0 0 0,0 0 0 0 0,0 0 1 0 0,-1 0-1 0 0,1-1 0 0 0,1 1 0 0 0,-1-1 0 0 0,0 1 0 0 0,0-1 1 0 0,1 0-1 0 0,-1 0 0 0 0,0 0 0 0 0,1 0 0 0 0,-1 0 0 0 0,1-1 1 0 0,-1 1-1 0 0,1-1 0 0 0,0 1 0 0 0,-1-1 0 0 0,1 0 0 0 0,-1 0 0 0 0,1 0 1 0 0,0 0-1 0 0,-1-1 0 0 0,1 1 0 0 0,-1-1 0 0 0,1 0 0 0 0,-1 1 1 0 0,1-1-1 0 0,-1 0 0 0 0,1 0 0 0 0,-1-1 0 0 0,0 1 0 0 0,0 0 1 0 0,1-1-1 0 0,2-3 0 0 0,13-10 7 0 0,-1-1 1 0 0,-1-1-1 0 0,0 0 1 0 0,-2-1-1 0 0,0-1 1 0 0,-1 0-1 0 0,17-33 1 0 0,-23 25 304 0 0,-8 24 226 0 0,-4 17-129 0 0,-6 24-124 0 0,3-16-441 0 0,2 0-1 0 0,1 1 1 0 0,-5 32 0 0 0,10-52 86 0 0,0-1 0 0 0,0 1-1 0 0,0-1 1 0 0,0 0 0 0 0,1 1 0 0 0,-1-1 0 0 0,1 0 0 0 0,-1 1 0 0 0,1-1 0 0 0,0 0 0 0 0,0 0 0 0 0,0 0 0 0 0,0 1 0 0 0,0-1 0 0 0,0 0 0 0 0,3 2 0 0 0,-3-3 15 0 0,-1 0 1 0 0,1-1 0 0 0,0 1-1 0 0,0-1 1 0 0,0 1-1 0 0,0-1 1 0 0,0 1 0 0 0,0-1-1 0 0,0 1 1 0 0,0-1 0 0 0,1 0-1 0 0,-1 0 1 0 0,0 0-1 0 0,0 1 1 0 0,0-1 0 0 0,0 0-1 0 0,0-1 1 0 0,0 1-1 0 0,0 0 1 0 0,1 0 0 0 0,-1 0-1 0 0,0-1 1 0 0,0 1-1 0 0,0 0 1 0 0,0-1 0 0 0,0 1-1 0 0,0-1 1 0 0,0 1-1 0 0,0-1 1 0 0,0 1 0 0 0,-1-1-1 0 0,1 0 1 0 0,0 0-1 0 0,0 1 1 0 0,1-3 0 0 0,8-6-261 0 0,-1 0 0 0 0,0-1 0 0 0,0-1 1 0 0,-1 0-1 0 0,-1 0 0 0 0,0 0 0 0 0,11-24 1 0 0,-7 8 1275 0 0,-1-1 1 0 0,10-43-1 0 0,-19 67-770 0 0,7-25 1142 0 0,-7 27-1212 0 0,-1 0 1 0 0,1 1-1 0 0,0-1 1 0 0,-1 0-1 0 0,1 1 1 0 0,0-1-1 0 0,0 1 1 0 0,0-1-1 0 0,0 1 1 0 0,0-1-1 0 0,0 1 1 0 0,1 0-1 0 0,0-2 1 0 0,-1 3-73 0 0,0 0 0 0 0,-1 0 0 0 0,1 0 0 0 0,0 0 0 0 0,-1 0 0 0 0,1 0 0 0 0,0 0 0 0 0,-1 0 0 0 0,1 0 0 0 0,-1 0-1 0 0,1 0 1 0 0,0 0 0 0 0,-1 0 0 0 0,1 0 0 0 0,-1 1 0 0 0,1-1 0 0 0,0 0 0 0 0,-1 1 0 0 0,1-1 0 0 0,-1 0 0 0 0,1 1 0 0 0,-1-1 0 0 0,1 0 0 0 0,-1 1 0 0 0,1-1 0 0 0,-1 1 0 0 0,0-1 0 0 0,1 1 0 0 0,-1-1 0 0 0,1 1 0 0 0,-1-1 0 0 0,0 1-1 0 0,0 0 1 0 0,1-1 0 0 0,-1 1 0 0 0,0-1 0 0 0,0 2 0 0 0,9 26 224 0 0,-9-27-255 0 0,2 9-24 0 0,0 0 1 0 0,-1 0-1 0 0,0 1 0 0 0,0-1 1 0 0,-1 0-1 0 0,-1 0 1 0 0,0 0-1 0 0,0 0 0 0 0,-1 0 1 0 0,0 0-1 0 0,-1 0 0 0 0,0 0 1 0 0,-6 12-1 0 0,9-21-50 0 0,1-4 51 0 0,1 0 0 0 0,0 1 0 0 0,0-1-1 0 0,0 1 1 0 0,0-1 0 0 0,1 1 0 0 0,-1 0 0 0 0,5-3-1 0 0,2-3 30 0 0,0-3 7 0 0,-1-1 0 0 0,9-13 0 0 0,-11 15 80 0 0,0 1 0 0 0,0 0 0 0 0,1 0 0 0 0,14-13 1 0 0,-20 20-60 0 0,0 1 1 0 0,0 0 0 0 0,1 0 0 0 0,-1 0 0 0 0,0 0 0 0 0,1 0-1 0 0,-1 0 1 0 0,1 1 0 0 0,-1-1 0 0 0,1 0 0 0 0,-1 1 0 0 0,1-1-1 0 0,-1 1 1 0 0,1-1 0 0 0,0 1 0 0 0,-1 0 0 0 0,1 0 0 0 0,-1 0-1 0 0,1 0 1 0 0,0 0 0 0 0,-1 0 0 0 0,1 0 0 0 0,0 0 0 0 0,-1 1-1 0 0,1-1 1 0 0,-1 1 0 0 0,1-1 0 0 0,0 1 0 0 0,-1 0 0 0 0,3 1-1 0 0,-2 0 8 0 0,0 0-1 0 0,0 0 1 0 0,0 0-1 0 0,0 0 1 0 0,0 1-1 0 0,0-1 0 0 0,-1 0 1 0 0,1 1-1 0 0,-1 0 1 0 0,0-1-1 0 0,0 1 1 0 0,0 0-1 0 0,0 0 1 0 0,0 0-1 0 0,0-1 0 0 0,0 5 1 0 0,0 9 30 0 0,-1-12-112 0 0,0 0 1 0 0,1 0 0 0 0,-1 0-1 0 0,1 0 1 0 0,0 0 0 0 0,0 0 0 0 0,3 7-1 0 0,-3-10 1 0 0,0-1-1 0 0,-1 1 1 0 0,1 0 0 0 0,0 0-1 0 0,0 0 1 0 0,0-1-1 0 0,0 1 1 0 0,0 0 0 0 0,0-1-1 0 0,0 1 1 0 0,0 0-1 0 0,0-1 1 0 0,0 0 0 0 0,0 1-1 0 0,0-1 1 0 0,0 0-1 0 0,0 1 1 0 0,0-1 0 0 0,1 0-1 0 0,-1 0 1 0 0,0 0-1 0 0,0 0 1 0 0,0 0-1 0 0,0 0 1 0 0,1 0 0 0 0,-1-1-1 0 0,0 1 1 0 0,0 0-1 0 0,0-1 1 0 0,0 1 0 0 0,0 0-1 0 0,0-1 1 0 0,1 0-1 0 0,21-10-351 0 0,-2 0-1 0 0,0-2 1 0 0,0 0-1 0 0,-1-1 1 0 0,30-28-1 0 0,-34 28 355 0 0,33-32 138 0 0,-45 43 34 0 0,-1-1 0 0 0,0 0-1 0 0,0-1 1 0 0,0 1-1 0 0,0 0 1 0 0,-1-1-1 0 0,1 0 1 0 0,-1 0-1 0 0,0 1 1 0 0,2-10 0 0 0,-4 13-83 0 0,0 0 0 0 0,0 1 0 0 0,1-1 0 0 0,-1 0 0 0 0,0 0 0 0 0,0 0 0 0 0,0 0 0 0 0,0 1 0 0 0,0-1 0 0 0,0 0 0 0 0,-1 0 0 0 0,1 0 0 0 0,0 1 0 0 0,0-1 0 0 0,0 0 0 0 0,-1 0 0 0 0,1 0 0 0 0,-1 1 0 0 0,1-1 0 0 0,0 0 0 0 0,-1 0 0 0 0,1 1 0 0 0,-1-1 0 0 0,1 1 0 0 0,-1-1 0 0 0,0 0 0 0 0,1 1 0 0 0,-1-1 0 0 0,0 0 0 0 0,-1 1-7 0 0,0-1-1 0 0,0 1 1 0 0,0-1-1 0 0,0 1 1 0 0,0 0-1 0 0,1 0 1 0 0,-1 0-1 0 0,0 0 1 0 0,0 0 0 0 0,0 0-1 0 0,0 0 1 0 0,-2 1-1 0 0,-6 2-61 0 0,1 0-1 0 0,0 0 0 0 0,-17 10 1 0 0,14-6 222 0 0,-1 0 0 0 0,2 1 0 0 0,-20 18-1 0 0,27-23-189 0 0,0 1 0 0 0,1 0-1 0 0,0-1 1 0 0,0 1-1 0 0,0 0 1 0 0,0 0-1 0 0,0 1 1 0 0,1-1-1 0 0,0 1 1 0 0,0-1 0 0 0,0 1-1 0 0,1 0 1 0 0,-1-1-1 0 0,0 9 1 0 0,2-11-17 0 0,0 0 0 0 0,1 0 0 0 0,-1-1 0 0 0,0 1 0 0 0,1 0 0 0 0,0 0 0 0 0,-1 0 0 0 0,1 0-1 0 0,0-1 1 0 0,0 1 0 0 0,0 0 0 0 0,0-1 0 0 0,0 1 0 0 0,0-1 0 0 0,0 1 0 0 0,1-1 0 0 0,-1 1 0 0 0,1-1 0 0 0,-1 0 0 0 0,1 0 0 0 0,-1 0 0 0 0,1 0 0 0 0,-1 0 0 0 0,1 0 0 0 0,0 0 0 0 0,0 0 0 0 0,0-1 0 0 0,-1 1 0 0 0,4 0 0 0 0,4 2-103 0 0,0-1 1 0 0,0 0 0 0 0,0-1 0 0 0,16 1 0 0 0,11-1-136 0 0,-14-1 230 0 0,42 5 0 0 0,-64-5 18 0 0,1 0 1 0 0,-1 0-1 0 0,1 0 0 0 0,-1 0 0 0 0,1 0 0 0 0,-1 0 0 0 0,1 0 1 0 0,-1 1-1 0 0,1-1 0 0 0,-1 0 0 0 0,0 0 0 0 0,1 0 0 0 0,-1 1 1 0 0,1-1-1 0 0,-1 0 0 0 0,1 0 0 0 0,-1 1 0 0 0,0-1 0 0 0,1 0 1 0 0,-1 1-1 0 0,0-1 0 0 0,1 1 0 0 0,-1-1 0 0 0,0 0 1 0 0,0 1-1 0 0,1-1 0 0 0,-1 1 0 0 0,0-1 0 0 0,0 1 0 0 0,0-1 1 0 0,1 1-1 0 0,-1 0 0 0 0,0 0 11 0 0,-1 1 1 0 0,1-1-1 0 0,0 0 1 0 0,-1 0-1 0 0,1 0 1 0 0,-1 1-1 0 0,0-1 1 0 0,1 0-1 0 0,-1 0 1 0 0,0 0-1 0 0,1 0 1 0 0,-3 1-1 0 0,-28 26 549 0 0,31-27-541 0 0,-60 42 333 0 0,35-26-591 0 0,1 0-1 0 0,1 2 1 0 0,-27 27 0 0 0,50-45 107 0 0,-1-1 0 0 0,1 1 0 0 0,0-1-1 0 0,-1 1 1 0 0,1-1 0 0 0,0 1 0 0 0,-1-1 0 0 0,1 1 0 0 0,0-1 0 0 0,0 1-1 0 0,-1-1 1 0 0,1 1 0 0 0,0-1 0 0 0,0 1 0 0 0,0 0 0 0 0,0-1 0 0 0,0 1 0 0 0,0 0-1 0 0,2-2-1778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53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98 7834 0 0,'-4'-15'615'0'0,"2"1"2370"0"0,-2 0 0 0 0,-5-16 0 0 0,-3 9-2412 0 0,12 21-541 0 0,0 0 0 0 0,0-1 0 0 0,0 1 0 0 0,0 0 0 0 0,0 0 0 0 0,0 0-1 0 0,-1-1 1 0 0,1 1 0 0 0,0 0 0 0 0,0 0 0 0 0,0 0 0 0 0,-1-1 0 0 0,1 1 0 0 0,0 0-1 0 0,0 0 1 0 0,0 0 0 0 0,-1 0 0 0 0,1 0 0 0 0,0 0 0 0 0,0 0 0 0 0,-1-1 0 0 0,1 1 0 0 0,0 0-1 0 0,-1 0 1 0 0,1 0 0 0 0,0 0 0 0 0,0 0 0 0 0,-1 0 0 0 0,1 0 0 0 0,0 0 0 0 0,0 0 0 0 0,-1 0-1 0 0,1 1 1 0 0,0-1 0 0 0,0 0 0 0 0,-1 0 0 0 0,1 0 0 0 0,0 0 0 0 0,-1 0 0 0 0,-6 12 725 0 0,1 15-57 0 0,3-5-493 0 0,1 1-1 0 0,1-1 1 0 0,1 0 0 0 0,4 23 0 0 0,17 89-289 0 0,28 136-685 0 0,-41-242-1174 0 0,-2-17-3739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54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120 309 4609 0 0,'6'-7'945'0'0,"0"0"0"0"0,-1-1 0 0 0,0 0 0 0 0,0 0 0 0 0,-1 0 0 0 0,0-1 0 0 0,4-14 0 0 0,-6 18-477 0 0,-1 0 1 0 0,0 0-1 0 0,0 0 0 0 0,-1 1 1 0 0,0-1-1 0 0,0 0 0 0 0,0 0 1 0 0,-1-9-1 0 0,0 10-460 0 0,0 1 1 0 0,0 0-1 0 0,0 0 1 0 0,0 0-1 0 0,-1 0 0 0 0,1 1 1 0 0,-1-1-1 0 0,-3-5 1 0 0,4 7 37 0 0,0-1 1 0 0,0 1 0 0 0,-1 0-1 0 0,1-1 1 0 0,0 1 0 0 0,-1 0-1 0 0,1 0 1 0 0,-1 0 0 0 0,1 0-1 0 0,-1 0 1 0 0,1 1 0 0 0,-1-1-1 0 0,0 0 1 0 0,1 1 0 0 0,-1-1 0 0 0,0 1-1 0 0,0-1 1 0 0,1 1 0 0 0,-1 0-1 0 0,0 0 1 0 0,0 0 0 0 0,0 0-1 0 0,1 0 1 0 0,-1 0 0 0 0,0 1-1 0 0,0-1 1 0 0,0 0 0 0 0,1 1-1 0 0,-1-1 1 0 0,0 1 0 0 0,1 0 0 0 0,-1 0-1 0 0,1 0 1 0 0,-1-1 0 0 0,1 2-1 0 0,-1-1 1 0 0,1 0 0 0 0,-1 0-1 0 0,-1 3 1 0 0,-3 1 37 0 0,0 1 1 0 0,0 1-1 0 0,1-1 0 0 0,0 1 0 0 0,0 0 1 0 0,0 0-1 0 0,-3 9 0 0 0,0 2-22 0 0,1 0-1 0 0,1 0 1 0 0,0 1-1 0 0,-3 24 1 0 0,7-33-38 0 0,1 1 0 0 0,0 0 0 0 0,1-1 0 0 0,0 1-1 0 0,0 0 1 0 0,1 0 0 0 0,1-1 0 0 0,0 1 0 0 0,4 13 0 0 0,-5-22-25 0 0,-1 0 0 0 0,1 0 0 0 0,0 0 0 0 0,0 0 0 0 0,0 0 0 0 0,0-1 1 0 0,0 1-1 0 0,0 0 0 0 0,1-1 0 0 0,-1 1 0 0 0,0 0 0 0 0,1-1 0 0 0,-1 1 0 0 0,1-1 0 0 0,0 0 0 0 0,-1 0 0 0 0,1 0 0 0 0,0 1 0 0 0,0-2 0 0 0,2 2 0 0 0,-1-1-2 0 0,0-1 0 0 0,-1 1 0 0 0,1-1-1 0 0,0 0 1 0 0,-1 0 0 0 0,1-1 0 0 0,0 1-1 0 0,-1 0 1 0 0,1-1 0 0 0,-1 1 0 0 0,1-1-1 0 0,-1 0 1 0 0,6-2 0 0 0,2-3-11 0 0,0 0 1 0 0,1-1-1 0 0,-2 0 1 0 0,1 0-1 0 0,14-15 0 0 0,131-140-39 0 0,-155 162 53 0 0,4-5 139 0 0,1 1 0 0 0,-1-1 1 0 0,1 1-1 0 0,0 0 0 0 0,7-4 0 0 0,-12 10 43 0 0,0 1 1 0 0,0-1-1 0 0,-1 0 0 0 0,1 1 1 0 0,0-1-1 0 0,-1 0 0 0 0,0 1 1 0 0,1-1-1 0 0,-1 0 0 0 0,-2 3 1 0 0,-4 9-50 0 0,0 0 0 0 0,0 0 1 0 0,1 1-1 0 0,1 0 1 0 0,0 0-1 0 0,2 0 0 0 0,-4 23 1 0 0,7-37-145 0 0,-1 0 0 0 0,1 0 0 0 0,0 0 1 0 0,0 1-1 0 0,0-1 0 0 0,0 0 0 0 0,0 0 0 0 0,0 1 1 0 0,1-1-1 0 0,-1 0 0 0 0,0 0 0 0 0,0 0 1 0 0,1 0-1 0 0,-1 1 0 0 0,1-1 0 0 0,-1 0 1 0 0,1 0-1 0 0,0 0 0 0 0,-1 0 0 0 0,1 0 0 0 0,0 0 1 0 0,0 0-1 0 0,-1 0 0 0 0,1 0 0 0 0,0-1 1 0 0,1 2-1 0 0,0-2-72 0 0,0 1 1 0 0,0-1 0 0 0,-1 0-1 0 0,1 1 1 0 0,0-1 0 0 0,0 0-1 0 0,-1 0 1 0 0,1-1 0 0 0,0 1-1 0 0,0 0 1 0 0,-1-1-1 0 0,1 1 1 0 0,0 0 0 0 0,-1-1-1 0 0,4-1 1 0 0,3-2-756 0 0,0 0 0 0 0,0-1 0 0 0,0 0 0 0 0,-1 0 0 0 0,13-13 1 0 0,4-11-913 0 0,-1 0 1 0 0,33-60 0 0 0,-49 77 1251 0 0,0 0 695 0 0,-1 0-1 0 0,-1 0 0 0 0,0 0 1 0 0,0-1-1 0 0,-1 0 0 0 0,2-16 1 0 0,-3 11 1169 0 0,-1 0 1 0 0,-1 0 0 0 0,0 0 0 0 0,-3-19 0 0 0,1 32 81 0 0,-1 6-492 0 0,-3 12-109 0 0,-2 18-537 0 0,-4 25-247 0 0,3-1 1 0 0,-3 103-1 0 0,11-152-247 0 0,0 1 0 0 0,0-1 1 0 0,1 0-1 0 0,0 0 0 0 0,0-1 0 0 0,1 1 0 0 0,-1 0 0 0 0,1 0 0 0 0,0-1 0 0 0,1 1 1 0 0,-1-1-1 0 0,1 1 0 0 0,0-1 0 0 0,1 0 0 0 0,-1 0 0 0 0,6 5 0 0 0,-9-31-1648 0 0,-5 10 1871 0 0,0 0 0 0 0,0 0 0 0 0,-1 1 0 0 0,0-1 0 0 0,-1 1 0 0 0,0 1 0 0 0,-17-18 0 0 0,12 12 578 0 0,0 1-1 0 0,-10-17 1 0 0,21 30-593 0 0,-10-24 1262 0 0,11 25-1263 0 0,0-1 0 0 0,0 1 1 0 0,0-1-1 0 0,0 1 0 0 0,0-1 0 0 0,0 1 1 0 0,0-1-1 0 0,0 0 0 0 0,0 1 1 0 0,0-1-1 0 0,0 1 0 0 0,1-1 0 0 0,-1 1 1 0 0,0-1-1 0 0,0 1 0 0 0,0-1 0 0 0,1 1 1 0 0,-1-1-1 0 0,0 1 0 0 0,1-1 1 0 0,-1 1-1 0 0,0-1 0 0 0,1 1 0 0 0,-1-1 1 0 0,1 1-1 0 0,-1 0 0 0 0,0-1 1 0 0,1 1-1 0 0,-1 0 0 0 0,1-1 0 0 0,-1 1 1 0 0,1 0-1 0 0,-1 0 0 0 0,1 0 1 0 0,-1-1-1 0 0,1 1 0 0 0,0 0 0 0 0,-1 0 1 0 0,1 0-1 0 0,-1 0 0 0 0,1 0 0 0 0,1 0 1 0 0,26-3-115 0 0,1 1 0 0 0,43 2-1 0 0,149-1-2533 0 0,-184 0 2464 0 0,-28 1 184 0 0,12-1-18 0 0,36-5 1 0 0,-51 5 157 0 0,-1 0 1 0 0,1-1-1 0 0,-1 1 1 0 0,1-1-1 0 0,-1 0 1 0 0,0-1-1 0 0,0 1 1 0 0,0-1-1 0 0,0 0 1 0 0,-1 0-1 0 0,8-6 1 0 0,-12 9-125 0 0,0 0 0 0 0,0 0 0 0 0,0-1 0 0 0,0 1 0 0 0,1 0 0 0 0,-1 0 0 0 0,0 0 0 0 0,0 0 0 0 0,0 0 0 0 0,0 0 0 0 0,0 0 0 0 0,1 0 1 0 0,-1-1-1 0 0,0 1 0 0 0,0 0 0 0 0,0 0 0 0 0,0 0 0 0 0,0 0 0 0 0,0-1 0 0 0,0 1 0 0 0,0 0 0 0 0,1 0 0 0 0,-1 0 0 0 0,0 0 0 0 0,0-1 1 0 0,0 1-1 0 0,0 0 0 0 0,0 0 0 0 0,0 0 0 0 0,0 0 0 0 0,0-1 0 0 0,0 1 0 0 0,0 0 0 0 0,0 0 0 0 0,0 0 0 0 0,0-1 0 0 0,0 1 0 0 0,-1 0 1 0 0,1 0-1 0 0,0 0 0 0 0,0 0 0 0 0,0-1 0 0 0,0 1 0 0 0,0 0 0 0 0,0 0 0 0 0,0 0 0 0 0,0 0 0 0 0,-1 0 0 0 0,1-1 0 0 0,0 1 0 0 0,0 0 1 0 0,-1 0 11 0 0,1 1 1 0 0,-1-1 0 0 0,1 1 0 0 0,-1 0 0 0 0,1-1 0 0 0,0 1 0 0 0,-1-1-1 0 0,1 1 1 0 0,0 0 0 0 0,-1-1 0 0 0,1 1 0 0 0,0-1 0 0 0,0 1 0 0 0,-1 0 0 0 0,1 0-1 0 0,0-1 1 0 0,0 1 0 0 0,0 0 0 0 0,0-1 0 0 0,0 1 0 0 0,0 0 0 0 0,0-1-1 0 0,1 2 1 0 0,7 86 32 0 0,-4-60-87 0 0,-1-1 1 0 0,-2 36-1 0 0,-1-1-1565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54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8754 0 0,'2'-11'776'0'0,"-2"6"-616"0"0,2-1 1704 0 0,-3 9-831 0 0,2 0 7 0 0,-1 6-528 0 0,0 4-96 0 0,0 5-32 0 0,-1 1 0 0 0,0 3-272 0 0,2 0-112 0 0,-1-1 88 0 0,1-1-6297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54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51 104 7370 0 0,'-8'16'727'0'0,"0"0"0"0"0,1 1 0 0 0,0 0 1 0 0,-7 33-1 0 0,13-47-708 0 0,0 2 98 0 0,-1 1 1 0 0,1-1-1 0 0,1 1 1 0 0,-1-1-1 0 0,1 1 1 0 0,0-1-1 0 0,0 1 1 0 0,0-1-1 0 0,2 9 1 0 0,-1-12-52 0 0,-1-1 0 0 0,1 0 1 0 0,-1 1-1 0 0,1-1 0 0 0,0 1 1 0 0,-1-1-1 0 0,1 0 0 0 0,0 1 1 0 0,0-1-1 0 0,0 0 0 0 0,0 0 1 0 0,0 0-1 0 0,1 0 1 0 0,-1 0-1 0 0,0 0 0 0 0,0 0 1 0 0,1 0-1 0 0,-1 0 0 0 0,0-1 1 0 0,1 1-1 0 0,-1 0 0 0 0,1-1 1 0 0,-1 1-1 0 0,1-1 0 0 0,-1 0 1 0 0,1 1-1 0 0,-1-1 0 0 0,1 0 1 0 0,-1 0-1 0 0,1 0 0 0 0,0 0 1 0 0,-1 0-1 0 0,1-1 0 0 0,-1 1 1 0 0,1 0-1 0 0,-1-1 0 0 0,1 1 1 0 0,1-2-1 0 0,4 0 288 0 0,1 0 0 0 0,-1-1 0 0 0,0-1 0 0 0,1 1 0 0 0,-2-1 0 0 0,1 0 0 0 0,0-1 0 0 0,-1 0 0 0 0,9-8 0 0 0,-11 10-98 0 0,0-1 0 0 0,-1 0-1 0 0,0 0 1 0 0,1 0 0 0 0,-1 0 0 0 0,-1 0 0 0 0,1 0 0 0 0,-1-1 0 0 0,1 1 0 0 0,-1-1-1 0 0,-1 0 1 0 0,1 0 0 0 0,-1 1 0 0 0,1-1 0 0 0,0-10 0 0 0,-3 12-124 0 0,1 0 0 0 0,-1-1 1 0 0,0 1-1 0 0,0 0 0 0 0,0 0 1 0 0,0 1-1 0 0,0-1 0 0 0,-1 0 1 0 0,1 0-1 0 0,-1 1 0 0 0,0-1 1 0 0,0 1-1 0 0,0-1 0 0 0,0 1 1 0 0,0 0-1 0 0,-3-3 0 0 0,-1 1-47 0 0,1-1-1 0 0,-1 1 0 0 0,0 0 0 0 0,0 0 1 0 0,0 1-1 0 0,-8-4 0 0 0,7 5-65 0 0,0 0 0 0 0,-1 0 0 0 0,-13-1 0 0 0,19 3-50 0 0,1 0 1 0 0,-1-1-1 0 0,0 1 1 0 0,1 0-1 0 0,-1 0 0 0 0,1 0 1 0 0,-1 0-1 0 0,1 0 1 0 0,-1 1-1 0 0,0-1 1 0 0,1 0-1 0 0,-1 1 1 0 0,1-1-1 0 0,-1 1 0 0 0,1-1 1 0 0,-1 1-1 0 0,1 0 1 0 0,0 0-1 0 0,-1 0 1 0 0,1 0-1 0 0,0 0 1 0 0,0 0-1 0 0,-1 0 0 0 0,0 2 1 0 0,2-3-19 0 0,0 1 0 0 0,0 0-1 0 0,0-1 1 0 0,0 1 0 0 0,0 0 0 0 0,1-1 0 0 0,-1 1-1 0 0,0-1 1 0 0,1 1 0 0 0,-1 0 0 0 0,0-1 0 0 0,1 1-1 0 0,-1-1 1 0 0,1 1 0 0 0,-1-1 0 0 0,1 0 0 0 0,-1 1 0 0 0,1-1-1 0 0,-1 1 1 0 0,1-1 0 0 0,-1 0 0 0 0,1 1 0 0 0,-1-1-1 0 0,1 0 1 0 0,0 0 0 0 0,-1 1 0 0 0,1-1 0 0 0,-1 0-1 0 0,1 0 1 0 0,0 0 0 0 0,1 0 0 0 0,23 6-968 0 0,-24-6 962 0 0,9 2-205 0 0,1-1 0 0 0,-1-1 0 0 0,1 0 0 0 0,-1 0 0 0 0,0-1 0 0 0,16-3 1 0 0,59-20-2691 0 0,-1 0 1460 0 0,-80 23 1612 0 0,1 0-1 0 0,0 0 0 0 0,0 0 1 0 0,0 1-1 0 0,0 0 1 0 0,-1 0-1 0 0,1 1 0 0 0,0-1 1 0 0,0 1-1 0 0,0 0 0 0 0,-1 0 1 0 0,1 1-1 0 0,0-1 0 0 0,7 5 1 0 0,-9-4-39 0 0,0 0 1 0 0,-1 0-1 0 0,0 0 1 0 0,1 0-1 0 0,-1 0 1 0 0,0 1-1 0 0,0-1 1 0 0,0 1-1 0 0,0-1 1 0 0,-1 1-1 0 0,1 0 1 0 0,-1 0-1 0 0,0 0 1 0 0,1-1 0 0 0,-1 1-1 0 0,-1 1 1 0 0,1-1-1 0 0,0 0 1 0 0,-1 0-1 0 0,1 0 1 0 0,-1 0-1 0 0,0 0 1 0 0,-1 6-1 0 0,0 0 124 0 0,0 0-1 0 0,-1 0 1 0 0,-1 0 0 0 0,1-1-1 0 0,-5 10 1 0 0,-1 4 170 0 0,11-26-331 0 0,0-1 1 0 0,0 1-1 0 0,1 1 1 0 0,7-8-1 0 0,4-4-150 0 0,4-4 43 0 0,32-26 1 0 0,-33 30 130 0 0,0-1 0 0 0,27-30 0 0 0,-43 43 4 0 0,2-3 105 0 0,1 0 1 0 0,-1 1 0 0 0,1-1 0 0 0,1 1-1 0 0,-1 0 1 0 0,1 0 0 0 0,-1 1 0 0 0,1-1-1 0 0,7-2 1 0 0,-12 6-130 0 0,1 1-1 0 0,-1 0 1 0 0,0 0 0 0 0,0 0-1 0 0,0 0 1 0 0,0 1 0 0 0,1-1 0 0 0,-1 0-1 0 0,0 0 1 0 0,0 1 0 0 0,0-1-1 0 0,0 1 1 0 0,0-1 0 0 0,0 1 0 0 0,0-1-1 0 0,0 1 1 0 0,0-1 0 0 0,0 1-1 0 0,0 0 1 0 0,0 0 0 0 0,0 0 0 0 0,0-1-1 0 0,0 1 1 0 0,-1 0 0 0 0,1 0-1 0 0,0 0 1 0 0,-1 0 0 0 0,1 0-1 0 0,-1 0 1 0 0,1 0 0 0 0,-1 1 0 0 0,0-1-1 0 0,1 1 1 0 0,14 46 472 0 0,-14-40-396 0 0,11 40 17 0 0,2 0 1 0 0,36 85 0 0 0,-36-110-82 0 0,5 9-1815 0 0,-19-30 588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4:44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40 179 8754 0 0,'-1'-2'525'0'0,"0"0"1"0"0,0-1 0 0 0,1 1-1 0 0,-1-1 1 0 0,1 1 0 0 0,0 0-1 0 0,-1-1 1 0 0,2-4 0 0 0,-1 5-115 0 0,0-1 1 0 0,0 1-1 0 0,-1-1 1 0 0,1 1 0 0 0,0-1-1 0 0,-1 1 1 0 0,1 0-1 0 0,-3-5 1 0 0,3 6-324 0 0,0 0 1 0 0,-1 1-1 0 0,1-1 0 0 0,0 0 1 0 0,-1 0-1 0 0,1 1 1 0 0,-1-1-1 0 0,1 0 0 0 0,-1 0 1 0 0,0 1-1 0 0,1-1 0 0 0,-1 1 1 0 0,0-1-1 0 0,1 1 0 0 0,-1-1 1 0 0,0 1-1 0 0,0-1 0 0 0,0 1 1 0 0,1-1-1 0 0,-1 1 1 0 0,0 0-1 0 0,0 0 0 0 0,0-1 1 0 0,0 1-1 0 0,0 0 0 0 0,0 0 1 0 0,1 0-1 0 0,-1 0 0 0 0,0 0 1 0 0,0 0-1 0 0,0 0 1 0 0,0 0-1 0 0,0 1 0 0 0,0-1 1 0 0,0 0-1 0 0,1 0 0 0 0,-1 1 1 0 0,-2 0 235 0 0,3 23-253 0 0,0 29-19 0 0,39 440 23 0 0,-36-437-71 0 0,8 123 40 0 0,-6-133-28 0 0,20 82 0 0 0,-22-119 1 0 0,0-1 0 0 0,0 0 0 0 0,1 0 0 0 0,-1 0 1 0 0,2 0-1 0 0,-1-1 0 0 0,1 1 0 0 0,1-1 1 0 0,-1 0-1 0 0,1-1 0 0 0,0 0 0 0 0,0 0 1 0 0,14 10-1 0 0,-16-14-7 0 0,0 1 1 0 0,0-1-1 0 0,0 1 1 0 0,0-1-1 0 0,1-1 0 0 0,-1 1 1 0 0,1 0-1 0 0,-1-1 1 0 0,1 0-1 0 0,0 0 1 0 0,0-1-1 0 0,-1 1 0 0 0,1-1 1 0 0,0 0-1 0 0,0 0 1 0 0,-1-1-1 0 0,1 1 0 0 0,0-1 1 0 0,0 0-1 0 0,-1 0 1 0 0,1-1-1 0 0,-1 0 1 0 0,1 1-1 0 0,-1-1 0 0 0,0-1 1 0 0,6-3-1 0 0,1-2 204 0 0,0-1-1 0 0,-1 0 1 0 0,0-1 0 0 0,-1 0-1 0 0,0 0 1 0 0,0-1-1 0 0,-1 0 1 0 0,7-13-1 0 0,47-103 580 0 0,-57 116-767 0 0,222-574 1922 0 0,-159 401-1732 0 0,-59 159-206 0 0,1 1 19 0 0,-1 0 0 0 0,-1-2 0 0 0,7-42 0 0 0,-15 62-23 0 0,0 4-17 0 0,0 1-1 0 0,0-1 1 0 0,0 1-1 0 0,0-1 1 0 0,0 1 0 0 0,0-1-1 0 0,0 1 1 0 0,1-1-1 0 0,-1 1 1 0 0,0-1 0 0 0,1 1-1 0 0,-1-1 1 0 0,1 1-1 0 0,0-1 1 0 0,1-1 0 0 0,-1 3-246 0 0,1 0-493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5:22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39 7834 0 0,'0'0'108'0'0,"0"0"-1"0"0,-1-1 1 0 0,1 1 0 0 0,0-1 0 0 0,0 1 0 0 0,-1-1 0 0 0,1 1 0 0 0,0 0 0 0 0,0-1 0 0 0,0 1-1 0 0,-1-1 1 0 0,1 1 0 0 0,0-1 0 0 0,0 1 0 0 0,0-1 0 0 0,0 1 0 0 0,0-1 0 0 0,0 1-1 0 0,0-1 1 0 0,0 1 0 0 0,0-1 0 0 0,1 0 0 0 0,9-5 5447 0 0,-3 3-4556 0 0,4-1-852 0 0,0 0 1 0 0,0 1-1 0 0,0 1 1 0 0,0-1-1 0 0,1 2 1 0 0,14-1-1 0 0,71 4-159 0 0,-62 2 168 0 0,-1 1 1 0 0,0 1-1 0 0,0 2 0 0 0,-1 1 0 0 0,0 2 0 0 0,0 1 1 0 0,37 20-1 0 0,-26-12-18 0 0,1-1 1 0 0,0-2-1 0 0,1-3 1 0 0,1-1-1 0 0,1-3 1 0 0,93 9-1 0 0,-125-18-77 0 0,1-1 0 0 0,-1 0 0 0 0,0-1 0 0 0,0-1-1 0 0,0-1 1 0 0,0 0 0 0 0,0-2 0 0 0,0 1 0 0 0,16-8-1 0 0,-32 12-65 0 0,1-1 0 0 0,-1 1 0 0 0,0 0 0 0 0,1 0 0 0 0,-1 0-1 0 0,1 0 1 0 0,-1 0 0 0 0,1-1 0 0 0,-1 1 0 0 0,1 0 0 0 0,-1-1 0 0 0,0 1-1 0 0,1 0 1 0 0,-1 0 0 0 0,0-1 0 0 0,1 1 0 0 0,-1-1 0 0 0,0 1-1 0 0,1 0 1 0 0,-1-1 0 0 0,0 1 0 0 0,0-1 0 0 0,0 1 0 0 0,1-1-1 0 0,-1 1 1 0 0,0-1 0 0 0,0 1 0 0 0,0 0 0 0 0,0-1 0 0 0,0 1 0 0 0,0-1-1 0 0,0 1 1 0 0,0-1 0 0 0,0 1 0 0 0,0-1 0 0 0,0 1 0 0 0,0-1-1 0 0,0 1 1 0 0,0-1 0 0 0,0 1 0 0 0,0-1 0 0 0,-1 1 0 0 0,1-1 0 0 0,-17-16-7091 0 0,9 12 1320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5:22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10138 0 0,'38'16'9193'0'0,"22"1"-7430"0"0,69 10-2158 0 0,222 26 1802 0 0,-248-40-1020 0 0,-76-11 130 0 0,41-2-1 0 0,-31 0 43 0 0,-28-1-211 0 0,-21-1-2650 0 0,2 2-5666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5:35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5 402 17308 0 0,'0'0'27'0'0,"0"0"0"0"0,0 1 0 0 0,-1-1 0 0 0,1 0 0 0 0,0 0 0 0 0,0 0 0 0 0,0 0 0 0 0,0 0 0 0 0,0 0 0 0 0,-1 0 0 0 0,1 0 0 0 0,0 0 0 0 0,0 0 1 0 0,0 0-1 0 0,0-1 0 0 0,0 1 0 0 0,0 0 0 0 0,-1 0 0 0 0,1 0 0 0 0,0 0 0 0 0,0 0 0 0 0,0 0 0 0 0,0 0 0 0 0,0 0 0 0 0,0 0 0 0 0,-1 0 0 0 0,1 0 0 0 0,0-1 0 0 0,0 1 0 0 0,0 0 1 0 0,0 0-1 0 0,0 0 0 0 0,0 0 0 0 0,0 0 0 0 0,0 0 0 0 0,0-1 0 0 0,0 1 0 0 0,0 0 0 0 0,0 0 0 0 0,0 0 0 0 0,0 0 0 0 0,0 0 0 0 0,0 0 0 0 0,0-1 0 0 0,0 1 0 0 0,0 0 1 0 0,0 0-1 0 0,0 0 0 0 0,0 0 0 0 0,0 0 0 0 0,0-1 0 0 0,0 1 0 0 0,0 0 0 0 0,0 0 0 0 0,0 0 0 0 0,0 0 0 0 0,0 0 0 0 0,0 0 0 0 0,0-1 0 0 0,0 1 0 0 0,1 0 0 0 0,12-5 304 0 0,25-3-679 0 0,-34 7 504 0 0,434-105 586 0 0,-124 26-308 0 0,-110 40-434 0 0,-64 14 0 0 0,115-18 64 0 0,21-5 32 0 0,-215 36 531 0 0,0 3 0 0 0,101-4 0 0 0,-155 14-96 0 0,-13 1-312 0 0,-26 3-1025 0 0,17-2-833 0 0,4-1-163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20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60 8498 0 0,'-14'8'1263'0'0,"7"-2"2535"0"0,6-5-3017 0 0,34 2 2699 0 0,79 3-1117 0 0,22-1-1525 0 0,172 0-124 0 0,-212-2-418 0 0,196-9 591 0 0,-5 0-481 0 0,-48 9 106 0 0,316-36 0 0 0,-504 30-397 0 0,75 3 1 0 0,-2 1-10 0 0,-27-6 308 0 0,116-21-1 0 0,-158 17-436 0 0,0 3-1 0 0,62 0 0 0 0,-81 8-260 0 0,-29 0-1355 0 0,-19 1-785 0 0,1-2-5299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20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12443 0 0,'0'79'5708'0'0,"-1"10"-3628"0"0,1 109-598 0 0,-2-149-1367 0 0,1-30-59 0 0,1 1-1 0 0,0-1 1 0 0,3 20-1 0 0,-3-34-519 0 0,2 11 847 0 0,1-10-2486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21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12987 0 0,'-2'3'162'0'0,"1"0"1"0"0,0 0-1 0 0,0 0 1 0 0,0 0 0 0 0,0 0-1 0 0,0 0 1 0 0,0 0-1 0 0,1 1 1 0 0,0-1-1 0 0,-1 6 1 0 0,0 5 427 0 0,-2 6 59 0 0,1 1 1 0 0,1 0 0 0 0,3 35-1 0 0,13 63 465 0 0,-6-58-843 0 0,-3-24-172 0 0,-1-8 243 0 0,0 36-1 0 0,-4-57-291 0 0,-2 0-1 0 0,1 1 1 0 0,-1-1-1 0 0,0 0 0 0 0,-1 0 1 0 0,0 0-1 0 0,0 0 1 0 0,-1 0-1 0 0,-3 8 0 0 0,6-15-91 0 0,-1 0 0 0 0,1-1 0 0 0,-1 1-1 0 0,1 0 1 0 0,-1 0 0 0 0,0 0 0 0 0,1-1-1 0 0,-1 1 1 0 0,0 0 0 0 0,0-1 0 0 0,1 1-1 0 0,-1 0 1 0 0,0-1 0 0 0,0 1 0 0 0,0-1-1 0 0,0 1 1 0 0,0-1 0 0 0,1 0-1 0 0,-1 1 1 0 0,0-1 0 0 0,0 0 0 0 0,0 0-1 0 0,0 0 1 0 0,0 0 0 0 0,-2 0 0 0 0,1 0-543 0 0,0 0 1 0 0,0 0 0 0 0,-1-1-1 0 0,1 0 1 0 0,0 1-1 0 0,0-1 1 0 0,0 0 0 0 0,0 0-1 0 0,0 0 1 0 0,-3-2-1 0 0,-5-4-1750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21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25 10594 0 0,'0'0'73'0'0,"0"0"-1"0"0,0 0 0 0 0,0 0 1 0 0,-1 0-1 0 0,1 0 0 0 0,0 0 1 0 0,0 1-1 0 0,0-1 0 0 0,-1 0 1 0 0,1 0-1 0 0,0 0 1 0 0,0 0-1 0 0,0 0 0 0 0,0 0 1 0 0,0 0-1 0 0,-1 0 0 0 0,1 1 1 0 0,0-1-1 0 0,0 0 0 0 0,0 0 1 0 0,0 0-1 0 0,0 0 1 0 0,0 0-1 0 0,0 1 0 0 0,0-1 1 0 0,-1 0-1 0 0,1 0 0 0 0,0 0 1 0 0,0 1-1 0 0,0-1 0 0 0,0 0 1 0 0,0 0-1 0 0,0 0 0 0 0,0 0 1 0 0,0 1-1 0 0,0-1 1 0 0,0 0-1 0 0,0 0 0 0 0,0 0 1 0 0,0 1-1 0 0,0-1 0 0 0,0 0 1 0 0,1 0-1 0 0,-1 0 0 0 0,0 0 1 0 0,0 1-1 0 0,0-1 1 0 0,0 0-1 0 0,0 0 0 0 0,8 16 1447 0 0,13 14-45 0 0,-8-12-1078 0 0,-1 0 1 0 0,0 1-1 0 0,-2 0 0 0 0,0 1 1 0 0,-2 0-1 0 0,0 0 0 0 0,-1 1 1 0 0,-1 0-1 0 0,6 41 1 0 0,-7-32-347 0 0,-2-4 55 0 0,13 45 0 0 0,-14-65-49 0 0,0 0 1 0 0,0 0-1 0 0,1 0 1 0 0,0 0 0 0 0,0-1-1 0 0,0 1 1 0 0,1-1 0 0 0,-1 1-1 0 0,1-1 1 0 0,1-1-1 0 0,-1 1 1 0 0,8 6 0 0 0,-10-10 0 0 0,1 1 0 0 0,-1-1 1 0 0,0 0-1 0 0,1 0 0 0 0,-1 0 0 0 0,0 0 1 0 0,1-1-1 0 0,-1 1 0 0 0,1-1 0 0 0,0 1 1 0 0,-1-1-1 0 0,1 0 0 0 0,-1 0 0 0 0,1 0 1 0 0,-1 0-1 0 0,1-1 0 0 0,0 1 0 0 0,-1-1 1 0 0,1 1-1 0 0,-1-1 0 0 0,0 0 0 0 0,1 0 1 0 0,-1 0-1 0 0,0 0 0 0 0,5-3 0 0 0,4-4 213 0 0,0 0-1 0 0,-1 0 0 0 0,17-17 0 0 0,-20 18-128 0 0,31-30 444 0 0,62-79 0 0 0,-88 99-461 0 0,0-1-1 0 0,-1 0 1 0 0,-1-1 0 0 0,0 0-1 0 0,-2 0 1 0 0,0-1-1 0 0,8-33 1 0 0,-15 49-307 0 0,0 0 1 0 0,-1 0-1 0 0,1-1 0 0 0,-1 1 1 0 0,0-1-1 0 0,0 1 1 0 0,-1 0-1 0 0,1-1 0 0 0,-1 1 1 0 0,0 0-1 0 0,-1-5 1 0 0,-2 0-679 0 0,0 0 0 0 0,-1 1 0 0 0,-9-14 1 0 0,7 10 379 0 0,1 1-1278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23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31 13795 0 0,'-1'-1'102'0'0,"1"0"1"0"0,0 1-1 0 0,0-1 1 0 0,0 0-1 0 0,0 1 0 0 0,0-1 1 0 0,0 0-1 0 0,0 0 0 0 0,0 1 1 0 0,0-1-1 0 0,0 0 1 0 0,0 1-1 0 0,1-1 0 0 0,-1 0 1 0 0,0 1-1 0 0,0-1 1 0 0,1 0-1 0 0,-1 1 0 0 0,0-1 1 0 0,1 1-1 0 0,-1-1 1 0 0,1 0-1 0 0,-1 1 0 0 0,1-1 1 0 0,-1 1-1 0 0,2-1 0 0 0,0-1 59 0 0,0 1 0 0 0,0 0-1 0 0,0 0 1 0 0,1 0-1 0 0,-1 0 1 0 0,0 0 0 0 0,1 1-1 0 0,2-1 1 0 0,9-1 258 0 0,-1 1-1 0 0,18 0 1 0 0,-24 2-140 0 0,6-2 17 0 0,0 1 0 0 0,0 1 0 0 0,-1 0 0 0 0,1 1 0 0 0,0 0 1 0 0,15 6-1 0 0,-27-8-274 0 0,0 1 1 0 0,0 0 0 0 0,1-1 0 0 0,-1 1 0 0 0,0 0 0 0 0,0 0-1 0 0,-1 0 1 0 0,1 0 0 0 0,0 0 0 0 0,0 0 0 0 0,0 0 0 0 0,-1 0-1 0 0,1 1 1 0 0,0-1 0 0 0,-1 0 0 0 0,1 0 0 0 0,-1 1-1 0 0,0-1 1 0 0,1 0 0 0 0,-1 0 0 0 0,0 1 0 0 0,0-1 0 0 0,0 0-1 0 0,1 1 1 0 0,-2-1 0 0 0,1 0 0 0 0,0 1 0 0 0,0-1 0 0 0,0 0-1 0 0,-1 1 1 0 0,1-1 0 0 0,0 0 0 0 0,-1 0 0 0 0,1 1 0 0 0,-2 1-1 0 0,-2 7-63 0 0,-1-1 0 0 0,1 0 0 0 0,-9 12 0 0 0,11-19 25 0 0,-18 28-326 0 0,-1-2-1 0 0,-2 0 1 0 0,-44 41-1 0 0,58-61 212 0 0,6-6 112 0 0,0 0 1 0 0,0 1-1 0 0,1-1 1 0 0,-1 1 0 0 0,1-1-1 0 0,0 1 1 0 0,-1 0-1 0 0,-1 4 1 0 0,4-7 6 0 0,0 0-1 0 0,0 1 1 0 0,0-1-1 0 0,0 0 1 0 0,0 0-1 0 0,0 0 1 0 0,0 1 0 0 0,0-1-1 0 0,0 0 1 0 0,0 0-1 0 0,0 0 1 0 0,0 1-1 0 0,0-1 1 0 0,1 0 0 0 0,-1 0-1 0 0,0 0 1 0 0,0 1-1 0 0,0-1 1 0 0,0 0-1 0 0,0 0 1 0 0,1 0 0 0 0,-1 0-1 0 0,0 0 1 0 0,0 0-1 0 0,0 1 1 0 0,1-1-1 0 0,-1 0 1 0 0,0 0-1 0 0,0 0 1 0 0,0 0 0 0 0,1 0-1 0 0,-1 0 1 0 0,0 0-1 0 0,0 0 1 0 0,0 0-1 0 0,1 0 1 0 0,-1 0 0 0 0,0 0-1 0 0,0 0 1 0 0,1 0-1 0 0,-1 0 1 0 0,0 0-1 0 0,0 0 1 0 0,0 0-1 0 0,1 0 1 0 0,-1 0 0 0 0,0 0-1 0 0,0-1 1 0 0,18-2-62 0 0,-11 2 73 0 0,2 1 102 0 0,1 0 0 0 0,-1 0 1 0 0,1 1-1 0 0,-1 1 0 0 0,1-1 1 0 0,15 6-1 0 0,57 26 408 0 0,-36-14-32 0 0,-33-13-234 0 0,1 0-1 0 0,-1 0 1 0 0,13 9-1 0 0,-23-12-178 0 0,1-1 0 0 0,0 1 0 0 0,-1 0 0 0 0,0 0 0 0 0,1 0 0 0 0,-1 0 0 0 0,-1 0 0 0 0,1 1 0 0 0,0 0 0 0 0,-1-1 0 0 0,0 1 0 0 0,1 0 0 0 0,-2 0 0 0 0,3 6 0 0 0,-3-8-38 0 0,-1 1 1 0 0,0-1 0 0 0,0 0 0 0 0,0 1-1 0 0,0-1 1 0 0,-1 0 0 0 0,1 0 0 0 0,0 1-1 0 0,-1-1 1 0 0,0 0 0 0 0,1 0-1 0 0,-1 0 1 0 0,0 1 0 0 0,0-1 0 0 0,0 0-1 0 0,-2 2 1 0 0,-25 32 157 0 0,16-23-121 0 0,-16 20-183 0 0,-1-1 0 0 0,-3-2-1 0 0,0-1 1 0 0,-62 43 0 0 0,41-41-1991 0 0,52-30 1401 0 0,7-6-2074 0 0,2 0 1221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23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7 12443 0 0,'1'-1'86'0'0,"-1"1"0"0"0,0-1 0 0 0,1 1 0 0 0,-1-1 0 0 0,0 1 0 0 0,1 0 0 0 0,-1-1 0 0 0,1 1 0 0 0,-1-1 0 0 0,1 1 0 0 0,-1 0 0 0 0,1 0 0 0 0,-1-1 0 0 0,1 1 0 0 0,0 0 0 0 0,-1 0 0 0 0,1 0 1 0 0,-1 0-1 0 0,1 0 0 0 0,0-1 0 0 0,-1 1 0 0 0,1 0 0 0 0,-1 0 0 0 0,1 0 0 0 0,-1 1 0 0 0,1-1 0 0 0,0 0 0 0 0,-1 0 0 0 0,1 0 0 0 0,-1 0 0 0 0,1 1 0 0 0,-1-1 0 0 0,1 0 0 0 0,-1 0 0 0 0,1 1 0 0 0,-1-1 0 0 0,1 0 1 0 0,-1 1-1 0 0,1-1 0 0 0,-1 0 0 0 0,1 1 0 0 0,-1-1 0 0 0,0 1 0 0 0,1-1 0 0 0,0 2 0 0 0,0-1 57 0 0,-1 1 0 0 0,1-1 0 0 0,0 1 0 0 0,0 0 1 0 0,-1 0-1 0 0,1-1 0 0 0,-1 1 0 0 0,1 0 0 0 0,-1 0 0 0 0,0-1 0 0 0,0 1 1 0 0,0 0-1 0 0,0 0 0 0 0,0 2 0 0 0,-5 13 394 0 0,-1 0 0 0 0,0 0 0 0 0,-1-1 1 0 0,-17 29-1 0 0,13-25-218 0 0,-99 153 679 0 0,-1 1-184 0 0,97-133-7283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23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12443 0 0,'-1'1'135'0'0,"0"0"1"0"0,1 0 0 0 0,-1 0-1 0 0,1 0 1 0 0,-1-1 0 0 0,1 1-1 0 0,0 0 1 0 0,-1 0 0 0 0,1 0-1 0 0,0 0 1 0 0,0 0 0 0 0,-1 1-1 0 0,1-1 1 0 0,0 0 0 0 0,0 0-1 0 0,0 0 1 0 0,0 0 0 0 0,0 0-1 0 0,1 0 1 0 0,-1 0 0 0 0,0 0 0 0 0,1 1-1 0 0,4 35 910 0 0,-4-34-961 0 0,2 17 401 0 0,1 0 0 0 0,2 0 0 0 0,0-1 0 0 0,1 1 0 0 0,0-2 0 0 0,19 33 0 0 0,-17-38-162 0 0,0 0 0 0 0,0 0 0 0 0,2-1-1 0 0,-1 0 1 0 0,2-1 0 0 0,-1-1-1 0 0,1 1 1 0 0,1-2 0 0 0,19 12-1 0 0,70 33 97 0 0,-99-53-465 0 0,0 0-1 0 0,0 0 1 0 0,0 0-1 0 0,0 0 1 0 0,0 0-1 0 0,0 0 1 0 0,0-1-1 0 0,0 0 1 0 0,0 1 0 0 0,0-1-1 0 0,0 0 1 0 0,0 0-1 0 0,0-1 1 0 0,1 1-1 0 0,-1-1 1 0 0,0 0-1 0 0,0 1 1 0 0,0-1 0 0 0,5-3-1 0 0,-6 3-667 0 0,0-1-1 0 0,0 1 1 0 0,0-1-1 0 0,0 0 1 0 0,0 1-1 0 0,0-1 1 0 0,0 0-1 0 0,-1 0 1 0 0,3-3-1 0 0,2-5-6030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24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1 13043 0 0,'4'1'209'0'0,"-1"0"0"0"0,0 0 0 0 0,1 0 0 0 0,-1 1 0 0 0,0 0 0 0 0,0 0 0 0 0,0 0 0 0 0,0 0 0 0 0,3 3 0 0 0,186 157 7982 0 0,-189-160-8117 0 0,-1 0 1 0 0,1 0 0 0 0,-1 0-1 0 0,0 1 1 0 0,0-1 0 0 0,1 1-1 0 0,-1-1 1 0 0,-1 1 0 0 0,1 0-1 0 0,0-1 1 0 0,-1 1 0 0 0,1 0-1 0 0,-1 0 1 0 0,0 0 0 0 0,0 0-1 0 0,0 0 1 0 0,-1 1 0 0 0,1-1-1 0 0,0 4 1 0 0,-2-2-54 0 0,1 0 1 0 0,-1 0-1 0 0,0 0 0 0 0,0-1 0 0 0,0 1 1 0 0,-1 0-1 0 0,0-1 0 0 0,0 0 0 0 0,0 1 1 0 0,0-1-1 0 0,-1 0 0 0 0,-4 6 0 0 0,-4 4-52 0 0,-2-1 0 0 0,1 0 1 0 0,-2 0-1 0 0,0-2 0 0 0,0 0 0 0 0,-19 11 0 0 0,14-9-101 0 0,1 0 1 0 0,0 0-1 0 0,-21 24 1 0 0,38-36 117 0 0,0 0 0 0 0,-1 1 1 0 0,1-1-1 0 0,1 1 1 0 0,-1-1-1 0 0,0 1 0 0 0,0-1 1 0 0,1 1-1 0 0,-1 0 1 0 0,0-1-1 0 0,1 1 0 0 0,0 0 1 0 0,-1-1-1 0 0,1 1 1 0 0,0 0-1 0 0,0 0 0 0 0,0-1 1 0 0,0 1-1 0 0,0 0 1 0 0,0-1-1 0 0,1 1 1 0 0,-1 0-1 0 0,1 0 0 0 0,-1-1 1 0 0,1 1-1 0 0,-1-1 1 0 0,1 1-1 0 0,0 0 0 0 0,0-1 1 0 0,0 0-1 0 0,0 1 1 0 0,0-1-1 0 0,0 1 0 0 0,0-1 1 0 0,3 2-1 0 0,4 6-6 0 0,1-1 0 0 0,1-1 0 0 0,0 1 0 0 0,11 5 0 0 0,-9-5 24 0 0,21 15 105 0 0,1-2 278 0 0,58 52 0 0 0,-84-66-230 0 0,0 0 1 0 0,-1 1-1 0 0,0 0 1 0 0,-1 0-1 0 0,0 0 0 0 0,0 1 1 0 0,-1 0-1 0 0,0 0 0 0 0,0 1 1 0 0,-1 0-1 0 0,0-1 0 0 0,3 16 1 0 0,-6-20-67 0 0,0 0 0 0 0,-1 1 0 0 0,0-1 0 0 0,0 0 0 0 0,0 0 0 0 0,0 1 0 0 0,-1-1 0 0 0,0 0 0 0 0,0 0 0 0 0,0 0 0 0 0,-1 0 0 0 0,0 0 0 0 0,-2 5 0 0 0,0-3-21 0 0,0 0 0 0 0,-1 0 0 0 0,0 0 0 0 0,0-1 1 0 0,-1 0-1 0 0,1 0 0 0 0,-11 9 0 0 0,-1-3 25 0 0,1-1-1 0 0,-1-1 0 0 0,0 0 0 0 0,-1-1 0 0 0,0-1 1 0 0,-22 7-1 0 0,13-7-58 0 0,0-1-1 0 0,0-1 1 0 0,0-1 0 0 0,-1-2 0 0 0,-28 1 0 0 0,33-4-799 0 0,-1-2 1 0 0,1 0-1 0 0,-35-8 1 0 0,41 6-1331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17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0 8122 0 0,'-4'3'153'0'0,"1"0"1"0"0,0 0 0 0 0,1 0-1 0 0,-1 0 1 0 0,0 0-1 0 0,1 1 1 0 0,0-1 0 0 0,0 1-1 0 0,0 0 1 0 0,0-1-1 0 0,0 1 1 0 0,1 0 0 0 0,0 0-1 0 0,0 0 1 0 0,0 0-1 0 0,0 0 1 0 0,1 1 0 0 0,-1 5-1 0 0,0 5 364 0 0,1 0 0 0 0,1 1-1 0 0,4 24 1 0 0,15 70 1145 0 0,-4-30-1421 0 0,-4 1 0 0 0,2 101-1 0 0,-13-133-202 0 0,-1 16 39 0 0,-8 69 0 0 0,-2-67 314 0 0,-3 1 0 0 0,-41 119-1 0 0,17-89 101 0 0,-59 109-1 0 0,59-129-42 0 0,-39 118 0 0 0,65-158-60 0 0,-8 62-1 0 0,19-99-378 0 0,0-1-2 0 0,0 0 0 0 0,0 1 0 0 0,0-1 0 0 0,0 0 0 0 0,-1 1 0 0 0,1-1 0 0 0,0 0 0 0 0,0 0 0 0 0,0 1 0 0 0,0-1 0 0 0,0 0 0 0 0,0 1 0 0 0,-1-1 0 0 0,1 0 0 0 0,0 0 0 0 0,0 1 1 0 0,0-1-1 0 0,0 0 0 0 0,-1 0 0 0 0,1 0 0 0 0,0 1 0 0 0,0-1 0 0 0,-1 0 0 0 0,1 0 0 0 0,0 0 0 0 0,-1 0 0 0 0,1 1 0 0 0,0-1 0 0 0,0 0 0 0 0,-1 0 0 0 0,1 0 0 0 0,0 0 0 0 0,-1 0 0 0 0,1 0 0 0 0,0 0 0 0 0,-1 0 0 0 0,1 0 0 0 0,0 0 0 0 0,0 0 0 0 0,-1 0 0 0 0,-13-6-1137 0 0,9 3-304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17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 5529 0 0,'0'2'604'0'0,"1"-1"-1"0"0,-1 1 1 0 0,0-1 0 0 0,1 1-1 0 0,-1-1 1 0 0,1 1-1 0 0,0-1 1 0 0,-1 0 0 0 0,1 1-1 0 0,1 1 1 0 0,-1-1-317 0 0,0-1 0 0 0,0 1 1 0 0,0-1-1 0 0,0 1 0 0 0,-1-1 0 0 0,1 1 1 0 0,-1 0-1 0 0,1-1 0 0 0,-1 1 0 0 0,1 3 1 0 0,-3 10 211 0 0,0 1 0 0 0,-1-1 0 0 0,0 0 0 0 0,-1 0 0 0 0,-10 21 0 0 0,4-6-151 0 0,-5 12-245 0 0,2 1 0 0 0,2 0 0 0 0,-10 77 0 0 0,20-116-80 0 0,1 0-1 0 0,0-1 1 0 0,0 1 0 0 0,1 0 0 0 0,-1 0 0 0 0,1 0 0 0 0,0 0 0 0 0,0 0 0 0 0,0-1-1 0 0,0 1 1 0 0,4 6 0 0 0,-4-9 0 0 0,0 1 0 0 0,0-1 0 0 0,0 0 0 0 0,0 1-1 0 0,0-1 1 0 0,1 0 0 0 0,-1 0 0 0 0,1 0 0 0 0,-1 0 0 0 0,1 0 0 0 0,-1 0 0 0 0,1-1-1 0 0,-1 1 1 0 0,1 0 0 0 0,0-1 0 0 0,-1 1 0 0 0,1-1 0 0 0,0 0 0 0 0,-1 1-1 0 0,1-1 1 0 0,0 0 0 0 0,0 0 0 0 0,-1 0 0 0 0,1 0 0 0 0,0-1 0 0 0,0 1 0 0 0,-1 0-1 0 0,4-2 1 0 0,8-1 153 0 0,0-2-1 0 0,0 0 1 0 0,0 0-1 0 0,0-1 1 0 0,-1-1-1 0 0,23-15 1 0 0,65-61 693 0 0,-49 38-566 0 0,-7 9-230 0 0,-10 10-153 0 0,-2-2 0 0 0,45-48 0 0 0,-77 75-121 0 0,6-8-205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18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9 3225 0 0,'-2'-1'288'0'0,"1"-1"-288"0"0,-2-1 2336 0 0,3 2-1512 0 0,0 0-1064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19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49 6449 0 0,'-9'-1'7782'0'0,"8"-1"-7614"0"0,0-1-1 0 0,1 1 1 0 0,-1-1 0 0 0,1 1 0 0 0,0-1-1 0 0,0 0 1 0 0,0 1 0 0 0,0-4 0 0 0,0 5-75 0 0,0 0 1 0 0,0 0 0 0 0,1 0 0 0 0,-1 0-1 0 0,0 1 1 0 0,1-1 0 0 0,-1 0 0 0 0,0 0 0 0 0,1 0-1 0 0,-1 0 1 0 0,1 0 0 0 0,0 0 0 0 0,-1 1-1 0 0,1-1 1 0 0,0 0 0 0 0,-1 0 0 0 0,1 1-1 0 0,0-1 1 0 0,0 1 0 0 0,-1-1 0 0 0,1 1 0 0 0,0-1-1 0 0,0 1 1 0 0,0-1 0 0 0,0 1 0 0 0,0 0-1 0 0,0-1 1 0 0,1 1 0 0 0,5-1 4 0 0,-1 1 1 0 0,1-1-1 0 0,-1 2 1 0 0,1-1-1 0 0,-1 1 1 0 0,1 0-1 0 0,-1 0 1 0 0,0 0-1 0 0,1 1 1 0 0,-1 0-1 0 0,0 1 1 0 0,0-1-1 0 0,0 1 1 0 0,0 0-1 0 0,-1 1 1 0 0,7 4 0 0 0,-8-5-71 0 0,1 0 0 0 0,-1 1 0 0 0,0 0 0 0 0,0-1 0 0 0,0 2 0 0 0,0-1 0 0 0,-1 0 0 0 0,1 1 0 0 0,-1-1 0 0 0,0 1 1 0 0,-1 0-1 0 0,1 0 0 0 0,-1 0 0 0 0,0 1 0 0 0,0-1 0 0 0,-1 0 0 0 0,0 1 0 0 0,1-1 0 0 0,-1 8 0 0 0,-2-4-28 0 0,0 0-1 0 0,-1 0 0 0 0,0 0 0 0 0,0-1 1 0 0,-1 1-1 0 0,0-1 0 0 0,0 1 0 0 0,-1-1 1 0 0,0 0-1 0 0,-1 0 0 0 0,1-1 0 0 0,-9 9 1 0 0,-8 11-580 0 0,-44 41 1 0 0,51-55 314 0 0,-13 15-214 0 0,-3-2-1 0 0,-35 26 1 0 0,30-34 893 0 0,26-13 526 0 0,30-12-551 0 0,-3 2-285 0 0,1 2-1 0 0,0 0 0 0 0,0 1 0 0 0,1 0 1 0 0,-1 2-1 0 0,27 2 0 0 0,-24-1 114 0 0,-4 0-29 0 0,0 0 0 0 0,-1 1 0 0 0,1 1 0 0 0,26 8 0 0 0,-37-8-124 0 0,1-1 1 0 0,-1 1 0 0 0,-1 0 0 0 0,1 1-1 0 0,0 0 1 0 0,-1 0 0 0 0,0 0 0 0 0,0 1-1 0 0,0 0 1 0 0,0 0 0 0 0,-1 0 0 0 0,0 1-1 0 0,6 7 1 0 0,-10-11-44 0 0,1 1-1 0 0,0 0 1 0 0,-1 0-1 0 0,0 0 1 0 0,0 0-1 0 0,0 0 0 0 0,0 0 1 0 0,0 0-1 0 0,-1 0 1 0 0,1 0-1 0 0,-1 0 1 0 0,0 0-1 0 0,0 1 1 0 0,0-1-1 0 0,0 0 1 0 0,-1 3-1 0 0,0 0 5 0 0,-1 0 1 0 0,0 0-1 0 0,0-1 0 0 0,0 1 0 0 0,-1-1 0 0 0,0 0 0 0 0,0 1 0 0 0,-4 3 0 0 0,-4 6 41 0 0,-2-1 0 0 0,0 0 0 0 0,0-1 0 0 0,-22 15 0 0 0,16-13-10 0 0,-1-2-1 0 0,-37 20 0 0 0,47-28-33 0 0,-1-1-1 0 0,1 0 1 0 0,-1 0-1 0 0,0-1 1 0 0,0 0 0 0 0,0-1-1 0 0,0 0 1 0 0,-12 0-1 0 0,22-2-41 0 0,1 0 0 0 0,-1 0 0 0 0,0 0-1 0 0,0 0 1 0 0,0 0 0 0 0,0 0 0 0 0,1 0-1 0 0,-1 0 1 0 0,0 0 0 0 0,0 0 0 0 0,1-1-1 0 0,-1 1 1 0 0,0 0 0 0 0,0 0 0 0 0,0-1-1 0 0,1 1 1 0 0,-1-1 0 0 0,0 1 0 0 0,1 0-1 0 0,-1-1 1 0 0,0 1 0 0 0,1-1 0 0 0,-1 0-1 0 0,1 1 1 0 0,-1-1 0 0 0,1 1 0 0 0,-1-1-1 0 0,1 0 1 0 0,-1 0 0 0 0,1 1 0 0 0,-1-2-1 0 0,1 0-181 0 0,0 1 0 0 0,0-1-1 0 0,1 1 1 0 0,-1-1 0 0 0,0 1-1 0 0,1-1 1 0 0,-1 1 0 0 0,0-1-1 0 0,1 1 1 0 0,0 0 0 0 0,-1-1-1 0 0,1 1 1 0 0,0 0 0 0 0,0-1-1 0 0,0 1 1 0 0,1-2 0 0 0,9-9-2037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19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5 10594 0 0,'2'-1'278'0'0,"-1"1"-1"0"0,1-1 0 0 0,0 0 0 0 0,-1 1 1 0 0,1-1-1 0 0,-1 1 0 0 0,1 0 1 0 0,0 0-1 0 0,-1-1 0 0 0,1 1 0 0 0,0 0 1 0 0,-1 0-1 0 0,1 0 0 0 0,0 1 0 0 0,-1-1 1 0 0,1 0-1 0 0,-1 1 0 0 0,1-1 1 0 0,0 1-1 0 0,-1-1 0 0 0,1 1 0 0 0,1 1 1 0 0,-2-2-170 0 0,0 1 0 0 0,0 0 0 0 0,0 0 0 0 0,-1 0 0 0 0,1 0 0 0 0,0 0 0 0 0,0 0 0 0 0,-1 0 0 0 0,1 0 0 0 0,0 0 0 0 0,-1 0 0 0 0,1 0 0 0 0,-1 0 0 0 0,0 0 0 0 0,1 0 0 0 0,-1 1 0 0 0,0-1 0 0 0,0 0 0 0 0,1 0 0 0 0,-1 0 0 0 0,0 1 0 0 0,0-1 0 0 0,0 0 0 0 0,-1 0 0 0 0,1 1 0 0 0,0-1 0 0 0,0 0 0 0 0,-1 0 0 0 0,0 2 0 0 0,-10 23 348 0 0,-1-1 0 0 0,-1 0-1 0 0,-1-1 1 0 0,-27 34 0 0 0,25-35-360 0 0,-116 144 172 0 0,29-39-2739 0 0,95-121-988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19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13363 0 0,'3'0'169'0'0,"-1"1"-1"0"0,0-1 1 0 0,0 1 0 0 0,0-1-1 0 0,0 1 1 0 0,0 0 0 0 0,0-1-1 0 0,0 1 1 0 0,0 0 0 0 0,0 1 0 0 0,1 0-1 0 0,87 57 2815 0 0,128 110 0 0 0,-114-84-2854 0 0,-97-80-151 0 0,-1 1 1 0 0,0-1-1 0 0,0 1 0 0 0,8 12 1 0 0,-2 6-1579 0 0,-12-22 912 0 0,1 0-1 0 0,-1 1 1 0 0,1-1 0 0 0,-1 1-1 0 0,0-1 1 0 0,0 0 0 0 0,0 1-1 0 0,-1 4 1 0 0,-2 0-5169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19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17052 0 0,'-2'3'189'0'0,"0"1"1"0"0,1-1 0 0 0,0 1 0 0 0,0 0-1 0 0,0-1 1 0 0,0 1 0 0 0,0 0-1 0 0,1-1 1 0 0,0 1 0 0 0,0 0 0 0 0,0 7-1 0 0,0 8 59 0 0,-7 58 536 0 0,5-1 0 0 0,2 0 0 0 0,4 1 0 0 0,22 118 0 0 0,-9-138-2543 0 0,-10-36-351 0 0,-7-21 2027 0 0,0 0-1 0 0,0 0 1 0 0,0 1 0 0 0,0-1 0 0 0,0 0 0 0 0,0 0 0 0 0,0 0-1 0 0,0 0 1 0 0,1 0 0 0 0,-1 1 0 0 0,0-1 0 0 0,0 0-1 0 0,0 0 1 0 0,0 0 0 0 0,0 0 0 0 0,0 0 0 0 0,0 1-1 0 0,0-1 1 0 0,0 0 0 0 0,0 0 0 0 0,1 0 0 0 0,-1 0-1 0 0,0 0 1 0 0,0 0 0 0 0,0 0 0 0 0,0 1 0 0 0,0-1-1 0 0,0 0 1 0 0,1 0 0 0 0,-1 0 0 0 0,0 0 0 0 0,0 0-1 0 0,0 0 1 0 0,0 0 0 0 0,1 0 0 0 0,-1 0 0 0 0,0 0-1 0 0,0 0 1 0 0,0 0 0 0 0,0 0 0 0 0,0 0 0 0 0,1 0-1 0 0,-1 0 1 0 0,0 0 0 0 0,0 0 0 0 0,0 0 0 0 0,0 0 0 0 0,1 0-1 0 0,-1 0 1 0 0,0 0 0 0 0,0-1 0 0 0,0 1 0 0 0,0 0-1 0 0,0 0 1 0 0,0 0 0 0 0,1 0 0 0 0,-1 0 0 0 0,0 0-1 0 0,0 0 1 0 0,0-1 0 0 0,0 1 0 0 0,0 0 0 0 0,0 0-1 0 0,0 0 1 0 0,0 0 0 0 0,0 0 0 0 0,0-1 0 0 0,3-4-1620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20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24 207 2304 0 0,'-24'-11'16985'0'0,"29"14"-14264"0"0,5 3-4704 0 0,66 34 2656 0 0,-58-32-639 0 0,-1 0 1 0 0,0 1-1 0 0,0 1 0 0 0,-1 0 1 0 0,0 2-1 0 0,27 25 0 0 0,-38-31-38 0 0,0 0 0 0 0,-1 0-1 0 0,0 0 1 0 0,0 1-1 0 0,0-1 1 0 0,-1 1 0 0 0,0 0-1 0 0,0 0 1 0 0,-1 1-1 0 0,0-1 1 0 0,0 0-1 0 0,0 1 1 0 0,-1-1 0 0 0,0 1-1 0 0,-1-1 1 0 0,0 1-1 0 0,0 0 1 0 0,-1-1-1 0 0,0 1 1 0 0,0-1 0 0 0,-4 14-1 0 0,1-8-102 0 0,-1 1 0 0 0,-1-1-1 0 0,0-1 1 0 0,-1 1 0 0 0,0-1-1 0 0,-1 0 1 0 0,0-1 0 0 0,-1 0-1 0 0,0 0 1 0 0,-20 17 0 0 0,1-1 130 0 0,26-25 62 0 0,0 0 1 0 0,1 0 0 0 0,-1 0-1 0 0,1 0 1 0 0,-1 0-1 0 0,1 1 1 0 0,0-1-1 0 0,0 0 1 0 0,0 1-1 0 0,0-1 1 0 0,0 1-1 0 0,-1 3 1 0 0,5-6-10 0 0,-1 0 0 0 0,0 0-1 0 0,0-1 1 0 0,0 1 0 0 0,0-1 0 0 0,0 1 0 0 0,-1-1 0 0 0,1 0 0 0 0,0 0 0 0 0,3-2 0 0 0,-4 3-64 0 0,26-15 172 0 0,-1-2 0 0 0,34-27-1 0 0,20-14 10 0 0,-18 19-43 0 0,60-49 0 0 0,-104 74-1 0 0,-1-2 1 0 0,-1 0 0 0 0,0 0-1 0 0,-1-2 1 0 0,-1 0-1 0 0,-1 0 1 0 0,20-36-1 0 0,-28 42-99 0 0,0 1 0 0 0,-1-1-1 0 0,-1 0 1 0 0,0 0 0 0 0,0 0 0 0 0,-1 0 0 0 0,-1 0-1 0 0,0-1 1 0 0,0 1 0 0 0,-2-1 0 0 0,1 1 0 0 0,-1 0-1 0 0,-1-1 1 0 0,-1 1 0 0 0,1 0 0 0 0,-2 0 0 0 0,-5-15-1 0 0,7 24-42 0 0,1 0 0 0 0,-1 1 1 0 0,1-1-1 0 0,-1 0 0 0 0,0 1 0 0 0,0-1 0 0 0,0 1 0 0 0,0-1 0 0 0,0 1 0 0 0,-1 0 0 0 0,1 0 0 0 0,-1 0 0 0 0,1 0 0 0 0,-1 0 1 0 0,0 1-1 0 0,0-1 0 0 0,1 1 0 0 0,-1 0 0 0 0,0 0 0 0 0,-1 0 0 0 0,1 0 0 0 0,0 0 0 0 0,0 1 0 0 0,0 0 0 0 0,0-1 0 0 0,0 1 1 0 0,-1 0-1 0 0,1 0 0 0 0,0 1 0 0 0,0-1 0 0 0,0 1 0 0 0,0-1 0 0 0,0 1 0 0 0,0 0 0 0 0,-5 2 0 0 0,-1 1-24 0 0,0 0 1 0 0,0 1-1 0 0,0 0 0 0 0,1 0 0 0 0,0 1 1 0 0,0 0-1 0 0,0 1 0 0 0,1-1 0 0 0,0 1 1 0 0,-7 10-1 0 0,8-9-5 0 0,0-1 0 0 0,1 2-1 0 0,0-1 1 0 0,1 1 0 0 0,0 0 0 0 0,0-1-1 0 0,1 2 1 0 0,0-1 0 0 0,1 0 0 0 0,0 1 0 0 0,0-1-1 0 0,1 1 1 0 0,0-1 0 0 0,1 1 0 0 0,0 0-1 0 0,2 11 1 0 0,0-8-1 0 0,0 0 0 0 0,1-1 0 0 0,1 1-1 0 0,0-1 1 0 0,1 0 0 0 0,1 0 0 0 0,-1-1 0 0 0,2 1-1 0 0,0-1 1 0 0,0-1 0 0 0,14 17 0 0 0,3-3-61 0 0,0-1 0 0 0,2-1 0 0 0,42 27-1 0 0,-40-30 37 0 0,-1 1 0 0 0,-1 2 0 0 0,32 33-1 0 0,-53-50 43 0 0,0 1-1 0 0,-1-1 0 0 0,0 1 0 0 0,0 1 1 0 0,-1-1-1 0 0,1 0 0 0 0,-1 1 0 0 0,-1 0 1 0 0,1 0-1 0 0,-1 0 0 0 0,0 0 0 0 0,-1 0 1 0 0,0 0-1 0 0,0 0 0 0 0,0 12 0 0 0,-1-12-18 0 0,-1-1 0 0 0,0 0 0 0 0,-1 1 0 0 0,1-1 1 0 0,-1 0-1 0 0,0 0 0 0 0,-1 0 0 0 0,1 0 0 0 0,-1-1 0 0 0,0 1 0 0 0,-1-1 0 0 0,1 1 0 0 0,-1-1 0 0 0,0 0 0 0 0,-1 0 0 0 0,1-1 0 0 0,-10 8 0 0 0,3-4-24 0 0,0-1 0 0 0,0 0-1 0 0,-1-1 1 0 0,0 0 0 0 0,-1-1 0 0 0,1 0 0 0 0,-1-1-1 0 0,0 0 1 0 0,0-1 0 0 0,0-1 0 0 0,-1 0 0 0 0,1-1-1 0 0,-1 0 1 0 0,1-1 0 0 0,-26-3 0 0 0,22 1 195 0 0,1-1 0 0 0,-1 0 1 0 0,1-1-1 0 0,0-1 0 0 0,0-1 1 0 0,1 0-1 0 0,-1-1 0 0 0,1 0 1 0 0,1-1-1 0 0,-1-1 0 0 0,2-1 1 0 0,-19-15-1 0 0,25 19-30 0 0,1-1-1 0 0,0 0 1 0 0,0 0 0 0 0,1 0 0 0 0,0 0 0 0 0,0-1-1 0 0,1 0 1 0 0,0 0 0 0 0,0 0 0 0 0,1 0 0 0 0,0-1-1 0 0,0 0 1 0 0,1 1 0 0 0,-2-17 0 0 0,4 19-91 0 0,0-1 1 0 0,0 1 0 0 0,0 0-1 0 0,1-1 1 0 0,0 1 0 0 0,0 0 0 0 0,1 0-1 0 0,0-1 1 0 0,0 1 0 0 0,0 0-1 0 0,1 1 1 0 0,0-1 0 0 0,0 0-1 0 0,0 1 1 0 0,1-1 0 0 0,-1 1-1 0 0,1 0 1 0 0,1 1 0 0 0,-1-1-1 0 0,1 1 1 0 0,7-7 0 0 0,14-6 72 0 0,0 0 0 0 0,0 2 0 0 0,2 0 0 0 0,0 2 0 0 0,34-11 0 0 0,46-8-1536 0 0,-1 9-6530 0 0,-85 19 342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21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77 12843 0 0,'-10'0'493'0'0,"6"1"-136"0"0,-1-1 1 0 0,1 1 0 0 0,0-1-1 0 0,0 0 1 0 0,0-1 0 0 0,-1 1-1 0 0,1-1 1 0 0,0 0 0 0 0,0 0-1 0 0,0 0 1 0 0,-5-3 0 0 0,12 2-45 0 0,1-1 1 0 0,-1 1-1 0 0,1 0 0 0 0,0 0 1 0 0,6-2-1 0 0,16-5 11 0 0,0 1 0 0 0,0 1 0 0 0,0 1-1 0 0,1 1 1 0 0,49-2 0 0 0,141 12 333 0 0,-93 0-432 0 0,201-6 315 0 0,42 0 200 0 0,176-9-17 0 0,-447 5-500 0 0,227-1 731 0 0,-265 9-793 0 0,134 10 227 0 0,-190-12-634 0 0,-5-2-134 0 0,-13-1-1073 0 0,-25-4-6257 0 0,17 4 679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22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10138 0 0,'-1'1'201'0'0,"0"-1"0"0"0,0 1 0 0 0,0 0 0 0 0,0-1 0 0 0,0 1 0 0 0,0 0 0 0 0,1 0 0 0 0,-1 0 0 0 0,0-1 0 0 0,0 1 0 0 0,0 0 0 0 0,1 0 0 0 0,-1 0 0 0 0,1 0 0 0 0,-1 0 0 0 0,1 1 0 0 0,-1-1 0 0 0,1 0 0 0 0,-1 0 0 0 0,1 0 0 0 0,0 0 0 0 0,0 0 0 0 0,0 1 0 0 0,-1-1 0 0 0,1 0 0 0 0,0 0 0 0 0,1 0 0 0 0,-1 1 0 0 0,0-1 0 0 0,0 2 0 0 0,18 309 3970 0 0,-18-310-4187 0 0,1 15-600 0 0,0-1 0 0 0,1 1 0 0 0,4 17 0 0 0,-3-27-1257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22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9674 0 0,'-4'7'600'0'0,"1"-1"1"0"0,0 1-1 0 0,1-1 0 0 0,-1 1 0 0 0,1 0 1 0 0,1 0-1 0 0,-1 0 0 0 0,1 0 0 0 0,0 0 1 0 0,1 11-1 0 0,-34 316 348 0 0,31-316-5844 0 0,0-10-407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22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0 192 14283 0 0,'1'6'146'0'0,"1"0"0"0"0,-1 0 0 0 0,1 0 0 0 0,0 0 0 0 0,1 0 0 0 0,0 0 1 0 0,-1 0-1 0 0,9 9 0 0 0,1 7 478 0 0,-7-11-334 0 0,4 6 434 0 0,20 32 1 0 0,-26-45-625 0 0,0 0 1 0 0,0 0-1 0 0,0 0 0 0 0,0-1 0 0 0,1 1 0 0 0,0-1 1 0 0,-1 0-1 0 0,1 0 0 0 0,0-1 0 0 0,1 1 1 0 0,-1-1-1 0 0,0 0 0 0 0,6 2 0 0 0,-7-3-44 0 0,1-1-1 0 0,-1 1 1 0 0,0-1-1 0 0,1 0 1 0 0,-1 0-1 0 0,0-1 1 0 0,5 0 0 0 0,-5 1 93 0 0,0-1 0 0 0,0 1 0 0 0,0 0 0 0 0,0 0 0 0 0,0 0 0 0 0,0 0 0 0 0,0 0 0 0 0,4 1 0 0 0,-6 0-69 0 0,0 0 1 0 0,0-1-1 0 0,0 1 1 0 0,0 0-1 0 0,0 0 0 0 0,0-1 1 0 0,0 1-1 0 0,0 0 1 0 0,0 0-1 0 0,-1 0 1 0 0,1 0-1 0 0,0 0 0 0 0,0 1 1 0 0,0 1-1 0 0,0-2-81 0 0,-1 0 1 0 0,1 0-1 0 0,0 1 0 0 0,-1-1 0 0 0,1 0 0 0 0,0 0 0 0 0,0 0 0 0 0,0 0 1 0 0,0 0-1 0 0,0 0 0 0 0,0 0 0 0 0,0 0 0 0 0,0-1 0 0 0,3 2 0 0 0,-3-2 93 0 0,1 0 0 0 0,-1 0-1 0 0,0 0 1 0 0,1 0-1 0 0,-1 0 1 0 0,0-1-1 0 0,0 1 1 0 0,1-1 0 0 0,-1 1-1 0 0,0-1 1 0 0,0 1-1 0 0,0-1 1 0 0,0 0 0 0 0,0 1-1 0 0,0-1 1 0 0,0 0-1 0 0,0 0 1 0 0,0 0-1 0 0,0 0 1 0 0,0 0 0 0 0,0-1-1 0 0,3-1-140 0 0,10-12 189 0 0,-1 0 0 0 0,0 0 0 0 0,-1-2 1 0 0,17-28-1 0 0,6-9-174 0 0,-28 44-219 0 0,74-110-205 0 0,-69 98-3527 0 0,18-44 0 0 0,-17 31-3036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24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12499 0 0,'15'-1'3775'0'0,"35"3"-2613"0"0,-45-2-886 0 0,12 0-85 0 0,0 1 1 0 0,0 1-1 0 0,0 1 0 0 0,0 0 1 0 0,-1 1-1 0 0,1 1 0 0 0,-1 0 1 0 0,0 2-1 0 0,27 14 1 0 0,-41-20-180 0 0,1 1 1 0 0,-1-1 0 0 0,0 1-1 0 0,0 0 1 0 0,1 0 0 0 0,-1 0 0 0 0,-1 0-1 0 0,1 1 1 0 0,0-1 0 0 0,0 0-1 0 0,-1 1 1 0 0,0-1 0 0 0,1 1-1 0 0,-1-1 1 0 0,0 1 0 0 0,0 0 0 0 0,0-1-1 0 0,0 5 1 0 0,-1-2-6 0 0,0-1-1 0 0,0 0 1 0 0,0 0-1 0 0,0 1 1 0 0,-1-1-1 0 0,0 0 1 0 0,0 0-1 0 0,0 0 1 0 0,-1 0-1 0 0,1 0 1 0 0,-3 5-1 0 0,-3 4-163 0 0,-1 0 0 0 0,-1-1 0 0 0,0 0 0 0 0,0 0 0 0 0,-22 19 0 0 0,6-9 51 0 0,-2-1 1 0 0,0-2 0 0 0,-1 0-1 0 0,-51 24 1 0 0,150-39 1513 0 0,-62-4-1406 0 0,142 6 483 0 0,-135-4-279 0 0,1 0 1 0 0,-1 2-1 0 0,0 0 0 0 0,0 1 1 0 0,0 0-1 0 0,29 15 0 0 0,-43-19-137 0 0,0 0-1 0 0,-1 0 1 0 0,1 0-1 0 0,0 1 0 0 0,-1-1 1 0 0,1 0-1 0 0,-1 1 0 0 0,1-1 1 0 0,-1 1-1 0 0,0-1 1 0 0,0 1-1 0 0,0 0 0 0 0,0-1 1 0 0,0 1-1 0 0,0 0 1 0 0,0 0-1 0 0,0 0 0 0 0,-1 0 1 0 0,1 0-1 0 0,0 3 1 0 0,-1-1 14 0 0,0 0 0 0 0,0 0 0 0 0,-1 0 1 0 0,1 0-1 0 0,-1 0 0 0 0,0-1 1 0 0,0 1-1 0 0,0 0 0 0 0,-1 0 0 0 0,-1 3 1 0 0,-5 7 0 0 0,0 0 0 0 0,-1-1 1 0 0,-1 0-1 0 0,-12 13 0 0 0,-34 32-90 0 0,-100 78-1 0 0,155-136-4 0 0,-2 3-139 0 0,0-1-1 0 0,1 1 1 0 0,-1 0 0 0 0,0 0-1 0 0,1 0 1 0 0,-1 0-1 0 0,-2 5 1 0 0,2 7-7021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24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1 6913 0 0,'-13'25'12845'0'0,"4"-9"-11109"0"0,-61 114-833 0 0,-165 229 1 0 0,201-309-1680 0 0,18-25-258 0 0,-23 27 1 0 0,34-48-1044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24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13707 0 0,'5'-1'278'0'0,"0"1"-1"0"0,0 0 1 0 0,0 0 0 0 0,0 0-1 0 0,0 1 1 0 0,0-1 0 0 0,0 1 0 0 0,0 0-1 0 0,0 1 1 0 0,0-1 0 0 0,0 1-1 0 0,0 0 1 0 0,-1 0 0 0 0,1 1 0 0 0,-1-1-1 0 0,0 1 1 0 0,8 6 0 0 0,2 2 202 0 0,-1 1 1 0 0,0 0 0 0 0,21 27-1 0 0,-11-7 165 0 0,-2 2 0 0 0,27 56 0 0 0,-28-48-459 0 0,39 56 1 0 0,-23-40-1649 0 0,-26-41-957 0 0,-6-11 888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24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6913 0 0,'-2'2'879'0'0,"1"1"-1"0"0,-1-1 1 0 0,1 0-1 0 0,0 1 1 0 0,0-1-1 0 0,0 1 1 0 0,0-1-1 0 0,0 1 1 0 0,0 0-1 0 0,0 4 1 0 0,-1 2-247 0 0,-96 478 1869 0 0,93-456-2236 0 0,4-27-251 0 0,-2 10 123 0 0,1 1 0 0 0,0-1 0 0 0,1 1 0 0 0,0 0 0 0 0,1 0 0 0 0,1 0 0 0 0,3 19 0 0 0,-3-33-379 0 0,-1 0 0 0 0,1 0 0 0 0,-1 0 0 0 0,0-1 0 0 0,1 1 0 0 0,0 0 0 0 0,-1 0 0 0 0,1-1 1 0 0,-1 1-1 0 0,1 0 0 0 0,0-1 0 0 0,-1 1 0 0 0,1-1 0 0 0,0 1 0 0 0,0-1 0 0 0,0 1 1 0 0,-1-1-1 0 0,1 0 0 0 0,0 1 0 0 0,0-1 0 0 0,0 0 0 0 0,0 1 0 0 0,0-1 0 0 0,0 0 1 0 0,0 0-1 0 0,1 0 0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25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17052 0 0,'2'2'401'0'0,"0"0"-1"0"0,1 1 1 0 0,-1-1 0 0 0,1 0 0 0 0,0 0 0 0 0,-1 0 0 0 0,1 0 0 0 0,5 2 0 0 0,37 27-105 0 0,-41-27-268 0 0,-1 0 0 0 0,1 0-1 0 0,-1 1 1 0 0,0 0-1 0 0,0-1 1 0 0,0 1-1 0 0,-1 0 1 0 0,1 1-1 0 0,-1-1 1 0 0,0 0 0 0 0,-1 1-1 0 0,1-1 1 0 0,-1 1-1 0 0,-1-1 1 0 0,1 1-1 0 0,-1-1 1 0 0,1 1-1 0 0,-2 0 1 0 0,1-1 0 0 0,-2 7-1 0 0,-2 13-201 0 0,-1-1-1 0 0,-1 0 1 0 0,-12 30 0 0 0,11-35-36 0 0,-2 4 156 0 0,-2 0-1 0 0,-26 41 0 0 0,0 1 804 0 0,36-64-691 0 0,1 0 0 0 0,-1 0 0 0 0,1 0 0 0 0,-1 0 0 0 0,1 0 0 0 0,0 0 0 0 0,-1 0 0 0 0,1 1 0 0 0,0-1 0 0 0,0 0 0 0 0,0 0 0 0 0,0 0 0 0 0,0 0 0 0 0,0 0 0 0 0,0 0 0 0 0,0 0 1 0 0,0 0-1 0 0,1 0 0 0 0,-1 0 0 0 0,0 0 0 0 0,1 0 0 0 0,-1 0 0 0 0,1 0 0 0 0,-1 0 0 0 0,2 2 0 0 0,-1-1 2 0 0,1-1-1 0 0,0 1 1 0 0,0-1-1 0 0,-1 0 1 0 0,1 1 0 0 0,0-1-1 0 0,0 0 1 0 0,0 0-1 0 0,1 0 1 0 0,-1 0 0 0 0,4 0-1 0 0,0 1 5 0 0,1-1 0 0 0,-1 0 0 0 0,1 0 0 0 0,-1 0-1 0 0,1-1 1 0 0,-1 0 0 0 0,1-1 0 0 0,6-1 0 0 0,5-3-10 0 0,0-1 0 0 0,0-2 0 0 0,-1 0 0 0 0,30-19 0 0 0,-11 3-582 0 0,33-29 0 0 0,-21 12-2750 0 0,-26 21 1350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25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350 253 2761 0 0,'43'-27'12505'0'0,"-34"19"-11300"0"0,0 0 0 0 0,13-15 0 0 0,-18 19-1094 0 0,0 0 0 0 0,-1-1 1 0 0,0 1-1 0 0,0-1 0 0 0,0 1 1 0 0,-1-1-1 0 0,1 0 0 0 0,-1 0 1 0 0,0 0-1 0 0,-1 0 0 0 0,1 0 1 0 0,-1 0-1 0 0,0-1 0 0 0,0 1 1 0 0,-1 0-1 0 0,0-1 0 0 0,0-8 0 0 0,-1 9-57 0 0,-1 0 1 0 0,0 0-1 0 0,0 0 0 0 0,-1 0 0 0 0,1 1 0 0 0,-1-1 0 0 0,0 1 0 0 0,0-1 0 0 0,0 1 0 0 0,-1 0 0 0 0,0 1 0 0 0,0-1 0 0 0,0 0 0 0 0,0 1 0 0 0,0 0 0 0 0,0 0 0 0 0,-1 0 0 0 0,0 1 0 0 0,1 0 0 0 0,-1 0 0 0 0,0 0 0 0 0,0 0 0 0 0,0 1 0 0 0,-1-1 0 0 0,1 1 0 0 0,0 1 0 0 0,0-1 0 0 0,-8 1 0 0 0,4 1-38 0 0,-1 1-1 0 0,0 0 0 0 0,1 1 0 0 0,-1 0 0 0 0,1 1 0 0 0,0 0 0 0 0,0 0 0 0 0,0 1 0 0 0,1 0 0 0 0,0 0 0 0 0,0 1 1 0 0,0 0-1 0 0,0 1 0 0 0,1-1 0 0 0,-9 13 0 0 0,13-16-16 0 0,1 0 1 0 0,0 0-1 0 0,0 0 1 0 0,1 0 0 0 0,-1 1-1 0 0,1-1 1 0 0,0 0-1 0 0,0 1 1 0 0,0-1-1 0 0,0 1 1 0 0,0 0-1 0 0,1-1 1 0 0,0 1-1 0 0,-1-1 1 0 0,1 1 0 0 0,1 0-1 0 0,-1-1 1 0 0,0 1-1 0 0,1 0 1 0 0,0-1-1 0 0,0 1 1 0 0,0-1-1 0 0,0 1 1 0 0,1-1-1 0 0,2 6 1 0 0,5 7-50 0 0,1-1 0 0 0,0 0 0 0 0,25 27 0 0 0,-16-19-34 0 0,10 10 112 0 0,57 49 1 0 0,-56-55-136 0 0,0 2 0 0 0,32 40 0 0 0,-58-64 86 0 0,0 1 0 0 0,0 0 0 0 0,-1 0 1 0 0,1 0-1 0 0,-1 0 0 0 0,-1 1 0 0 0,1-1 0 0 0,-1 1 0 0 0,1 7 1 0 0,-2-10 9 0 0,-1 0 1 0 0,1 0 0 0 0,-1 0-1 0 0,0 0 1 0 0,-1 0 0 0 0,1 1-1 0 0,-1-1 1 0 0,0 0-1 0 0,0 0 1 0 0,0 0 0 0 0,0-1-1 0 0,-1 1 1 0 0,1 0 0 0 0,-1 0-1 0 0,0-1 1 0 0,-4 6 0 0 0,-5 6 106 0 0,-1-1 0 0 0,0-1 0 0 0,-1 0 0 0 0,0 0 0 0 0,-1-2 0 0 0,-1 0 0 0 0,1 0 0 0 0,-2-1 0 0 0,1-1 0 0 0,-2-1 0 0 0,-18 8 0 0 0,22-11-16 0 0,0-1 0 0 0,0 0 0 0 0,0 0 0 0 0,-1-2 0 0 0,0 0 0 0 0,1 0 0 0 0,-1-1 1 0 0,0-1-1 0 0,0 0 0 0 0,0-1 0 0 0,1-1 0 0 0,-1 0 0 0 0,0 0 0 0 0,1-2 0 0 0,-16-5 1 0 0,22 6-39 0 0,0 0 0 0 0,0-1 0 0 0,1 0 0 0 0,-1 0 0 0 0,1 0 0 0 0,0-1 0 0 0,0 0 0 0 0,1 0 0 0 0,-1 0 0 0 0,1-1 0 0 0,1 0 0 0 0,-1 0 1 0 0,1 0-1 0 0,0 0 0 0 0,0-1 0 0 0,0 0 0 0 0,1 0 0 0 0,0 0 0 0 0,1 0 0 0 0,0 0 0 0 0,0 0 0 0 0,0-1 0 0 0,1 1 0 0 0,0-1 0 0 0,0 1 1 0 0,1-1-1 0 0,0 1 0 0 0,0-1 0 0 0,1 1 0 0 0,0-1 0 0 0,1 1 0 0 0,-1-1 0 0 0,1 1 0 0 0,1 0 0 0 0,-1 0 0 0 0,1 0 0 0 0,5-9 1 0 0,1 2-41 0 0,0 0 1 0 0,1 1-1 0 0,0 1 1 0 0,1-1-1 0 0,1 2 1 0 0,22-20-1 0 0,89-53-5 0 0,-77 54 5 0 0,15-6 85 0 0,2 3 1 0 0,70-27-1 0 0,15-7 149 0 0,-147 67-251 0 0,-1 0 0 0 0,0-1 0 0 0,1 1 0 0 0,-1 0 0 0 0,1 0 0 0 0,-1 0 0 0 0,1-1 0 0 0,-1 1 0 0 0,0 0 0 0 0,1 0 0 0 0,-1-1 0 0 0,0 1 0 0 0,1 0 0 0 0,-1-1 0 0 0,0 1 0 0 0,1 0 0 0 0,-1-1 0 0 0,0 1 0 0 0,1 0 0 0 0,-1-1 0 0 0,0 1 0 0 0,0-1-1 0 0,1 0 1 0 0,-4-2-2030 0 0,-4 0-3913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12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323 118 10138 0 0,'-4'-31'1216'0'0,"4"21"-604"0"0,-2 0 1 0 0,1 0-1 0 0,-4-11 1 0 0,4 18-456 0 0,0 1-1 0 0,1 0 1 0 0,-1 0 0 0 0,0 0 0 0 0,0 0-1 0 0,0 0 1 0 0,-1 1 0 0 0,1-1-1 0 0,0 0 1 0 0,-1 0 0 0 0,1 1 0 0 0,-1-1-1 0 0,0 1 1 0 0,1-1 0 0 0,-1 1-1 0 0,0 0 1 0 0,0 0 0 0 0,0 0 0 0 0,-3-2-1 0 0,3 3-39 0 0,-1-1 0 0 0,1 1-1 0 0,-1 0 1 0 0,1 0 0 0 0,-1 0-1 0 0,1 0 1 0 0,-1 1 0 0 0,1-1-1 0 0,-1 1 1 0 0,1-1 0 0 0,-1 1 0 0 0,1 0-1 0 0,0 0 1 0 0,-1 0 0 0 0,1 0-1 0 0,0 0 1 0 0,0 0 0 0 0,0 1-1 0 0,0-1 1 0 0,-4 4 0 0 0,-1 1 20 0 0,0 0 1 0 0,1 1-1 0 0,0 0 1 0 0,-8 11-1 0 0,3 0-47 0 0,0 0 0 0 0,2 1-1 0 0,0 0 1 0 0,-10 34 0 0 0,-18 86 5 0 0,28-99-47 0 0,-18 83-25 0 0,5 2-1 0 0,6 1 1 0 0,5 0-1 0 0,6 132 0 0 0,6-228-74 0 0,2 0 0 0 0,0 0-1 0 0,3 0 1 0 0,0 0 0 0 0,2-1 0 0 0,22 54-1 0 0,-23-67-59 0 0,1 0-1 0 0,1 0 0 0 0,1-1 1 0 0,0 0-1 0 0,1-1 0 0 0,1 0 0 0 0,0-1 1 0 0,0-1-1 0 0,1 1 0 0 0,1-2 1 0 0,0 0-1 0 0,31 18 0 0 0,-12-12 30 0 0,0-2-1 0 0,1-1 1 0 0,1-1-1 0 0,46 10 1 0 0,-80-23 92 0 0,0 1 1 0 0,1-1-1 0 0,-1 0 0 0 0,0 0 0 0 0,1 0 1 0 0,-1 0-1 0 0,0 0 0 0 0,0 0 1 0 0,1 0-1 0 0,-1 0 0 0 0,0-1 0 0 0,1 1 1 0 0,-1 0-1 0 0,0-1 0 0 0,0 1 0 0 0,0-1 1 0 0,1 1-1 0 0,-1-1 0 0 0,0 0 1 0 0,0 1-1 0 0,0-1 0 0 0,0 0 0 0 0,0 0 1 0 0,1-1-1 0 0,-1 0-176 0 0,1-1 0 0 0,0 1-1 0 0,-1-1 1 0 0,0 1 0 0 0,1-1 0 0 0,-1 1-1 0 0,0-1 1 0 0,0 0 0 0 0,0-5 0 0 0,2-3-5995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13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60 11979 0 0,'-4'-1'132'0'0,"1"1"1"0"0,-1-1 0 0 0,1 1 0 0 0,-1-1 0 0 0,1 1 0 0 0,-1 0 0 0 0,1 0-1 0 0,-1 1 1 0 0,1-1 0 0 0,-1 1 0 0 0,1 0 0 0 0,0 0 0 0 0,-1 0 0 0 0,1 0-1 0 0,0 0 1 0 0,0 1 0 0 0,-1-1 0 0 0,1 1 0 0 0,0 0 0 0 0,1 0 0 0 0,-1 0-1 0 0,-5 6 1 0 0,0-1-51 0 0,1 0-1 0 0,0 1 0 0 0,0 0 0 0 0,0 0 1 0 0,1 0-1 0 0,-8 17 0 0 0,1 4-31 0 0,1 0-1 0 0,2 1 1 0 0,-12 51-1 0 0,-6 97-39 0 0,16-81-58 0 0,5 0 0 0 0,11 189 0 0 0,-2-268 38 0 0,0 1-1 0 0,1-1 1 0 0,1 0-1 0 0,1 0 1 0 0,12 31-1 0 0,-14-42 4 0 0,0-1 0 0 0,1 0 0 0 0,-1 0 0 0 0,1 0 0 0 0,1 0 1 0 0,-1-1-1 0 0,1 1 0 0 0,0-1 0 0 0,0 0 0 0 0,0-1 0 0 0,1 1 0 0 0,-1-1 0 0 0,1 0 0 0 0,0-1 0 0 0,1 1 0 0 0,-1-1 0 0 0,1 0 1 0 0,7 2-1 0 0,1-2-14 0 0,0 0 0 0 0,1-1 0 0 0,0 0 0 0 0,-1-1 0 0 0,1-1 0 0 0,0-1 1 0 0,-1 0-1 0 0,1-1 0 0 0,28-7 0 0 0,-11 0 227 0 0,-1-1 0 0 0,0-2 0 0 0,46-24-1 0 0,-49 19 64 0 0,-2 0-1 0 0,0-1 1 0 0,-1-2-1 0 0,33-32 0 0 0,-24 17 346 0 0,-2-2 0 0 0,35-49 0 0 0,-48 58-323 0 0,-2-2-1 0 0,-1 0 1 0 0,-1-1 0 0 0,-2-1 0 0 0,-1 0-1 0 0,-2-1 1 0 0,-1-1 0 0 0,-1 1 0 0 0,5-45-1 0 0,-11 47-80 0 0,0 0-1 0 0,-2-1 1 0 0,-2 1-1 0 0,-1 0 1 0 0,-1-1-1 0 0,-1 1 1 0 0,-2 1-1 0 0,-2-1 1 0 0,0 1-1 0 0,-19-43 1 0 0,24 66-170 0 0,-1-1 0 0 0,0 1 1 0 0,0 0-1 0 0,-1 0 0 0 0,0 0 1 0 0,0 1-1 0 0,-1-1 1 0 0,1 1-1 0 0,-2 0 0 0 0,1 1 1 0 0,0 0-1 0 0,-1 0 1 0 0,0 0-1 0 0,0 1 0 0 0,-1 0 1 0 0,1 0-1 0 0,-14-4 1 0 0,11 5-86 0 0,-1 0 0 0 0,0 1 1 0 0,0 1-1 0 0,0 0 1 0 0,0 0-1 0 0,0 1 1 0 0,0 0-1 0 0,-1 1 1 0 0,1 1-1 0 0,0-1 1 0 0,1 2-1 0 0,-20 5 1 0 0,7 1-404 0 0,1 1-1 0 0,1 0 1 0 0,-1 2 0 0 0,1 0 0 0 0,1 1 0 0 0,-35 30 0 0 0,19-8-1770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13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17652 0 0,'17'36'2360'0'0,"35"109"-1170"0"0,-32-85-760 0 0,46 98-1 0 0,-46-121-274 0 0,33 47 0 0 0,-42-69-9 0 0,1 0 0 0 0,0-1 0 0 0,1-1-1 0 0,0 0 1 0 0,25 17 0 0 0,-34-27 69 0 0,-2-1-72 0 0,0-1 0 0 0,1 1 0 0 0,-1-1 0 0 0,0 1-1 0 0,0-1 1 0 0,1 0 0 0 0,3 2 0 0 0,-5-3 42 0 0,-9-1-362 0 0,6 1-39 0 0,-16-2 122 0 0,4-6-3725 0 0,12 5 2076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14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7 9218 0 0,'-2'-1'225'0'0,"1"0"0"0"0,-1 1-1 0 0,1-1 1 0 0,-1 0 0 0 0,1 1 0 0 0,-1-1 0 0 0,1 0 0 0 0,-1 1-1 0 0,0 0 1 0 0,1-1 0 0 0,-1 1 0 0 0,1 0 0 0 0,-1 0-1 0 0,0 0 1 0 0,0 0 0 0 0,1 0 0 0 0,-1 1 0 0 0,1-1 0 0 0,-1 0-1 0 0,0 1 1 0 0,1-1 0 0 0,-1 1 0 0 0,1-1 0 0 0,-1 1 0 0 0,1 0-1 0 0,-1 0 1 0 0,1 0 0 0 0,-2 1 0 0 0,0 0-126 0 0,1 0 0 0 0,0 1 0 0 0,0-1 0 0 0,0 0 0 0 0,0 1 1 0 0,0-1-1 0 0,1 1 0 0 0,-1 0 0 0 0,1 0 0 0 0,-1-1 0 0 0,1 1 0 0 0,0 0 0 0 0,0 0 0 0 0,1 0 1 0 0,-2 6-1 0 0,-2 56 442 0 0,4 78 0 0 0,1-43-354 0 0,-11 184 275 0 0,3 155 639 0 0,7-382-1097 0 0,0-35-331 0 0,0 1-1 0 0,2 0 0 0 0,4 24 0 0 0,-2-32-1161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14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605 0 11522 0 0,'0'0'887'0'0,"-10"13"1106"0"0,-29 19-1791 0 0,-1-2 0 0 0,-72 40 1 0 0,-39 27-161 0 0,123-75-10 0 0,-7 4 276 0 0,1 1 0 0 0,-47 49-1 0 0,73-67-154 0 0,1-1 0 0 0,0 1 0 0 0,0 0 1 0 0,1 1-1 0 0,0 0 0 0 0,1 0 0 0 0,0 0 0 0 0,0 0 0 0 0,1 1 0 0 0,1 0 0 0 0,0 0 0 0 0,0 0 0 0 0,1 0 0 0 0,-2 22 1 0 0,5-28-99 0 0,-1 1 0 0 0,1-1 0 0 0,-1 1 0 0 0,1-1 0 0 0,1 0 1 0 0,-1 1-1 0 0,1-1 0 0 0,0 0 0 0 0,0 0 0 0 0,1 0 1 0 0,-1-1-1 0 0,4 6 0 0 0,0-3 9 0 0,0 1-1 0 0,0-2 1 0 0,1 1 0 0 0,-1-1 0 0 0,1 0-1 0 0,13 8 1 0 0,0-2 60 0 0,1 0-1 0 0,1-2 1 0 0,0-1 0 0 0,38 12-1 0 0,262 51 235 0 0,-299-68-260 0 0,0 2 0 0 0,-1 1 0 0 0,24 11 0 0 0,-46-22 12 0 0,-5-7-814 0 0,-14-21-2801 0 0,11 19 789 0 0,1-1 668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15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10594 0 0,'3'-2'828'0'0,"1"-1"0"0"0,-1 1-1 0 0,0 0 1 0 0,1 0 0 0 0,0 0-1 0 0,-1 1 1 0 0,8-3 0 0 0,-11 4-827 0 0,30-11 796 0 0,1 2 0 0 0,0 1 0 0 0,41-5 0 0 0,99-3 854 0 0,35-5-1873 0 0,-191 19-1577 0 0,-21 6-593 0 0,-26 8-1431 0 0,28-11 3574 0 0,-12 6-1117 0 0,-25 7-3106 0 0,38-13 4259 0 0,0 0 0 0 0,0-1 0 0 0,1 1 0 0 0,-1-1 0 0 0,0 0 0 0 0,0 1 0 0 0,0-1 0 0 0,0-1 0 0 0,1 1 0 0 0,-1 0 0 0 0,-5-2 0 0 0,8 2 297 0 0,0 0 1 0 0,-1-1-1 0 0,1 1 0 0 0,0 0 0 0 0,0 0 1 0 0,0-1-1 0 0,-1 1 0 0 0,1 0 0 0 0,0 0 1 0 0,-1 0-1 0 0,1-1 0 0 0,0 1 0 0 0,0 0 1 0 0,-1 0-1 0 0,1 0 0 0 0,0 0 0 0 0,-1 0 1 0 0,1 0-1 0 0,0 0 0 0 0,-1 0 1 0 0,1 0-1 0 0,0 0 0 0 0,-1 0 0 0 0,1 0 1 0 0,0 0-1 0 0,-1 0 0 0 0,1 0 0 0 0,0 0 1 0 0,-1 0-1 0 0,1 0 0 0 0,0 0 0 0 0,0 0 1 0 0,-1 1-1 0 0,1-1 0 0 0,0 0 0 0 0,-1 0 1 0 0,1 0-1 0 0,0 1 0 0 0,0-1 0 0 0,-1 0 1 0 0,1 0-1 0 0,0 0 0 0 0,0 1 0 0 0,0-1 1 0 0,-1 0-1 0 0,1 1 0 0 0,0-1 0 0 0,0 0 1 0 0,0 0-1 0 0,0 1 0 0 0,0-1 1 0 0,0 0-1 0 0,0 1 0 0 0,-1-1 0 0 0,1 0 1 0 0,0 1-1 0 0,0-1 0 0 0,0 0 0 0 0,0 1 1 0 0,0 0-1 0 0,-1 5 17 0 0,-8 28 1573 0 0,3 2-1 0 0,-5 66 1 0 0,6-53-1191 0 0,-5 50 523 0 0,-17 214 3415 0 0,22-284-3893 0 0,1-7-3230 0 0,4-25 1107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16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16 13043 0 0,'0'0'92'0'0,"0"-1"0"0"0,0 0 1 0 0,0 0-1 0 0,0 1 0 0 0,0-1 1 0 0,1 0-1 0 0,-1 1 0 0 0,0-1 0 0 0,0 1 1 0 0,1-1-1 0 0,-1 0 0 0 0,0 1 1 0 0,1-1-1 0 0,-1 1 0 0 0,1-1 0 0 0,-1 1 1 0 0,1-1-1 0 0,-1 1 0 0 0,1-1 1 0 0,-1 1-1 0 0,1-1 0 0 0,-1 1 0 0 0,1 0 1 0 0,0-1-1 0 0,-1 1 0 0 0,1 0 1 0 0,0 0-1 0 0,-1-1 0 0 0,1 1 0 0 0,0 0 1 0 0,-1 0-1 0 0,1 0 0 0 0,0 0 1 0 0,-1 0-1 0 0,1 0 0 0 0,0 0 0 0 0,-1 0 1 0 0,1 0-1 0 0,0 0 0 0 0,0 0 1 0 0,-1 0-1 0 0,1 1 0 0 0,0-1 0 0 0,-1 0 1 0 0,1 0-1 0 0,-1 1 0 0 0,1-1 1 0 0,0 0-1 0 0,-1 1 0 0 0,1-1 0 0 0,-1 1 1 0 0,1-1-1 0 0,-1 1 0 0 0,1-1 1 0 0,-1 1-1 0 0,1-1 0 0 0,-1 1 0 0 0,0-1 1 0 0,1 2-1 0 0,9 14 427 0 0,-1 0 1 0 0,0 0-1 0 0,-1 1 0 0 0,-1 0 1 0 0,6 22-1 0 0,1-1-122 0 0,8 26 66 0 0,-3 0 1 0 0,18 115-1 0 0,-2 135 73 0 0,-31-276-470 0 0,1 33 178 0 0,-2 0 0 0 0,-13 135 0 0 0,5-166-87 0 0,-2-1 0 0 0,-2 1 0 0 0,-1-2 0 0 0,-3 1 0 0 0,0-2 0 0 0,-32 60 0 0 0,14-43 175 0 0,-2-1 0 0 0,-3-2-1 0 0,-58 66 1 0 0,93-116-340 0 0,1-1 0 0 0,0 1 1 0 0,-1 0-1 0 0,1 0 0 0 0,-1-1 0 0 0,0 1 0 0 0,1-1 0 0 0,-1 1 1 0 0,1 0-1 0 0,-1-1 0 0 0,0 1 0 0 0,1-1 0 0 0,-1 0 0 0 0,0 1 0 0 0,0-1 1 0 0,1 1-1 0 0,-1-1 0 0 0,0 0 0 0 0,0 0 0 0 0,0 1 0 0 0,1-1 1 0 0,-1 0-1 0 0,0 0 0 0 0,0 0 0 0 0,0 0 0 0 0,1 0 0 0 0,-1 0 0 0 0,0 0 1 0 0,0 0-1 0 0,-1-1 0 0 0,1 0-123 0 0,0 0 0 0 0,1 0 1 0 0,-1-1-1 0 0,0 1 0 0 0,1 0 0 0 0,-1-1 1 0 0,1 1-1 0 0,-1 0 0 0 0,1-1 0 0 0,0 1 1 0 0,-1-1-1 0 0,1 1 0 0 0,0-1 1 0 0,0 1-1 0 0,0 0 0 0 0,0-1 0 0 0,1-2 1 0 0,0-13-1568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4: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1010 53 1376 0 0,'-1'-13'714'0'0,"1"9"1389"0"0,-1-1-1 0 0,1 1 0 0 0,-1-1 1 0 0,0 1-1 0 0,-2-7 0 0 0,3 11-1917 0 0,0 0-1 0 0,0-1 0 0 0,0 1 0 0 0,-1 0 0 0 0,1-1 0 0 0,0 1 1 0 0,0-1-1 0 0,-1 1 0 0 0,1 0 0 0 0,0 0 0 0 0,0-1 1 0 0,-1 1-1 0 0,1 0 0 0 0,0 0 0 0 0,-1-1 0 0 0,1 1 0 0 0,-1 0 1 0 0,1 0-1 0 0,0 0 0 0 0,-1-1 0 0 0,1 1 0 0 0,0 0 1 0 0,-1 0-1 0 0,1 0 0 0 0,-1 0 0 0 0,0 0-251 0 0,0 0 0 0 0,0 1 0 0 0,0-1 0 0 0,0 0 0 0 0,0 1-1 0 0,0-1 1 0 0,0 1 0 0 0,0-1 0 0 0,0 1 0 0 0,0 0 0 0 0,0-1 0 0 0,0 1 0 0 0,1 0 0 0 0,-2 1 0 0 0,-17 19 412 0 0,0 0-1 0 0,2 1 1 0 0,-18 30 0 0 0,-37 78-404 0 0,54-96 168 0 0,-381 816-254 0 0,286-602 283 0 0,55-130 58 0 0,-43 133-1 0 0,62-115 902 0 0,-26 169-1 0 0,60-294-819 0 0,0-18-373 0 0,-4-28-1351 0 0,7 26 410 0 0,-2-4-629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4:56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1160 13043 0 0,'-1'-3'264'0'0,"1"2"-203"0"0,0 0-1 0 0,0 0 1 0 0,0 0 0 0 0,0 0-1 0 0,0 0 1 0 0,0 0-1 0 0,0 0 1 0 0,0 0 0 0 0,0 0-1 0 0,1 0 1 0 0,-1 0 0 0 0,0 0-1 0 0,1 1 1 0 0,-1-1 0 0 0,0 0-1 0 0,1 0 1 0 0,-1 0-1 0 0,2-1 1 0 0,0 3 141 0 0,0 0 0 0 0,0 1 0 0 0,0-1 0 0 0,0 1 0 0 0,0-1 0 0 0,0 1-1 0 0,0 0 1 0 0,0-1 0 0 0,2 5 0 0 0,6 9 44 0 0,0 0 0 0 0,-1 2 0 0 0,-1-1 0 0 0,-1 1 0 0 0,0 0-1 0 0,5 24 1 0 0,20 44 206 0 0,-21-63-395 0 0,0 0 0 0 0,1-1 1 0 0,2 0-1 0 0,30 37 0 0 0,-38-52-45 0 0,0 1 0 0 0,1-1-1 0 0,-1 0 1 0 0,1-1 0 0 0,0 1 0 0 0,1-2-1 0 0,-1 1 1 0 0,1-1 0 0 0,0 0-1 0 0,0 0 1 0 0,1-1 0 0 0,-1 0 0 0 0,1-1-1 0 0,-1 0 1 0 0,1 0 0 0 0,0-1-1 0 0,11 1 1 0 0,-18-2 16 0 0,1 0-1 0 0,-1 0 1 0 0,0-1 0 0 0,1 1-1 0 0,-1 0 1 0 0,0-1-1 0 0,1 0 1 0 0,-1 1 0 0 0,0-1-1 0 0,0 0 1 0 0,0 0-1 0 0,0-1 1 0 0,0 1 0 0 0,0 0-1 0 0,0 0 1 0 0,0-1-1 0 0,0 0 1 0 0,-1 1 0 0 0,1-1-1 0 0,0 0 1 0 0,-1 0 0 0 0,0 1-1 0 0,1-1 1 0 0,-1 0-1 0 0,0-1 1 0 0,0 1 0 0 0,0 0-1 0 0,0 0 1 0 0,1-4-1 0 0,1-6 149 0 0,-1-1 0 0 0,0 1-1 0 0,-1 0 1 0 0,0-21-1 0 0,0 5-1 0 0,-1-288 893 0 0,-26 0-1405 0 0,13 182 347 0 0,4 41 199 0 0,-8-131-161 0 0,17 209-111 0 0,0-1 31 0 0,0 0 0 0 0,5-26 0 0 0,-5 38 23 0 0,1 0 0 0 0,0 1 0 0 0,0-1 0 0 0,0 0 0 0 0,1 1 0 0 0,-1-1 0 0 0,1 1 0 0 0,0 0 0 0 0,0-1 0 0 0,0 1 0 0 0,0 0 0 0 0,1 0 0 0 0,-1 0 0 0 0,1 1 1 0 0,0-1-1 0 0,4-3 0 0 0,6-2 9 0 0,1 0 0 0 0,1 1 0 0 0,-1 1 0 0 0,1 0 0 0 0,23-6 0 0 0,81-11 212 0 0,-63 13-194 0 0,392-46 280 0 0,4 33-243 0 0,-226 13-63 0 0,16-2 74 0 0,466-18 1283 0 0,-674 29-1218 0 0,0 2 0 0 0,0 1-1 0 0,35 7 1 0 0,-102-9-1186 0 0,3 1-5645 0 0,11 0-373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4:58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380 508 6913 0 0,'0'-4'115'0'0,"-1"0"0"0"0,0 1-1 0 0,0-1 1 0 0,0 1-1 0 0,0-1 1 0 0,0 0-1 0 0,-1 1 1 0 0,0 0-1 0 0,0-1 1 0 0,0 1 0 0 0,-3-4-1 0 0,0 0 320 0 0,-1 0 0 0 0,1 1 1 0 0,-12-10-1 0 0,13 13-298 0 0,1 0 0 0 0,-1 1 1 0 0,1-1-1 0 0,-1 1 0 0 0,0 0 0 0 0,0 0 0 0 0,0 1 1 0 0,0-1-1 0 0,0 1 0 0 0,0 0 0 0 0,0 0 1 0 0,0 0-1 0 0,-1 0 0 0 0,1 1 0 0 0,0 0 1 0 0,-1 0-1 0 0,1 0 0 0 0,0 0 0 0 0,-6 1 1 0 0,4 1-49 0 0,0 0 1 0 0,0 0 0 0 0,1 1 0 0 0,-1-1 0 0 0,1 1 0 0 0,-1 0 0 0 0,1 1 0 0 0,0-1 0 0 0,0 1 0 0 0,1 0 0 0 0,-1 0 0 0 0,1 1 0 0 0,-5 4 0 0 0,-21 28 203 0 0,-39 61 0 0 0,58-80-186 0 0,1 0-1 0 0,1 0 1 0 0,1 1-1 0 0,0 0 1 0 0,2 0-1 0 0,-5 24 1 0 0,10-39-56 0 0,0 1 0 0 0,0-1 0 0 0,1 1 0 0 0,0-1 0 0 0,0 1 0 0 0,0-1 0 0 0,1 1 0 0 0,0-1 0 0 0,0 1 1 0 0,0-1-1 0 0,0 1 0 0 0,0-1 0 0 0,1 0 0 0 0,0 1 0 0 0,0-1 0 0 0,0 0 0 0 0,1 0 0 0 0,-1-1 0 0 0,1 1 0 0 0,4 4 0 0 0,-4-5-21 0 0,0 0 0 0 0,0-1 1 0 0,0 0-1 0 0,1 1 0 0 0,-1-1 0 0 0,1 0 0 0 0,0-1 0 0 0,-1 1 0 0 0,1-1 0 0 0,0 1 0 0 0,0-1 0 0 0,0 0 1 0 0,0-1-1 0 0,0 1 0 0 0,0-1 0 0 0,0 1 0 0 0,0-1 0 0 0,0-1 0 0 0,0 1 0 0 0,1 0 0 0 0,-1-1 0 0 0,0 0 1 0 0,4-1-1 0 0,2-2 12 0 0,1-1 0 0 0,-1 0 0 0 0,1 0 1 0 0,-1-1-1 0 0,-1 0 0 0 0,1-1 0 0 0,-1 0 0 0 0,0 0 1 0 0,-1-1-1 0 0,0 0 0 0 0,0-1 0 0 0,-1 0 1 0 0,0 0-1 0 0,12-20 0 0 0,-2-2-4 0 0,-1-1 1 0 0,-2-1-1 0 0,17-54 1 0 0,-9 3 203 0 0,-4-2 1 0 0,8-105 0 0 0,-11 80 137 0 0,-8 79-262 0 0,-5 24-14 0 0,0 0 0 0 0,0 0-1 0 0,0-14 1 0 0,-20 386-75 0 0,-1 66-32 0 0,24-240-13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4:59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8 5985 0 0,'-2'-8'3148'0'0,"6"23"716"0"0,-8 237-822 0 0,1-155-2365 0 0,0 208-41 0 0,-1-276-612 0 0,3-25-65 0 0,0 1 0 0 0,1-1 1 0 0,-1 1-1 0 0,1-1 1 0 0,0 1-1 0 0,1 8 1 0 0,-8-44-26 0 0,2-1 0 0 0,1 0 1 0 0,1 0-1 0 0,2 0 0 0 0,4-41 1 0 0,1 31 339 0 0,2 1 1 0 0,2-1-1 0 0,21-65 1 0 0,-28 102-233 0 0,1-1 1 0 0,0 1 0 0 0,1 0-1 0 0,-1 0 1 0 0,1 0-1 0 0,0 0 1 0 0,0 0-1 0 0,0 1 1 0 0,1-1 0 0 0,0 1-1 0 0,6-6 1 0 0,-6 7-22 0 0,-1 1 0 0 0,0 0 0 0 0,1 1 1 0 0,0-1-1 0 0,-1 1 0 0 0,1-1 0 0 0,0 1 1 0 0,-1 0-1 0 0,1 0 0 0 0,0 1 1 0 0,0-1-1 0 0,0 1 0 0 0,0 0 0 0 0,0 0 1 0 0,0 0-1 0 0,0 0 0 0 0,5 2 0 0 0,14 2-19 0 0,-1 2 0 0 0,-1 0 0 0 0,1 1 0 0 0,36 18 1 0 0,-45-18-2 0 0,0 0 1 0 0,-1 0 0 0 0,0 1 0 0 0,0 1 0 0 0,-1 0 0 0 0,0 1-1 0 0,-1 0 1 0 0,15 18 0 0 0,-23-26 5 0 0,-1 1 1 0 0,1-1-1 0 0,-1 0 1 0 0,0 1-1 0 0,0-1 0 0 0,0 1 1 0 0,0 0-1 0 0,0-1 1 0 0,0 1-1 0 0,-1 0 0 0 0,1-1 1 0 0,-1 1-1 0 0,0 0 0 0 0,0 0 1 0 0,0-1-1 0 0,0 1 1 0 0,0 0-1 0 0,-1 0 0 0 0,1-1 1 0 0,-1 1-1 0 0,1 0 1 0 0,-1-1-1 0 0,0 1 0 0 0,0-1 1 0 0,-1 1-1 0 0,1-1 0 0 0,0 1 1 0 0,-1-1-1 0 0,1 0 1 0 0,-1 0-1 0 0,0 1 0 0 0,0-1 1 0 0,0-1-1 0 0,-2 3 1 0 0,-8 7-53 0 0,-1-1 0 0 0,0-1 1 0 0,0 0-1 0 0,-23 11 1 0 0,33-18 24 0 0,-61 32-327 0 0,-134 49 1 0 0,184-79 539 0 0,1 0 1 0 0,-1 0-1 0 0,0-2 1 0 0,0 0-1 0 0,-1 0 1 0 0,1-1-1 0 0,0-1 1 0 0,-16-1-1 0 0,27 0 892 0 0,4 0-355 0 0,9-2-55 0 0,16 1-476 0 0,199 22 381 0 0,-110-8-141 0 0,-10 1-125 0 0,-48-5 55 0 0,68 1 1 0 0,-124-9-360 0 0,0 0-1 0 0,0 0 0 0 0,0 0 0 0 0,0 0 1 0 0,0 0-1 0 0,0 0 0 0 0,0 0 0 0 0,0 0 1 0 0,0 0-1 0 0,0-1 0 0 0,0 1 1 0 0,0 0-1 0 0,0-1 0 0 0,-1 1 0 0 0,1-1 1 0 0,0 1-1 0 0,0-1 0 0 0,1 0 0 0 0,-2 1 3 0 0,0-1 0 0 0,0 1 0 0 0,0-1 0 0 0,0 1 0 0 0,0 0 0 0 0,0-1 0 0 0,0 1 0 0 0,0-1 0 0 0,0 1 0 0 0,0-1 0 0 0,0 1 0 0 0,0 0 0 0 0,0-1-1 0 0,0 1 1 0 0,0-1 0 0 0,-1 1 0 0 0,1 0 0 0 0,0-1 0 0 0,0 1 0 0 0,0-1 0 0 0,-1 1 0 0 0,1 0 0 0 0,0-1 0 0 0,0 1 0 0 0,-1 0 0 0 0,1-1 0 0 0,-1 1-1 0 0,-1-3-13 0 0,-1 1-1 0 0,0 0 1 0 0,1 0-1 0 0,-1 0 0 0 0,0 0 1 0 0,0 0-1 0 0,0 1 1 0 0,-6-3-1 0 0,-4 2-342 0 0,1 0-1 0 0,-1 0 1 0 0,1 2-1 0 0,-14 0 0 0 0,-14-1-1911 0 0,21-1 530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5:00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 3225 0 0,'7'4'8230'0'0,"-7"-3"-8029"0"0,0-1 0 0 0,0 1 401 0 0,0-1-401 0 0,-3 72 499 0 0,-31 334 834 0 0,5-195-1387 0 0,27-176 11 0 0,1 0 1 0 0,1 1 0 0 0,3-1 0 0 0,6 35 0 0 0,-9-67-141 0 0,6 25 592 0 0,-6-27-566 0 0,1 0 0 0 0,-1 0 1 0 0,0 0-1 0 0,0 0 0 0 0,1 0 1 0 0,-1 0-1 0 0,0 0 1 0 0,1 0-1 0 0,-1 0 0 0 0,1 0 1 0 0,-1-1-1 0 0,1 1 0 0 0,-1 0 1 0 0,1 0-1 0 0,0 0 0 0 0,-1-1 1 0 0,1 1-1 0 0,0 0 0 0 0,0-1 1 0 0,0 1-1 0 0,1 0 0 0 0,-1-1-21 0 0,0-1 0 0 0,0 1 0 0 0,0-1 0 0 0,0 1 0 0 0,-1-1 0 0 0,1 0 0 0 0,0 1 0 0 0,0-1 0 0 0,0 0-1 0 0,0 0 1 0 0,-1 1 0 0 0,1-1 0 0 0,0 0 0 0 0,-1 0 0 0 0,1 0 0 0 0,-1 0 0 0 0,1 0 0 0 0,-1 0 0 0 0,1 0 0 0 0,-1 0-1 0 0,0 0 1 0 0,1 0 0 0 0,-1-2 0 0 0,7-26 86 0 0,-7 28-106 0 0,4-30 41 0 0,-1-50 0 0 0,-3 46-811 0 0,5-34 0 0 0,-3 48 88 0 0,-2 12-2841 0 0,0 8 2479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5:17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5 15147 0 0,'-2'-1'121'0'0,"0"1"0"0"0,1-1-1 0 0,-1 0 1 0 0,0 1 0 0 0,0-1 0 0 0,0 1 0 0 0,0 0-1 0 0,0-1 1 0 0,0 1 0 0 0,0 0 0 0 0,0 0-1 0 0,0 0 1 0 0,0 0 0 0 0,0 1 0 0 0,1-1-1 0 0,-1 0 1 0 0,0 1 0 0 0,-3 1 0 0 0,1 0 4 0 0,1 0 1 0 0,-1 0-1 0 0,1 0 1 0 0,0 1-1 0 0,0-1 1 0 0,0 1-1 0 0,0 0 1 0 0,-4 5-1 0 0,-2 4 99 0 0,1 0-1 0 0,0 1 1 0 0,-11 26-1 0 0,1 11 22 0 0,2 0 0 0 0,2 2 0 0 0,-10 75 0 0 0,7-36-238 0 0,-87 479 353 0 0,96-520-338 0 0,3 0 0 0 0,2 62 0 0 0,3-97 7 0 0,1 0-1 0 0,1 0 0 0 0,0 0 0 0 0,1-1 0 0 0,0 1 0 0 0,2-1 1 0 0,-1 0-1 0 0,2 0 0 0 0,0 0 0 0 0,1-1 0 0 0,0 0 0 0 0,10 13 1 0 0,-8-13 45 0 0,1-2 0 0 0,0 0 0 0 0,1 0 0 0 0,0 0 0 0 0,1-2 0 0 0,0 1 1 0 0,0-2-1 0 0,1 1 0 0 0,0-2 0 0 0,1 0 0 0 0,0 0 0 0 0,0-1 0 0 0,0-1 1 0 0,1-1-1 0 0,-1 0 0 0 0,1 0 0 0 0,0-2 0 0 0,0 0 0 0 0,31 0 1 0 0,-45-1-73 0 0,0-1 1 0 0,1 0-1 0 0,-1 0 1 0 0,0 0-1 0 0,0-1 1 0 0,0 1-1 0 0,1 0 1 0 0,-1 0-1 0 0,0-1 1 0 0,0 1-1 0 0,0-1 1 0 0,0 1 0 0 0,0-1-1 0 0,0 1 1 0 0,0-1-1 0 0,0 0 1 0 0,0 1-1 0 0,0-1 1 0 0,0 0-1 0 0,0 0 1 0 0,0 0-1 0 0,0 1 1 0 0,0-2-1 0 0,0 0-264 0 0,0 0 0 0 0,0-1 0 0 0,-1 1 0 0 0,1 0 0 0 0,-1 0 0 0 0,1 0 0 0 0,-1 0-1 0 0,0 0 1 0 0,0-1 0 0 0,0 1 0 0 0,-1-4 0 0 0,0-3-6874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5:18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7 16131 0 0,'0'0'66'0'0,"0"0"0"0"0,-1 0 0 0 0,1 0 0 0 0,0 0 0 0 0,0 0 0 0 0,0-1 0 0 0,0 1 0 0 0,0 0 0 0 0,0 0 0 0 0,-1 0 0 0 0,1 0 0 0 0,0 0 0 0 0,0-1 0 0 0,0 1 0 0 0,0 0 0 0 0,0 0 0 0 0,0 0 0 0 0,0 0 0 0 0,0-1 0 0 0,0 1 0 0 0,0 0 0 0 0,0 0 0 0 0,0 0 0 0 0,0-1 0 0 0,0 1 0 0 0,0 0 0 0 0,0 0 0 0 0,0 0 0 0 0,0 0 0 0 0,0-1 0 0 0,0 1 0 0 0,0 0-1 0 0,0 0 1 0 0,0 0 0 0 0,1 0 0 0 0,-1-1 0 0 0,0 1 0 0 0,0 0 0 0 0,0 0 0 0 0,0 0 0 0 0,0 0 0 0 0,9 3 1139 0 0,12 15-484 0 0,5 19-156 0 0,-1 2 0 0 0,-1 1 0 0 0,-3 1 0 0 0,-1 0-1 0 0,27 87 1 0 0,-26-62-444 0 0,-4 1-1 0 0,-3 0 1 0 0,-2 1-1 0 0,-4 1 1 0 0,-2 0-1 0 0,-4-1 1 0 0,-6 72-1 0 0,1-114 18 0 0,-1-1 0 0 0,-1 1 0 0 0,-2-1 0 0 0,0 0 0 0 0,-2-1 0 0 0,0 0 0 0 0,-2 0 0 0 0,-19 30 0 0 0,2-10 4 0 0,-1-3 1 0 0,-3 0-1 0 0,-46 45 0 0 0,68-76-627 0 0,-1 0 0 0 0,0-1 0 0 0,0-1 0 0 0,0 0 0 0 0,-1 0 0 0 0,-1-1 0 0 0,-18 7 0 0 0,2-3-7928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5:21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9 485 11779 0 0,'-2'-5'269'0'0,"1"0"0"0"0,-1-1 0 0 0,1 1 0 0 0,0-1 0 0 0,0 1 0 0 0,1-1 1 0 0,0 1-1 0 0,0-1 0 0 0,0 0 0 0 0,2-7 0 0 0,-2 10-177 0 0,1 0-1 0 0,0 0 0 0 0,1 0 1 0 0,-1 1-1 0 0,0-1 1 0 0,1 0-1 0 0,-1 0 0 0 0,1 1 1 0 0,0-1-1 0 0,0 1 0 0 0,0 0 1 0 0,0 0-1 0 0,0-1 1 0 0,1 1-1 0 0,-1 0 0 0 0,1 1 1 0 0,-1-1-1 0 0,1 0 0 0 0,0 1 1 0 0,3-2-1 0 0,23-9-96 0 0,1 2 0 0 0,-1 1-1 0 0,2 2 1 0 0,53-8 0 0 0,128 2-49 0 0,-84 8 8 0 0,543-63 2430 0 0,-471 42-2020 0 0,228 0 0 0 0,-143 41-191 0 0,-19 0 286 0 0,213-34 483 0 0,-49-1-195 0 0,-21 6-580 0 0,-142 2-78 0 0,566-36 119 0 0,-522 21-146 0 0,315-16 137 0 0,-353 36-198 0 0,750-8 152 0 0,-112 33-68 0 0,-566-10-248 0 0,-175-4 605 0 0,483 13-93 0 0,549-2 198 0 0,-735-14-446 0 0,879-16 283 0 0,165-3-112 0 0,-1021 13-54 0 0,179 1-218 0 0,355 27 870 0 0,-2 40-336 0 0,-546-5-711 0 0,-225-25 234 0 0,-137-16-881 0 0,-65-9-2142 0 0,-42-5 1317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23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28 6969 0 0,'-2'-2'370'0'0,"1"0"0"0"0,0 0 0 0 0,-1 0-1 0 0,0 0 1 0 0,1 1 0 0 0,-1-1-1 0 0,0 0 1 0 0,0 1 0 0 0,0-1-1 0 0,0 1 1 0 0,0 0 0 0 0,0 0-1 0 0,0-1 1 0 0,0 2 0 0 0,-1-1 0 0 0,1 0-1 0 0,0 0 1 0 0,-6 0 449 0 0,36 9 693 0 0,-2-1-738 0 0,38 17 0 0 0,-55-21-684 0 0,-1 1 0 0 0,0 1 1 0 0,0-1-1 0 0,0 2 1 0 0,-1-1-1 0 0,0 1 0 0 0,0 0 1 0 0,9 10-1 0 0,-15-14-78 0 0,1 0 0 0 0,-1 0 0 0 0,0 1 0 0 0,1-1 1 0 0,-1 1-1 0 0,0-1 0 0 0,0 1 0 0 0,0 0 0 0 0,-1-1 0 0 0,1 1 0 0 0,-1 0 1 0 0,0 0-1 0 0,1-1 0 0 0,-1 1 0 0 0,0 0 0 0 0,-1 0 0 0 0,1-1 0 0 0,0 1 1 0 0,-1 0-1 0 0,1 0 0 0 0,-1-1 0 0 0,0 1 0 0 0,0-1 0 0 0,0 1 0 0 0,0-1 1 0 0,-1 1-1 0 0,1-1 0 0 0,-3 4 0 0 0,-5 7-7 0 0,-1 0 0 0 0,-1-1 0 0 0,-21 20 0 0 0,11-11-117 0 0,2-1 35 0 0,-49 50-793 0 0,60-64 793 0 0,1 1 0 0 0,-1-2 1 0 0,0 1-1 0 0,-1-1 0 0 0,1 0 0 0 0,-1-1 0 0 0,-15 6 0 0 0,24-10 70 0 0,0 0-1 0 0,-1 0 1 0 0,1 1-1 0 0,-1-1 1 0 0,1 0-1 0 0,-1 0 0 0 0,1 0 1 0 0,-1 0-1 0 0,1 0 1 0 0,-1 0-1 0 0,1 0 1 0 0,-1 0-1 0 0,1 0 1 0 0,-1 0-1 0 0,1 0 0 0 0,-1 0 1 0 0,1 0-1 0 0,-1 0 1 0 0,1 0-1 0 0,-1-1 1 0 0,1 1-1 0 0,-1 0 1 0 0,0 0-1 0 0,3-9-31 0 0,-1 7 25 0 0,0 0-1 0 0,0 1 1 0 0,0-1 0 0 0,0 1-1 0 0,0-1 1 0 0,1 1 0 0 0,-1 0-1 0 0,1-1 1 0 0,-1 1 0 0 0,1 0-1 0 0,-1 0 1 0 0,3-1 0 0 0,4 0 20 0 0,1 0 1 0 0,0 1-1 0 0,0-1 1 0 0,0 2 0 0 0,0 0-1 0 0,0 0 1 0 0,0 0-1 0 0,0 1 1 0 0,0 0 0 0 0,0 1-1 0 0,-1 0 1 0 0,1 1-1 0 0,0-1 1 0 0,-1 2 0 0 0,15 7-1 0 0,9 6 148 0 0,-1 2-1 0 0,44 35 0 0 0,-59-42 6 0 0,23 21 59 0 0,-36-31-166 0 0,0 1 0 0 0,-1 0 0 0 0,1 0-1 0 0,-1 0 1 0 0,0 0 0 0 0,0 0 0 0 0,0 0 0 0 0,0 1-1 0 0,-1-1 1 0 0,1 1 0 0 0,0 4 0 0 0,-1-5-14 0 0,-1-1 0 0 0,-1 1-1 0 0,1 0 1 0 0,0-1 0 0 0,-1 1 0 0 0,1-1 0 0 0,-1 1 0 0 0,1-1-1 0 0,-1 0 1 0 0,0 1 0 0 0,0-1 0 0 0,-1 0 0 0 0,1 1 0 0 0,0-1-1 0 0,-1 0 1 0 0,1 0 0 0 0,-1 0 0 0 0,0 0 0 0 0,1 0 0 0 0,-1-1-1 0 0,-3 3 1 0 0,-6 5 128 0 0,0-1 0 0 0,-21 11 0 0 0,20-12-40 0 0,-38 24 53 0 0,-2-3 0 0 0,-67 27-1 0 0,82-46-149 0 0,36-9-90 0 0,0 1 0 0 0,-1-1-1 0 0,1 0 1 0 0,0 0 0 0 0,0 0 0 0 0,0 0 0 0 0,0 0-1 0 0,0 0 1 0 0,0 0 0 0 0,0 0 0 0 0,0 0 0 0 0,-1 0 0 0 0,1-1-1 0 0,0 1 1 0 0,0 0 0 0 0,0-1 0 0 0,0 1 0 0 0,0-1-1 0 0,0 1 1 0 0,0-1 0 0 0,0 1 0 0 0,0-1 0 0 0,1 0-1 0 0,-1 0 1 0 0,0 1 0 0 0,0-1 0 0 0,1 0 0 0 0,-1 0-1 0 0,-1-2 1 0 0,2 3-30 0 0,0-1-1 0 0,0 0 0 0 0,0 0 0 0 0,0 1 1 0 0,0-1-1 0 0,0 0 0 0 0,0 0 0 0 0,0 1 1 0 0,0-1-1 0 0,0 0 0 0 0,1 1 1 0 0,-1-1-1 0 0,0 0 0 0 0,0 0 0 0 0,1 1 1 0 0,-1-1-1 0 0,1-1 0 0 0,6-9-755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23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5 12643 0 0,'0'0'30'0'0,"1"0"0"0"0,-1-1 0 0 0,0 1 1 0 0,1 0-1 0 0,-1-1 0 0 0,0 1 0 0 0,0 0 0 0 0,1-1 1 0 0,-1 1-1 0 0,0 0 0 0 0,1 0 0 0 0,-1 0 1 0 0,1-1-1 0 0,-1 1 0 0 0,0 0 0 0 0,1 0 0 0 0,-1 0 1 0 0,1 0-1 0 0,-1 0 0 0 0,0 0 0 0 0,1 0 1 0 0,-1 0-1 0 0,1 0 0 0 0,-1 0 0 0 0,1 0 0 0 0,-1 0 1 0 0,0 0-1 0 0,1 0 0 0 0,-1 0 0 0 0,1 0 1 0 0,-1 0-1 0 0,0 0 0 0 0,1 1 0 0 0,-1-1 0 0 0,1 0 1 0 0,-1 0-1 0 0,0 0 0 0 0,1 1 0 0 0,-1-1 0 0 0,0 0 1 0 0,1 0-1 0 0,-1 1 0 0 0,0-1 0 0 0,0 0 1 0 0,1 1-1 0 0,-1-1 0 0 0,0 1 0 0 0,0-1 0 0 0,0 0 1 0 0,1 1-1 0 0,-1-1 0 0 0,0 0 0 0 0,0 1 1 0 0,0 0-1 0 0,1 1 95 0 0,0 0 1 0 0,-1 0-1 0 0,0 0 1 0 0,1 0 0 0 0,-1 0-1 0 0,0-1 1 0 0,0 1-1 0 0,0 0 1 0 0,0 0-1 0 0,0 0 1 0 0,-1 3-1 0 0,-8 17 329 0 0,0-1 0 0 0,-2 0 0 0 0,-1 0-1 0 0,-15 20 1 0 0,5-8-203 0 0,-77 106 355 0 0,-9 15-474 0 0,86-119-2788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24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12035 0 0,'34'37'1174'0'0,"-1"3"1"0"0,36 57-1 0 0,-23-31-234 0 0,-31-45-859 0 0,1-1 1 0 0,0-1-1 0 0,2 0 0 0 0,0-1 0 0 0,1-1 1 0 0,1-1-1 0 0,1 0 0 0 0,0-2 0 0 0,36 19 0 0 0,-34-25-665 0 0,-13-6-4103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24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13971 0 0,'0'3'123'0'0,"0"1"1"0"0,-1-1-1 0 0,1 0 1 0 0,0 0-1 0 0,1 0 1 0 0,-1 0-1 0 0,0 0 1 0 0,1 0-1 0 0,0 0 0 0 0,-1 0 1 0 0,3 4-1 0 0,1 9-22 0 0,2 32 509 0 0,-2 0 0 0 0,-1 1 1 0 0,-6 58-1 0 0,-24 145 264 0 0,15-170-1561 0 0,-1-29-2984 0 0,11-44-1669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25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0 122 12643 0 0,'2'2'244'0'0,"-1"0"0"0"0,1 0 0 0 0,0 0 0 0 0,-1 0 0 0 0,1 0 0 0 0,0-1 0 0 0,0 1 0 0 0,0-1 0 0 0,1 1 0 0 0,3 1 0 0 0,1 1 114 0 0,9 7 114 0 0,2 0 0 0 0,-1-2 1 0 0,27 11-1 0 0,-26-13-335 0 0,0 1 0 0 0,-1 1 0 0 0,27 18 1 0 0,-42-25-127 0 0,0-1 0 0 0,-1 1 0 0 0,1 0 0 0 0,-1-1 1 0 0,1 1-1 0 0,-1 0 0 0 0,1 0 0 0 0,-1 0 1 0 0,0 0-1 0 0,0 0 0 0 0,0 0 0 0 0,0 1 1 0 0,-1-1-1 0 0,1 0 0 0 0,0 0 0 0 0,-1 1 1 0 0,0-1-1 0 0,1 0 0 0 0,-1 0 0 0 0,0 1 1 0 0,0-1-1 0 0,0 0 0 0 0,-1 1 0 0 0,1-1 0 0 0,0 0 1 0 0,-1 1-1 0 0,0-1 0 0 0,1 0 0 0 0,-2 3 1 0 0,-3 7 6 0 0,-1-1 0 0 0,0 0 0 0 0,-1 0 0 0 0,-9 12 0 0 0,7-10 15 0 0,-13 16-106 0 0,-49 51 0 0 0,19-24 56 0 0,51-54 14 0 0,-1 0 0 0 0,1-1 1 0 0,-1 1-1 0 0,1 0 0 0 0,0 0 1 0 0,0 0-1 0 0,0 0 0 0 0,0 0 0 0 0,0 1 1 0 0,0-1-1 0 0,1 0 0 0 0,-1 3 1 0 0,1-4 0 0 0,0-1 1 0 0,0 1-1 0 0,0-1 1 0 0,0 1 0 0 0,0-1-1 0 0,0 0 1 0 0,0 1-1 0 0,0-1 1 0 0,1 1 0 0 0,-1-1-1 0 0,0 1 1 0 0,0-1-1 0 0,0 1 1 0 0,1-1 0 0 0,-1 0-1 0 0,0 1 1 0 0,0-1 0 0 0,1 0-1 0 0,-1 1 1 0 0,0-1-1 0 0,1 0 1 0 0,-1 1 0 0 0,1-1-1 0 0,0 1 1 0 0,0-1 0 0 0,1 1 0 0 0,-1-1 1 0 0,0 0-1 0 0,0 0 0 0 0,1 1 0 0 0,-1-1 0 0 0,0 0 0 0 0,0 0 0 0 0,1 0 0 0 0,-1 0 0 0 0,0 0 0 0 0,2-1 1 0 0,11-2-49 0 0,0 0 1 0 0,0-1-1 0 0,0 0 1 0 0,0-2-1 0 0,24-12 1 0 0,63-44 14 0 0,-20 10 152 0 0,66-40 430 0 0,-122 73-260 0 0,-1 0-1 0 0,0-2 0 0 0,31-36 1 0 0,-48 49-189 0 0,-2 0 0 0 0,1 0 0 0 0,-1 0 0 0 0,-1-1 0 0 0,0 0 0 0 0,0 0 0 0 0,0 0 0 0 0,-1-1 0 0 0,3-18 0 0 0,-5 23-28 0 0,0-1-1 0 0,0 0 0 0 0,-1 1 1 0 0,0-1-1 0 0,0 0 0 0 0,0 1 1 0 0,-1-1-1 0 0,0 0 0 0 0,0 1 1 0 0,0-1-1 0 0,-1 1 0 0 0,0 0 1 0 0,0-1-1 0 0,0 1 0 0 0,-1 0 1 0 0,1 0-1 0 0,-1 0 0 0 0,-6-7 1 0 0,6 9-58 0 0,-1 1 1 0 0,1-1-1 0 0,-1 1 1 0 0,0 0-1 0 0,0-1 1 0 0,0 2 0 0 0,0-1-1 0 0,0 0 1 0 0,0 1-1 0 0,0 0 1 0 0,0 0-1 0 0,-1 0 1 0 0,1 0-1 0 0,-1 1 1 0 0,1 0 0 0 0,0-1-1 0 0,-1 2 1 0 0,1-1-1 0 0,-1 1 1 0 0,1-1-1 0 0,-7 3 1 0 0,0-1-20 0 0,1 1 0 0 0,0 0 1 0 0,0 1-1 0 0,0 0 0 0 0,0 1 1 0 0,1 0-1 0 0,0 0 0 0 0,-9 7 0 0 0,14-9-33 0 0,0 1-1 0 0,0-1 1 0 0,0 1-1 0 0,0 0 0 0 0,1 0 1 0 0,-1 0-1 0 0,1 0 0 0 0,0 1 1 0 0,0 0-1 0 0,1-1 0 0 0,0 1 1 0 0,-1 0-1 0 0,2 0 1 0 0,-1 0-1 0 0,0 0 0 0 0,1 1 1 0 0,-1 7-1 0 0,2-7-24 0 0,0 1 0 0 0,1-1 0 0 0,0 0 0 0 0,0 0 0 0 0,0 1 0 0 0,0-1 0 0 0,1 0 0 0 0,0 0 0 0 0,1 0 0 0 0,-1-1 0 0 0,1 1 0 0 0,0 0 0 0 0,1-1 0 0 0,5 7 0 0 0,7 8-206 0 0,2-1-1 0 0,31 27 1 0 0,-28-28-12 0 0,33 38 0 0 0,-51-52 270 0 0,16 20-85 0 0,0 1-1 0 0,18 33 1 0 0,-33-51 53 0 0,0 0-1 0 0,0 1 1 0 0,-1-1-1 0 0,0 1 1 0 0,-1 0-1 0 0,0 0 1 0 0,0 0-1 0 0,0 0 1 0 0,-1 0-1 0 0,0 1 1 0 0,-1-1-1 0 0,0 0 0 0 0,-2 14 1 0 0,1-18 70 0 0,0 0-1 0 0,0 1 1 0 0,-1-1 0 0 0,1 0 0 0 0,-1 0-1 0 0,0 0 1 0 0,0 0 0 0 0,0-1 0 0 0,-1 1-1 0 0,0-1 1 0 0,1 1 0 0 0,-1-1-1 0 0,-6 5 1 0 0,3-3-18 0 0,0-1-1 0 0,0 0 1 0 0,0 0-1 0 0,0-1 0 0 0,-1 0 1 0 0,0 0-1 0 0,-12 4 1 0 0,8-4-10 0 0,-1-1 0 0 0,1 0 0 0 0,-1 0 0 0 0,1-1 0 0 0,-1-1 0 0 0,0 0 0 0 0,1 0-1 0 0,-1-1 1 0 0,0-1 0 0 0,-12-3 0 0 0,15 2 121 0 0,0 0 0 0 0,1-1 0 0 0,-1-1 1 0 0,1 1-1 0 0,0-1 0 0 0,0 0 0 0 0,1-1 0 0 0,0 0 0 0 0,0 0 0 0 0,0-1 0 0 0,1 0 0 0 0,0 0 0 0 0,0 0 0 0 0,0-1 0 0 0,1 0 0 0 0,1 0 0 0 0,-1 0 0 0 0,1-1 0 0 0,0 1 0 0 0,1-1 0 0 0,0 0 0 0 0,-3-16 0 0 0,5 20-38 0 0,0 0 0 0 0,0 0-1 0 0,1-1 1 0 0,-1 1 0 0 0,1 0 0 0 0,0 0-1 0 0,0 0 1 0 0,1-1 0 0 0,0 1-1 0 0,0 0 1 0 0,0 0 0 0 0,0 0 0 0 0,1 0-1 0 0,0 0 1 0 0,0 0 0 0 0,0 1-1 0 0,5-8 1 0 0,-2 5-31 0 0,1 1 0 0 0,-1 0 0 0 0,1 0 0 0 0,1 0 0 0 0,-1 1 0 0 0,1 0-1 0 0,0 0 1 0 0,0 1 0 0 0,0 0 0 0 0,10-4 0 0 0,12-4-40 0 0,-1 2 1 0 0,2 1-1 0 0,-1 1 0 0 0,1 1 1 0 0,0 2-1 0 0,1 1 0 0 0,41 0 1 0 0,-64 2-231 0 0,-8 2 102 0 0,0-1-1 0 0,0 1 0 0 0,0 0 0 0 0,0 0 1 0 0,0 0-1 0 0,0-1 0 0 0,0 1 1 0 0,0 0-1 0 0,0 0 0 0 0,0 0 1 0 0,0-1-1 0 0,0 1 0 0 0,0 0 1 0 0,0 0-1 0 0,0 0 0 0 0,0-1 1 0 0,0 1-1 0 0,0 0 0 0 0,0 0 1 0 0,-1 0-1 0 0,1-1 0 0 0,0 1 1 0 0,0 0-1 0 0,0 0 0 0 0,0 0 1 0 0,0 0-1 0 0,-1 0 0 0 0,1-1 1 0 0,0 1-1 0 0,0 0 0 0 0,0 0 1 0 0,0 0-1 0 0,-1 0 0 0 0,1 0 1 0 0,0 0-1 0 0,0 0 0 0 0,-1 0 1 0 0,-1-2-1445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25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12899 0 0,'-6'8'3148'0'0,"-2"17"-2650"0"0,7-21-191 0 0,-5 21 59 0 0,1-1 0 0 0,1 1 0 0 0,-1 37 1 0 0,6 78 171 0 0,0-81-341 0 0,-1 2-262 0 0,3 0 0 0 0,18 100 0 0 0,-17-149-443 0 0,-3-9 120 0 0,0 0 0 0 0,0 0 0 0 0,-1-1-1 0 0,1 1 1 0 0,0 0 0 0 0,-1 0 0 0 0,0 0 0 0 0,0 0-1 0 0,0 5 1 0 0,-1-6-668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26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0 202 9674 0 0,'59'-1'5883'0'0,"-33"0"-5273"0"0,1 0 1 0 0,0 2-1 0 0,0 0 1 0 0,-1 2 0 0 0,52 13-1 0 0,-75-15-594 0 0,0 0-1 0 0,0 0 0 0 0,0 0 1 0 0,-1 0-1 0 0,1 1 1 0 0,0-1-1 0 0,-1 1 1 0 0,1 0-1 0 0,-1-1 0 0 0,0 1 1 0 0,1 0-1 0 0,-1 1 1 0 0,0-1-1 0 0,0 0 1 0 0,0 1-1 0 0,-1-1 1 0 0,1 1-1 0 0,0-1 0 0 0,-1 1 1 0 0,0 0-1 0 0,2 5 1 0 0,-2-4-32 0 0,-1 0 0 0 0,1 0 0 0 0,-1-1 0 0 0,0 1 0 0 0,-1 0 0 0 0,1 0 0 0 0,0 0 1 0 0,-1 0-1 0 0,0-1 0 0 0,0 1 0 0 0,0 0 0 0 0,-1-1 0 0 0,1 1 0 0 0,-1-1 0 0 0,0 1 0 0 0,-3 4 0 0 0,-12 19-155 0 0,-1-1 0 0 0,-1-1 0 0 0,-2 0 0 0 0,-23 21-1 0 0,31-34 262 0 0,1 1 1 0 0,0-1-1 0 0,1 2 0 0 0,-16 24 0 0 0,26-37-73 0 0,1-1 0 0 0,0 0 1 0 0,0 0-1 0 0,0 0 0 0 0,0 0 0 0 0,0 1 0 0 0,0-1 0 0 0,-1 0 1 0 0,1 0-1 0 0,0 1 0 0 0,0-1 0 0 0,0 0 0 0 0,0 0 0 0 0,0 0 1 0 0,0 1-1 0 0,0-1 0 0 0,0 0 0 0 0,0 0 0 0 0,0 1 0 0 0,0-1 1 0 0,0 0-1 0 0,0 0 0 0 0,0 0 0 0 0,0 1 0 0 0,0-1 0 0 0,0 0 1 0 0,1 0-1 0 0,-1 1 0 0 0,0-1 0 0 0,0 0 0 0 0,0 0 0 0 0,0 0 1 0 0,0 1-1 0 0,0-1 0 0 0,1 0 0 0 0,-1 0 0 0 0,11 2 339 0 0,15-5-32 0 0,-23 2-255 0 0,51-8 104 0 0,0-3 1 0 0,91-33-1 0 0,-119 34-159 0 0,0 0-1 0 0,-1-1 1 0 0,-1-2 0 0 0,0-1 0 0 0,-1 0-1 0 0,-1-2 1 0 0,30-27 0 0 0,-41 32 119 0 0,-1 0 1 0 0,0-1-1 0 0,0 0 0 0 0,-2 0 1 0 0,1-1-1 0 0,-2 0 0 0 0,0-1 1 0 0,0 0-1 0 0,-2 0 0 0 0,0 0 1 0 0,0-1-1 0 0,-2 1 1 0 0,0-1-1 0 0,0 0 0 0 0,-2 0 1 0 0,0 0-1 0 0,-1-1 0 0 0,0 1 1 0 0,-4-25-1 0 0,3 39-101 0 0,1-1-1 0 0,-1 0 1 0 0,0 0 0 0 0,0 1-1 0 0,0-1 1 0 0,0 0-1 0 0,0 1 1 0 0,-1-1 0 0 0,1 1-1 0 0,-1 0 1 0 0,1-1-1 0 0,-1 1 1 0 0,0 0 0 0 0,0 0-1 0 0,0 0 1 0 0,0 0 0 0 0,0 0-1 0 0,0 1 1 0 0,-4-3-1 0 0,3 3-11 0 0,-1 0 0 0 0,1 0-1 0 0,0 0 1 0 0,-1 0-1 0 0,1 1 1 0 0,0-1-1 0 0,-1 1 1 0 0,1 0 0 0 0,-1 0-1 0 0,1 0 1 0 0,-1 0-1 0 0,1 1 1 0 0,-7 1-1 0 0,1 1-32 0 0,0 0 0 0 0,-1 1 0 0 0,1 0-1 0 0,1 1 1 0 0,-1-1 0 0 0,1 2-1 0 0,-1-1 1 0 0,2 1 0 0 0,-1 1-1 0 0,-8 7 1 0 0,11-8-23 0 0,0 0 0 0 0,1 1 0 0 0,-1-1 1 0 0,1 1-1 0 0,1 0 0 0 0,-1 0 0 0 0,1 0 0 0 0,0 1 0 0 0,1-1 0 0 0,0 1 0 0 0,0-1 0 0 0,0 1 0 0 0,1 0 1 0 0,1 0-1 0 0,-1 0 0 0 0,1 0 0 0 0,0-1 0 0 0,1 1 0 0 0,0 0 0 0 0,0 0 0 0 0,1 0 0 0 0,3 12 0 0 0,1-4-194 0 0,0-1-1 0 0,1 1 0 0 0,1-2 1 0 0,0 1-1 0 0,1-1 0 0 0,0 0 1 0 0,1-1-1 0 0,1 0 0 0 0,19 20 1 0 0,-13-18-67 0 0,21 20-313 0 0,-1 2 0 0 0,52 66 1 0 0,-88-101 626 0 0,1 0-1 0 0,-1 0 1 0 0,0 0 0 0 0,1 0 0 0 0,-1 0-1 0 0,0 0 1 0 0,0 1 0 0 0,0-1 0 0 0,-1 0-1 0 0,1 1 1 0 0,-1-1 0 0 0,1 1 0 0 0,-1-1-1 0 0,0 1 1 0 0,0-1 0 0 0,0 1 0 0 0,0 3-1 0 0,-1-4 7 0 0,0 0 0 0 0,0 0-1 0 0,0-1 1 0 0,0 1 0 0 0,0 0 0 0 0,0 0-1 0 0,0-1 1 0 0,-1 1 0 0 0,1-1 0 0 0,-1 1-1 0 0,1-1 1 0 0,-1 0 0 0 0,1 0-1 0 0,-1 1 1 0 0,0-1 0 0 0,0 0 0 0 0,1 0-1 0 0,-1-1 1 0 0,0 1 0 0 0,0 0 0 0 0,-4 0-1 0 0,-12 3 54 0 0,1 0-1 0 0,-1-2 1 0 0,-1 0-1 0 0,1-1 1 0 0,0 0-1 0 0,0-2 1 0 0,0 0-1 0 0,0-1 1 0 0,0-1 0 0 0,-21-6-1 0 0,29 5 25 0 0,0 1 1 0 0,0-2-1 0 0,0 1 1 0 0,1-2-1 0 0,0 1 0 0 0,0-1 1 0 0,0 0-1 0 0,1-1 0 0 0,-14-14 1 0 0,15 15 77 0 0,1-1 1 0 0,0 0-1 0 0,1 0 1 0 0,-1-1-1 0 0,2 0 1 0 0,-1 0-1 0 0,1 0 1 0 0,0 0-1 0 0,1-1 1 0 0,0 1 0 0 0,-4-17-1 0 0,7 21-162 0 0,0 0-1 0 0,0 1 1 0 0,0-1 0 0 0,1 0-1 0 0,-1 1 1 0 0,1-1 0 0 0,0 0-1 0 0,0 1 1 0 0,0-1 0 0 0,0 1 0 0 0,1-1-1 0 0,-1 1 1 0 0,1 0 0 0 0,0 0-1 0 0,0-1 1 0 0,0 1 0 0 0,1 1-1 0 0,-1-1 1 0 0,1 0 0 0 0,-1 1-1 0 0,7-5 1 0 0,6-5-112 0 0,0 2 1 0 0,1-1-1 0 0,18-8 0 0 0,-16 10 43 0 0,71-34-1179 0 0,-45 23-572 0 0,-17 6 58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26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 3681 0 0,'17'-2'1136'0'0,"4"5"7058"0"0,-21-3-7858 0 0,1 1-1 0 0,0-1 1 0 0,0 0-1 0 0,-1 1 0 0 0,1-1 1 0 0,0 1-1 0 0,-1-1 1 0 0,1 1-1 0 0,0 0 0 0 0,-1-1 1 0 0,1 1-1 0 0,-1-1 1 0 0,1 1-1 0 0,-1 0 1 0 0,1 0-1 0 0,-1-1 0 0 0,0 1 1 0 0,1 0-1 0 0,-1 0 1 0 0,0 1-1 0 0,0 17-1245 0 0,-5 4 1464 0 0,-1 1-1 0 0,-1-1 1 0 0,-1 0-1 0 0,-21 40 1 0 0,-57 81 21 0 0,31-54-277 0 0,54-88-389 0 0,-7 10 118 0 0,1 2 0 0 0,-7 18 1 0 0,9-8-3074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27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9674 0 0,'-3'4'306'0'0,"0"-1"-1"0"0,0 1 1 0 0,0 0-1 0 0,1 0 1 0 0,-1 0 0 0 0,1 1-1 0 0,0-1 1 0 0,0 0-1 0 0,0 1 1 0 0,1 0 0 0 0,0-1-1 0 0,-1 1 1 0 0,2 0-1 0 0,-1 0 1 0 0,1-1 0 0 0,-1 9-1 0 0,1 3 372 0 0,1 1 1 0 0,1-1-1 0 0,5 26 0 0 0,-4-31-489 0 0,0 0 0 0 0,1-1 0 0 0,0 1 0 0 0,1-1 0 0 0,0 0-1 0 0,1 0 1 0 0,9 12 0 0 0,55 60 1001 0 0,-35-43-639 0 0,51 48 844 0 0,-54-57-875 0 0,35 42 0 0 0,-63-68-527 0 0,-1 0 1 0 0,1 0-1 0 0,0 0 1 0 0,0 0-1 0 0,1 0 1 0 0,-1-1-1 0 0,1 0 1 0 0,0 0-1 0 0,8 4 1 0 0,-13-7-44 0 0,0 0-1 0 0,0 0 1 0 0,1-1-1 0 0,-1 1 1 0 0,0 0-1 0 0,0 0 1 0 0,1 0-1 0 0,-1 0 1 0 0,0 0-1 0 0,0 0 1 0 0,0 0 0 0 0,1 0-1 0 0,-1-1 1 0 0,0 1-1 0 0,0 0 1 0 0,0 0-1 0 0,1 0 1 0 0,-1 0-1 0 0,0-1 1 0 0,0 1 0 0 0,0 0-1 0 0,0 0 1 0 0,0 0-1 0 0,0-1 1 0 0,1 1-1 0 0,-1 0 1 0 0,0 0-1 0 0,0-1 1 0 0,0 1-1 0 0,0 0 1 0 0,0 0 0 0 0,0-1-1 0 0,0 1 1 0 0,0 0-1 0 0,0 0 1 0 0,0-1-1 0 0,0 1 1 0 0,1-11-5572 0 0,-1 3-1398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2:27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22 11026 0 0,'-3'-1'275'0'0,"4"1"-202"0"0,-1-1 0 0 0,0 1 0 0 0,0 0 0 0 0,0 0 0 0 0,0 0 0 0 0,0 0 0 0 0,0 0 0 0 0,1 0 0 0 0,-1 0 0 0 0,0 0 0 0 0,0 0 0 0 0,0 0 0 0 0,0 0 0 0 0,0-1 0 0 0,0 1 0 0 0,0 0 0 0 0,0 0 0 0 0,1 0 0 0 0,-1 0 0 0 0,0 0 0 0 0,0 0 0 0 0,0-1 0 0 0,0 1 0 0 0,0 0 0 0 0,0 0 1 0 0,0 0-1 0 0,0 0 0 0 0,0 0 0 0 0,0-1 0 0 0,0 1 0 0 0,-2-3 2982 0 0,6 2-2263 0 0,-3 1-756 0 0,30-5 1166 0 0,1 1 0 0 0,35 1 1 0 0,-59 3-1067 0 0,1 0 0 0 0,0 1 0 0 0,-1 0 0 0 0,1 0 1 0 0,-1 1-1 0 0,1 0 0 0 0,-1 0 0 0 0,0 1 0 0 0,0 0 0 0 0,0 1 0 0 0,0 0 1 0 0,-1 0-1 0 0,12 8 0 0 0,-17-10-109 0 0,0 0-1 0 0,0 0 1 0 0,0 0-1 0 0,0 0 1 0 0,0 0 0 0 0,0 0-1 0 0,0 1 1 0 0,-1-1 0 0 0,1 1-1 0 0,-1-1 1 0 0,0 1 0 0 0,0 0-1 0 0,0 0 1 0 0,0-1 0 0 0,0 1-1 0 0,0 0 1 0 0,-1 0 0 0 0,1 0-1 0 0,-1 0 1 0 0,0 0 0 0 0,0 0-1 0 0,0 0 1 0 0,0-1-1 0 0,-1 1 1 0 0,1 0 0 0 0,-1 0-1 0 0,0 0 1 0 0,0 0 0 0 0,0 0-1 0 0,0-1 1 0 0,0 1 0 0 0,0-1-1 0 0,-1 1 1 0 0,1 0 0 0 0,-1-1-1 0 0,-2 3 1 0 0,-7 9-78 0 0,-1-1 1 0 0,0 0-1 0 0,-1-1 0 0 0,-25 19 0 0 0,28-23-30 0 0,-19 14-141 0 0,15-11 169 0 0,-1-1 0 0 0,2 2 0 0 0,0 0 0 0 0,0 1 0 0 0,-12 15 0 0 0,24-25 46 0 0,-1-1 0 0 0,0 1 0 0 0,1 0 0 0 0,-1-1 0 0 0,1 1 0 0 0,0 0 1 0 0,0 0-1 0 0,0 0 0 0 0,0 0 0 0 0,1 0 0 0 0,-1 0 0 0 0,1 0 0 0 0,0 1 0 0 0,-1-1 1 0 0,2 0-1 0 0,-1 0 0 0 0,0 0 0 0 0,1 0 0 0 0,-1 0 0 0 0,1 0 0 0 0,0 0 0 0 0,0 0 1 0 0,0 0-1 0 0,0 0 0 0 0,0 0 0 0 0,1 0 0 0 0,0-1 0 0 0,-1 1 0 0 0,1-1 1 0 0,0 1-1 0 0,0-1 0 0 0,3 3 0 0 0,7 6 125 0 0,0 0 1 0 0,1-1-1 0 0,0 0 0 0 0,27 14 1 0 0,-22-13 138 0 0,3 2-30 0 0,-1 0-1 0 0,-1 2 0 0 0,22 20 1 0 0,-35-30-101 0 0,-1 1 0 0 0,1 0 0 0 0,-1 0 0 0 0,0 1 0 0 0,-1 0 1 0 0,0 0-1 0 0,0 0 0 0 0,0 0 0 0 0,-1 0 0 0 0,0 1 0 0 0,0 0 0 0 0,-1-1 0 0 0,2 13 1 0 0,-4-15-46 0 0,0-1 1 0 0,-1 1 0 0 0,1-1-1 0 0,-1 0 1 0 0,0 1 0 0 0,-1-1-1 0 0,1 0 1 0 0,-1 0 0 0 0,0 0-1 0 0,0 0 1 0 0,0 0 0 0 0,0 0 0 0 0,-1 0-1 0 0,1-1 1 0 0,-1 1 0 0 0,0-1-1 0 0,0 0 1 0 0,0 0 0 0 0,-1 0-1 0 0,-3 3 1 0 0,-9 6 173 0 0,-1 0-1 0 0,-35 19 1 0 0,37-23-156 0 0,-1 0 0 0 0,0-2 0 0 0,-1 1 0 0 0,-20 3-1 0 0,29-8-97 0 0,-1 0-1 0 0,1-1 0 0 0,-1 0 0 0 0,0-1 1 0 0,1 0-1 0 0,-1 0 0 0 0,1-1 1 0 0,-1 0-1 0 0,1-1 0 0 0,-13-3 0 0 0,1-2-1980 0 0,-29-16-1 0 0,30 13-7245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27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513 65 13795 0 0,'-3'-1'138'0'0,"1"0"-1"0"0,0 0 1 0 0,0 1-1 0 0,-1-1 1 0 0,1 1-1 0 0,0-1 1 0 0,-1 1 0 0 0,1 0-1 0 0,-1-1 1 0 0,1 1-1 0 0,-1 1 1 0 0,1-1-1 0 0,0 0 1 0 0,-1 0 0 0 0,-2 2-1 0 0,-1 0-88 0 0,1 1 1 0 0,-1 0-1 0 0,1 0 0 0 0,-10 7 0 0 0,-2 3-89 0 0,1 1 1 0 0,0 0-1 0 0,-26 31 0 0 0,-15 28-2 0 0,2 2-1 0 0,-77 142 0 0 0,35-52 948 0 0,96-164-887 0 0,1-1 1 0 0,0 0 0 0 0,0 0 0 0 0,0 1-1 0 0,-1-1 1 0 0,1 0 0 0 0,0 1-1 0 0,0-1 1 0 0,0 0 0 0 0,0 0 0 0 0,0 1-1 0 0,0-1 1 0 0,-1 0 0 0 0,1 1 0 0 0,0-1-1 0 0,0 0 1 0 0,0 1 0 0 0,0-1 0 0 0,0 0-1 0 0,0 1 1 0 0,0-1 0 0 0,1 0-1 0 0,-1 1 1 0 0,0-1 0 0 0,0 0 0 0 0,0 1-1 0 0,0-1 1 0 0,0 0 0 0 0,0 1 0 0 0,1-1-1 0 0,-1 0 1 0 0,0 1 0 0 0,0-1-1 0 0,0 0 1 0 0,1 0 0 0 0,-1 1 0 0 0,16 2 331 0 0,25-9-87 0 0,-34 4-177 0 0,151-12 525 0 0,-53 8-438 0 0,181-33 215 0 0,-211 24-45 0 0,129-44 0 0 0,-172 49-144 0 0,-24 8-90 0 0,1 0 0 0 0,0-1-1 0 0,-1 0 1 0 0,0 0 0 0 0,1-1 0 0 0,-1 0-1 0 0,-1-1 1 0 0,1 0 0 0 0,13-10 0 0 0,-20 13-70 0 0,-1 1 1 0 0,1 0 0 0 0,0-1 0 0 0,0 1 0 0 0,-1-1 0 0 0,1 1 0 0 0,-1-1-1 0 0,1 1 1 0 0,-1-1 0 0 0,1 0 0 0 0,-1 1 0 0 0,0-1 0 0 0,0 1 0 0 0,0-1 0 0 0,0 0-1 0 0,0 1 1 0 0,0-1 0 0 0,-1 0 0 0 0,1 1 0 0 0,0-1 0 0 0,-1 1 0 0 0,1-1-1 0 0,-1 1 1 0 0,0-1 0 0 0,1 1 0 0 0,-1-1 0 0 0,0 1 0 0 0,-1-2 0 0 0,-4-6 157 0 0,-1 0 0 0 0,0 1-1 0 0,-9-10 1 0 0,8 9-20 0 0,-89-92 825 0 0,-127-104 0 0 0,186 170-1219 0 0,22 19-131 0 0,-24-17-1 0 0,33 28-308 0 0,1 0 0 0 0,-1 1 0 0 0,-1 0 0 0 0,-7-2 0 0 0,6 3-1349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4:37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327 187 12987 0 0,'-14'-22'851'0'0,"-4"-6"-62"0"0,-33-39 0 0 0,44 60-637 0 0,1 0-1 0 0,-1 1 1 0 0,0-1-1 0 0,0 1 1 0 0,-1 1 0 0 0,0 0-1 0 0,0 0 1 0 0,0 0-1 0 0,0 1 1 0 0,-12-4 0 0 0,17 7-105 0 0,0 0 0 0 0,0 0-1 0 0,0 1 1 0 0,0-1 0 0 0,-1 1 0 0 0,1-1 0 0 0,0 1 0 0 0,0 0 0 0 0,-1 1 0 0 0,1-1 0 0 0,0 0 0 0 0,0 1 0 0 0,0 0 0 0 0,0 0 0 0 0,0 0-1 0 0,0 0 1 0 0,-5 3 0 0 0,4-2-35 0 0,0 1 0 0 0,0 0 0 0 0,0 1 0 0 0,0-1 0 0 0,1 1 0 0 0,0-1 0 0 0,0 1 0 0 0,0 0 0 0 0,0 0 0 0 0,-3 7 0 0 0,-1 4-53 0 0,0 0-1 0 0,2 1 1 0 0,0 0 0 0 0,0 0-1 0 0,-3 28 1 0 0,2 9-52 0 0,3-1 1 0 0,2 1-1 0 0,7 70 1 0 0,34 156-93 0 0,-23-202-6 0 0,4-2 0 0 0,56 138 0 0 0,-73-204 172 0 0,-1 0 0 0 0,0 0 0 0 0,0 0 0 0 0,1 12 1 0 0,-4-20 17 0 0,0 0 1 0 0,0 0 0 0 0,1 0 0 0 0,-1 0-1 0 0,0 0 1 0 0,0 0 0 0 0,0 0-1 0 0,0 0 1 0 0,0 0 0 0 0,0 0 0 0 0,0 0-1 0 0,0 0 1 0 0,-1 0 0 0 0,1 0-1 0 0,0 0 1 0 0,-1-1 0 0 0,1 1 0 0 0,0 0-1 0 0,-1 0 1 0 0,1 0 0 0 0,-1 0 0 0 0,0 0-1 0 0,1-1 1 0 0,-1 1 0 0 0,0 0-1 0 0,1 0 1 0 0,-1-1 0 0 0,0 1 0 0 0,0-1-1 0 0,1 1 1 0 0,-1 0 0 0 0,0-1-1 0 0,0 0 1 0 0,0 1 0 0 0,0-1 0 0 0,0 1-1 0 0,0-1 1 0 0,0 0 0 0 0,0 0-1 0 0,0 0 1 0 0,0 1 0 0 0,0-1 0 0 0,0 0-1 0 0,0 0 1 0 0,0 0 0 0 0,1-1-1 0 0,-1 1 1 0 0,0 0 0 0 0,0 0 0 0 0,0 0-1 0 0,0-1 1 0 0,0 1 0 0 0,0 0 0 0 0,-2-2-1 0 0,-5 0-334 0 0,0-1-1 0 0,0 0 1 0 0,0 0-1 0 0,0-1 1 0 0,0 0-1 0 0,1 0 1 0 0,0-1-1 0 0,0 0 1 0 0,0 0-1 0 0,0-1 1 0 0,-8-10-1 0 0,1-1-4322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4:37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4 119 5065 0 0,'0'0'92'0'0,"0"0"1"0"0,-1 0-1 0 0,1 0 0 0 0,0 0 0 0 0,0 0 1 0 0,0 0-1 0 0,0 0 0 0 0,0 0 1 0 0,-1 0-1 0 0,1 0 0 0 0,0 0 0 0 0,0 0 1 0 0,0 0-1 0 0,0 0 0 0 0,0-1 0 0 0,0 1 1 0 0,0 0-1 0 0,-1 0 0 0 0,1 0 1 0 0,0 0-1 0 0,0 0 0 0 0,0 0 0 0 0,0 0 1 0 0,0-1-1 0 0,0 1 0 0 0,0 0 0 0 0,0 0 1 0 0,0 0-1 0 0,0 0 0 0 0,0 0 1 0 0,0-1-1 0 0,0 1 0 0 0,0 0 0 0 0,0 0 1 0 0,0 0-1 0 0,0 0 0 0 0,0-1 0 0 0,0 1 1 0 0,0 0-1 0 0,0 0 0 0 0,0 0 1 0 0,0 0-1 0 0,0 0 0 0 0,0-1 0 0 0,0 1 1 0 0,0 0-1 0 0,0 0 0 0 0,9-5 2096 0 0,18-2-781 0 0,-25 7-1154 0 0,55-10 1460 0 0,63-2 0 0 0,-26 3-716 0 0,283-60 946 0 0,-375 68-2436 0 0,-6 1-1157 0 0,3 0 1095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4:38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3 9074 0 0,'-1'0'119'0'0,"0"-1"0"0"0,-1 1 1 0 0,1-1-1 0 0,-1 1 0 0 0,1 0 0 0 0,-1 0 0 0 0,1-1 1 0 0,-1 1-1 0 0,1 0 0 0 0,-1 0 0 0 0,1 1 1 0 0,-1-1-1 0 0,1 0 0 0 0,-1 0 0 0 0,1 1 0 0 0,0-1 1 0 0,-1 1-1 0 0,1-1 0 0 0,-1 1 0 0 0,1 0 1 0 0,0-1-1 0 0,0 1 0 0 0,-1 0 0 0 0,1 0 0 0 0,0 0 1 0 0,0 0-1 0 0,0 0 0 0 0,0 0 0 0 0,-2 3 0 0 0,-5 4 93 0 0,1 1 0 0 0,-10 15 0 0 0,16-23-180 0 0,-6 12 52 0 0,0 0 1 0 0,1 0 0 0 0,1 0 0 0 0,0 1 0 0 0,1 0 0 0 0,0 0 0 0 0,1 0 0 0 0,1 0 0 0 0,0 1 0 0 0,1-1 0 0 0,1 0 0 0 0,0 1 0 0 0,1-1 0 0 0,0 1 0 0 0,1-1 0 0 0,1 0 0 0 0,0 0 0 0 0,1 0 0 0 0,1 0 0 0 0,0-1 0 0 0,12 22 0 0 0,-13-27-29 0 0,1-1 0 0 0,0 0-1 0 0,1 0 1 0 0,0-1 0 0 0,0 0-1 0 0,0 0 1 0 0,1 0 0 0 0,-1-1-1 0 0,13 8 1 0 0,3-1 480 0 0,46 18 1 0 0,-47-22-302 0 0,1 2 1 0 0,33 19 0 0 0,-55-29-222 0 0,1 1 1 0 0,-1-1-1 0 0,0 0 1 0 0,1 0-1 0 0,-1 0 1 0 0,0 1-1 0 0,1-1 0 0 0,-1 0 1 0 0,0 0-1 0 0,1 1 1 0 0,-1-1-1 0 0,0 0 1 0 0,1 1-1 0 0,-1-1 1 0 0,0 0-1 0 0,0 1 1 0 0,1-1-1 0 0,-1 0 1 0 0,0 1-1 0 0,0-1 0 0 0,0 1 1 0 0,0-1-1 0 0,1 1 1 0 0,-1-1-1 0 0,0 0 1 0 0,0 1-1 0 0,0-1 1 0 0,0 1-1 0 0,0-1 1 0 0,0 1-1 0 0,-10 8 407 0 0,3-4-378 0 0,-11 8 22 0 0,0-1 0 0 0,-1-1 0 0 0,-1 0 0 0 0,1-2 0 0 0,-2 0 0 0 0,1-1 0 0 0,-1-1 0 0 0,-41 8 0 0 0,53-14-136 0 0,0 0 0 0 0,1-1-1 0 0,-19-1 1 0 0,26 1-69 0 0,-1 0 1 0 0,1 0-1 0 0,-1 0 0 0 0,1 0 1 0 0,-1 0-1 0 0,1-1 0 0 0,-1 1 1 0 0,1 0-1 0 0,0-1 0 0 0,-1 1 1 0 0,1-1-1 0 0,0 0 0 0 0,-1 0 1 0 0,1 1-1 0 0,0-1 1 0 0,0 0-1 0 0,0 0 0 0 0,-1 0 1 0 0,1 0-1 0 0,0 0 0 0 0,1 0 1 0 0,-1-1-1 0 0,0 1 0 0 0,0 0 1 0 0,0 0-1 0 0,1-1 0 0 0,-1 1 1 0 0,0 0-1 0 0,1-1 0 0 0,-1 1 1 0 0,1-2-1 0 0,-1-5-1500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4:38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0 10802 0 0,'1'1'54'0'0,"0"-1"0"0"0,0 1-1 0 0,0-1 1 0 0,0 0 0 0 0,-1 1-1 0 0,1 0 1 0 0,0-1-1 0 0,0 1 1 0 0,0 0 0 0 0,0-1-1 0 0,-1 1 1 0 0,1 0 0 0 0,0 0-1 0 0,-1-1 1 0 0,1 1 0 0 0,-1 0-1 0 0,1 0 1 0 0,-1 0 0 0 0,1 0-1 0 0,-1 0 1 0 0,1 0-1 0 0,-1 1 1 0 0,10 30 31 0 0,-7-24 266 0 0,12 54 896 0 0,-12-44-1249 0 0,2 0 0 0 0,0 0 0 0 0,1-1 0 0 0,13 30 1 0 0,-18-46 36 0 0,-1 0 1 0 0,1 0-1 0 0,-1 1 1 0 0,1-1-1 0 0,-1 0 0 0 0,1 0 1 0 0,0 0-1 0 0,0 0 1 0 0,-1 0-1 0 0,1-1 1 0 0,0 1-1 0 0,0 0 1 0 0,0 0-1 0 0,0 0 1 0 0,0-1-1 0 0,0 1 1 0 0,0-1-1 0 0,0 1 1 0 0,1 0-1 0 0,-1-1 1 0 0,0 0-1 0 0,0 1 1 0 0,0-1-1 0 0,0 0 1 0 0,1 0-1 0 0,-1 0 1 0 0,0 1-1 0 0,0-1 1 0 0,1 0-1 0 0,-1-1 1 0 0,0 1-1 0 0,0 0 1 0 0,0 0-1 0 0,1 0 0 0 0,-1-1 1 0 0,0 1-1 0 0,0-1 1 0 0,0 1-1 0 0,0-1 1 0 0,0 1-1 0 0,1-1 1 0 0,-1 0-1 0 0,0 1 1 0 0,-1-1-1 0 0,1 0 1 0 0,0 0-1 0 0,1-1 1 0 0,1-1 102 0 0,0 0 0 0 0,0 0 1 0 0,-1 0-1 0 0,1-1 1 0 0,-1 0-1 0 0,0 1 0 0 0,0-1 1 0 0,0 0-1 0 0,0 0 1 0 0,-1 0-1 0 0,1 0 0 0 0,0-7 1 0 0,-1 7 4 0 0,-1 0 0 0 0,0-1 0 0 0,-1 1 0 0 0,1 0 0 0 0,0 0 0 0 0,-1 0 0 0 0,0 0 1 0 0,0 1-1 0 0,0-1 0 0 0,-1 0 0 0 0,1 0 0 0 0,-5-6 0 0 0,2 4 45 0 0,0-1-1 0 0,-1 1 1 0 0,0 0-1 0 0,0 0 1 0 0,-1 1 0 0 0,-6-6-1 0 0,-5-2 46 0 0,-1 2-1 0 0,1 0 1 0 0,-2 0 0 0 0,-19-7 0 0 0,37 18-260 0 0,-28-11 99 0 0,28 11-133 0 0,0-1 1 0 0,-1 1-1 0 0,1 0 0 0 0,0-1 1 0 0,-1 1-1 0 0,1 0 0 0 0,-1 0 0 0 0,1 0 1 0 0,0 0-1 0 0,-1 0 0 0 0,1 1 0 0 0,-1-1 1 0 0,1 0-1 0 0,0 1 0 0 0,-1-1 1 0 0,1 1-1 0 0,0-1 0 0 0,-2 2 0 0 0,1 1-1743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4:39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16 12035 0 0,'-5'-16'946'0'0,"4"16"-930"0"0,1 0 0 0 0,0 0-1 0 0,0 0 1 0 0,0 0 0 0 0,0 0 0 0 0,0 0-1 0 0,-1 0 1 0 0,1 0 0 0 0,0 1 0 0 0,0-1-1 0 0,0 0 1 0 0,0 0 0 0 0,0 0-1 0 0,-1 0 1 0 0,1 0 0 0 0,0 0 0 0 0,0 0-1 0 0,0 0 1 0 0,0 0 0 0 0,0 0 0 0 0,0 0-1 0 0,0 0 1 0 0,-1 1 0 0 0,1-1 0 0 0,0 0-1 0 0,0 0 1 0 0,0 0 0 0 0,0 0 0 0 0,0 0-1 0 0,0 0 1 0 0,0 1 0 0 0,0-1-1 0 0,0 0 1 0 0,0 0 0 0 0,0 0 0 0 0,0 0-1 0 0,0 0 1 0 0,0 1 0 0 0,0-1 0 0 0,0 0-1 0 0,0 0 1 0 0,0 0 0 0 0,0 0 0 0 0,0 0-1 0 0,0 1 1 0 0,0-1 0 0 0,-5 35 933 0 0,3-21-681 0 0,-44 176 1038 0 0,-5 31-938 0 0,49-208-386 0 0,1 0 1 0 0,0 0 0 0 0,1-1-1 0 0,0 1 1 0 0,1 0-1 0 0,3 18 1 0 0,-4-28 12 0 0,1 0-1 0 0,0 0 1 0 0,0 0 0 0 0,0-1-1 0 0,0 1 1 0 0,0 0 0 0 0,0-1-1 0 0,1 1 1 0 0,0 0-1 0 0,-1-1 1 0 0,1 0 0 0 0,0 1-1 0 0,0-1 1 0 0,0 0 0 0 0,0 0-1 0 0,1 0 1 0 0,-1 0-1 0 0,0-1 1 0 0,1 1 0 0 0,-1 0-1 0 0,1-1 1 0 0,0 0 0 0 0,-1 0-1 0 0,1 0 1 0 0,0 0-1 0 0,0 0 1 0 0,0 0 0 0 0,0-1-1 0 0,0 1 1 0 0,0-1 0 0 0,0 0-1 0 0,0 0 1 0 0,4 0-1 0 0,1-2 4 0 0,-1 1 0 0 0,1-1 0 0 0,-1-1 0 0 0,1 1 0 0 0,-1-1 0 0 0,0 0 0 0 0,1-1 0 0 0,-2 0 0 0 0,1 0 0 0 0,0 0 0 0 0,-1-1 0 0 0,0 0 0 0 0,0 0-1 0 0,0-1 1 0 0,-1 1 0 0 0,0-1 0 0 0,0-1 0 0 0,0 1 0 0 0,-1-1 0 0 0,0 1 0 0 0,0-1 0 0 0,-1 0 0 0 0,0-1 0 0 0,0 1 0 0 0,0-1 0 0 0,1-7-1 0 0,-4 10-28 0 0,0 1 0 0 0,0 0-1 0 0,-1-1 1 0 0,1 1-1 0 0,-1 0 1 0 0,0 0-1 0 0,0-1 1 0 0,-1 1-1 0 0,1 0 1 0 0,-1 0-1 0 0,0 0 1 0 0,0 0-1 0 0,0 1 1 0 0,0-1 0 0 0,-1 0-1 0 0,0 1 1 0 0,0 0-1 0 0,0 0 1 0 0,0 0-1 0 0,-3-3 1 0 0,-8-6-529 0 0,-1 1 1 0 0,0 0 0 0 0,-22-11 0 0 0,15 9-351 0 0,-2 2 1 0 0,0 0-1 0 0,0 1 1 0 0,-32-7-1 0 0,44 14 854 0 0,1 0-1 0 0,0 1 0 0 0,-1 1 0 0 0,0 0 0 0 0,1 0 0 0 0,-1 1 0 0 0,1 0 0 0 0,-1 1 0 0 0,0 1 0 0 0,1 0 0 0 0,-22 7 0 0 0,32-9 121 0 0,-6 2 434 0 0,1 1 0 0 0,0-1 0 0 0,0 1 0 0 0,0 1 0 0 0,1-1 0 0 0,-10 7 0 0 0,15-10-453 0 0,0 1 0 0 0,0-1 0 0 0,0 0 0 0 0,0 0 0 0 0,0 0 0 0 0,0 0 0 0 0,-1 0 0 0 0,1 0 1 0 0,0 1-1 0 0,0-1 0 0 0,0 0 0 0 0,0 0 0 0 0,0 0 0 0 0,0 0 0 0 0,0 1 0 0 0,0-1 0 0 0,0 0 0 0 0,0 0 0 0 0,0 0 0 0 0,0 1 0 0 0,0-1 0 0 0,0 0 0 0 0,0 0 0 0 0,0 0 0 0 0,0 0 0 0 0,0 1 0 0 0,0-1 0 0 0,0 0 0 0 0,0 0 0 0 0,0 0 0 0 0,0 0 0 0 0,0 1 0 0 0,0-1 1 0 0,0 0-1 0 0,1 0 0 0 0,-1 0 0 0 0,0 0 0 0 0,0 0 0 0 0,0 1 0 0 0,0-1 0 0 0,0 0 0 0 0,0 0 0 0 0,1 0 0 0 0,-1 0 0 0 0,0 0 0 0 0,0 0 0 0 0,1 0 0 0 0,12 3 984 0 0,14-4-308 0 0,26-8-116 0 0,91-29 1 0 0,-6 2-134 0 0,-52 13-210 0 0,-47 12-1510 0 0,53-7 0 0 0,-74 16-827 0 0,-10 2 470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4:39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38 1840 0 0,'1'0'280'0'0,"-1"-1"-1"0"0,1 0 1 0 0,-1 0-1 0 0,0 0 1 0 0,0 0-1 0 0,1 0 1 0 0,-1 0-1 0 0,0 0 1 0 0,0-1-1 0 0,0 1 1 0 0,0 0-1 0 0,0 0 1 0 0,-1 0-1 0 0,1 0 1 0 0,0 0-1 0 0,0 0 1 0 0,-1 0-1 0 0,1 0 1 0 0,0 0-1 0 0,-1 0 1 0 0,1 1-1 0 0,-1-1 1 0 0,1 0-1 0 0,-1 0 1 0 0,0 0-1 0 0,1 0 1 0 0,-1 1-1 0 0,0-1 1 0 0,0 0-1 0 0,1 0 1 0 0,-2 0-1 0 0,1 1-171 0 0,1-1-1 0 0,-1 0 1 0 0,1 1 0 0 0,-1-1-1 0 0,0 1 1 0 0,1-1-1 0 0,-1 1 1 0 0,0-1 0 0 0,0 1-1 0 0,1 0 1 0 0,-1-1-1 0 0,0 1 1 0 0,0 0 0 0 0,0-1-1 0 0,1 1 1 0 0,-1 0-1 0 0,0 0 1 0 0,0 0-1 0 0,0 0 1 0 0,0 0 0 0 0,1 0-1 0 0,-1 0 1 0 0,0 0-1 0 0,0 0 1 0 0,0 0 0 0 0,0 0-1 0 0,1 1 1 0 0,-1-1-1 0 0,0 0 1 0 0,0 1 0 0 0,0-1-1 0 0,1 0 1 0 0,-1 1-1 0 0,0-1 1 0 0,1 1 0 0 0,-1-1-1 0 0,0 1 1 0 0,1-1-1 0 0,-1 1 1 0 0,1 0 0 0 0,-1-1-1 0 0,1 1 1 0 0,-1 0-1 0 0,0 0 1 0 0,-4 12-34 0 0,0 0-1 0 0,0 1 1 0 0,1-1 0 0 0,1 1-1 0 0,0 0 1 0 0,1 0 0 0 0,0 26-1 0 0,0-11-10 0 0,-1-3-58 0 0,-9 127 1 0 0,11-120-18 0 0,2 1 1 0 0,7 51-1 0 0,-8-83 15 0 0,0-1 0 0 0,0 0 0 0 0,0 0-1 0 0,1 1 1 0 0,-1-1 0 0 0,0 0 0 0 0,1 0 0 0 0,-1 1-1 0 0,1-1 1 0 0,-1 0 0 0 0,1 0 0 0 0,0 0 0 0 0,-1 0 0 0 0,1 0-1 0 0,0 0 1 0 0,1 1 0 0 0,-1-1-2 0 0,-1-1-1 0 0,1 0 1 0 0,-1 0-1 0 0,1 0 1 0 0,-1 0-1 0 0,1 0 1 0 0,0 1-1 0 0,-1-1 1 0 0,1 0-1 0 0,-1 0 1 0 0,1 0-1 0 0,-1-1 1 0 0,1 1-1 0 0,-1 0 1 0 0,1 0-1 0 0,-1 0 1 0 0,1 0-1 0 0,-1 0 1 0 0,1-1 0 0 0,-1 1-1 0 0,1 0 1 0 0,-1 0-1 0 0,1-1 1 0 0,-1 1-1 0 0,1-1 1 0 0,2-1 6 0 0,0-1 0 0 0,-1 0-1 0 0,1 0 1 0 0,-1 1 0 0 0,0-1 0 0 0,0-1 0 0 0,0 1 0 0 0,0 0 0 0 0,2-7 0 0 0,24-83 361 0 0,-18 58 111 0 0,0 0 0 0 0,3 1-1 0 0,29-58 1 0 0,-42 90-422 0 0,1 1 1 0 0,0 0-1 0 0,-1 0 1 0 0,1 0-1 0 0,0-1 1 0 0,-1 1-1 0 0,1 0 1 0 0,0 0-1 0 0,0 0 1 0 0,0 0-1 0 0,0 0 1 0 0,0 0-1 0 0,0 1 1 0 0,0-1-1 0 0,0 0 0 0 0,1 0 1 0 0,-1 1-1 0 0,0-1 1 0 0,0 1-1 0 0,1-1 1 0 0,-1 1-1 0 0,0-1 1 0 0,1 1-1 0 0,-1 0 1 0 0,0 0-1 0 0,3 0 1 0 0,-2 0-16 0 0,-1 1 1 0 0,1 0 0 0 0,0 0-1 0 0,-1 0 1 0 0,1 0 0 0 0,0 0-1 0 0,-1 1 1 0 0,1-1-1 0 0,-1 0 1 0 0,0 1 0 0 0,1-1-1 0 0,-1 1 1 0 0,0 0 0 0 0,0-1-1 0 0,0 1 1 0 0,0 0 0 0 0,0-1-1 0 0,1 4 1 0 0,2 6-28 0 0,1 1 1 0 0,-2 0 0 0 0,0 0-1 0 0,0 0 1 0 0,-1 0-1 0 0,1 21 1 0 0,-2-2-559 0 0,-5 45-1 0 0,4-75 518 0 0,0-1 1 0 0,0 1-1 0 0,0-1 0 0 0,-1 1 0 0 0,1-1 0 0 0,0 1 0 0 0,0-1 0 0 0,0 1 1 0 0,0-1-1 0 0,0 1 0 0 0,0-1 0 0 0,0 1 0 0 0,1-1 0 0 0,-1 1 0 0 0,0 0 1 0 0,0-1-1 0 0,0 1 0 0 0,0-1 0 0 0,1 1 0 0 0,-1-1 0 0 0,0 0 0 0 0,1 1 1 0 0,-1-1-1 0 0,0 1 0 0 0,1 0 0 0 0,9-7-688 0 0,9-20 61 0 0,-2-6 473 0 0,15-39 0 0 0,14-28 1058 0 0,-40 89-658 0 0,0-1-1 0 0,1 1 1 0 0,1 1-1 0 0,-1-1 1 0 0,2 1 0 0 0,14-13-1 0 0,-22 21-154 0 0,1-1 0 0 0,-1 1 0 0 0,1 0 0 0 0,-1 0 0 0 0,1 0 0 0 0,0 0 0 0 0,0 0 0 0 0,-1 0 0 0 0,1 0 0 0 0,0 1-1 0 0,0-1 1 0 0,0 1 0 0 0,0-1 0 0 0,0 1 0 0 0,0 0 0 0 0,0-1 0 0 0,0 1 0 0 0,0 0 0 0 0,0 0 0 0 0,0 1 0 0 0,0-1 0 0 0,0 0 0 0 0,3 2-1 0 0,-2-1-16 0 0,0 1-1 0 0,0 0 0 0 0,-1 0 0 0 0,1 0 0 0 0,-1 0 0 0 0,1 1 0 0 0,-1-1 0 0 0,0 0 0 0 0,0 1 0 0 0,0 0 0 0 0,0-1 1 0 0,0 1-1 0 0,-1 0 0 0 0,2 4 0 0 0,9 20-164 0 0,-2 0 1 0 0,0 0 0 0 0,9 52-1 0 0,-7-40-4024 0 0,-9-34 2626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4:40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227 138 7370 0 0,'1'-7'783'0'0,"-1"0"1"0"0,0 0 0 0 0,0 1-1 0 0,0-1 1 0 0,-1 0-1 0 0,0 0 1 0 0,0 1 0 0 0,-1-1-1 0 0,1 1 1 0 0,-5-11 0 0 0,5 14-646 0 0,-1 0-1 0 0,1 0 1 0 0,0 0 0 0 0,-1 0 0 0 0,0 0 0 0 0,0 0 0 0 0,1 0 0 0 0,-2 1 0 0 0,1-1 0 0 0,0 1-1 0 0,0 0 1 0 0,-1-1 0 0 0,1 1 0 0 0,-1 0 0 0 0,0 0 0 0 0,0 1 0 0 0,0-1 0 0 0,0 0-1 0 0,0 1 1 0 0,0 0 0 0 0,0 0 0 0 0,0 0 0 0 0,-5-1 0 0 0,6 2-74 0 0,-1 0-1 0 0,1 1 1 0 0,-1-1 0 0 0,1 1 0 0 0,0 0 0 0 0,-1 0-1 0 0,1 0 1 0 0,0 0 0 0 0,0 0 0 0 0,-1 0 0 0 0,1 0-1 0 0,0 1 1 0 0,0-1 0 0 0,0 1 0 0 0,1 0 0 0 0,-1-1-1 0 0,-2 4 1 0 0,-27 35 325 0 0,29-37-351 0 0,-10 16-55 0 0,2 1 0 0 0,0 0 0 0 0,1 1 0 0 0,0 0 1 0 0,2 1-1 0 0,1 0 0 0 0,0 0 0 0 0,2 0 0 0 0,1 0 0 0 0,-2 39 0 0 0,5-56-11 0 0,1 1-1 0 0,-1-1 0 0 0,1 0 0 0 0,0 0 1 0 0,0 0-1 0 0,1 1 0 0 0,3 7 0 0 0,-5-12 4 0 0,0 0-1 0 0,1 0 0 0 0,-1 0 1 0 0,1 0-1 0 0,0 0 1 0 0,-1 0-1 0 0,1 0 0 0 0,-1 0 1 0 0,1-1-1 0 0,0 1 1 0 0,0 0-1 0 0,0-1 0 0 0,-1 1 1 0 0,1 0-1 0 0,0-1 0 0 0,0 1 1 0 0,0-1-1 0 0,0 1 1 0 0,0-1-1 0 0,0 0 0 0 0,0 1 1 0 0,0-1-1 0 0,0 0 0 0 0,0 0 1 0 0,0 0-1 0 0,0 1 1 0 0,0-1-1 0 0,0 0 0 0 0,0 0 1 0 0,0-1-1 0 0,0 1 0 0 0,0 0 1 0 0,0 0-1 0 0,0 0 1 0 0,0-1-1 0 0,0 1 0 0 0,0-1 1 0 0,0 1-1 0 0,0 0 1 0 0,0-1-1 0 0,0 0 0 0 0,0 1 1 0 0,0-1-1 0 0,1-1 0 0 0,10-8-9 0 0,0-1-1 0 0,-1 0 1 0 0,0-1 0 0 0,-1 0-1 0 0,-1-1 1 0 0,0 0-1 0 0,10-18 1 0 0,16-23 445 0 0,-35 53-358 0 0,1 0 1 0 0,-1 0-1 0 0,1 1 0 0 0,-1-1 0 0 0,1 0 1 0 0,-1 0-1 0 0,1 0 0 0 0,0 1 0 0 0,0-1 1 0 0,-1 0-1 0 0,1 1 0 0 0,0-1 0 0 0,0 0 1 0 0,0 1-1 0 0,-1-1 0 0 0,1 1 0 0 0,0 0 1 0 0,0-1-1 0 0,0 1 0 0 0,0 0 0 0 0,0-1 0 0 0,0 1 1 0 0,0 0-1 0 0,0 0 0 0 0,0 0 0 0 0,0 0 1 0 0,0 0-1 0 0,0 0 0 0 0,0 0 0 0 0,2 0 1 0 0,-2 1 14 0 0,0 0 0 0 0,0 1 1 0 0,1-1-1 0 0,-1 0 0 0 0,0 0 1 0 0,0 1-1 0 0,0-1 0 0 0,0 0 1 0 0,0 1-1 0 0,0-1 0 0 0,-1 1 1 0 0,1-1-1 0 0,0 1 0 0 0,-1 0 0 0 0,1-1 1 0 0,-1 1-1 0 0,1 2 0 0 0,1 12-81 0 0,1 0-1 0 0,-2 0 1 0 0,0 19-1 0 0,-4 20-4658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4:40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11090 0 0,'1'-2'87'0'0,"0"0"0"0"0,0 0 0 0 0,1 0-1 0 0,-1 1 1 0 0,1-1 0 0 0,-1 0 0 0 0,1 1 0 0 0,-1-1-1 0 0,1 1 1 0 0,0 0 0 0 0,0-1 0 0 0,0 1-1 0 0,0 0 1 0 0,0 0 0 0 0,0 0 0 0 0,0 0 0 0 0,0 1-1 0 0,0-1 1 0 0,3 0 0 0 0,-1 1 85 0 0,-1 0 0 0 0,1 0-1 0 0,-1 0 1 0 0,1 0 0 0 0,-1 1 0 0 0,1 0 0 0 0,-1-1-1 0 0,1 1 1 0 0,-1 1 0 0 0,0-1 0 0 0,4 2 0 0 0,7 5 383 0 0,0 1 0 0 0,0 0 1 0 0,-1 1-1 0 0,14 14 0 0 0,-22-19-513 0 0,25 20 508 0 0,-5-4-381 0 0,0 1 1 0 0,33 41-1 0 0,-50-52-395 0 0,-1 1 0 0 0,0 0 0 0 0,-1 1 0 0 0,7 20 0 0 0,-1-3-4779 0 0,-5-15-438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4:40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76 12787 0 0,'3'-12'108'0'0,"-2"7"10"0"0,1 1-1 0 0,-1-1 1 0 0,0 0-1 0 0,-1 0 0 0 0,1 0 1 0 0,-1 1-1 0 0,1-1 1 0 0,-2 0-1 0 0,1 0 1 0 0,-1-6-1 0 0,0 10-70 0 0,1 1 0 0 0,0 0-1 0 0,0-1 1 0 0,-1 1 0 0 0,1 0-1 0 0,0 0 1 0 0,-1-1 0 0 0,1 1 0 0 0,0 0-1 0 0,-1 0 1 0 0,1-1 0 0 0,-1 1 0 0 0,1 0-1 0 0,0 0 1 0 0,-1 0 0 0 0,1 0 0 0 0,-1 0-1 0 0,1 0 1 0 0,0 0 0 0 0,-1-1 0 0 0,1 1-1 0 0,-1 0 1 0 0,1 0 0 0 0,-1 1 0 0 0,1-1-1 0 0,0 0 1 0 0,-1 0 0 0 0,1 0 0 0 0,-1 0-1 0 0,1 0 1 0 0,0 0 0 0 0,-1 1 0 0 0,1-1-1 0 0,-1 0 1 0 0,1 0 0 0 0,0 0 0 0 0,-1 1-1 0 0,1-1 1 0 0,0 0 0 0 0,0 1-1 0 0,-1-1 1 0 0,1 0 0 0 0,-1 1 0 0 0,-15 16 894 0 0,15-16-889 0 0,-33 44 872 0 0,-40 67 0 0 0,11-15-221 0 0,17-28 201 0 0,-56 115-1 0 0,94-167-816 0 0,0 0 0 0 0,2 1-1 0 0,0 0 1 0 0,-6 33 0 0 0,12-50-85 0 0,0 0 0 0 0,-1 0-1 0 0,1 0 1 0 0,0 0 0 0 0,0 1 0 0 0,1-1 0 0 0,-1 0 0 0 0,0 0 0 0 0,0 0 0 0 0,0 0 0 0 0,1 0 0 0 0,-1 0 0 0 0,1 0 0 0 0,-1 0 0 0 0,1 0 0 0 0,-1 0-1 0 0,1 0 1 0 0,-1 0 0 0 0,1 0 0 0 0,0 0 0 0 0,-1 0 0 0 0,1-1 0 0 0,0 1 0 0 0,0 0 0 0 0,0 0 0 0 0,0-1 0 0 0,0 1 0 0 0,0-1 0 0 0,0 1-1 0 0,0-1 1 0 0,0 1 0 0 0,0-1 0 0 0,0 1 0 0 0,0-1 0 0 0,0 0 0 0 0,0 0 0 0 0,2 1 0 0 0,0-1 20 0 0,0 0 0 0 0,0 0 0 0 0,-1 0 0 0 0,1 0 0 0 0,0 0 0 0 0,0 0 0 0 0,0-1 0 0 0,0 1 0 0 0,-1-1 0 0 0,1 0 0 0 0,0 0 0 0 0,0 0 0 0 0,4-3 0 0 0,-7 4-96 0 0,1 0-1 0 0,-1-1 0 0 0,0 1 1 0 0,1 0-1 0 0,-1-1 1 0 0,0 1-1 0 0,0 0 0 0 0,1-1 1 0 0,-1 1-1 0 0,0-1 1 0 0,0 1-1 0 0,0 0 1 0 0,0-1-1 0 0,0 1 0 0 0,1-1 1 0 0,-1 1-1 0 0,0-1 1 0 0,0 1-1 0 0,0 0 1 0 0,0-1-1 0 0,0 1 0 0 0,0-1 1 0 0,0 1-1 0 0,0-1 1 0 0,-1 0-1 0 0,1-3-1408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6:29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605 68 13363 0 0,'-3'-2'127'0'0,"1"0"1"0"0,-1 0-1 0 0,0 1 1 0 0,0-1-1 0 0,0 1 1 0 0,-1 0-1 0 0,1 0 1 0 0,0 0-1 0 0,0 0 1 0 0,-1 0-1 0 0,1 1 1 0 0,0-1-1 0 0,-1 1 1 0 0,-5 1-1 0 0,3 0 38 0 0,0 1 0 0 0,0 0 0 0 0,0 0 0 0 0,1 1 0 0 0,-1-1 0 0 0,0 1 1 0 0,-5 5-1 0 0,-1 0-168 0 0,0 2 1 0 0,0-1 0 0 0,1 1 0 0 0,0 1 0 0 0,0 0 0 0 0,2 1 0 0 0,-13 18 0 0 0,-52 96-31 0 0,66-110 29 0 0,-51 101-40 0 0,27-49-183 0 0,-58 88-1 0 0,15-60-33 0 0,19-26 826 0 0,55-70-531 0 0,1 0 0 0 0,0 0 0 0 0,0 0 0 0 0,-1 1 0 0 0,1-1 0 0 0,0 0-1 0 0,-1 0 1 0 0,1 1 0 0 0,0-1 0 0 0,0 0 0 0 0,-1 0 0 0 0,1 1 0 0 0,0-1-1 0 0,0 0 1 0 0,0 1 0 0 0,0-1 0 0 0,-1 0 0 0 0,1 1 0 0 0,0-1 0 0 0,0 0-1 0 0,0 1 1 0 0,0-1 0 0 0,0 0 0 0 0,0 1 0 0 0,0-1 0 0 0,0 0 0 0 0,0 1-1 0 0,0-1 1 0 0,0 0 0 0 0,0 1 0 0 0,0-1 0 0 0,0 0 0 0 0,0 1-1 0 0,0-1 1 0 0,1 0 0 0 0,-1 1 0 0 0,0-1 0 0 0,0 0 0 0 0,1 1 0 0 0,14-4 418 0 0,24-15-227 0 0,113-53 221 0 0,-58 30-299 0 0,133-44 144 0 0,-153 61-160 0 0,104-50 0 0 0,-38 12 382 0 0,-38 18 111 0 0,-102 44-619 0 0,7-3 135 0 0,0 0 0 0 0,-1-1-1 0 0,1 0 1 0 0,9-7 0 0 0,-15 10-110 0 0,0 0 1 0 0,0 0-1 0 0,-1 1 1 0 0,1-1 0 0 0,0 0-1 0 0,0 0 1 0 0,0 0-1 0 0,-1 0 1 0 0,1 0-1 0 0,0 0 1 0 0,-1 0-1 0 0,1-1 1 0 0,-1 1-1 0 0,0 0 1 0 0,1 0-1 0 0,-1 0 1 0 0,0 0-1 0 0,1-1 1 0 0,-1 1-1 0 0,0 0 1 0 0,0 0 0 0 0,0 0-1 0 0,0-1 1 0 0,0 1-1 0 0,-1 0 1 0 0,1 0-1 0 0,0-1 1 0 0,0 1-1 0 0,-1 0 1 0 0,1 0-1 0 0,-1 0 1 0 0,1 0-1 0 0,-1 0 1 0 0,1 0-1 0 0,-1 0 1 0 0,-1-1-1 0 0,-7-10 173 0 0,0 2 0 0 0,-1 0 0 0 0,-1 0-1 0 0,1 1 1 0 0,-2 0 0 0 0,1 1-1 0 0,-20-11 1 0 0,-94-40 297 0 0,90 44-424 0 0,-23-9-27 0 0,1 0-430 0 0,-101-58 0 0 0,133 64-842 0 0,4-2-4428 0 0,7-1-1709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33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4609 0 0,'-1'0'208'0'0,"4"12"8200"0"0,0 7-7511 0 0,3 18 87 0 0,-1 0 1 0 0,-1-1-1 0 0,-3 50 1 0 0,-1-16-190 0 0,16 126 0 0 0,-2-56-701 0 0,-12-37 312 0 0,-11 107-1 0 0,-1 11-228 0 0,10-148-110 0 0,4 173 384 0 0,2-100-348 0 0,-15 182-1 0 0,10-43 829 0 0,4-114-445 0 0,3-74-445 0 0,0 2 528 0 0,-8-87-522 0 0,0 1-1 0 0,-4 18 1 0 0,4-28-177 0 0,0 0 0 0 0,-1-1 0 0 0,0 1 0 0 0,0 0 0 0 0,0 0 1 0 0,0-1-1 0 0,0 1 0 0 0,0-1 0 0 0,-1 1 0 0 0,1-1 0 0 0,-1 0 1 0 0,0 1-1 0 0,1-1 0 0 0,-1 0 0 0 0,0 0 0 0 0,0 0 0 0 0,-4 2 1 0 0,1-2-1462 0 0,0-2-67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35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5985 0 0,'13'-1'1435'0'0,"-1"-1"-1"0"0,0 0 1 0 0,0-1-1 0 0,0-1 1 0 0,11-4-1 0 0,4-1-751 0 0,59-15 2257 0 0,115-17 0 0 0,-106 27-2437 0 0,0 3-1 0 0,0 5 1 0 0,111 7-1 0 0,-97 7-507 0 0,338 20 346 0 0,105-20 207 0 0,-57-35-253 0 0,-416 21-731 0 0,54-5 1290 0 0,172-11-755 0 0,-175 15-47 0 0,60-1 40 0 0,-16 16 386 0 0,-102-3-793 0 0,-50-3 359 0 0,1 0-1 0 0,29-3 1 0 0,61-19-852 0 0,-106 19 724 0 0,-1-1 53 0 0,-3 2-74 0 0,1-1 0 0 0,-1 1 0 0 0,0-1 0 0 0,0 0 0 0 0,0 0 0 0 0,1-1 0 0 0,-1 1 0 0 0,0-1 0 0 0,0 1 0 0 0,3-4 0 0 0,-6 5 36 0 0,2-3-102 0 0,4-11 166 0 0,-4 12 62 0 0,-2 2 28 0 0,-1 3-6 0 0,-33 278-64 0 0,33-268-14 0 0,-9 188-1 0 0,-2 26 0 0 0,3-83 0 0 0,12 176 0 0 0,-2-291 0 0 0,-6 158 222 0 0,1-111-61 0 0,7 88 0 0 0,30 293 271 0 0,-18-122 310 0 0,-8 374 453 0 0,-6-680-1142 0 0,0-1 1 0 0,7 28-1 0 0,-4-24 33 0 0,1 36 0 0 0,-5-65-37 0 0,0-1 1 0 0,0 0-1 0 0,0 0 1 0 0,0 1-1 0 0,-1-1 1 0 0,1 0-1 0 0,-1 0 1 0 0,1 0-1 0 0,-1 1 1 0 0,0-1-1 0 0,0 0 1 0 0,-1 3-1 0 0,1-5-127 0 0,1 1 0 0 0,0-1 0 0 0,-1 0-1 0 0,1 1 1 0 0,-1-1 0 0 0,1 0 0 0 0,0 1-1 0 0,-1-1 1 0 0,1 0 0 0 0,-1 0 0 0 0,1 1-1 0 0,-1-1 1 0 0,1 0 0 0 0,-1 0 0 0 0,1 0-1 0 0,-1 0 1 0 0,1 0 0 0 0,-1 0 0 0 0,0 0-1 0 0,1 0 1 0 0,-1 0 0 0 0,-17-8-7149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37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8122 0 0,'-1'1'131'0'0,"0"-1"0"0"0,1 0-1 0 0,-1 0 1 0 0,1 0 0 0 0,-1 0 0 0 0,1 1 0 0 0,-1-1 0 0 0,1 0 0 0 0,-1 0 0 0 0,1 1 0 0 0,0-1-1 0 0,-1 0 1 0 0,1 1 0 0 0,-1-1 0 0 0,1 0 0 0 0,0 1 0 0 0,-1-1 0 0 0,1 1 0 0 0,0-1 0 0 0,-1 1 0 0 0,1-1-1 0 0,0 1 1 0 0,0-1 0 0 0,0 1 0 0 0,-1-1 0 0 0,1 1 0 0 0,-4 23 1257 0 0,5 21-526 0 0,5 16-275 0 0,-3 0 0 0 0,-5 76 0 0 0,1-93-587 0 0,6 66 0 0 0,2 3 0 0 0,-12 118 307 0 0,4-226-185 0 0,1 19-13 0 0,0-24-96 0 0,0 1 0 0 0,0 0 0 0 0,0-1 0 0 0,0 1 0 0 0,0-1 0 0 0,0 1 0 0 0,0 0 0 0 0,0-1 0 0 0,0 1 0 0 0,0 0 0 0 0,0-1 1 0 0,0 1-1 0 0,1-1 0 0 0,-1 1 0 0 0,0-1 0 0 0,1 1 0 0 0,-1 0 0 0 0,0-1 0 0 0,1 1 0 0 0,-1-1 0 0 0,0 1 0 0 0,1-1 0 0 0,-1 0 0 0 0,2 2 1 0 0,53-7 2402 0 0,218-3-744 0 0,88-18 753 0 0,-209 10-1953 0 0,34-1-99 0 0,-27 23-61 0 0,-1-1-421 0 0,51 3 198 0 0,0-1-55 0 0,263-57 806 0 0,-380 37-613 0 0,4-8-121 0 0,-70 14-76 0 0,0 1 0 0 0,0 1 0 0 0,45-1 0 0 0,56-2-30 0 0,-80 3 0 0 0,60 2 0 0 0,7 2 0 0 0,-32-2 0 0 0,14 2 24 0 0,151-20 0 0 0,-93 2 427 0 0,-152 19-477 0 0,0-1 0 0 0,0 1 0 0 0,0 0-1 0 0,0-1 1 0 0,0 1 0 0 0,0-1 0 0 0,0 0 0 0 0,0 1-1 0 0,0-1 1 0 0,-1 0 0 0 0,3-1 0 0 0,5-14-3431 0 0,-7 8 1328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39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47 2761 0 0,'-4'0'911'0'0,"-1"-1"1"0"0,1 0 0 0 0,0 0 0 0 0,-1 0 0 0 0,1 0 0 0 0,0 0-1 0 0,0-1 1 0 0,0 0 0 0 0,0 0 0 0 0,-7-5 0 0 0,44 4 3471 0 0,-24 3-4265 0 0,74-2 1800 0 0,166-13 461 0 0,-156 8-1605 0 0,174 8 0 0 0,-235 0-677 0 0,243 23 138 0 0,144 6 134 0 0,-197-21 9 0 0,-158-5-361 0 0,259 20 106 0 0,-276-22-60 0 0,49-4-1 0 0,-18 0-78 0 0,54 4 1 0 0,94-2 465 0 0,46-7 3 0 0,87-4-297 0 0,-57-16 362 0 0,-141 11-559 0 0,-157 16 47 0 0,3-1 43 0 0,1 0 0 0 0,-1 1 1 0 0,1 0-1 0 0,0 0 0 0 0,-1 0 0 0 0,1 1 0 0 0,9 3 1 0 0,-15-3-158 0 0,-8 1-2957 0 0,-11 0-2663 0 0,4 1-1795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40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9 223 4609 0 0,'-8'-4'2465'0'0,"8"1"-18"0"0,16-4 2003 0 0,36-1-57 0 0,-48 8-4522 0 0,44-8 1956 0 0,-26 4-852 0 0,33-2 1 0 0,386-24 1759 0 0,-402 27-2595 0 0,279-5 408 0 0,-87 5-325 0 0,71-3-86 0 0,-25 1-205 0 0,-70 3 122 0 0,147-11 167 0 0,-159 0-116 0 0,71-10 25 0 0,33-2 155 0 0,-245 23-44 0 0,35-7-2 0 0,22 0-2 0 0,-160-13-8257 0 0,32 12 5908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41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9218 0 0,'0'0'109'0'0,"-1"0"0"0"0,1 0 0 0 0,0 0 1 0 0,-1 0-1 0 0,1 0 0 0 0,0 0 0 0 0,-1 0 0 0 0,1 0 0 0 0,0 0 1 0 0,-1 0-1 0 0,1 0 0 0 0,0 0 0 0 0,-1 0 0 0 0,1 1 0 0 0,0-1 0 0 0,-1 0 1 0 0,1 0-1 0 0,0 0 0 0 0,0 0 0 0 0,-1 0 0 0 0,1 1 0 0 0,0-1 1 0 0,0 0-1 0 0,-1 0 0 0 0,1 1 0 0 0,0-1 0 0 0,0 0 0 0 0,0 0 1 0 0,-1 1-1 0 0,1-1 0 0 0,0 0 0 0 0,0 1 0 0 0,-6 15 1364 0 0,2 28-1093 0 0,4-34-7 0 0,-1 22-62 0 0,3 1 0 0 0,0 0 1 0 0,14 61-1 0 0,0 9 154 0 0,16 292 1387 0 0,-32-395-1851 0 0,18 446 666 0 0,-38-65 573 0 0,3-131-575 0 0,18 69 484 0 0,2-227-921 0 0,22 296 748 0 0,-18-316-868 0 0,1 220 420 0 0,2 8-233 0 0,8-159-392 0 0,-8-74 307 0 0,1 91 0 0 0,-9-95-167 0 0,6-77-2447 0 0,0-13-1144 0 0,-3 2 871 0 0,0-5-18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42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5065 0 0,'0'6'7971'0'0,"-4"27"-6029"0"0,0 14-690 0 0,2 0 1 0 0,2 0 0 0 0,9 67-1 0 0,-5-75-1064 0 0,-1 1 0 0 0,-3 68 0 0 0,-18 79 508 0 0,4-59-491 0 0,-4 283 204 0 0,9-137-146 0 0,14 236 1688 0 0,29-150-77 0 0,2 46-978 0 0,-34-167-679 0 0,9 104 263 0 0,-8-312-428 0 0,1 3 156 0 0,12 55 0 0 0,-11-72-141 0 0,-9-36-1131 0 0,0-2-92 0 0,-1-4-577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43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14283 0 0,'-1'1'1581'0'0,"1"-1"-1515"0"0,0 0 0 0 0,0 0 0 0 0,0 0 0 0 0,0 0 0 0 0,0 0 0 0 0,0 0-1 0 0,0 0 1 0 0,0 0 0 0 0,-1 0 0 0 0,1 0 0 0 0,0 0 0 0 0,0 0 0 0 0,0 0 0 0 0,0 0 329 0 0,0 0-329 0 0,1 3 338 0 0,-1-2 177 0 0,2 3-77 0 0,14 41 584 0 0,-3 0 0 0 0,-1 1 0 0 0,-2 1 0 0 0,7 81 0 0 0,-17-120-941 0 0,0 0 0 0 0,-1 1 0 0 0,1-1 0 0 0,-2 0 0 0 0,-2 10 0 0 0,3-14-11 0 0,0 0 0 0 0,-1 0 0 0 0,1 0 0 0 0,-1 0-1 0 0,0-1 1 0 0,0 1 0 0 0,0 0 0 0 0,-1-1 0 0 0,1 1 0 0 0,-1-1 0 0 0,-6 5 0 0 0,4-4 529 0 0,4-6-998 0 0,2 0-171 0 0,-1 1 312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44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19 14027 0 0,'-1'-2'394'0'0,"0"2"-333"0"0,1 0-1 0 0,-1-1 1 0 0,1 1-1 0 0,0 0 1 0 0,-1-1-1 0 0,1 1 1 0 0,-1-1-1 0 0,1 1 1 0 0,0 0 0 0 0,-1-1-1 0 0,1 1 1 0 0,0-1-1 0 0,0 1 1 0 0,-1-1-1 0 0,1 1 1 0 0,0-1 0 0 0,0 0-1 0 0,0 1 1 0 0,0-1-1 0 0,-1 1 1 0 0,1-1-1 0 0,0 1 1 0 0,0-1-1 0 0,0 0 1 0 0,0 1 0 0 0,0-1-1 0 0,0 1 1 0 0,1-1-1 0 0,-1 1 1 0 0,0-1-1 0 0,0 1 1 0 0,1-2 0 0 0,-1 2 98 0 0,3 8 1210 0 0,7 171-44 0 0,-6-51-1066 0 0,6-77-185 0 0,-7-40-61 0 0,-1 0 1 0 0,0 0 0 0 0,1 16-1 0 0,-3-26-10 0 0,-1-1-1 0 0,1 1 1 0 0,0 0-1 0 0,0-1 1 0 0,0 1 0 0 0,0-1-1 0 0,0 1 1 0 0,0 0-1 0 0,0-1 1 0 0,0 1-1 0 0,0-1 1 0 0,0 1-1 0 0,1-1 1 0 0,-1 1 0 0 0,0-1-1 0 0,0 1 1 0 0,0 0-1 0 0,1-1 1 0 0,-1 1-1 0 0,0-1 1 0 0,1 1-1 0 0,-1-1 1 0 0,0 0 0 0 0,1 1-1 0 0,-1-1 1 0 0,1 1-1 0 0,-1-1 1 0 0,1 1-1 0 0,0-1 8 0 0,0 0 0 0 0,0-1 0 0 0,-1 1-1 0 0,1 0 1 0 0,0-1 0 0 0,0 1-1 0 0,-1 0 1 0 0,1-1 0 0 0,0 1 0 0 0,-1-1-1 0 0,1 1 1 0 0,-1-1 0 0 0,1 0-1 0 0,0 1 1 0 0,-1-1 0 0 0,1-1 0 0 0,20-31 249 0 0,-7-2-240 0 0,-4 9 128 0 0,14-54-1 0 0,-25 89 16 0 0,0 1 0 0 0,0-1 0 0 0,1 1 0 0 0,0-1-1 0 0,2 14 1 0 0,-1-19-165 0 0,-1 0 0 0 0,1 1-1 0 0,0-1 1 0 0,0 0 0 0 0,1 0-1 0 0,-1 0 1 0 0,1 0-1 0 0,0 0 1 0 0,0 0 0 0 0,0-1-1 0 0,1 1 1 0 0,-1 0 0 0 0,1-1-1 0 0,-1 0 1 0 0,6 5 0 0 0,-5-6 31 0 0,-1-1 0 0 0,0 1 0 0 0,1-1 0 0 0,-1 0 0 0 0,1 1 0 0 0,-1-1 0 0 0,1 0 0 0 0,-1-1 0 0 0,1 1 0 0 0,0 0 0 0 0,0-1 0 0 0,-1 1 0 0 0,1-1 0 0 0,0 0 0 0 0,0 0 0 0 0,0 0 0 0 0,4-1 0 0 0,-3 0 75 0 0,-1 0 0 0 0,1-1 0 0 0,0 1 0 0 0,0-1-1 0 0,0 0 1 0 0,-1 0 0 0 0,1 0 0 0 0,-1-1 0 0 0,0 1-1 0 0,6-6 1 0 0,-2 0 102 0 0,0 0-1 0 0,0 0 1 0 0,-1 0-1 0 0,0-1 0 0 0,0 0 1 0 0,-1-1-1 0 0,0 1 1 0 0,4-15-1 0 0,-4 10 113 0 0,-1 0 0 0 0,-1 0 0 0 0,0 0-1 0 0,-1-1 1 0 0,0-21 0 0 0,-2 28-265 0 0,0 0 0 0 0,-1 0 0 0 0,0 1 0 0 0,-1-1 0 0 0,0 0 0 0 0,0 0 1 0 0,0 1-1 0 0,-1-1 0 0 0,0 1 0 0 0,-1-1 0 0 0,-5-9 0 0 0,2 11-405 0 0,4 11-1409 0 0,5 14-3755 0 0,3-8-1902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44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98 13019 0 0,'1'-3'133'0'0,"0"1"1"0"0,0 0 0 0 0,0-1-1 0 0,0 1 1 0 0,-1-1 0 0 0,1 1-1 0 0,-1-1 1 0 0,0 1 0 0 0,0-1-1 0 0,0 1 1 0 0,0-1 0 0 0,0 1-1 0 0,0-1 1 0 0,-1 1-1 0 0,1-1 1 0 0,-1 1 0 0 0,0 0-1 0 0,1-1 1 0 0,-1 1 0 0 0,0 0-1 0 0,0-1 1 0 0,-1 1 0 0 0,1 0-1 0 0,0 0 1 0 0,-1 0 0 0 0,0 0-1 0 0,1 0 1 0 0,-1 0-1 0 0,0 1 1 0 0,0-1 0 0 0,0 0-1 0 0,0 1 1 0 0,-2-2 0 0 0,-1 0-59 0 0,1 1 1 0 0,0-1 0 0 0,-1 1 0 0 0,1 0-1 0 0,-1 0 1 0 0,0 1 0 0 0,1-1 0 0 0,-1 1 0 0 0,0 0-1 0 0,0 0 1 0 0,0 1 0 0 0,0-1 0 0 0,0 1-1 0 0,0 0 1 0 0,0 0 0 0 0,-6 2 0 0 0,4 1-60 0 0,-1 0 1 0 0,1 0 0 0 0,0 0-1 0 0,0 1 1 0 0,0 0 0 0 0,1 1 0 0 0,-1 0-1 0 0,1 0 1 0 0,0 0 0 0 0,1 1-1 0 0,-1-1 1 0 0,1 1 0 0 0,0 1-1 0 0,0-1 1 0 0,1 1 0 0 0,0 0-1 0 0,-6 12 1 0 0,0 4 2 0 0,1 1-1 0 0,1-1 1 0 0,0 1 0 0 0,-4 34-1 0 0,10-49 46 0 0,0 0 1 0 0,1 0-1 0 0,1 0 0 0 0,-1 0 1 0 0,1 0-1 0 0,3 18 0 0 0,-3-25-40 0 0,1 1 0 0 0,0-1 0 0 0,-1-1 0 0 0,1 1 0 0 0,0 0 0 0 0,0 0 0 0 0,0 0 0 0 0,0 0 0 0 0,0 0 0 0 0,0-1 0 0 0,0 1 0 0 0,1-1 0 0 0,-1 1 0 0 0,1-1 0 0 0,-1 1 0 0 0,1-1-1 0 0,0 0 1 0 0,-1 0 0 0 0,1 0 0 0 0,0 0 0 0 0,0 0 0 0 0,0 0 0 0 0,0 0 0 0 0,0 0 0 0 0,0-1 0 0 0,0 1 0 0 0,0-1 0 0 0,0 0 0 0 0,0 1 0 0 0,0-1 0 0 0,0 0 0 0 0,0 0 0 0 0,0 0-1 0 0,0 0 1 0 0,4-2 0 0 0,4 1 23 0 0,1-1 0 0 0,-1-1-1 0 0,0 0 1 0 0,0 0-1 0 0,0-1 1 0 0,0 0-1 0 0,-1 0 1 0 0,18-12-1 0 0,-11 4-4 0 0,0-1 0 0 0,-1 0 0 0 0,24-26 0 0 0,-34 33-14 0 0,0 1-1 0 0,0-1 1 0 0,-1 1-1 0 0,0-1 1 0 0,0-1-1 0 0,-1 1 0 0 0,1 0 1 0 0,-1-1-1 0 0,3-12 1 0 0,-7 16 117 0 0,-3 10 146 0 0,-3 8 137 0 0,5-7-450 0 0,0 0 1 0 0,0 0-1 0 0,1 0 0 0 0,0 0 1 0 0,1 0-1 0 0,0 0 0 0 0,0 0 0 0 0,0 0 1 0 0,1 0-1 0 0,2 10 0 0 0,-2-14-1095 0 0,1 1-1 0 0,-1-1 1 0 0,1 1 0 0 0,0-1-1 0 0,0 0 1 0 0,4 6 0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45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14339 0 0,'4'4'271'0'0,"-1"0"0"0"0,0 0 0 0 0,0 0 1 0 0,0 1-1 0 0,-1-1 0 0 0,0 1 0 0 0,0-1 0 0 0,0 1 0 0 0,0 0 0 0 0,-1 0 0 0 0,1 0 1 0 0,-1 0-1 0 0,0 0 0 0 0,-1 0 0 0 0,1 7 0 0 0,-2 7 30 0 0,0 1 0 0 0,-6 32-1 0 0,5-40-231 0 0,2-9-53 0 0,0-1 0 0 0,-1 1 1 0 0,1-1-1 0 0,0 1 0 0 0,0-1 0 0 0,1 1 0 0 0,-1-1 0 0 0,1 5 0 0 0,-1-7-17 0 0,1 0-1 0 0,-1 1 1 0 0,0-1-1 0 0,0 0 1 0 0,0 0 0 0 0,0 0-1 0 0,0 0 1 0 0,0 0-1 0 0,0 1 1 0 0,0-1-1 0 0,0 0 1 0 0,0 0-1 0 0,1 0 1 0 0,-1 0 0 0 0,0 0-1 0 0,0 0 1 0 0,0 1-1 0 0,0-1 1 0 0,0 0-1 0 0,1 0 1 0 0,-1 0 0 0 0,0 0-1 0 0,0 0 1 0 0,0 0-1 0 0,0 0 1 0 0,1 0-1 0 0,-1 0 1 0 0,0 0-1 0 0,0 0 1 0 0,0 0 0 0 0,0 0-1 0 0,1 0 1 0 0,-1 0-1 0 0,0 0 1 0 0,0 0-1 0 0,0 0 1 0 0,1 0 0 0 0,-1 0-1 0 0,0 0 1 0 0,10-12-323 0 0,67-136 261 0 0,-41 86 955 0 0,-22 40-81 0 0,-13 22-774 0 0,-1-1 0 0 0,0 1 0 0 0,1-1 1 0 0,-1 1-1 0 0,1 0 0 0 0,-1-1 0 0 0,1 1 0 0 0,-1-1 0 0 0,0 1 0 0 0,1 0 0 0 0,0 0 0 0 0,-1-1 0 0 0,1 1 0 0 0,-1 0 0 0 0,1 0 0 0 0,-1-1 0 0 0,1 1 0 0 0,-1 0 0 0 0,1 0 0 0 0,0 0 0 0 0,-1 0 0 0 0,1 0 0 0 0,-1 0 0 0 0,1 0 0 0 0,0 0 0 0 0,-1 0 0 0 0,1 0 0 0 0,-1 1 0 0 0,1-1 0 0 0,0 0 0 0 0,-1 0 0 0 0,1 0 0 0 0,-1 1 0 0 0,1-1 0 0 0,-1 0 0 0 0,1 1 0 0 0,-1-1 0 0 0,1 0 0 0 0,-1 1 0 0 0,0-1 0 0 0,1 1 0 0 0,-1-1 0 0 0,1 1 0 0 0,-1-1 0 0 0,0 1 0 0 0,1-1 0 0 0,-1 2 0 0 0,20 27 686 0 0,-18-27-642 0 0,15 30-95 0 0,-2 0 0 0 0,-1 0 0 0 0,13 47 0 0 0,-18-35-1177 0 0,-9-25-1959 0 0,0-13 1478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45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11522 0 0,'1'1'224'0'0,"0"-1"0"0"0,-1 0-1 0 0,1 1 1 0 0,0-1-1 0 0,-1 0 1 0 0,1 1 0 0 0,-1-1-1 0 0,1 1 1 0 0,-1-1-1 0 0,1 1 1 0 0,-1-1 0 0 0,1 1-1 0 0,-1-1 1 0 0,1 1-1 0 0,-1-1 1 0 0,0 1 0 0 0,1 0-1 0 0,-1-1 1 0 0,0 1-1 0 0,0 0 1 0 0,1-1 0 0 0,-1 1-1 0 0,0 0 1 0 0,0-1-1 0 0,0 1 1 0 0,0 1 0 0 0,4 24-53 0 0,-4-23 213 0 0,2 53 344 0 0,-3 1 1 0 0,-11 85 0 0 0,4-65-347 0 0,5-48-343 0 0,0 15-1224 0 0,-11 48 0 0 0,13-85-1373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45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8754 0 0,'8'2'7797'0'0,"18"6"-5195"0"0,8 1-1729 0 0,-20-6-412 0 0,0-1 0 0 0,0-1 1 0 0,0 0-1 0 0,0-1 0 0 0,1-1 1 0 0,-1 0-1 0 0,22-5 0 0 0,6-4 794 0 0,47-19-1 0 0,-45 14-404 0 0,-66 25-2950 0 0,6-1-4523 0 0,4 0-1271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46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12443 0 0,'-4'5'293'0'0,"1"0"0"0"0,0 0 0 0 0,1 0 0 0 0,0 0 0 0 0,-1 0 0 0 0,1 1 0 0 0,1-1 0 0 0,-2 8 0 0 0,-6 50 883 0 0,6-37-1014 0 0,-4 57 384 0 0,3 0 0 0 0,4 0 1 0 0,16 130-1 0 0,-11-177-1003 0 0,3 37 267 0 0,-9-25-6081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46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14283 0 0,'2'1'384'0'0,"1"-1"-1"0"0,-1 1 1 0 0,1-1-1 0 0,-1 0 1 0 0,1 0 0 0 0,-1 0-1 0 0,1 0 1 0 0,-1 0-1 0 0,3-1 1 0 0,1 0-12 0 0,37-1 569 0 0,0-1 110 0 0,0 2 1 0 0,75 7-1 0 0,-116-6-1020 0 0,0 0-1 0 0,0 1 1 0 0,-1-1 0 0 0,1 0-1 0 0,0 1 1 0 0,0-1-1 0 0,-1 1 1 0 0,1-1 0 0 0,0 1-1 0 0,-1 0 1 0 0,1 0 0 0 0,0 0-1 0 0,-1 0 1 0 0,1 0-1 0 0,-1 0 1 0 0,0 0 0 0 0,1 0-1 0 0,-1 1 1 0 0,0-1-1 0 0,0 0 1 0 0,0 1 0 0 0,1-1-1 0 0,-2 1 1 0 0,1 0 0 0 0,0-1-1 0 0,0 1 1 0 0,0 0-1 0 0,-1-1 1 0 0,1 1 0 0 0,0 2-1 0 0,-1 0 1 0 0,-1 0-1 0 0,1 0 1 0 0,0 0-1 0 0,-1 0 0 0 0,0 0 1 0 0,0 0-1 0 0,0 0 1 0 0,-1 0-1 0 0,1 0 0 0 0,-1-1 1 0 0,0 1-1 0 0,0-1 1 0 0,-2 4-1 0 0,-15 18 53 0 0,-1-1 0 0 0,0-1 0 0 0,-38 33 1 0 0,-29 32-308 0 0,78-78 68 0 0,6-7-59 0 0,1-1 1 0 0,-1 1 0 0 0,1-1 0 0 0,0 1 0 0 0,0 0 0 0 0,0 0 0 0 0,0 0 0 0 0,0 1 0 0 0,-2 4 0 0 0,6-4-2768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46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13363 0 0,'-1'9'1045'0'0,"0"-1"1"0"0,1 1-1 0 0,0-1 0 0 0,1 11 1 0 0,0 8-376 0 0,-9 122 592 0 0,12-123-3472 0 0,-4-23 422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46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16564 0 0,'-3'4'736'0'0,"1"-1"144"0"0,-1 2-704 0 0,3-1-176 0 0,0 0 0 0 0,0 0 0 0 0,0 2 112 0 0,0 5-16 0 0,0 4 0 0 0,-2 6 0 0 0,5 4-464 0 0,-3-2-96 0 0,3-1-16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47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17940 0 0,'0'1'99'0'0,"-1"-1"1"0"0,0 1 0 0 0,1-1-1 0 0,-1 1 1 0 0,0-1-1 0 0,1 1 1 0 0,-1-1-1 0 0,1 1 1 0 0,-1-1-1 0 0,1 1 1 0 0,0 0 0 0 0,-1 0-1 0 0,1-1 1 0 0,-1 1-1 0 0,1 0 1 0 0,0-1-1 0 0,0 1 1 0 0,-1 0 0 0 0,1 0-1 0 0,0 0 1 0 0,1 0-16 0 0,0 0 1 0 0,0 0-1 0 0,0 0 0 0 0,1-1 1 0 0,-1 1-1 0 0,0 0 1 0 0,0-1-1 0 0,1 1 1 0 0,-1-1-1 0 0,0 0 1 0 0,0 1-1 0 0,3-1 1 0 0,7 2 116 0 0,0 0 1 0 0,0-1 0 0 0,1-1 0 0 0,-1 0-1 0 0,18-2 1 0 0,-19 0-98 0 0,-1 1 0 0 0,0 1 0 0 0,0 0-1 0 0,1 0 1 0 0,-1 1 0 0 0,0 0 0 0 0,0 0-1 0 0,0 1 1 0 0,10 3 0 0 0,-17-4-93 0 0,-1 0 0 0 0,1 0-1 0 0,0 0 1 0 0,0 0 0 0 0,0 0 0 0 0,-1 0-1 0 0,1 0 1 0 0,-1 1 0 0 0,1-1 0 0 0,-1 1 0 0 0,1-1-1 0 0,-1 1 1 0 0,0-1 0 0 0,0 1 0 0 0,1 0-1 0 0,-1-1 1 0 0,-1 1 0 0 0,1 0 0 0 0,0 0-1 0 0,1 3 1 0 0,-2-2-7 0 0,1 1 0 0 0,-1-1-1 0 0,0 1 1 0 0,0-1 0 0 0,0 1-1 0 0,-1-1 1 0 0,1 1-1 0 0,-1-1 1 0 0,0 1 0 0 0,-2 6-1 0 0,-4 5-9 0 0,0-1 0 0 0,-1 1 0 0 0,0-1 0 0 0,-11 13 0 0 0,16-24 14 0 0,-10 16 62 0 0,0 0 1 0 0,2 0-1 0 0,0 1 1 0 0,-13 33-1 0 0,23-52-56 0 0,1 0 1 0 0,-1 0-1 0 0,1 0 0 0 0,0 0 0 0 0,-1 0 0 0 0,1 1 1 0 0,0-1-1 0 0,-1 0 0 0 0,1 0 0 0 0,0 0 0 0 0,0 1 1 0 0,0-1-1 0 0,0 0 0 0 0,0 0 0 0 0,1 0 0 0 0,-1 1 1 0 0,0-1-1 0 0,0 0 0 0 0,1 0 0 0 0,-1 0 0 0 0,1 0 1 0 0,-1 0-1 0 0,1 1 0 0 0,-1-1 0 0 0,2 1 0 0 0,-1-2-19 0 0,0 1 1 0 0,1 0-1 0 0,-1-1 0 0 0,0 1 0 0 0,1-1 0 0 0,-1 0 0 0 0,0 1 0 0 0,1-1 1 0 0,-1 0-1 0 0,1 0 0 0 0,-1 0 0 0 0,1 0 0 0 0,-1 0 0 0 0,0 0 0 0 0,1 0 0 0 0,-1 0 1 0 0,3-1-1 0 0,5-2-190 0 0,1 1 1 0 0,-1-2 0 0 0,1 1 0 0 0,14-10 0 0 0,89-62-2408 0 0,-42 17-2501 0 0,-53 40 3343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03:47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13451 0 0,'-6'3'404'0'0,"-1"0"0"0"0,1 1 1 0 0,0 0-1 0 0,1 0 0 0 0,-1 0 0 0 0,1 1 1 0 0,0 0-1 0 0,0 0 0 0 0,0 0 0 0 0,1 1 0 0 0,0-1 1 0 0,0 1-1 0 0,0 0 0 0 0,1 0 0 0 0,-1 1 1 0 0,2-1-1 0 0,-5 12 0 0 0,7-17-350 0 0,0 0 0 0 0,0 0 0 0 0,0 0 0 0 0,0 0 0 0 0,0 0 0 0 0,0 0 0 0 0,0 1 0 0 0,0-1 0 0 0,0 0 0 0 0,0 0 1 0 0,1 0-1 0 0,-1 0 0 0 0,0 0 0 0 0,1 0 0 0 0,-1 0 0 0 0,1 0 0 0 0,-1 0 0 0 0,1 0 0 0 0,-1 0 0 0 0,1 0 0 0 0,0-1 0 0 0,1 2 0 0 0,-1 0 6 0 0,1-1 0 0 0,0 0 0 0 0,0 0 0 0 0,0 0 0 0 0,0 0 0 0 0,0 0 0 0 0,0 0-1 0 0,0-1 1 0 0,1 1 0 0 0,3 0 0 0 0,5 0 98 0 0,1-1 0 0 0,-1 0 0 0 0,18-2 0 0 0,-20 1 2 0 0,30-4 269 0 0,-27 3-309 0 0,0 0 0 0 0,0 1 0 0 0,-1 0 0 0 0,1 1 0 0 0,0 0 0 0 0,0 1 1 0 0,16 3-1 0 0,-28-3-118 0 0,0-1 0 0 0,1 0 0 0 0,-1 0 1 0 0,1 0-1 0 0,-1 1 0 0 0,0-1 0 0 0,1 0 1 0 0,-1 1-1 0 0,0-1 0 0 0,1 0 0 0 0,-1 1 1 0 0,0-1-1 0 0,1 1 0 0 0,-1-1 1 0 0,0 0-1 0 0,0 1 0 0 0,1-1 0 0 0,-1 1 1 0 0,0-1-1 0 0,0 1 0 0 0,0-1 0 0 0,0 1 1 0 0,0-1-1 0 0,0 0 0 0 0,0 1 0 0 0,0-1 1 0 0,0 1-1 0 0,0-1 0 0 0,0 1 0 0 0,0-1 1 0 0,0 1-1 0 0,0-1 0 0 0,0 1 0 0 0,0-1 1 0 0,0 1-1 0 0,0-1 0 0 0,-1 1 0 0 0,1-1 1 0 0,0 0-1 0 0,0 1 0 0 0,-1-1 0 0 0,1 1 1 0 0,0-1-1 0 0,-1 0 0 0 0,1 1 0 0 0,0-1 1 0 0,-1 0-1 0 0,1 1 0 0 0,-1-1 0 0 0,-20 24 71 0 0,19-22-44 0 0,-14 14 26 0 0,1 1 0 0 0,-14 21-1 0 0,23-29-56 0 0,0-1-1 0 0,1 1 1 0 0,0 1 0 0 0,1-1-1 0 0,0 1 1 0 0,-5 19-1 0 0,9-28-23 0 0,-1 0 0 0 0,1 0 0 0 0,0 1 0 0 0,0-1-1 0 0,0 0 1 0 0,-1 0 0 0 0,1 0 0 0 0,1 0 0 0 0,-1 1 0 0 0,0-1 0 0 0,0 0-1 0 0,0 0 1 0 0,1 0 0 0 0,-1 0 0 0 0,0 0 0 0 0,1 1 0 0 0,-1-1 0 0 0,1 0 0 0 0,-1 0-1 0 0,1 0 1 0 0,0 0 0 0 0,-1 0 0 0 0,1-1 0 0 0,0 1 0 0 0,2 2 0 0 0,-1-2-64 0 0,0 0 1 0 0,0 0 0 0 0,0 0 0 0 0,0 0-1 0 0,1-1 1 0 0,-1 1 0 0 0,0-1 0 0 0,1 1 0 0 0,-1-1-1 0 0,0 0 1 0 0,1 0 0 0 0,2 0 0 0 0,6-1-468 0 0,1 0-1 0 0,-1-1 1 0 0,0 0 0 0 0,14-6 0 0 0,4-2-833 0 0,-1-2 0 0 0,40-23-1 0 0,-40 19 1632 0 0,-1-2 1 0 0,31-27-1 0 0,-44 34 525 0 0,-1-2 1 0 0,0 0 0 0 0,0 0 0 0 0,-1-1 0 0 0,15-25 0 0 0,-27 39-715 0 0,1-1 1 0 0,-1 1 0 0 0,1-1-1 0 0,-1 1 1 0 0,0-1 0 0 0,1 0-1 0 0,-1 1 1 0 0,0-1 0 0 0,0 0-1 0 0,0 1 1 0 0,1-1 0 0 0,-1 0-1 0 0,0 0 1 0 0,0 1 0 0 0,0-1-1 0 0,0 0 1 0 0,0 1 0 0 0,0-1-1 0 0,0 0 1 0 0,0 0 0 0 0,-1 1-1 0 0,1-1 1 0 0,0-1 0 0 0,-1 2-13 0 0,1 0 1 0 0,-1-1-1 0 0,0 1 1 0 0,1-1 0 0 0,-1 1-1 0 0,1 0 1 0 0,-1 0-1 0 0,0-1 1 0 0,1 1 0 0 0,-1 0-1 0 0,0 0 1 0 0,1 0 0 0 0,-1 0-1 0 0,0 0 1 0 0,1 0-1 0 0,-1 0 1 0 0,0 0 0 0 0,1 0-1 0 0,-2 0 1 0 0,-33 9 546 0 0,27-4-543 0 0,0-1 0 0 0,0 2-1 0 0,0-1 1 0 0,0 1 0 0 0,1 0 0 0 0,0 0 0 0 0,-10 12 0 0 0,1 1-47 0 0,-23 37 0 0 0,36-52 5 0 0,0 1 1 0 0,1 0-1 0 0,0 0 0 0 0,0 0 0 0 0,0 0 0 0 0,0 1 0 0 0,1-1 1 0 0,0 0-1 0 0,0 1 0 0 0,0-1 0 0 0,1 1 0 0 0,0-1 0 0 0,0 8 1 0 0,1-11-18 0 0,-1 0 1 0 0,0 0 0 0 0,1-1 0 0 0,0 1-1 0 0,-1 0 1 0 0,1 0 0 0 0,0-1 0 0 0,0 1 0 0 0,0 0-1 0 0,0-1 1 0 0,0 1 0 0 0,0-1 0 0 0,0 1-1 0 0,0-1 1 0 0,1 0 0 0 0,2 3 0 0 0,-2-3-16 0 0,0 0-1 0 0,1 0 1 0 0,-1 0 0 0 0,0 0 0 0 0,1-1 0 0 0,-1 1 0 0 0,1 0 0 0 0,-1-1 0 0 0,1 0 0 0 0,-1 0-1 0 0,1 0 1 0 0,-1 0 0 0 0,1 0 0 0 0,-1 0 0 0 0,6-2 0 0 0,-1 0-8 0 0,0 0-1 0 0,0 0 1 0 0,0-1 0 0 0,0 0 0 0 0,-1 0 0 0 0,1 0 0 0 0,-1-1-1 0 0,0 0 1 0 0,0-1 0 0 0,8-6 0 0 0,4-7-94 0 0,26-33-1 0 0,-34 39 155 0 0,4 1 286 0 0,-14 11-292 0 0,0 0 0 0 0,1 0 0 0 0,-1 0 0 0 0,0 0-1 0 0,1 0 1 0 0,-1 0 0 0 0,0 1 0 0 0,0-1 0 0 0,1 0 0 0 0,-1 0 0 0 0,0 0-1 0 0,1 0 1 0 0,-1 0 0 0 0,0 0 0 0 0,0 0 0 0 0,1 1 0 0 0,-1-1-1 0 0,0 0 1 0 0,0 0 0 0 0,1 0 0 0 0,-1 1 0 0 0,0-1 0 0 0,0 0-1 0 0,0 0 1 0 0,1 1 0 0 0,-1-1 0 0 0,0 0 0 0 0,0 0 0 0 0,0 1-1 0 0,0-1 1 0 0,2 4 141 0 0,-1 1 0 0 0,0-1 0 0 0,0 0 1 0 0,-1 1-1 0 0,1 5 0 0 0,1 9-21 0 0,1-10 6 0 0,-2 0-65 0 0,2 0-1 0 0,-1 0 1 0 0,1 0 0 0 0,0-1 0 0 0,1 1-1 0 0,0-1 1 0 0,0 0 0 0 0,1 0 0 0 0,10 13-1 0 0,-9-17-874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46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110 354 2761 0 0,'-4'-10'11618'0'0,"8"10"-11466"0"0,6 1-213 0 0,-7 0 310 0 0,1-1 0 0 0,0 1 0 0 0,0-1 0 0 0,0 0 0 0 0,-1-1 0 0 0,1 1 0 0 0,0 0 0 0 0,-1-1 0 0 0,1 0 0 0 0,0 0 0 0 0,-1 0 0 0 0,1 0 0 0 0,5-3 0 0 0,3-4-146 0 0,-1 0 0 0 0,0 0-1 0 0,0-1 1 0 0,0 0 0 0 0,10-14 0 0 0,-16 18-92 0 0,0 0 0 0 0,-1-1 0 0 0,0 0 0 0 0,0 0 0 0 0,-1 0 0 0 0,1 0 0 0 0,-1-1 0 0 0,0 1 0 0 0,-1-1 0 0 0,0 0 0 0 0,0 0 0 0 0,1-8 0 0 0,-3 8 53 0 0,0-1-1 0 0,-1 1 1 0 0,0 0 0 0 0,0 0 0 0 0,-1 0-1 0 0,0 0 1 0 0,0 0 0 0 0,0 1-1 0 0,-1-1 1 0 0,-5-8 0 0 0,-3-4 124 0 0,0 0-1 0 0,-16-17 1 0 0,26 34-181 0 0,0 0 0 0 0,-1 0 0 0 0,1 1 0 0 0,0-1 0 0 0,-1 1 0 0 0,0-1 0 0 0,1 1 0 0 0,-1-1 0 0 0,0 1 0 0 0,0 0 0 0 0,1 0 0 0 0,-1 0 0 0 0,0 0 0 0 0,0 0 0 0 0,0 1 0 0 0,0-1 0 0 0,-1 1 0 0 0,1-1 0 0 0,0 1 0 0 0,-4-1 0 0 0,3 2-10 0 0,0-1-1 0 0,0 1 1 0 0,0 0-1 0 0,1 0 1 0 0,-1 0 0 0 0,0 0-1 0 0,0 0 1 0 0,1 0 0 0 0,-1 1-1 0 0,1 0 1 0 0,-1-1 0 0 0,1 1-1 0 0,-3 3 1 0 0,-6 5 44 0 0,1 2 0 0 0,1-1 0 0 0,0 1-1 0 0,-12 22 1 0 0,9-12-53 0 0,1 1-1 0 0,2 0 1 0 0,0 0-1 0 0,1 1 0 0 0,1 0 1 0 0,-4 30-1 0 0,3 6-43 0 0,-1 85 0 0 0,8-136 56 0 0,1 2 0 0 0,0 0-1 0 0,0 1 1 0 0,1-1-1 0 0,3 18 1 0 0,-3-27 0 0 0,-1 0 0 0 0,1-1 1 0 0,-1 1-1 0 0,1 0 1 0 0,0 0-1 0 0,-1 0 0 0 0,1 0 1 0 0,0-1-1 0 0,0 1 1 0 0,0 0-1 0 0,1-1 0 0 0,-1 1 1 0 0,0-1-1 0 0,1 1 1 0 0,-1-1-1 0 0,1 1 1 0 0,-1-1-1 0 0,1 0 0 0 0,-1 0 1 0 0,1 0-1 0 0,0 0 1 0 0,0 0-1 0 0,0 0 0 0 0,-1-1 1 0 0,1 1-1 0 0,0 0 1 0 0,0-1-1 0 0,0 0 0 0 0,0 1 1 0 0,0-1-1 0 0,0 0 1 0 0,4 0-1 0 0,5-2 66 0 0,1 0 0 0 0,0 0 0 0 0,-1-1 0 0 0,0-1 0 0 0,0 0 0 0 0,0 0 0 0 0,0-1 0 0 0,0 0 0 0 0,14-11 0 0 0,-8 4 18 0 0,0 0 0 0 0,-1-1 0 0 0,0-1 0 0 0,20-24 0 0 0,-5-3-415 0 0,-16 18-1382 0 0,2 2-4297 0 0,-10 14 363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47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68 6913 0 0,'-8'-10'8250'0'0,"7"18"-6542"0"0,2 5-1863 0 0,-2 27 538 0 0,1 0-1 0 0,3 1 1 0 0,1-1 0 0 0,2 0 0 0 0,2 0 0 0 0,18 56 0 0 0,-24-92-366 0 0,-1 0-1 0 0,1 0 0 0 0,0 0 1 0 0,0 0-1 0 0,0 0 1 0 0,0 0-1 0 0,0-1 1 0 0,6 7-1 0 0,-7-10-11 0 0,0 1 0 0 0,0 0 1 0 0,0-1-1 0 0,0 1 0 0 0,0 0 0 0 0,0-1 0 0 0,1 1 0 0 0,-1-1 0 0 0,0 0 1 0 0,0 1-1 0 0,0-1 0 0 0,1 0 0 0 0,-1 0 0 0 0,0 0 0 0 0,0 1 0 0 0,1-2 1 0 0,-1 1-1 0 0,0 0 0 0 0,0 0 0 0 0,0 0 0 0 0,1 0 0 0 0,-1-1 1 0 0,0 1-1 0 0,0 0 0 0 0,0-1 0 0 0,0 0 0 0 0,1 1 0 0 0,-1-1 0 0 0,0 1 1 0 0,0-1-1 0 0,0 0 0 0 0,0 0 0 0 0,0 0 0 0 0,1-1 0 0 0,7-6 28 0 0,-1-1 0 0 0,1 0 0 0 0,-1-1 0 0 0,-1 0 1 0 0,0 0-1 0 0,0 0 0 0 0,-1-1 0 0 0,-1 0 0 0 0,7-15 0 0 0,3-16 0 0 0,11-52 1 0 0,-22 77-64 0 0,11-51 12 0 0,-11 41 56 0 0,2 0 0 0 0,13-36 0 0 0,-9 130 738 0 0,-7-20-484 0 0,-3 50-1 0 0,-1-63-47 0 0,1 0 1 0 0,1 0-1 0 0,11 58 1 0 0,-5-67-4 0 0,14 34 1 0 0,-21-59-237 0 0,0 0 0 0 0,0 0 0 0 0,-1 0 1 0 0,1 0-1 0 0,0 0 0 0 0,0 1 1 0 0,0-1-1 0 0,0 0 0 0 0,0 0 1 0 0,0 0-1 0 0,0 0 0 0 0,0 0 1 0 0,0 0-1 0 0,1 0 0 0 0,-1 0 0 0 0,0 1 1 0 0,0-1-1 0 0,0 0 0 0 0,0 0 1 0 0,0 0-1 0 0,0 0 0 0 0,0 0 1 0 0,0 0-1 0 0,0 0 0 0 0,0 0 1 0 0,0 0-1 0 0,0 0 0 0 0,0 1 0 0 0,0-1 1 0 0,0 0-1 0 0,1 0 0 0 0,-1 0 1 0 0,0 0-1 0 0,0 0 0 0 0,0 0 1 0 0,0 0-1 0 0,0 0 0 0 0,0 0 0 0 0,0 0 1 0 0,0 0-1 0 0,0 0 0 0 0,1 0 1 0 0,-1 0-1 0 0,0 0 0 0 0,0 0 1 0 0,0 0-1 0 0,0 0 0 0 0,0 0 1 0 0,0 0-1 0 0,0 0 0 0 0,1 0 0 0 0,-1 0 1 0 0,0 0-1 0 0,0 0 0 0 0,0 0 1 0 0,0 0-1 0 0,0 0 0 0 0,0 0 1 0 0,0 0-1 0 0,0-12-1134 0 0,-6-10-1564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49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199 180 7834 0 0,'-3'-6'542'0'0,"1"0"1"0"0,0 0 0 0 0,0-1 0 0 0,1 1 0 0 0,0-1-1 0 0,0 1 1 0 0,0-1 0 0 0,1-6 0 0 0,-2-10-214 0 0,0 7 56 0 0,-4-27 531 0 0,6 41-859 0 0,0 0 1 0 0,-1 0 0 0 0,1 0 0 0 0,-1 0-1 0 0,0 0 1 0 0,0 0 0 0 0,1 1-1 0 0,-1-1 1 0 0,0 0 0 0 0,0 1 0 0 0,-1-1-1 0 0,1 1 1 0 0,0-1 0 0 0,0 1 0 0 0,-1-1-1 0 0,-2-1 1 0 0,2 2-45 0 0,0 1 1 0 0,0-1-1 0 0,0 1 1 0 0,1 0-1 0 0,-1 0 0 0 0,0-1 1 0 0,0 2-1 0 0,0-1 1 0 0,0 0-1 0 0,1 0 0 0 0,-1 0 1 0 0,0 1-1 0 0,0-1 1 0 0,1 1-1 0 0,-1-1 0 0 0,0 1 1 0 0,0 0-1 0 0,1 0 1 0 0,-1 0-1 0 0,1 0 0 0 0,-1 0 1 0 0,1 0-1 0 0,-3 2 1 0 0,-1 1 30 0 0,1 0 0 0 0,-1 1 0 0 0,1-1-1 0 0,1 1 1 0 0,-8 9 0 0 0,2 4-30 0 0,1-1 0 0 0,0 1 0 0 0,-9 35 0 0 0,-8 59 73 0 0,19-81-72 0 0,5-26 21 0 0,-6 41 193 0 0,7-43-181 0 0,0-1 1 0 0,-1 1 0 0 0,1-1-1 0 0,0 0 1 0 0,1 1 0 0 0,-1-1-1 0 0,0 1 1 0 0,1-1-1 0 0,-1 0 1 0 0,1 1 0 0 0,0-1-1 0 0,0 0 1 0 0,0 0-1 0 0,0 0 1 0 0,2 4 0 0 0,-2-5-37 0 0,0-1 1 0 0,0 1 0 0 0,0-1-1 0 0,-1 0 1 0 0,1 1 0 0 0,0-1-1 0 0,0 0 1 0 0,0 1-1 0 0,0-1 1 0 0,0 0 0 0 0,0 0-1 0 0,0 0 1 0 0,0 0 0 0 0,0 0-1 0 0,0 0 1 0 0,0 0 0 0 0,0 0-1 0 0,0-1 1 0 0,0 1 0 0 0,-1 0-1 0 0,1 0 1 0 0,0-1-1 0 0,0 1 1 0 0,0-1 0 0 0,0 1-1 0 0,0 0 1 0 0,-1-1 0 0 0,1 0-1 0 0,0 1 1 0 0,0-1 0 0 0,0-1-1 0 0,25-22 54 0 0,-24 22-62 0 0,10-14-66 0 0,0 1 1 0 0,-1-2-1 0 0,-1 1 0 0 0,12-28 0 0 0,20-32 225 0 0,-42 76-134 0 0,0 0 0 0 0,1 1 0 0 0,-1-1 1 0 0,1 0-1 0 0,-1 1 0 0 0,0-1 0 0 0,1 1 0 0 0,-1-1 1 0 0,0 1-1 0 0,0-1 0 0 0,1 1 0 0 0,-1-1 0 0 0,0 1 1 0 0,0-1-1 0 0,0 1 0 0 0,0-1 0 0 0,1 1 0 0 0,-1-1 1 0 0,0 1-1 0 0,0 0 0 0 0,0-1 0 0 0,0 1 0 0 0,0-1 1 0 0,0 1-1 0 0,-1-1 0 0 0,1 2 0 0 0,2 21 119 0 0,-2 3 33 0 0,-2 1 0 0 0,-6 36-1 0 0,2-22-41 0 0,-6 50-32 0 0,-31 228 417 0 0,42-308-524 0 0,-3 5-13 0 0,2 0 0 0 0,0 0 0 0 0,1 0 0 0 0,1 0 0 0 0,0 0-1 0 0,4 28 1 0 0,-4-44-14 0 0,0 1 0 0 0,0-1 1 0 0,0 1-1 0 0,1-1 0 0 0,-1 0 0 0 0,0 1 0 0 0,0-1 0 0 0,0 0 0 0 0,0 1 1 0 0,0-1-1 0 0,0 0 0 0 0,1 0 0 0 0,-1 1 0 0 0,0-1 0 0 0,0 0 0 0 0,0 1 0 0 0,1-1 1 0 0,-1 0-1 0 0,0 0 0 0 0,1 1 0 0 0,-1-1 0 0 0,0 0 0 0 0,0 0 0 0 0,1 0 1 0 0,-1 0-1 0 0,0 1 0 0 0,1-1 0 0 0,-1 0 0 0 0,0 0 0 0 0,1 0 0 0 0,-1 0 1 0 0,0 0-1 0 0,1 0 0 0 0,-1 0 0 0 0,0 0 0 0 0,1 0 0 0 0,8-4-5478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49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36 9218 0 0,'-2'1'4822'0'0,"-4"7"-3687"0"0,-2 6-1349 0 0,-3 6 756 0 0,1 1 0 0 0,1 1 1 0 0,1 0-1 0 0,-9 40 1 0 0,15-48-480 0 0,0-1-1 0 0,1 1 1 0 0,0-1 0 0 0,1 1-1 0 0,1 0 1 0 0,0-1 0 0 0,1 1 0 0 0,0-1-1 0 0,6 19 1 0 0,-6-27-46 0 0,-1-1 1 0 0,1 1-1 0 0,0-1 1 0 0,0 0-1 0 0,1 1 0 0 0,-1-1 1 0 0,1 0-1 0 0,0 0 1 0 0,5 5-1 0 0,-7-8-8 0 0,-1-1-1 0 0,1 1 1 0 0,0-1 0 0 0,0 1-1 0 0,-1-1 1 0 0,1 1 0 0 0,0-1 0 0 0,0 0-1 0 0,0 1 1 0 0,0-1 0 0 0,-1 0-1 0 0,1 1 1 0 0,0-1 0 0 0,0 0-1 0 0,0 0 1 0 0,0 0 0 0 0,0 0 0 0 0,0 0-1 0 0,0 0 1 0 0,-1 0 0 0 0,3 0-1 0 0,-2-1 9 0 0,1 0 1 0 0,-1 0-1 0 0,1 0 0 0 0,-1 0 0 0 0,0 0 0 0 0,0 0 0 0 0,1 0 0 0 0,-1 0 0 0 0,0-1 0 0 0,0 1 0 0 0,0 0 1 0 0,0-1-1 0 0,0 1 0 0 0,0 0 0 0 0,-1-1 0 0 0,2-1 0 0 0,59-147 87 0 0,-46 107-221 0 0,1 2-1 0 0,44-78 1 0 0,-34 81 136 0 0,-35 77 1568 0 0,1-5-1240 0 0,-18 88 470 0 0,23-102-754 0 0,1 0 1 0 0,1 1-1 0 0,0-1 0 0 0,3 22 0 0 0,6-23 53 0 0,-4-12-480 0 0,-4-7 339 0 0,0 0-1 0 0,0 0 0 0 0,0 0 0 0 0,0 0 0 0 0,0-1 1 0 0,0 1-1 0 0,0 0 0 0 0,0 0 0 0 0,0 0 0 0 0,0 0 0 0 0,0 0 1 0 0,0 0-1 0 0,0 0 0 0 0,0 0 0 0 0,0 0 0 0 0,0 0 1 0 0,0 0-1 0 0,0 0 0 0 0,0 0 0 0 0,0 0 0 0 0,0 0 0 0 0,0-1 1 0 0,0 1-1 0 0,0 0 0 0 0,0 0 0 0 0,0 0 0 0 0,0 0 1 0 0,0 0-1 0 0,0 0 0 0 0,0 0 0 0 0,0 0 0 0 0,0 0 0 0 0,0 0 1 0 0,0 0-1 0 0,0 0 0 0 0,0 0 0 0 0,0 0 0 0 0,0 0 1 0 0,0 0-1 0 0,1 0 0 0 0,-1 0 0 0 0,0 0 0 0 0,0 0 0 0 0,0 0 1 0 0,0 0-1 0 0,0 0 0 0 0,0 0 0 0 0,0 0 0 0 0,0 0 0 0 0,0 0 1 0 0,0 0-1 0 0,0 0 0 0 0,0 0 0 0 0,0 0 0 0 0,0 0 1 0 0,0 0-1 0 0,1 0 0 0 0,-1 0 0 0 0,0 0 0 0 0,0 0 0 0 0,0 0 1 0 0,0 0-1 0 0,0 0 0 0 0,0 0 0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52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38 163 6913 0 0,'0'-1'189'0'0,"1"-1"0"0"0,-1 1-1 0 0,0 0 1 0 0,1 0-1 0 0,-1 0 1 0 0,1 0 0 0 0,-1 0-1 0 0,1 1 1 0 0,-1-1-1 0 0,1 0 1 0 0,0 0-1 0 0,-1 0 1 0 0,1 0 0 0 0,0 1-1 0 0,0-1 1 0 0,0 0-1 0 0,0 0 1 0 0,-1 1-1 0 0,1-1 1 0 0,0 1 0 0 0,0-1-1 0 0,0 1 1 0 0,0-1-1 0 0,0 1 1 0 0,0 0-1 0 0,2-1 1 0 0,-1 1-126 0 0,0-1-1 0 0,-1 1 1 0 0,1 0-1 0 0,0-1 1 0 0,-1 1-1 0 0,1 0 1 0 0,0 0-1 0 0,-1 0 1 0 0,1 0-1 0 0,0 0 1 0 0,-1 1 0 0 0,1-1-1 0 0,-1 0 1 0 0,1 1-1 0 0,0-1 1 0 0,-1 1-1 0 0,4 1 1 0 0,-4 0 28 0 0,1-1 1 0 0,0 0 0 0 0,0 0-1 0 0,0 0 1 0 0,0 0-1 0 0,0 0 1 0 0,0 0-1 0 0,0 0 1 0 0,0-1 0 0 0,0 1-1 0 0,1-1 1 0 0,-1 1-1 0 0,0-1 1 0 0,0 0 0 0 0,1 0-1 0 0,-1 0 1 0 0,0 0-1 0 0,4-1 1 0 0,-2 0-44 0 0,0-1 0 0 0,1 1 0 0 0,-1-1-1 0 0,0 0 1 0 0,0 0 0 0 0,-1 0 0 0 0,1 0 0 0 0,0-1 0 0 0,4-3 0 0 0,-2 1-29 0 0,-1 0 1 0 0,1-1-1 0 0,-1 0 0 0 0,0 0 1 0 0,0 0-1 0 0,-1-1 1 0 0,0 0-1 0 0,0 1 0 0 0,0-2 1 0 0,4-10-1 0 0,-8 16 11 0 0,1-1-1 0 0,-1 1 1 0 0,0 0 0 0 0,0-1-1 0 0,0 1 1 0 0,0 0-1 0 0,0 0 1 0 0,0-1 0 0 0,-1 1-1 0 0,1 0 1 0 0,-1-1-1 0 0,1 1 1 0 0,-1 0-1 0 0,0 0 1 0 0,0 0 0 0 0,-2-3-1 0 0,3 4-5 0 0,-1 0-1 0 0,0 0 0 0 0,1 1 1 0 0,-1-1-1 0 0,0 0 0 0 0,1 0 1 0 0,-1 1-1 0 0,0-1 0 0 0,0 0 1 0 0,0 1-1 0 0,1-1 0 0 0,-1 1 1 0 0,0-1-1 0 0,0 1 0 0 0,0 0 1 0 0,0-1-1 0 0,0 1 0 0 0,0 0 1 0 0,0 0-1 0 0,0-1 0 0 0,0 1 1 0 0,0 0-1 0 0,0 0 0 0 0,0 0 1 0 0,0 0-1 0 0,0 0 0 0 0,0 1 1 0 0,0-1-1 0 0,0 0 0 0 0,0 0 1 0 0,0 1-1 0 0,0-1 0 0 0,0 1 1 0 0,0-1-1 0 0,0 0 0 0 0,0 1 1 0 0,-1 1-1 0 0,-14 8 17 0 0,0 2 1 0 0,1 0-1 0 0,0 1 0 0 0,1 0 1 0 0,1 2-1 0 0,0-1 0 0 0,-15 23 1 0 0,20-25-1 0 0,0 1 1 0 0,1 0 0 0 0,0 0 0 0 0,1 1-1 0 0,0 0 1 0 0,1 0 0 0 0,1 1 0 0 0,1-1-1 0 0,0 1 1 0 0,-2 17 0 0 0,5-29-29 0 0,-1-1 1 0 0,1 0 0 0 0,0 1 0 0 0,0-1-1 0 0,0 0 1 0 0,1 1 0 0 0,-1-1-1 0 0,0 0 1 0 0,1 0 0 0 0,-1 1 0 0 0,1-1-1 0 0,0 0 1 0 0,0 0 0 0 0,0 0-1 0 0,0 0 1 0 0,0 0 0 0 0,0 0 0 0 0,1 0-1 0 0,-1 0 1 0 0,0 0 0 0 0,3 2-1 0 0,-2-3 4 0 0,1 0-1 0 0,-1 0 1 0 0,1 0-1 0 0,-1 0 1 0 0,1-1-1 0 0,-1 1 1 0 0,1-1-1 0 0,-1 1 1 0 0,1-1-1 0 0,-1 0 1 0 0,1 0-1 0 0,0 0 0 0 0,-1 0 1 0 0,1-1-1 0 0,-1 1 1 0 0,1-1-1 0 0,-1 1 1 0 0,4-2-1 0 0,23-9-428 0 0,-2 0 1 0 0,0-2-1 0 0,0-1 0 0 0,41-30 0 0 0,-60 39 114 0 0,-3 2 99 0 0,-1 0-1 0 0,0 0 1 0 0,1-1-1 0 0,-1 0 1 0 0,-1 1-1 0 0,1-2 1 0 0,0 1-1 0 0,-1 0 1 0 0,0-1-1 0 0,0 1 1 0 0,0-1-1 0 0,-1 0 0 0 0,1 0 1 0 0,-1 0-1 0 0,0 0 1 0 0,-1-1-1 0 0,1 1 1 0 0,0-9-1 0 0,-1 8 257 0 0,-1-1 0 0 0,0 0-1 0 0,0 1 1 0 0,-1-1-1 0 0,0 0 1 0 0,0 1-1 0 0,0-1 1 0 0,-1 1-1 0 0,-4-10 1 0 0,6 15-2 0 0,0 1 0 0 0,0 0 0 0 0,0-1-1 0 0,0 1 1 0 0,0 0 0 0 0,0-1 0 0 0,0 1 0 0 0,0 0 0 0 0,-1-1 0 0 0,1 1-1 0 0,0 0 1 0 0,0-1 0 0 0,0 1 0 0 0,0 0 0 0 0,-1 0 0 0 0,1-1-1 0 0,0 1 1 0 0,0 0 0 0 0,-1 0 0 0 0,1-1 0 0 0,0 1 0 0 0,0 0 0 0 0,-1 0-1 0 0,1 0 1 0 0,0 0 0 0 0,-1-1 0 0 0,1 1 0 0 0,0 0 0 0 0,-1 0-1 0 0,1 0 1 0 0,-3 9 1599 0 0,3-8-1324 0 0,1 4-275 0 0,21 80 309 0 0,15 49-22 0 0,-33-123-326 0 0,-1-5 76 0 0,-1 1-1 0 0,1 0 0 0 0,-1 0 1 0 0,-1 0-1 0 0,2 9 0 0 0,-15-125 2659 0 0,11 95-2663 0 0,2-1 1 0 0,0 1-1 0 0,6-29 0 0 0,-7 40-99 0 0,1 0-1 0 0,0-1 1 0 0,0 1-1 0 0,1 0 1 0 0,-1 0-1 0 0,0 0 0 0 0,1 0 1 0 0,0 0-1 0 0,0 0 1 0 0,0 1-1 0 0,0-1 1 0 0,0 0-1 0 0,1 1 0 0 0,-1 0 1 0 0,1-1-1 0 0,-1 1 1 0 0,1 0-1 0 0,0 1 1 0 0,0-1-1 0 0,0 0 0 0 0,0 1 1 0 0,6-3-1 0 0,74-20-2551 0 0,-2-4-4213 0 0,-65 25 5679 0 0,-16 3 1156 0 0,0 0 0 0 0,0 0-1 0 0,0 1 1 0 0,0-1-1 0 0,0 0 1 0 0,-1 0 0 0 0,1 0-1 0 0,0 0 1 0 0,0 0 0 0 0,0 0-1 0 0,0 0 1 0 0,0 1 0 0 0,0-1-1 0 0,0 0 1 0 0,-1 0 0 0 0,1 0-1 0 0,0 0 1 0 0,0 0 0 0 0,0 1-1 0 0,0-1 1 0 0,0 0 0 0 0,0 0-1 0 0,0 0 1 0 0,0 0 0 0 0,0 1-1 0 0,0-1 1 0 0,0 0 0 0 0,0 0-1 0 0,0 0 1 0 0,0 0 0 0 0,0 1-1 0 0,0-1 1 0 0,0 0 0 0 0,0 0-1 0 0,0 0 1 0 0,1 0 0 0 0,-1 1-1 0 0,0-1 1 0 0,0 0-1 0 0,0 0 1 0 0,0 0 0 0 0,0 0-1 0 0,0 0 1 0 0,0 0 0 0 0,0 1-1 0 0,1-1 1 0 0,-1 0 0 0 0,0 0-1 0 0,0 0 1 0 0,0 0 0 0 0,0 0-1 0 0,0 0 1 0 0,1 0 0 0 0,-1 0-1 0 0,0 0 1 0 0,0 0 0 0 0,0 0-1 0 0,0 0 1 0 0,0 0 0 0 0,1 0-1 0 0,-1 0 1 0 0,0 0 0 0 0,0 0-1 0 0,-2 3 35 0 0,1 0 0 0 0,-1-1-1 0 0,0 1 1 0 0,1 0 0 0 0,-1 0-1 0 0,1 0 1 0 0,0 0 0 0 0,0 0-1 0 0,0 0 1 0 0,0 0 0 0 0,1 1-1 0 0,-1-1 1 0 0,1 0 0 0 0,0 4-1 0 0,2 51 1478 0 0,0-42-1408 0 0,-1-4-71 0 0,0 1 0 0 0,1-1 1 0 0,1 1-1 0 0,0-1 1 0 0,0 0-1 0 0,10 19 1 0 0,-12-28-62 0 0,0 0 1 0 0,1-1-1 0 0,-1 0 1 0 0,1 1-1 0 0,-1-1 1 0 0,1 0-1 0 0,0 0 1 0 0,0 0-1 0 0,0 0 1 0 0,1 0-1 0 0,-1 0 1 0 0,0-1-1 0 0,1 1 1 0 0,-1-1 0 0 0,3 2-1 0 0,-2-3-15 0 0,0 1 0 0 0,-1-1 0 0 0,1 0 0 0 0,-1 1 1 0 0,1-1-1 0 0,0 0 0 0 0,-1-1 0 0 0,1 1 0 0 0,0 0 0 0 0,-1-1 0 0 0,1 0 0 0 0,-1 1 0 0 0,1-1 0 0 0,-1 0 0 0 0,1 0 0 0 0,-1 0 1 0 0,0-1-1 0 0,1 1 0 0 0,2-3 0 0 0,0 1 108 0 0,0-1 0 0 0,0 0 0 0 0,0 0 0 0 0,-1-1 0 0 0,1 1 0 0 0,-1-1 1 0 0,0 0-1 0 0,0 0 0 0 0,-1-1 0 0 0,1 1 0 0 0,-1-1 0 0 0,-1 0 0 0 0,1 0 0 0 0,-1 0 0 0 0,0 0 0 0 0,0 0 1 0 0,1-11-1 0 0,-2 9 14 0 0,0 0 0 0 0,-1 0 0 0 0,0 0 0 0 0,0 0 0 0 0,-1 0 0 0 0,0 0 0 0 0,-1 0 0 0 0,1 0 0 0 0,-2 0 0 0 0,1 1 0 0 0,-1-1 0 0 0,0 1 0 0 0,-7-13 0 0 0,-5 7-198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53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7370 0 0,'8'8'8755'0'0,"-2"10"-8103"0"0,0 13-473 0 0,-2 0-1 0 0,-1 0 1 0 0,-1 0 0 0 0,-4 59 0 0 0,0-29 146 0 0,0 26 13 0 0,0 99 142 0 0,4-139-846 0 0,15 89 1 0 0,-12-120 85 0 0,-1-7-1024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53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29 15203 0 0,'2'-1'254'0'0,"0"-1"1"0"0,0 1-1 0 0,0 0 0 0 0,0-1 0 0 0,0 1 0 0 0,1 0 1 0 0,-1 0-1 0 0,0 1 0 0 0,0-1 0 0 0,1 0 0 0 0,-1 1 1 0 0,5-1-1 0 0,-1 0-38 0 0,-6 1-216 0 0,18-5-11 0 0,-1 2 0 0 0,22-3 0 0 0,-32 6 9 0 0,0 0 0 0 0,0 0 0 0 0,0 1 0 0 0,0 0 0 0 0,0 0 0 0 0,0 0 0 0 0,0 1 0 0 0,11 5 0 0 0,-17-7 6 0 0,27 12 237 0 0,28 15 0 0 0,-48-22-166 0 0,0-1 0 0 0,0 2 1 0 0,-1-1-1 0 0,0 1 0 0 0,0 0 0 0 0,-1 1 1 0 0,1-1-1 0 0,5 9 0 0 0,-12-14-62 0 0,1 1 1 0 0,0-1-1 0 0,-1 0 0 0 0,1 1 0 0 0,-1-1 0 0 0,0 1 0 0 0,1-1 0 0 0,-1 1 0 0 0,0-1 1 0 0,0 1-1 0 0,0-1 0 0 0,0 1 0 0 0,0-1 0 0 0,0 1 0 0 0,0-1 0 0 0,-1 1 0 0 0,1-1 1 0 0,0 0-1 0 0,-1 1 0 0 0,1-1 0 0 0,-1 1 0 0 0,0-1 0 0 0,1 0 0 0 0,-1 1 0 0 0,0-1 1 0 0,0 0-1 0 0,0 0 0 0 0,0 0 0 0 0,0 0 0 0 0,0 0 0 0 0,0 0 0 0 0,0 0 0 0 0,0 0 1 0 0,-2 1-1 0 0,-6 5 84 0 0,-1 1 0 0 0,-1-2 0 0 0,-12 7 0 0 0,13-7-14 0 0,-72 37 389 0 0,55-31-248 0 0,1 2 0 0 0,1 0 0 0 0,0 2 0 0 0,1 0 0 0 0,-28 26 0 0 0,48-38-301 0 0,1-1-1 0 0,1 1 0 0 0,-1 0 0 0 0,0 0 0 0 0,-2 5 0 0 0,5-8-57 0 0,-1-1 1 0 0,1 0-1 0 0,0 1 1 0 0,-1-1-1 0 0,1 1 1 0 0,0-1-1 0 0,0 1 1 0 0,-1-1-1 0 0,1 1 1 0 0,0 0-1 0 0,0-1 1 0 0,0 1-1 0 0,0-1 1 0 0,0 1-1 0 0,-1-1 1 0 0,1 1-1 0 0,0-1 1 0 0,1 1-1 0 0,-1 0 1 0 0,0-1-1 0 0,0 1 1 0 0,0-1-1 0 0,0 1 1 0 0,0-1-1 0 0,0 1 1 0 0,1-1-1 0 0,-1 1 1 0 0,0-1-1 0 0,0 1 1 0 0,1-1-1 0 0,-1 1 1 0 0,0-1-1 0 0,1 1 1 0 0,-1-1-1 0 0,1 1 1 0 0,-1-1-1 0 0,0 0 1 0 0,1 1-1 0 0,-1-1 1 0 0,1 0-1 0 0,-1 1 1 0 0,1-1-1 0 0,-1 0 1 0 0,1 0-1 0 0,-1 1 1 0 0,1-1-1 0 0,-1 0 1 0 0,1 0-1 0 0,0 0 1 0 0,-1 0-1 0 0,1 0 1 0 0,0 0-1 0 0,9 0-1945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53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6449 0 0,'-22'4'13341'0'0,"21"2"-11197"0"0,5 4-4516 0 0,1 5 2332 0 0,0 1 0 0 0,0-1 1 0 0,-2 1-1 0 0,3 25 0 0 0,5 23 161 0 0,-4-49-346 0 0,-7-15 142 0 0,1 0 1 0 0,-1 0 0 0 0,1 0 0 0 0,-1 0-1 0 0,1-1 1 0 0,-1 1 0 0 0,0 0-1 0 0,1 0 1 0 0,-1 0 0 0 0,1 0-1 0 0,-1-1 1 0 0,0 1 0 0 0,1 0-1 0 0,-1 0 1 0 0,1-1 0 0 0,-1 1 0 0 0,0 0-1 0 0,1-1 1 0 0,-1 1 0 0 0,0 0-1 0 0,0-1 1 0 0,1 1 0 0 0,-1 0-1 0 0,0-1 1 0 0,0 1 0 0 0,0-1 0 0 0,1 1-1 0 0,-1-1 1 0 0,0 1 0 0 0,0 0-1 0 0,0-1 1 0 0,0 1 0 0 0,0-1-1 0 0,0 0 1 0 0,4-8-5886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53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19036 0 0,'4'15'2290'0'0,"10"16"-2709"0"0,-1 1 0 0 0,-1 0 0 0 0,-2 1 0 0 0,-2 0 0 0 0,8 59 0 0 0,-14-83-1082 0 0,-1 1 1 0 0,2-1-1 0 0,5 17 0 0 0,-4-15-482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54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9674 0 0,'6'-7'960'0'0,"-4"5"-744"0"0,-1 1-1 0 0,1-1 0 0 0,-1 0 1 0 0,1 1-1 0 0,0 0 0 0 0,0-1 0 0 0,0 1 1 0 0,3-1-1 0 0,20-12 4197 0 0,-5 3-3824 0 0,1 1-1 0 0,23-8 1 0 0,-39 17-634 0 0,-1-1 0 0 0,1 1-1 0 0,1-1 1 0 0,-1 2 0 0 0,0-1 0 0 0,0 0-1 0 0,0 1 1 0 0,0 0 0 0 0,1 0 0 0 0,-1 1-1 0 0,0-1 1 0 0,0 1 0 0 0,0 0-1 0 0,9 3 1 0 0,-13-3 65 0 0,1 0 0 0 0,-1 1 0 0 0,1-1 0 0 0,-1 0 0 0 0,0 0 0 0 0,1 1 0 0 0,-1-1 0 0 0,0 1 0 0 0,0-1 0 0 0,0 1 0 0 0,0 0 0 0 0,0-1 0 0 0,0 1-1 0 0,-1 0 1 0 0,1-1 0 0 0,0 1 0 0 0,-1 0 0 0 0,0 0 0 0 0,1 0 0 0 0,-1 0 0 0 0,0 0 0 0 0,0-1 0 0 0,0 1 0 0 0,0 0 0 0 0,0 0 0 0 0,0 0 0 0 0,-1 0 0 0 0,1 0 0 0 0,-2 3 0 0 0,1 1 40 0 0,-1 1 1 0 0,0-1 0 0 0,0 1 0 0 0,-1-1 0 0 0,0 0-1 0 0,0 0 1 0 0,-4 6 0 0 0,-19 22-43 0 0,-47 71 185 0 0,31-38 1770 0 0,83-79-1029 0 0,86-44-1825 0 0,-48 10-3292 0 0,-61 34 2847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54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3225 0 0,'7'-2'13992'0'0,"9"3"-9698"0"0,9 0-4297 0 0,-6 0-31 0 0,0 1 1 0 0,31 6 0 0 0,-45-7 40 0 0,1 1-1 0 0,0 0 1 0 0,-1 0-1 0 0,0 0 1 0 0,1 1 0 0 0,-1 0-1 0 0,0 0 1 0 0,0 0 0 0 0,-1 1-1 0 0,1-1 1 0 0,-1 1-1 0 0,1 0 1 0 0,3 5 0 0 0,-8-7-9 0 0,1-1 0 0 0,0 0 1 0 0,-1 1-1 0 0,1-1 0 0 0,-1 1 1 0 0,1-1-1 0 0,-1 1 1 0 0,0-1-1 0 0,0 1 0 0 0,1-1 1 0 0,-1 1-1 0 0,0-1 0 0 0,0 1 1 0 0,0-1-1 0 0,-1 1 0 0 0,1-1 1 0 0,0 1-1 0 0,-1-1 1 0 0,1 0-1 0 0,-1 1 0 0 0,1-1 1 0 0,-1 1-1 0 0,0-1 0 0 0,1 0 1 0 0,-1 1-1 0 0,-2 1 0 0 0,-26 33-49 0 0,26-33 51 0 0,-33 31 229 0 0,-15 18 471 0 0,46-47-634 0 0,0 2 0 0 0,0-1 0 0 0,1 0 0 0 0,0 1 0 0 0,0 0 0 0 0,-5 13 0 0 0,8-18-53 0 0,1-1 1 0 0,-1 0 0 0 0,1 0-1 0 0,0 0 1 0 0,-1 1 0 0 0,1-1 0 0 0,0 0-1 0 0,0 0 1 0 0,-1 1 0 0 0,1-1-1 0 0,0 0 1 0 0,0 0 0 0 0,1 1-1 0 0,-1-1 1 0 0,0 0 0 0 0,0 1 0 0 0,1-1-1 0 0,-1 0 1 0 0,0 0 0 0 0,1 0-1 0 0,-1 1 1 0 0,2 1 0 0 0,-1-2-7 0 0,0-1 1 0 0,1 1-1 0 0,-1 0 0 0 0,0-1 1 0 0,0 1-1 0 0,0-1 0 0 0,1 1 1 0 0,-1-1-1 0 0,0 1 0 0 0,0-1 1 0 0,1 0-1 0 0,-1 0 0 0 0,0 0 1 0 0,1 0-1 0 0,-1 0 0 0 0,0 0 1 0 0,3 0-1 0 0,7-2-88 0 0,0-1 0 0 0,-1 1 0 0 0,21-10-1 0 0,-30 12 60 0 0,77-38-3574 0 0,-61 28 2052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55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65 10594 0 0,'1'-1'489'0'0,"-1"-1"-1"0"0,0 1 0 0 0,1 0 0 0 0,-1 0 1 0 0,0 0-1 0 0,1 0 0 0 0,-1 0 1 0 0,0 0-1 0 0,0-1 0 0 0,0 1 0 0 0,0 0 1 0 0,0 0-1 0 0,0 0 0 0 0,0-1 1 0 0,0 1-1 0 0,-1 0 0 0 0,1-1 0 0 0,-4-16 3258 0 0,1 11-5410 0 0,3 6 1644 0 0,-1 0 0 0 0,1 0 1 0 0,-1 0-1 0 0,0-1 1 0 0,1 1-1 0 0,-1 0 1 0 0,0 1-1 0 0,0-1 1 0 0,0 0-1 0 0,0 0 1 0 0,0 0-1 0 0,0 0 0 0 0,0 1 1 0 0,0-1-1 0 0,0 0 1 0 0,0 1-1 0 0,0-1 1 0 0,0 1-1 0 0,-1-1 1 0 0,1 1-1 0 0,0 0 1 0 0,0 0-1 0 0,-1-1 0 0 0,1 1 1 0 0,0 0-1 0 0,0 0 1 0 0,-1 0-1 0 0,1 0 1 0 0,0 0-1 0 0,0 1 1 0 0,-1-1-1 0 0,1 0 0 0 0,0 0 1 0 0,0 1-1 0 0,0-1 1 0 0,-1 1-1 0 0,1-1 1 0 0,0 1-1 0 0,-2 1 1 0 0,-2 1 42 0 0,1-1 0 0 0,-1 1 0 0 0,0 1 1 0 0,1-1-1 0 0,0 1 0 0 0,0 0 0 0 0,-7 7 0 0 0,-3 9-6 0 0,0 1 0 0 0,1 1 0 0 0,2 0 0 0 0,0 0-1 0 0,1 1 1 0 0,1 0 0 0 0,1 1 0 0 0,2 0 0 0 0,-7 44-1 0 0,9-47-1 0 0,2 1-1 0 0,1-1 1 0 0,1 1-1 0 0,2 25 0 0 0,-1-38 5 0 0,1 0 0 0 0,-1 0 0 0 0,2 0 0 0 0,-1 0-1 0 0,1-1 1 0 0,1 1 0 0 0,-1-1 0 0 0,1 1-1 0 0,1-1 1 0 0,0-1 0 0 0,0 1 0 0 0,9 11 0 0 0,-12-18-10 0 0,0 1 1 0 0,-1-1 0 0 0,1 1 0 0 0,0-1 0 0 0,0 1 0 0 0,0-1 0 0 0,0 0 0 0 0,0 0 0 0 0,0 0 0 0 0,0 0-1 0 0,0 0 1 0 0,0-1 0 0 0,0 1 0 0 0,0-1 0 0 0,1 1 0 0 0,-1-1 0 0 0,0 0 0 0 0,0 0 0 0 0,3 0-1 0 0,0 0 23 0 0,-1-1 0 0 0,0 0 0 0 0,0 0 0 0 0,0 0 0 0 0,1-1 0 0 0,-1 0 0 0 0,0 1 0 0 0,-1-1 0 0 0,6-4 0 0 0,4-3 86 0 0,-1-1 0 0 0,0-1 0 0 0,0 1 0 0 0,14-20-1 0 0,-16 17-31 0 0,-1 0-1 0 0,0 0 0 0 0,-1-1 0 0 0,-1 0 1 0 0,0-1-1 0 0,-1 0 0 0 0,0 0 0 0 0,6-30 0 0 0,-8 23 128 0 0,0 0-1 0 0,-2 0 1 0 0,-1 0-1 0 0,0 0 1 0 0,-6-44-1 0 0,-2 46 326 0 0,7 19-515 0 0,0 1 0 0 0,-1 0 0 0 0,1-1 0 0 0,0 1 0 0 0,0 0 0 0 0,-1 0 0 0 0,1-1 0 0 0,0 1 0 0 0,-1 0 0 0 0,1 0 0 0 0,0-1-1 0 0,-1 1 1 0 0,1 0 0 0 0,0 0 0 0 0,-1 0 0 0 0,1 0 0 0 0,0 0 0 0 0,-1 0 0 0 0,1 0 0 0 0,0 0 0 0 0,-1 0 0 0 0,1 0 0 0 0,-1 0 0 0 0,1 0 0 0 0,0 0 0 0 0,-1 0 0 0 0,1 0 0 0 0,-1 0 0 0 0,-1 1 7 0 0,0 0 0 0 0,1 1 0 0 0,-1-1 0 0 0,1 0 1 0 0,-1 1-1 0 0,1-1 0 0 0,-1 1 0 0 0,1 0 0 0 0,0-1 0 0 0,0 1 0 0 0,0 0 0 0 0,0 0 1 0 0,0 0-1 0 0,0 0 0 0 0,0 2 0 0 0,-7 21-28 0 0,1-1 0 0 0,1 1 0 0 0,1 0 0 0 0,1 0 0 0 0,0 35 0 0 0,4-11-31 0 0,10 90 1 0 0,-9-132 6 0 0,0 0 1 0 0,0 0 0 0 0,0 0 0 0 0,1 0 0 0 0,0-1 0 0 0,0 1 0 0 0,1-1 0 0 0,-1 1 0 0 0,1-1 0 0 0,5 7 0 0 0,-8-13 0 0 0,0 0 0 0 0,0 0 0 0 0,0 0 0 0 0,0 1 1 0 0,0-1-1 0 0,1 0 0 0 0,-1 0 0 0 0,0 0 1 0 0,0 0-1 0 0,0 0 0 0 0,0 0 0 0 0,0 0 1 0 0,0 0-1 0 0,0 0 0 0 0,0 0 0 0 0,0 0 1 0 0,0 0-1 0 0,1 0 0 0 0,-1 0 0 0 0,0 0 0 0 0,0 1 1 0 0,0-1-1 0 0,0 0 0 0 0,0 0 0 0 0,0 0 1 0 0,0 0-1 0 0,1 0 0 0 0,-1 0 0 0 0,0 0 1 0 0,0 0-1 0 0,0 0 0 0 0,0 0 0 0 0,0-1 1 0 0,0 1-1 0 0,0 0 0 0 0,0 0 0 0 0,1 0 0 0 0,-1 0 1 0 0,0 0-1 0 0,0 0 0 0 0,0 0 0 0 0,0 0 1 0 0,0 0-1 0 0,0 0 0 0 0,0 0 0 0 0,0 0 1 0 0,0 0-1 0 0,0 0 0 0 0,0-1 0 0 0,1 1 1 0 0,-1 0-1 0 0,0 0 0 0 0,0 0 0 0 0,0 0 0 0 0,0 0 1 0 0,0 0-1 0 0,0 0 0 0 0,0-1 0 0 0,1-9-2169 0 0,-3-13-1773 0 0,-2 4 1787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57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1 295 2761 0 0,'7'-21'6043'0'0,"-7"17"-5513"0"0,1 0 1 0 0,0 1 0 0 0,0 0 0 0 0,1-1-1 0 0,-1 1 1 0 0,4-5 0 0 0,4-3-126 0 0,1 0 1 0 0,1 0 0 0 0,0 1-1 0 0,1 1 1 0 0,0-1 0 0 0,0 2-1 0 0,15-8 1 0 0,-1-1-251 0 0,65-36-28 0 0,10-5-144 0 0,-90 50-163 0 0,-8 7-13 0 0,0 0-1 0 0,0-1 0 0 0,0 0 1 0 0,-1 0-1 0 0,1 0 1 0 0,0 0-1 0 0,-1 0 1 0 0,0 0-1 0 0,4-5 1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58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6 571 11146 0 0,'-1'0'12'0'0,"1"0"0"0"0,0-1 0 0 0,-1 1 0 0 0,1 0 0 0 0,0 0 0 0 0,0 0 0 0 0,-1 0 0 0 0,1-1 0 0 0,0 1 0 0 0,0 0 0 0 0,-1 0 0 0 0,1-1 0 0 0,0 1 0 0 0,0 0 0 0 0,-1 0 0 0 0,1-1 0 0 0,0 1 0 0 0,0 0 0 0 0,0-1 0 0 0,0 1-1 0 0,0 0 1 0 0,-1-1 0 0 0,1 1 0 0 0,0 0 0 0 0,0-1 0 0 0,0 1 0 0 0,0 0 0 0 0,0-1 0 0 0,0 1 0 0 0,0 0 0 0 0,0-1 0 0 0,0 1 0 0 0,1-1 0 0 0,8-12 652 0 0,27-12 567 0 0,-26 19-1084 0 0,434-266 3894 0 0,-349 223-3641 0 0,-57 31-333 0 0,-2-2 1 0 0,0-1-1 0 0,56-43 0 0 0,-64 43-65 0 0,-20 16 6 0 0,-1 0 0 0 0,0-1 0 0 0,0 1 1 0 0,-1-1-1 0 0,12-13 0 0 0,-18 19-12 0 0,0-1 0 0 0,0 1 0 0 0,0 0 0 0 0,1 0 0 0 0,-1 0 1 0 0,0 0-1 0 0,0 0 0 0 0,0 0 0 0 0,0 0 0 0 0,0 0 0 0 0,0 0 0 0 0,0-1 0 0 0,0 1 0 0 0,0 0 1 0 0,0 0-1 0 0,0 0 0 0 0,0 0 0 0 0,1 0 0 0 0,-1 0 0 0 0,0-1 0 0 0,0 1 0 0 0,0 0 0 0 0,0 0 1 0 0,0 0-1 0 0,0 0 0 0 0,0 0 0 0 0,0 0 0 0 0,0-1 0 0 0,0 1 0 0 0,0 0 0 0 0,-1 0 0 0 0,1 0 0 0 0,0 0 1 0 0,0 0-1 0 0,0 0 0 0 0,0-1 0 0 0,0 1 0 0 0,0 0 0 0 0,0 0 0 0 0,0 0 0 0 0,0 0 0 0 0,0 0 1 0 0,0 0-1 0 0,0 0 0 0 0,-1 0 0 0 0,1-1 0 0 0,0 1 0 0 0,0 0 0 0 0,0 0 0 0 0,0 0 0 0 0,0 0 1 0 0,0 0-1 0 0,-1 0 0 0 0,-9 1-484 0 0,-11 6-457 0 0,-12 22-1697 0 0,20-15 862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58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48 793 3225 0 0,'-8'3'87'0'0,"2"-1"6"0"0,1 0 0 0 0,0-1 1 0 0,-1 0-1 0 0,1 0 0 0 0,-8 0 6815 0 0,20-7-5117 0 0,37-21-1165 0 0,51-39-1166 0 0,22-35 270 0 0,64-50 1332 0 0,-127 113-136 0 0,78-40 0 0 0,-13 9 226 0 0,208-122-17 0 0,-319 187-1118 0 0,38-22 30 0 0,-43 23-38 0 0,1 1-1 0 0,0-1 1 0 0,-1 0-1 0 0,0 0 1 0 0,0 0-1 0 0,0-1 1 0 0,0 1 0 0 0,0-1-1 0 0,2-4 1 0 0,-5 8 11 0 0,1 0 0 0 0,-1-1 0 0 0,0 1 0 0 0,0 0 0 0 0,0 0 1 0 0,1 0-1 0 0,-1-1 0 0 0,0 1 0 0 0,0 0 0 0 0,0-1 0 0 0,0 1 0 0 0,0 0 1 0 0,0 0-1 0 0,1-1 0 0 0,-1 1 0 0 0,0 0 0 0 0,0 0 0 0 0,0-1 0 0 0,0 1 0 0 0,0 0 1 0 0,0-1-1 0 0,0 1 0 0 0,0 0 0 0 0,0 0 0 0 0,0-1 0 0 0,-1 1 0 0 0,1 0 1 0 0,0-1-1 0 0,0 1 0 0 0,0 0 0 0 0,0 0 0 0 0,0-1 0 0 0,0 1 0 0 0,-1 0 1 0 0,1 0-1 0 0,0-1 0 0 0,0 1 0 0 0,0 0 0 0 0,0 0 0 0 0,-1 0 0 0 0,1-1 0 0 0,-1 1 1 0 0,-14 2 241 0 0,-17 14-494 0 0,-21 20-1046 0 0,18-9-3984 0 0,14-11 79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58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12 511 10138 0 0,'0'0'175'0'0,"0"0"0"0"0,-1 0-1 0 0,1 0 1 0 0,-1 0 0 0 0,1 0 0 0 0,-1 0 0 0 0,1 0-1 0 0,-1 0 1 0 0,1 0 0 0 0,0 0 0 0 0,-1 0-1 0 0,1 0 1 0 0,-1 0 0 0 0,1 0 0 0 0,-1-1 0 0 0,1 1-1 0 0,0 0 1 0 0,-1 0 0 0 0,1-1 0 0 0,0 1-1 0 0,-1 0 1 0 0,1 0 0 0 0,0-1 0 0 0,-1 1 0 0 0,1 0-1 0 0,0-1 1 0 0,-1 1 0 0 0,1-1 0 0 0,0 1-1 0 0,0 0 1 0 0,0-1 0 0 0,-1 0 0 0 0,7-4 2743 0 0,2 0-4162 0 0,249-150 743 0 0,55-29 2514 0 0,-189 127-1853 0 0,20-11-91 0 0,-127 55-14 0 0,-15 13-75 0 0,-1 0 1 0 0,1-1 0 0 0,-1 1 0 0 0,1 0-1 0 0,-1-1 1 0 0,1 1 0 0 0,-1 0 0 0 0,1-1-1 0 0,-1 1 1 0 0,0-1 0 0 0,1 1-1 0 0,-1-1 1 0 0,1 1 0 0 0,-1-1 0 0 0,0 0-1 0 0,0 1 1 0 0,1-1 0 0 0,-1 1-1 0 0,0-1 1 0 0,0 0 0 0 0,0 1 0 0 0,0-1-1 0 0,1 1 1 0 0,-1-1 0 0 0,0 0 0 0 0,0 1-1 0 0,0-2 1 0 0,-2 2-153 0 0,1-1 1 0 0,-1 1-1 0 0,1 0 0 0 0,-1 0 1 0 0,1 0-1 0 0,-1 0 0 0 0,1 0 0 0 0,-1 0 1 0 0,1 0-1 0 0,-1 0 0 0 0,1 0 1 0 0,-1 1-1 0 0,1-1 0 0 0,0 1 0 0 0,-3 0 1 0 0,-7 4-5660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59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11 524 5985 0 0,'-10'-9'7663'0'0,"15"0"-2396"0"0,2 2-6503 0 0,-7 6 970 0 0,56-63 367 0 0,3 3-1 0 0,2 3 1 0 0,95-72 0 0 0,-104 95 380 0 0,109-55-1 0 0,-139 80-403 0 0,-3 0-74 0 0,1 1 0 0 0,0 0-1 0 0,1 2 1 0 0,27-7 0 0 0,-48 14-23 0 0,1 0 1 0 0,-1 0-1 0 0,0 0 0 0 0,0 0 1 0 0,0 0-1 0 0,0 0 0 0 0,1 0 0 0 0,-1 0 1 0 0,0 0-1 0 0,0 0 0 0 0,0 0 1 0 0,0 0-1 0 0,1 0 0 0 0,-1 0 1 0 0,0 0-1 0 0,0 0 0 0 0,0 0 0 0 0,0 0 1 0 0,1 0-1 0 0,-1 0 0 0 0,0 1 1 0 0,0-1-1 0 0,0 0 0 0 0,0 0 1 0 0,0 0-1 0 0,1 0 0 0 0,-1 0 0 0 0,0 0 1 0 0,0 0-1 0 0,0 1 0 0 0,0-1 1 0 0,0 0-1 0 0,0 0 0 0 0,0 0 1 0 0,0 0-1 0 0,0 1 0 0 0,1-1 0 0 0,-1 0 1 0 0,0 0-1 0 0,0 0 0 0 0,-2 10-543 0 0,-9 12-769 0 0,10-20 853 0 0,-7 12-3424 0 0,-1 1-1183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59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16 259 6913 0 0,'-16'0'1855'0'0,"16"0"-1785"0"0,0 0 1 0 0,0 0 0 0 0,0 0-1 0 0,0 0 1 0 0,0 0-1 0 0,0 0 1 0 0,0 0 0 0 0,0-1-1 0 0,0 1 1 0 0,0 0-1 0 0,0 0 1 0 0,0 0 0 0 0,0 0-1 0 0,0 0 1 0 0,0 0-1 0 0,0 0 1 0 0,0 0 0 0 0,0-1-1 0 0,1 0 1131 0 0,-1 1-1131 0 0,0 0 1 0 0,0 0-1 0 0,0 0 1 0 0,0 0 0 0 0,1 0-1 0 0,-1 0 1 0 0,0 0-1 0 0,22-15 7410 0 0,-11 8-8695 0 0,45-34 2613 0 0,-14 8-592 0 0,1 2 1 0 0,77-40 0 0 0,-115 69-759 0 0,2-1-19 0 0,-1 0 0 0 0,1 0 0 0 0,-1-1 0 0 0,1 1 0 0 0,-1-2 0 0 0,0 1 0 0 0,-1-1 0 0 0,1 0 0 0 0,5-6 0 0 0,-11 11-39 0 0,0-1 0 0 0,0 1-1 0 0,0 0 1 0 0,0 0-1 0 0,0-1 1 0 0,0 1 0 0 0,0 0-1 0 0,0-1 1 0 0,0 1-1 0 0,0 0 1 0 0,0-1-1 0 0,0 1 1 0 0,0 0 0 0 0,0-1-1 0 0,0 1 1 0 0,0 0-1 0 0,0-1 1 0 0,0 1-1 0 0,-1 0 1 0 0,1 0 0 0 0,0-1-1 0 0,0 1 1 0 0,0 0-1 0 0,0 0 1 0 0,-1-1 0 0 0,1 1-1 0 0,0 0 1 0 0,0 0-1 0 0,-1 0 1 0 0,1-1-1 0 0,0 1 1 0 0,0 0 0 0 0,-1 0-1 0 0,1 0 1 0 0,0 0-1 0 0,-1-1 1 0 0,1 1-1 0 0,0 0 1 0 0,-1 0 0 0 0,1 0-1 0 0,0 0 1 0 0,0 0-1 0 0,-1 0 1 0 0,1 0 0 0 0,0 0-1 0 0,-1 0 1 0 0,1 0-1 0 0,0 0 1 0 0,-1 0-1 0 0,1 0 1 0 0,0 0 0 0 0,-1 1-1 0 0,-19-1-105 0 0,20 0 142 0 0,-3 1-110 0 0,-1 0 0 0 0,1 0 0 0 0,-1 1 1 0 0,1 0-1 0 0,0 0 0 0 0,0 0 0 0 0,0 0 1 0 0,0 0-1 0 0,0 0 0 0 0,-3 4 0 0 0,0 0-781 0 0,3-4-902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00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6 298 11955 0 0,'0'-1'56'0'0,"-1"1"0"0"0,1-1 0 0 0,-1 1 1 0 0,1-1-1 0 0,0 1 0 0 0,-1-1 0 0 0,1 0 1 0 0,0 1-1 0 0,-1-1 0 0 0,1 0 0 0 0,0 1 1 0 0,0-1-1 0 0,-1 0 0 0 0,1 1 0 0 0,0-1 1 0 0,0 0-1 0 0,0 1 0 0 0,0-1 0 0 0,0 0 1 0 0,0 0-1 0 0,0 1 0 0 0,0-1 0 0 0,0 0 1 0 0,1 1-1 0 0,-1-2 0 0 0,15-12 160 0 0,-13 13-202 0 0,30-23 1019 0 0,2 2 0 0 0,0 1 0 0 0,56-24-1 0 0,64-28-20 0 0,1 0-910 0 0,-153 72-119 0 0,1 0-1 0 0,0 0 1 0 0,-1 0-1 0 0,1 1 1 0 0,0-1-1 0 0,0 0 1 0 0,4 1-1 0 0,-7 0-1 0 0,0 0 0 0 0,0 0 0 0 0,1 0 0 0 0,-1 0-1 0 0,0 0 1 0 0,0 0 0 0 0,0 0 0 0 0,0 0 0 0 0,1 0-1 0 0,-1 0 1 0 0,0 0 0 0 0,0 0 0 0 0,0 0 0 0 0,0 0-1 0 0,1 1 1 0 0,-1-1 0 0 0,0 0 0 0 0,0 0 0 0 0,0 0 0 0 0,0 0-1 0 0,0 0 1 0 0,0 0 0 0 0,1 1 0 0 0,-1-1 0 0 0,0 0-1 0 0,0 0 1 0 0,0 0 0 0 0,0 0 0 0 0,0 0 0 0 0,0 1-1 0 0,0-1 1 0 0,0 0 0 0 0,0 0 0 0 0,0 0 0 0 0,0 0 0 0 0,0 1-1 0 0,0-1 1 0 0,0 0 0 0 0,0 0 0 0 0,0 1 0 0 0,-8 12-1554 0 0,2-7-57 0 0,0 1-3779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00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3 492 14859 0 0,'0'-1'46'0'0,"0"1"0"0"0,0 0 1 0 0,-1 0-1 0 0,1 0 0 0 0,0 0 0 0 0,0-1 0 0 0,0 1 0 0 0,0 0 0 0 0,-1 0 0 0 0,1 0 0 0 0,0-1 1 0 0,0 1-1 0 0,0 0 0 0 0,0 0 0 0 0,0-1 0 0 0,0 1 0 0 0,0 0 0 0 0,0 0 0 0 0,0-1 0 0 0,0 1 1 0 0,0 0-1 0 0,0 0 0 0 0,0-1 0 0 0,0 1 0 0 0,0 0 0 0 0,0 0 0 0 0,0-1 0 0 0,0 1 0 0 0,0 0 1 0 0,0 0-1 0 0,0 0 0 0 0,0-1 0 0 0,0 1 0 0 0,0 0 0 0 0,0 0 0 0 0,1-1 0 0 0,9-10 592 0 0,23-12-742 0 0,-24 17 195 0 0,76-50-176 0 0,105-80 876 0 0,-139 97-456 0 0,1 3 0 0 0,1 2 1 0 0,2 3-1 0 0,114-48 0 0 0,-154 73-393 0 0,-1-2-1 0 0,17-10 0 0 0,-64 25-3732 0 0,20-1-1908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00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40 453 10594 0 0,'-13'8'812'0'0,"10"-7"-734"0"0,0 1-1 0 0,1-1 0 0 0,0 1 0 0 0,-1-1 1 0 0,1 1-1 0 0,0 0 0 0 0,-3 3 0 0 0,4-4 171 0 0,1 0-1 0 0,-1 0 0 0 0,1-1 0 0 0,-1 1 1 0 0,1 0-1 0 0,-1 0 0 0 0,1 0 0 0 0,0 0 1 0 0,0 0-1 0 0,0 0 0 0 0,-1 0 0 0 0,1 0 1 0 0,0 0-1 0 0,0 0 0 0 0,0 0 0 0 0,1 1 0 0 0,-1-1-236 0 0,0-1 0 0 0,0 1-1 0 0,0-1 1 0 0,1 1-1 0 0,-1-1 1 0 0,0 1 0 0 0,1-1-1 0 0,-1 1 1 0 0,0-1-1 0 0,1 0 1 0 0,-1 1 0 0 0,1-1-1 0 0,-1 0 1 0 0,1 1-1 0 0,-1-1 1 0 0,1 0-1 0 0,-1 1 1 0 0,1-1 0 0 0,-1 0-1 0 0,1 0 1 0 0,-1 0-1 0 0,1 1 1 0 0,-1-1 0 0 0,1 0-1 0 0,-1 0 1 0 0,1 0-1 0 0,0 0 1 0 0,-1 0 0 0 0,1 0-1 0 0,-1 0 1 0 0,1 0-1 0 0,-1 0 1 0 0,1-1 0 0 0,0 1-1 0 0,-1 0 1 0 0,1 0-1 0 0,-1 0 1 0 0,1-1-1 0 0,26-8-215 0 0,-22 7 191 0 0,148-74 619 0 0,-104 50 62 0 0,65-36 686 0 0,166-78-227 0 0,-245 125-1140 0 0,0-2-1 0 0,-1-1 0 0 0,-1-1 1 0 0,-1-2-1 0 0,39-33 0 0 0,-70 53 13 0 0,17-16-456 0 0,-17 16 430 0 0,0 1 0 0 0,0-1 1 0 0,-1 0-1 0 0,1 1 0 0 0,-1-1 0 0 0,1 0 0 0 0,0 1 0 0 0,-1-1 1 0 0,1 0-1 0 0,-1 0 0 0 0,0 1 0 0 0,1-1 0 0 0,-1 0 0 0 0,0 0 1 0 0,1 0-1 0 0,-1 0 0 0 0,0 1 0 0 0,0-1 0 0 0,0 0 1 0 0,0 0-1 0 0,0 0 0 0 0,0-1 0 0 0,-10-2-2987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01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21 163 10594 0 0,'-20'19'1153'0'0,"20"-18"-1076"0"0,0-1 1 0 0,0 0-1 0 0,0 0 1 0 0,0 1-1 0 0,0-1 1 0 0,0 0-1 0 0,0 1 1 0 0,0-1 0 0 0,0 0-1 0 0,0 1 1 0 0,0-1-1 0 0,0 0 1 0 0,0 0-1 0 0,0 1 1 0 0,0-1-1 0 0,0 0 1 0 0,0 1 0 0 0,1-1-1 0 0,-1 0 1 0 0,0 0-1 0 0,0 1 1 0 0,0-1-1 0 0,0 0 1 0 0,1 0 0 0 0,-1 0-1 0 0,0 1 1 0 0,0-1-1 0 0,1 0 1 0 0,-1 0-1 0 0,0 0 1 0 0,0 0-1 0 0,1 1 1 0 0,-1-1 0 0 0,0 0-1 0 0,0 0 1 0 0,1 0-1 0 0,-1 0 1 0 0,1 0-1 0 0,11 4 911 0 0,-4-7-769 0 0,1 1-1 0 0,-1-1 0 0 0,0-1 0 0 0,0 0 0 0 0,0 0 0 0 0,-1 0 0 0 0,1-1 0 0 0,12-11 1 0 0,5-1 374 0 0,2 0 263 0 0,2 1 0 0 0,56-21 0 0 0,66-13-798 0 0,-126 42-450 0 0,-22 7 75 0 0,1 0 1 0 0,-1 0-1 0 0,1 1 0 0 0,-1-1 1 0 0,1 1-1 0 0,-1 0 1 0 0,4 0-1 0 0,-4 1-480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01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6913 0 0,'4'-1'9475'0'0,"14"-5"-5791"0"0,4-1-3524 0 0,127-46 365 0 0,-52 11-6368 0 0,-81 34 4252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01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6 254 16099 0 0,'0'0'55'0'0,"-1"0"-1"0"0,1 0 1 0 0,0-1-1 0 0,-1 1 0 0 0,1 0 1 0 0,0 0-1 0 0,0 0 1 0 0,-1 0-1 0 0,1-1 0 0 0,0 1 1 0 0,0 0-1 0 0,-1 0 0 0 0,1-1 1 0 0,0 1-1 0 0,0 0 1 0 0,0 0-1 0 0,0-1 0 0 0,-1 1 1 0 0,1 0-1 0 0,0-1 1 0 0,0 1-1 0 0,0 0 0 0 0,0 0 1 0 0,0-1-1 0 0,0 1 0 0 0,0 0 1 0 0,0-1-1 0 0,0 1 1 0 0,0 0-1 0 0,0-1 0 0 0,0 1 1 0 0,0 0-1 0 0,0-1 1 0 0,0 1-1 0 0,0 0 0 0 0,0-1 1 0 0,0 1-1 0 0,0 0 0 0 0,0 0 1 0 0,1-1-1 0 0,-1 1 1 0 0,0 0-1 0 0,0-1 0 0 0,0 1 1 0 0,0 0-1 0 0,1 0 1 0 0,-1 0-1 0 0,0-1 0 0 0,0 1 1 0 0,1 0-1 0 0,-1 0 0 0 0,0 0 1 0 0,0-1-1 0 0,1 1 1 0 0,-1 0-1 0 0,0 0 0 0 0,1 0 1 0 0,-1 0-1 0 0,0 0 1 0 0,1 0-1 0 0,-1 0 0 0 0,1 0 1 0 0,4-4 7 0 0,201-119 154 0 0,-79 52-361 0 0,-105 58-442 0 0,7-3-761 0 0,-11 3-5143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02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14 408 9218 0 0,'-14'15'4038'0'0,"15"-15"-3896"0"0,-1 0 0 0 0,0 0 0 0 0,0 0 1 0 0,0 0-1 0 0,0 0 0 0 0,1 1 0 0 0,-1-1 0 0 0,0 0 0 0 0,0 0 0 0 0,0 0 0 0 0,1 0 0 0 0,-1 0 0 0 0,0 0 1 0 0,0 0-1 0 0,0 0 0 0 0,1 0 0 0 0,-1 0 0 0 0,0 0 0 0 0,0 0 0 0 0,0 0 0 0 0,1 0 0 0 0,-1 0 0 0 0,0-1 0 0 0,0 1 1 0 0,0 0-1 0 0,1 0 0 0 0,-1 0 0 0 0,0 0 0 0 0,0 0 0 0 0,0 0 0 0 0,23-8 4613 0 0,-9 2-6617 0 0,278-171 2518 0 0,-207 121 123 0 0,-28 18-536 0 0,68-42 33 0 0,-106 69-511 0 0,1 2 0 0 0,-1 0 1 0 0,2 1-1 0 0,35-9 0 0 0,-52 16-37 0 0,-2 1-110 0 0,1-1-1 0 0,-1 1 1 0 0,1-1 0 0 0,0 1-1 0 0,-1 0 1 0 0,1 0 0 0 0,0 0-1 0 0,4 0 1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02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10 297 12899 0 0,'-1'1'111'0'0,"0"-1"1"0"0,1 1-1 0 0,-1-1 0 0 0,0 1 1 0 0,1-1-1 0 0,-1 1 1 0 0,1-1-1 0 0,-1 1 0 0 0,1-1 1 0 0,-1 1-1 0 0,1 0 1 0 0,-1-1-1 0 0,1 1 0 0 0,0 0 1 0 0,-1-1-1 0 0,1 1 1 0 0,0 0-1 0 0,0 0 1 0 0,-1 0-1 0 0,1-1 0 0 0,0 1 1 0 0,0 0-1 0 0,0 0 1 0 0,0-1-1 0 0,0 1 0 0 0,0 0 1 0 0,0 0-1 0 0,0 0 1 0 0,0-1-1 0 0,1 1 0 0 0,-1 0 1 0 0,0 0-1 0 0,0-1 1 0 0,1 1-1 0 0,-1 0 0 0 0,1-1 1 0 0,-1 1-1 0 0,0 0 1 0 0,1-1-1 0 0,0 2 0 0 0,0-1-112 0 0,0-1-1 0 0,0 1 0 0 0,0-1 0 0 0,-1 1 1 0 0,1-1-1 0 0,0 1 0 0 0,0-1 0 0 0,0 0 1 0 0,0 1-1 0 0,0-1 0 0 0,0 0 0 0 0,0 0 1 0 0,0 1-1 0 0,0-1 0 0 0,0 0 0 0 0,0 0 0 0 0,0 0 1 0 0,0-1-1 0 0,0 1 0 0 0,0 0 0 0 0,0 0 1 0 0,0 0-1 0 0,0-1 0 0 0,0 1 0 0 0,15-8 207 0 0,0 1-1 0 0,-1-2 1 0 0,0 0 0 0 0,16-14-1 0 0,14-7 723 0 0,218-119 385 0 0,-133 73-1470 0 0,-111 57-732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02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18 280 18604 0 0,'-1'0'45'0'0,"-1"1"0"0"0,1-1 0 0 0,0 1 0 0 0,0-1 0 0 0,0 1 0 0 0,0-1 0 0 0,0 1 0 0 0,0 0 0 0 0,0 0 0 0 0,0-1 0 0 0,0 1 0 0 0,0 0-1 0 0,0 0 1 0 0,1 0 0 0 0,-2 1 0 0 0,2-1-6 0 0,0-1 0 0 0,1 0 0 0 0,-1 1-1 0 0,0-1 1 0 0,1 0 0 0 0,-1 1 0 0 0,0-1 0 0 0,1 0-1 0 0,-1 0 1 0 0,1 1 0 0 0,-1-1 0 0 0,0 0-1 0 0,1 0 1 0 0,-1 0 0 0 0,1 0 0 0 0,-1 0 0 0 0,0 1-1 0 0,1-1 1 0 0,-1 0 0 0 0,1 0 0 0 0,-1 0-1 0 0,1 0 1 0 0,-1 0 0 0 0,1 0 0 0 0,-1 0 0 0 0,1-1-1 0 0,5 1 156 0 0,-1 0-1 0 0,1-1 1 0 0,0 0-1 0 0,-1 0 1 0 0,1 0-1 0 0,5-3 1 0 0,236-124 516 0 0,-169 90-533 0 0,100-43-182 0 0,-165 76-354 0 0,1-1 0 0 0,-1-1-1 0 0,15-9 1 0 0,-27 16 300 0 0,-1 0-1 0 0,0 0 1 0 0,0 0 0 0 0,0 0-1 0 0,0 0 1 0 0,0 0 0 0 0,0 0 0 0 0,0 0-1 0 0,1 0 1 0 0,-1 0 0 0 0,0 0-1 0 0,0 0 1 0 0,0 0 0 0 0,0-1-1 0 0,0 1 1 0 0,0 0 0 0 0,0 0 0 0 0,0 0-1 0 0,0 0 1 0 0,0 0 0 0 0,0 0-1 0 0,0 0 1 0 0,0 0 0 0 0,1-1 0 0 0,-1 1-1 0 0,0 0 1 0 0,0 0 0 0 0,0 0-1 0 0,0 0 1 0 0,0 0 0 0 0,0 0 0 0 0,0 0-1 0 0,0-1 1 0 0,0 1 0 0 0,0 0-1 0 0,0 0 1 0 0,0 0 0 0 0,0 0 0 0 0,-1 0-1 0 0,1 0 1 0 0,0-1 0 0 0,0 1-1 0 0,0 0 1 0 0,0 0 0 0 0,0 0-1 0 0,0 0 1 0 0,0 0 0 0 0,0 0 0 0 0,0 0-1 0 0,0 0 1 0 0,0 0 0 0 0,0-1-1 0 0,-1 1 1 0 0,1 0 0 0 0,0 0 0 0 0,0 0-1 0 0,0 0 1 0 0,0 0 0 0 0,0 0-1 0 0,0 0 1 0 0,0 0 0 0 0,-1 0 0 0 0,1 0-1 0 0,0 0 1 0 0,0 0 0 0 0,0 0-1 0 0,-10-1-4448 0 0,1 3 2365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03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0 171 14283 0 0,'8'-1'6697'0'0,"43"-16"-6128"0"0,24-14-922 0 0,63-31 387 0 0,-51 12-3037 0 0,-73 41-3622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23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 3225 0 0,'0'0'240'0'0,"0"1"-55"0"0,-1 17 7869 0 0,0 5-4258 0 0,-8 56-4574 0 0,5-44 1682 0 0,-25 230-508 0 0,26-250-362 0 0,1-5 308 0 0,10-15-721 0 0,-7 4 165 0 0,-1 0-383 0 0,0 0 512 0 0,1 0-1 0 0,-1-1 1 0 0,1 1-1 0 0,0 0 1 0 0,-1 0-1 0 0,1 0 1 0 0,0-1-1 0 0,-1 1 1 0 0,1 0-1 0 0,0 0 1 0 0,1-1-1 0 0,0 0-109 0 0,2-6-477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24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340 911 5497 0 0,'17'0'467'0'0,"0"-1"0"0"0,-1-1 1 0 0,1 0-1 0 0,0-1 0 0 0,-1-1 0 0 0,0 0 0 0 0,0-1 0 0 0,0-1 0 0 0,0-1 0 0 0,-1 0 1 0 0,0-1-1 0 0,0-1 0 0 0,-1 0 0 0 0,16-14 0 0 0,-16 10-232 0 0,0 0-1 0 0,-1-1 1 0 0,0-1 0 0 0,-1 0 0 0 0,-1-1-1 0 0,0 0 1 0 0,14-32 0 0 0,-12 20 74 0 0,-1 0-1 0 0,-2-1 1 0 0,0-1 0 0 0,9-59 0 0 0,-16 64-173 0 0,-1 1-1 0 0,-1-1 1 0 0,-1 1 0 0 0,-1-1-1 0 0,-1 1 1 0 0,-10-43 0 0 0,6 44-64 0 0,-1-1 0 0 0,0 1 1 0 0,-2 0-1 0 0,-18-35 0 0 0,23 51-65 0 0,0 0 0 0 0,0 0 0 0 0,-1 1 0 0 0,0 0 0 0 0,0-1 0 0 0,-1 2 0 0 0,0-1 0 0 0,0 1 0 0 0,0-1 0 0 0,-1 2 0 0 0,1-1 0 0 0,-1 1 0 0 0,0 0 0 0 0,-1 0 0 0 0,1 1-1 0 0,0 0 1 0 0,-15-3 0 0 0,6 3 12 0 0,-1 1-1 0 0,1 1 0 0 0,-1 1 0 0 0,1 0 0 0 0,-1 1 0 0 0,0 1 0 0 0,1 1 1 0 0,0 0-1 0 0,0 1 0 0 0,-17 7 0 0 0,10-3-39 0 0,0 2 1 0 0,0 0-1 0 0,1 2 0 0 0,1 1 0 0 0,0 0 1 0 0,-21 19-1 0 0,25-17 0 0 0,1 0-1 0 0,1 2 1 0 0,1 0 0 0 0,0 0-1 0 0,1 2 1 0 0,-20 36 0 0 0,12-11 95 0 0,2 0 1 0 0,-16 53 0 0 0,32-85-61 0 0,0 1 0 0 0,0-1 0 0 0,1 1 1 0 0,1 0-1 0 0,0 0 0 0 0,0 0 0 0 0,2 0 0 0 0,-1 0 1 0 0,2 0-1 0 0,0-1 0 0 0,0 1 0 0 0,1 0 0 0 0,1-1 0 0 0,0 0 1 0 0,9 20-1 0 0,-7-22-9 0 0,-1 0 0 0 0,1-1-1 0 0,1 1 1 0 0,0-1 0 0 0,0-1 0 0 0,0 1 0 0 0,1-1-1 0 0,1-1 1 0 0,-1 0 0 0 0,1 0 0 0 0,1 0 0 0 0,-1-1 0 0 0,1-1-1 0 0,0 1 1 0 0,0-2 0 0 0,0 1 0 0 0,1-1 0 0 0,14 3-1 0 0,0-3-3 0 0,0 0-1 0 0,0-1 0 0 0,0-2 0 0 0,1-1 0 0 0,-1 0 0 0 0,40-7 0 0 0,-21-1-8 0 0,-1-2 1 0 0,79-29-1 0 0,-112 36 15 0 0,0-1 0 0 0,-1 1 1 0 0,1-2-1 0 0,-1 0 0 0 0,0 0 0 0 0,-1 0 1 0 0,1-1-1 0 0,-1 0 0 0 0,0-1 1 0 0,7-8-1 0 0,-15 15-5 0 0,1 0 0 0 0,-1 0 0 0 0,0 0 0 0 0,0 0 0 0 0,0 0 0 0 0,0 0 0 0 0,0-1 0 0 0,0 1 0 0 0,0 0 1 0 0,0 0-1 0 0,0 0 0 0 0,1 0 0 0 0,-1 0 0 0 0,0 0 0 0 0,0 0 0 0 0,0-1 0 0 0,0 1 0 0 0,0 0 0 0 0,0 0 0 0 0,0 0 0 0 0,0 0 0 0 0,0 0 1 0 0,0 0-1 0 0,0-1 0 0 0,0 1 0 0 0,0 0 0 0 0,0 0 0 0 0,0 0 0 0 0,0 0 0 0 0,0 0 0 0 0,0 0 0 0 0,0-1 0 0 0,0 1 0 0 0,0 0 0 0 0,0 0 0 0 0,0 0 1 0 0,0 0-1 0 0,-1 0 0 0 0,1 0 0 0 0,0 0 0 0 0,0-1 0 0 0,0 1 0 0 0,0 0 0 0 0,0 0 0 0 0,0 0 0 0 0,0 0 0 0 0,0 0 0 0 0,0 0 0 0 0,-1 0 1 0 0,1 0-1 0 0,0 0 0 0 0,0 0 0 0 0,0 0 0 0 0,0 0 0 0 0,0 0 0 0 0,0-1 0 0 0,-1 1 0 0 0,-11 1-134 0 0,-13 5-1738 0 0,14-2 239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27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0 670 9298 0 0,'3'0'271'0'0,"-1"-1"-1"0"0,0 0 1 0 0,0 1-1 0 0,0-1 1 0 0,0 0-1 0 0,0 0 1 0 0,0-1 0 0 0,0 1-1 0 0,0 0 1 0 0,0-1-1 0 0,0 1 1 0 0,2-4-1 0 0,29-29 473 0 0,-15 14-346 0 0,98-104 1915 0 0,-86 84-1903 0 0,45-75-1 0 0,-60 83-335 0 0,0-1 0 0 0,-3 0 1 0 0,14-56-1 0 0,4-9 411 0 0,-29 95-395 0 0,1-1 0 0 0,-1 1-1 0 0,1 0 1 0 0,0 0 0 0 0,0-1-1 0 0,0 1 1 0 0,0 0 0 0 0,1 0-1 0 0,3-3 1 0 0,-18 16 527 0 0,7-7-601 0 0,1 0 1 0 0,0 0 0 0 0,1 0-1 0 0,-1 1 1 0 0,-3 4-1 0 0,-21 33 16 0 0,2 1-1 0 0,2 2 0 0 0,1 0 0 0 0,3 1 0 0 0,2 1 0 0 0,2 1 0 0 0,1 1 0 0 0,3 0 0 0 0,2 0 0 0 0,-5 68 0 0 0,14-106-22 0 0,1 1 0 0 0,0-1 0 0 0,1 1 0 0 0,0-1 0 0 0,0 1 0 0 0,1-1 0 0 0,1 0 0 0 0,0 1 0 0 0,7 16 0 0 0,-8-22-6 0 0,1-1 0 0 0,-1 0 1 0 0,1 0-1 0 0,0 0 0 0 0,0 0 0 0 0,0 0 0 0 0,1-1 0 0 0,-1 1 0 0 0,1-1 0 0 0,0 0 0 0 0,0 0 0 0 0,0 0 0 0 0,0-1 0 0 0,1 1 1 0 0,-1-1-1 0 0,1 0 0 0 0,-1 0 0 0 0,1-1 0 0 0,0 1 0 0 0,-1-1 0 0 0,1 0 0 0 0,10 0 0 0 0,-6 0-11 0 0,0-1 0 0 0,-1-1 0 0 0,1 1-1 0 0,0-1 1 0 0,0-1 0 0 0,-1 0 0 0 0,1 0 0 0 0,-1-1-1 0 0,11-4 1 0 0,-14 5 1 0 0,0 0 1 0 0,0-1-1 0 0,-1 0 0 0 0,1 0 0 0 0,0 0 1 0 0,-1 0-1 0 0,0-1 0 0 0,0 0 0 0 0,0 0 1 0 0,0 0-1 0 0,-1 0 0 0 0,1-1 0 0 0,-1 1 1 0 0,0-1-1 0 0,4-10 0 0 0,-6 11-34 0 0,0-1 1 0 0,0 1-1 0 0,0-1 0 0 0,0 0 0 0 0,-1 0 0 0 0,0 1 1 0 0,0-1-1 0 0,0 0 0 0 0,-1 0 0 0 0,0 1 0 0 0,1-1 0 0 0,-2 0 1 0 0,1 1-1 0 0,0-1 0 0 0,-1 1 0 0 0,0 0 0 0 0,-4-8 1 0 0,-4-5-137 0 0,-1 0 0 0 0,-24-27 1 0 0,33 41 174 0 0,-26-30-439 0 0,-46-42 1 0 0,60 62 376 0 0,-1 0 1 0 0,-1 2 0 0 0,0 0-1 0 0,-1 1 1 0 0,-28-14-1 0 0,36 21 202 0 0,-1-1-1 0 0,1 2 1 0 0,-1-1-1 0 0,0 1 0 0 0,1 1 1 0 0,-17-1-1 0 0,37 10 14 0 0,11 2-401 0 0,-6-6-166 0 0,0-1 0 0 0,1-1 0 0 0,0 0 0 0 0,-1-2 0 0 0,1 0 1 0 0,0 0-1 0 0,0-2 0 0 0,26-5 0 0 0,-16 1-941 0 0,0-2 0 0 0,-1 0 1 0 0,0-1-1 0 0,36-20 0 0 0,-44 19 1243 0 0,-15 7 133 0 0,1 1 0 0 0,0-1 0 0 0,0 1 0 0 0,1 0 0 0 0,-1 0 0 0 0,0 1 0 0 0,8-3 1 0 0,-11 4 48 0 0,1 0 1 0 0,-1 0 0 0 0,1 0-1 0 0,-1 1 1 0 0,1-1 0 0 0,-1 0-1 0 0,1 1 1 0 0,-1-1 0 0 0,0 1-1 0 0,1-1 1 0 0,-1 1 0 0 0,0-1 0 0 0,1 1-1 0 0,-1 0 1 0 0,0 0 0 0 0,0 0-1 0 0,0 0 1 0 0,0 0 0 0 0,0 0-1 0 0,0 0 1 0 0,0 0 0 0 0,0 0 0 0 0,0 0-1 0 0,0 1 1 0 0,0-1 0 0 0,-1 0-1 0 0,1 1 1 0 0,-1-1 0 0 0,1 3-1 0 0,5 9 361 0 0,-1 0 0 0 0,-1 1 0 0 0,-1 0 0 0 0,4 26 0 0 0,1 62 1070 0 0,-6-60-1261 0 0,2 10 690 0 0,13 62 1 0 0,-17-114-851 0 0,0 1 1 0 0,0-1-1 0 0,1 1 1 0 0,-1-1-1 0 0,0 1 1 0 0,0-1-1 0 0,1 1 1 0 0,-1-1-1 0 0,0 1 1 0 0,0 0-1 0 0,0-1 1 0 0,0 1-1 0 0,0-1 1 0 0,0 1-1 0 0,0 0 1 0 0,0-1-1 0 0,0 1 1 0 0,0-1-1 0 0,0 1 1 0 0,-1 0-1 0 0,1-1 1 0 0,0 1-1 0 0,0-1 1 0 0,-1 1-1 0 0,1 0 1 0 0,-9-15 1591 0 0,9 13-1378 0 0,-2-5-3 0 0,-7-30-257 0 0,2-1-1 0 0,1 0 0 0 0,1 0 1 0 0,3-1-1 0 0,1 1 0 0 0,1 0 1 0 0,8-47-1 0 0,-8 80 13 0 0,1 1-1 0 0,-1 0 1 0 0,1 0 0 0 0,0-1-1 0 0,0 1 1 0 0,0 0 0 0 0,1 0-1 0 0,-1 0 1 0 0,1 0 0 0 0,-1 0-1 0 0,1 0 1 0 0,4-4 0 0 0,-4 6-76 0 0,-1 0 0 0 0,0 0 1 0 0,1 1-1 0 0,-1-1 0 0 0,1 0 0 0 0,-1 1 1 0 0,1-1-1 0 0,-1 1 0 0 0,1 0 0 0 0,-1 0 1 0 0,1-1-1 0 0,0 1 0 0 0,-1 0 0 0 0,1 0 1 0 0,-1 0-1 0 0,1 1 0 0 0,-1-1 0 0 0,1 0 1 0 0,0 1-1 0 0,-1-1 0 0 0,1 1 0 0 0,-1-1 1 0 0,0 1-1 0 0,1 0 0 0 0,-1-1 0 0 0,1 1 1 0 0,-1 0-1 0 0,2 2 0 0 0,23 12-1377 0 0,1-1-1 0 0,0-2 1 0 0,1 0-1 0 0,55 14 1 0 0,-69-22 1139 0 0,2-1 1 0 0,-1 0-1 0 0,0-2 1 0 0,0 0 0 0 0,1 0-1 0 0,-1-1 1 0 0,1-1 0 0 0,-1-1-1 0 0,0 0 1 0 0,0-1 0 0 0,21-7-1 0 0,-31 8 396 0 0,1-1 0 0 0,-1 0 0 0 0,0-1 0 0 0,1 1 0 0 0,-2-1 0 0 0,1 0-1 0 0,0 0 1 0 0,-1-1 0 0 0,0 1 0 0 0,6-9 0 0 0,-8 11 7 0 0,-1 0 1 0 0,1 0 0 0 0,-1 0-1 0 0,0 0 1 0 0,0 0 0 0 0,1 0-1 0 0,-1 0 1 0 0,-1 0-1 0 0,1-1 1 0 0,0 1 0 0 0,0 0-1 0 0,-1-1 1 0 0,1 1-1 0 0,-1-1 1 0 0,0 1 0 0 0,0 0-1 0 0,0-1 1 0 0,0 1-1 0 0,0-1 1 0 0,-1 1 0 0 0,1 0-1 0 0,-1-1 1 0 0,1 1-1 0 0,-1 0 1 0 0,0-1 0 0 0,0 1-1 0 0,0 0 1 0 0,0 0-1 0 0,-2-3 1 0 0,2 4-68 0 0,-1 0 0 0 0,1 0 0 0 0,0 0 0 0 0,-1 0 0 0 0,1 1 0 0 0,-1-1 0 0 0,1 0 0 0 0,-1 1 0 0 0,1-1 0 0 0,-1 1 0 0 0,1 0 0 0 0,-1-1 0 0 0,0 1 0 0 0,1 0 0 0 0,-1 0 0 0 0,0 0 0 0 0,1 0 0 0 0,-1 0 0 0 0,1 1 0 0 0,-1-1 0 0 0,0 0 0 0 0,1 1 0 0 0,-1-1 0 0 0,1 1 0 0 0,-1 0 0 0 0,1-1 0 0 0,-1 1 0 0 0,1 0 1 0 0,0 0-1 0 0,-2 1 0 0 0,-7 4 165 0 0,0 0 0 0 0,-15 15 1 0 0,24-20-209 0 0,-22 19 152 0 0,0 1 0 0 0,2 1 0 0 0,1 1 0 0 0,0 1 0 0 0,2 1 0 0 0,1 1 0 0 0,-15 27 0 0 0,26-40-99 0 0,1 1-1 0 0,0 0 1 0 0,1 0-1 0 0,-4 19 1 0 0,7-29-67 0 0,0 0 1 0 0,1 0-1 0 0,-1 0 1 0 0,1 0 0 0 0,0 0-1 0 0,0 0 1 0 0,0-1-1 0 0,1 1 1 0 0,-1 0-1 0 0,1 0 1 0 0,0 0-1 0 0,0 0 1 0 0,1 0-1 0 0,-1-1 1 0 0,1 1-1 0 0,-1-1 1 0 0,1 1-1 0 0,0-1 1 0 0,1 0 0 0 0,4 6-1 0 0,-5-7-10 0 0,0-1 0 0 0,0 0 0 0 0,0 0 0 0 0,0 0 0 0 0,1 0 0 0 0,-1 0 0 0 0,0 0 0 0 0,1 0 0 0 0,-1-1 0 0 0,1 0 0 0 0,-1 1 0 0 0,0-1 0 0 0,1 0 0 0 0,-1 0 0 0 0,1 0 0 0 0,-1 0 1 0 0,1-1-1 0 0,-1 1 0 0 0,1-1 0 0 0,-1 1 0 0 0,0-1 0 0 0,1 0 0 0 0,-1 0 0 0 0,3-1 0 0 0,4-3-32 0 0,0 1 1 0 0,-1-1 0 0 0,0 0-1 0 0,14-12 1 0 0,-5 2-52 0 0,-1-1-1 0 0,-1 0 1 0 0,0 0-1 0 0,-1-2 1 0 0,-1 0-1 0 0,0 0 1 0 0,-2-1-1 0 0,14-29 1 0 0,-1-10 1 0 0,-26 66 229 0 0,1-1 0 0 0,0 1 1 0 0,0 0-1 0 0,2 14 1 0 0,-2 11 12 0 0,-2-4-145 0 0,-4 69 213 0 0,7-86-348 0 0,1 0-1 0 0,0 0 1 0 0,0 0-1 0 0,2 0 0 0 0,6 22 1 0 0,-9-33 55 0 0,0 0 0 0 0,0-1 0 0 0,0 1 0 0 0,1 0-1 0 0,-1 0 1 0 0,0 0 0 0 0,1 0 0 0 0,-1-1 0 0 0,1 1 0 0 0,-1 0 0 0 0,1 0 0 0 0,-1-1 0 0 0,1 1 0 0 0,-1 0-1 0 0,1-1 1 0 0,0 1 0 0 0,-1-1 0 0 0,1 1 0 0 0,1 0 0 0 0,-2-1 10 0 0,1 0 1 0 0,-1 0-1 0 0,1 0 1 0 0,-1-1-1 0 0,1 1 1 0 0,-1 0-1 0 0,1 0 1 0 0,-1-1-1 0 0,0 1 1 0 0,1 0-1 0 0,-1-1 1 0 0,0 1-1 0 0,1 0 1 0 0,-1-1-1 0 0,0 1 1 0 0,0-1-1 0 0,1 1 1 0 0,-1 0-1 0 0,0-1 1 0 0,0 1-1 0 0,1-1 1 0 0,-1 1-1 0 0,0-1 1 0 0,0 0-1 0 0,9-36-980 0 0,4-143-455 0 0,-10 108 1716 0 0,13-73 0 0 0,-15 142-171 0 0,8-34 450 0 0,-9 36-465 0 0,0 0 0 0 0,0 1 0 0 0,0-1 0 0 0,1 0 0 0 0,-1 0 0 0 0,0 0 0 0 0,0 1 0 0 0,1-1 0 0 0,-1 0 0 0 0,1 0 0 0 0,-1 1 0 0 0,1-1 0 0 0,-1 0 0 0 0,1 1 0 0 0,-1-1 0 0 0,1 0 0 0 0,-1 1 0 0 0,1-1 0 0 0,0 1 0 0 0,-1-1 0 0 0,1 1 0 0 0,0-1 0 0 0,-1 1 0 0 0,1 0 0 0 0,0-1 0 0 0,0 1 0 0 0,0 0 0 0 0,-1-1 0 0 0,1 1 0 0 0,0 0 0 0 0,0 0 0 0 0,0 0 0 0 0,0 0 0 0 0,-1 0 0 0 0,1 0 0 0 0,2 0 0 0 0,-2 1-14 0 0,1 0-1 0 0,0 1 1 0 0,0-1-1 0 0,0 1 1 0 0,-1-1 0 0 0,1 1-1 0 0,-1-1 1 0 0,1 1 0 0 0,-1 0-1 0 0,1 0 1 0 0,-1 0-1 0 0,0 0 1 0 0,1 3 0 0 0,12 30 303 0 0,-10-23-288 0 0,2 6 69 0 0,-1 1 0 0 0,0 0 0 0 0,-2 0 0 0 0,0 1-1 0 0,0 19 1 0 0,-6 97 1005 0 0,-1-33-720 0 0,24-185-417 0 0,6-9 61 0 0,43-97 1 0 0,-66 178 18 0 0,2-1 1 0 0,-1 1 0 0 0,1 0-1 0 0,1 1 1 0 0,0-1 0 0 0,0 1-1 0 0,8-8 1 0 0,-14 16-53 0 0,1 1 0 0 0,0-1 0 0 0,0 1 0 0 0,-1-1 1 0 0,1 1-1 0 0,0-1 0 0 0,0 1 0 0 0,0 0 0 0 0,-1-1 0 0 0,1 1 0 0 0,0 0 0 0 0,0 0 0 0 0,0 0 1 0 0,0 0-1 0 0,0-1 0 0 0,0 1 0 0 0,-1 1 0 0 0,1-1 0 0 0,0 0 0 0 0,0 0 0 0 0,0 0 0 0 0,0 0 1 0 0,0 1-1 0 0,-1-1 0 0 0,1 0 0 0 0,0 0 0 0 0,0 1 0 0 0,0-1 0 0 0,-1 1 0 0 0,1-1 0 0 0,0 1 1 0 0,0-1-1 0 0,-1 1 0 0 0,1 0 0 0 0,-1-1 0 0 0,1 1 0 0 0,0 1 0 0 0,2 1 21 0 0,0 0 0 0 0,0 0 0 0 0,-1 1 0 0 0,1-1 0 0 0,-1 1 0 0 0,2 4 0 0 0,6 19 49 0 0,-2 1 1 0 0,-1 0-1 0 0,-1 0 1 0 0,-1 0-1 0 0,1 47 1 0 0,-5-60-77 0 0,0-9-37 0 0,-1 0 0 0 0,1-1 0 0 0,0 1 0 0 0,1 0 0 0 0,-1 0 0 0 0,1-1 0 0 0,1 1 0 0 0,-1-1 0 0 0,4 7-1 0 0,-5-10-73 0 0,1-1-1 0 0,-1 1 0 0 0,0 0 0 0 0,1-1 0 0 0,-1 1 1 0 0,1-1-1 0 0,0 1 0 0 0,0-1 0 0 0,-1 0 0 0 0,1 0 0 0 0,0 0 1 0 0,0 0-1 0 0,0 0 0 0 0,0 0 0 0 0,0 0 0 0 0,0-1 1 0 0,0 1-1 0 0,0-1 0 0 0,1 1 0 0 0,-1-1 0 0 0,0 0 0 0 0,0 0 1 0 0,0 0-1 0 0,0 0 0 0 0,1 0 0 0 0,-1-1 0 0 0,0 1 1 0 0,3-2-1 0 0,6-1-250 0 0,-1-1 1 0 0,1-1-1 0 0,-1 0 0 0 0,0-1 1 0 0,0 1-1 0 0,-1-2 1 0 0,0 1-1 0 0,0-2 0 0 0,0 1 1 0 0,-1-1-1 0 0,0 0 1 0 0,0-1-1 0 0,-1 0 0 0 0,7-11 1 0 0,6-11 131 0 0,-2 0 1 0 0,-1-2-1 0 0,14-37 1 0 0,-25 56 315 0 0,4-8 839 0 0,-1-1-1 0 0,8-33 1 0 0,-17 55-862 0 0,0 1 0 0 0,0 0 0 0 0,1-1 0 0 0,-1 1 0 0 0,0-1 0 0 0,0 1 0 0 0,0-1 0 0 0,0 1 0 0 0,0-1 0 0 0,0 1 0 0 0,0 0 0 0 0,0-1 0 0 0,0 1 0 0 0,0-1 0 0 0,0 1 0 0 0,0-1 0 0 0,0 1 0 0 0,0-1 0 0 0,0 1 0 0 0,-1 0 0 0 0,1-1 0 0 0,0 1 0 0 0,0-1 0 0 0,0 1 0 0 0,-1 0 0 0 0,1-1 0 0 0,0 1 0 0 0,-1 0 0 0 0,1-1 0 0 0,0 1 0 0 0,0 0 0 0 0,-1-1 0 0 0,1 1 0 0 0,-1 0 0 0 0,1 0-1 0 0,-1-1 1 0 0,0 1 64 0 0,-1 0 0 0 0,1 0-1 0 0,0 0 1 0 0,-1 0 0 0 0,1 1-1 0 0,0-1 1 0 0,-1 0 0 0 0,1 1-1 0 0,0-1 1 0 0,-1 1-1 0 0,-1 0 1 0 0,-30 20 1234 0 0,23-12-1227 0 0,0 1 0 0 0,1 0 0 0 0,0 0 0 0 0,0 1 0 0 0,1 0 0 0 0,0 0 0 0 0,1 1 0 0 0,1 0 0 0 0,0 1 0 0 0,0-1 0 0 0,2 1 0 0 0,-1 0 0 0 0,1 0 0 0 0,-2 18 0 0 0,5-26-139 0 0,1-1 0 0 0,0 0-1 0 0,0 0 1 0 0,0 0 0 0 0,1 0 0 0 0,-1 1-1 0 0,1-1 1 0 0,0 0 0 0 0,0 0 0 0 0,0 0-1 0 0,1 0 1 0 0,0 0 0 0 0,-1-1-1 0 0,1 1 1 0 0,0 0 0 0 0,1-1 0 0 0,-1 1-1 0 0,1-1 1 0 0,-1 0 0 0 0,1 0 0 0 0,0 0-1 0 0,0 0 1 0 0,1-1 0 0 0,6 5 0 0 0,6 3-48 0 0,0-1 1 0 0,1-1 0 0 0,0 0-1 0 0,24 6 1 0 0,-16-5 35 0 0,-24-9 21 0 0,-1 0 1 0 0,0 0-1 0 0,0 0 0 0 0,0 0 1 0 0,1 0-1 0 0,-1 0 1 0 0,0 1-1 0 0,0-1 0 0 0,1 0 1 0 0,-1 0-1 0 0,0 0 0 0 0,0 0 1 0 0,0 0-1 0 0,0 0 0 0 0,1 0 1 0 0,-1 1-1 0 0,0-1 0 0 0,0 0 1 0 0,0 0-1 0 0,0 0 0 0 0,1 1 1 0 0,-1-1-1 0 0,0 0 1 0 0,0 0-1 0 0,0 0 0 0 0,0 1 1 0 0,0-1-1 0 0,0 0 0 0 0,0 0 1 0 0,0 0-1 0 0,0 1 0 0 0,0-1 1 0 0,0 0-1 0 0,0 0 0 0 0,0 1 1 0 0,0-1-1 0 0,0 0 1 0 0,0 0-1 0 0,0 1 0 0 0,-9 7 229 0 0,-27 9 328 0 0,22-10-387 0 0,-20 9 263 0 0,14-7-442 0 0,1 1 0 0 0,-22 14 0 0 0,30-18-98 0 0,5-5-3852 0 0,8-6 2612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27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2 16908 0 0,'-1'0'84'0'0,"0"0"0"0"0,0-1 1 0 0,1 1-1 0 0,-1 0 1 0 0,0 0-1 0 0,0 0 0 0 0,0 0 1 0 0,1 0-1 0 0,-1 0 1 0 0,0 0-1 0 0,0 0 0 0 0,1 0 1 0 0,-1 0-1 0 0,0 0 1 0 0,0 1-1 0 0,0-1 0 0 0,1 0 1 0 0,-1 0-1 0 0,0 1 1 0 0,1-1-1 0 0,-2 1 0 0 0,-5 18-105 0 0,6-13 82 0 0,-39 169 272 0 0,-30 152 433 0 0,67-311-875 0 0,1-1 1 0 0,1 1-1 0 0,1 28 0 0 0,8-7-2602 0 0,-4-24 1149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28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219 187 6913 0 0,'-2'-45'6691'0'0,"-7"-4"-4084"0"0,7 43-2475 0 0,1 0 1 0 0,-1 0 0 0 0,0 0-1 0 0,-1 1 1 0 0,1-1 0 0 0,-1 1-1 0 0,0 0 1 0 0,-1-1 0 0 0,1 1-1 0 0,-1 1 1 0 0,0-1 0 0 0,0 0-1 0 0,-5-3 1 0 0,7 6-60 0 0,-1 0 0 0 0,1 1-1 0 0,0 0 1 0 0,-1-1 0 0 0,1 1 0 0 0,-1 0 0 0 0,0 0 0 0 0,1 0 0 0 0,-1 1 0 0 0,0-1-1 0 0,1 1 1 0 0,-1-1 0 0 0,0 1 0 0 0,0 0 0 0 0,1 0 0 0 0,-1 0 0 0 0,0 0-1 0 0,0 1 1 0 0,1-1 0 0 0,-1 1 0 0 0,0-1 0 0 0,1 1 0 0 0,-1 0 0 0 0,0 0-1 0 0,1 0 1 0 0,-1 1 0 0 0,1-1 0 0 0,0 0 0 0 0,0 1 0 0 0,-1 0 0 0 0,1 0 0 0 0,0-1-1 0 0,0 1 1 0 0,-2 3 0 0 0,-1 1 33 0 0,-1 1-1 0 0,1-1 1 0 0,0 2-1 0 0,1-1 1 0 0,0 0 0 0 0,0 1-1 0 0,0 0 1 0 0,1-1-1 0 0,-4 17 1 0 0,-2 15 134 0 0,-5 64-1 0 0,13-87-227 0 0,1 0-1 0 0,0-1 1 0 0,1 1-1 0 0,1 0 0 0 0,1-1 1 0 0,0 1-1 0 0,6 17 1 0 0,-9-31-5 0 0,1 0 0 0 0,-1 0 0 0 0,1-1 0 0 0,0 1 0 0 0,0 0 0 0 0,0 0 0 0 0,0 0 0 0 0,0-1 1 0 0,0 1-1 0 0,1-1 0 0 0,-1 1 0 0 0,1-1 0 0 0,-1 1 0 0 0,1-1 0 0 0,-1 0 0 0 0,1 0 0 0 0,0 1 0 0 0,-1-1 1 0 0,1 0-1 0 0,0-1 0 0 0,2 2 0 0 0,-1-2-13 0 0,-1 1 0 0 0,1-1 0 0 0,0 0 0 0 0,-1 0 0 0 0,1 0 0 0 0,0 0 0 0 0,-1-1 0 0 0,1 1 0 0 0,0-1 0 0 0,-1 0 0 0 0,1 1 0 0 0,0-1 0 0 0,3-3 0 0 0,4-1-58 0 0,0-1-1 0 0,-1 0 1 0 0,0-1-1 0 0,0 0 1 0 0,0-1-1 0 0,9-11 1 0 0,-4 4-74 0 0,0-1 1 0 0,-2-1-1 0 0,0 0 0 0 0,-1 0 1 0 0,0-2-1 0 0,-2 1 0 0 0,0-1 0 0 0,-1 0 1 0 0,-1-1-1 0 0,-1 0 0 0 0,6-31 1 0 0,-19 59 832 0 0,-3 11-415 0 0,4 2-120 0 0,2 1 1 0 0,-4 42-1 0 0,8-55-195 0 0,0 0 0 0 0,0-1 0 0 0,1 1-1 0 0,0 0 1 0 0,0 0 0 0 0,1-1 0 0 0,0 1 0 0 0,1-1 0 0 0,0 0-1 0 0,5 11 1 0 0,-7-16-137 0 0,1-1 0 0 0,-1 1-1 0 0,1-1 1 0 0,0 0 0 0 0,-1 1-1 0 0,1-1 1 0 0,0 0 0 0 0,0 0-1 0 0,1 0 1 0 0,-1 0-1 0 0,0-1 1 0 0,1 1 0 0 0,-1-1-1 0 0,1 1 1 0 0,-1-1 0 0 0,1 0-1 0 0,0 0 1 0 0,-1 0 0 0 0,1 0-1 0 0,0-1 1 0 0,0 1 0 0 0,0-1-1 0 0,-1 1 1 0 0,1-1 0 0 0,0 0-1 0 0,0 0 1 0 0,0 0 0 0 0,0-1-1 0 0,0 1 1 0 0,2-2 0 0 0,13-4-1966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28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160 181 8322 0 0,'0'-1'-6'0'0,"16"-89"1530"0"0,-1 1 5212 0 0,-30 221-3091 0 0,0 76-2857 0 0,8-95-299 0 0,-1 170-792 0 0,9-283 259 0 0,-1 1-1 0 0,0-1 1 0 0,0 0 0 0 0,0 1-1 0 0,0-1 1 0 0,0 1-1 0 0,0-1 1 0 0,0 0-1 0 0,0 1 1 0 0,0-1 0 0 0,0 0-1 0 0,0 1 1 0 0,0-1-1 0 0,0 0 1 0 0,0 1 0 0 0,0-1-1 0 0,0 1 1 0 0,0-1-1 0 0,0 0 1 0 0,0 1-1 0 0,-1-1 1 0 0,1 0 0 0 0,0 0-1 0 0,0 1 1 0 0,0-1-1 0 0,-1 0 1 0 0,1 1 0 0 0,0-1-1 0 0,0 0 1 0 0,-1 0-1 0 0,1 1 1 0 0,0-1-1 0 0,-1 0 1 0 0,1 0 0 0 0,0 0-1 0 0,-1 0 1 0 0,1 1-1 0 0,0-1 1 0 0,-1 0-1 0 0,-12-11-1476 0 0,-8-21 126 0 0,3-3 1202 0 0,2-1-1 0 0,1-1 1 0 0,2 0-1 0 0,2 0 1 0 0,1-1-1 0 0,2-1 1 0 0,2 0-1 0 0,1 0 1 0 0,1-65-1 0 0,4 97 384 0 0,0 0 0 0 0,1 0-1 0 0,-1 0 1 0 0,1 0 0 0 0,1 0-1 0 0,-1 0 1 0 0,1 1 0 0 0,0-1-1 0 0,1 0 1 0 0,4-8 0 0 0,-5 13-90 0 0,0-1 1 0 0,0 1-1 0 0,0-1 0 0 0,0 1 1 0 0,0 0-1 0 0,0 0 0 0 0,1 0 1 0 0,-1 0-1 0 0,1 0 0 0 0,-1 1 1 0 0,1-1-1 0 0,0 1 0 0 0,0-1 1 0 0,0 1-1 0 0,0 0 0 0 0,0 0 1 0 0,0 0-1 0 0,0 1 0 0 0,0-1 1 0 0,0 1-1 0 0,0 0 0 0 0,0 0 1 0 0,0 0-1 0 0,0 0 0 0 0,4 1 1 0 0,3 0-121 0 0,-1 2 1 0 0,1-1 0 0 0,-1 1 0 0 0,0 1-1 0 0,0-1 1 0 0,0 2 0 0 0,0-1-1 0 0,-1 1 1 0 0,14 11 0 0 0,27 13-2457 0 0,-23-15-1139 0 0,-13-9 1758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28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39 263 6913 0 0,'2'-3'6028'0'0,"-4"8"-959"0"0,1 0-4732 0 0,-16 156 3024 0 0,-3 70-2307 0 0,19-219-1242 0 0,1 45 111 0 0,1-52-467 0 0,-1-1-1 0 0,1 0 1 0 0,0 0 0 0 0,0 0-1 0 0,0 0 1 0 0,2 4 0 0 0</inkml:trace>
  <inkml:trace contextRef="#ctx0" brushRef="#br0" timeOffset="1">105 52 8290 0 0,'0'-4'740'0'0,"1"-1"0"0"0,0 1 0 0 0,0 0 0 0 0,0 0 1 0 0,0 0-1 0 0,1 0 0 0 0,-1 0 0 0 0,1 0 0 0 0,0 1 0 0 0,0-1 1 0 0,4-3-1 0 0,-6 6-715 0 0,0 1 1 0 0,0 0-1 0 0,1 0 1 0 0,-1 0-1 0 0,0 0 1 0 0,1 0-1 0 0,-1 1 1 0 0,0-1 0 0 0,1 0-1 0 0,-1 0 1 0 0,0 0-1 0 0,1 0 1 0 0,-1 0-1 0 0,0 0 1 0 0,0 0-1 0 0,1 1 1 0 0,-1-1-1 0 0,0 0 1 0 0,1 0 0 0 0,-1 0-1 0 0,0 1 1 0 0,0-1-1 0 0,0 0 1 0 0,1 0-1 0 0,-1 1 1 0 0,0-1-1 0 0,0 0 1 0 0,0 1-1 0 0,0-1 1 0 0,1 0-1 0 0,-1 0 1 0 0,0 1 0 0 0,0-1-1 0 0,0 0 1 0 0,0 1-1 0 0,0-1 1 0 0,0 0-1 0 0,0 1 1 0 0,0-1-1 0 0,0 0 1 0 0,0 1-1 0 0,3 18-22 0 0,-3-17 38 0 0,13 102-2223 0 0,-9-82-3658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29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39 147 13707 0 0,'-2'1'116'0'0,"1"1"1"0"0,-1 0-1 0 0,0 0 0 0 0,1 0 1 0 0,-1 0-1 0 0,1 0 0 0 0,0 1 1 0 0,0-1-1 0 0,-1 0 1 0 0,2 1-1 0 0,-1-1 0 0 0,0 0 1 0 0,-1 6-1 0 0,-3 37-213 0 0,3-22 301 0 0,0-5-146 0 0,-3 12 242 0 0,2 0 0 0 0,1 0 0 0 0,2 34 0 0 0,0-62-262 0 0,0 0 0 0 0,0 1 0 0 0,0-1 0 0 0,1 1 0 0 0,-1-1 1 0 0,1 1-1 0 0,0-1 0 0 0,-1 0 0 0 0,1 1 0 0 0,0-1 0 0 0,1 0 0 0 0,-1 0 0 0 0,0 0 1 0 0,0 0-1 0 0,1 0 0 0 0,-1 0 0 0 0,1 0 0 0 0,0 0 0 0 0,0 0 0 0 0,0-1 0 0 0,-1 1 0 0 0,1-1 1 0 0,1 0-1 0 0,-1 1 0 0 0,0-1 0 0 0,3 1 0 0 0,-2-1-22 0 0,0-1 0 0 0,-1 0 0 0 0,1 1 0 0 0,0-1 0 0 0,0 0 0 0 0,0-1 0 0 0,0 1 0 0 0,0 0 0 0 0,0-1 0 0 0,-1 0 0 0 0,1 1 0 0 0,0-1 0 0 0,0 0-1 0 0,-1-1 1 0 0,1 1 0 0 0,0 0 0 0 0,-1-1 0 0 0,0 0 0 0 0,1 1 0 0 0,-1-1 0 0 0,4-4 0 0 0,-1 1 18 0 0,-1 0 0 0 0,0-1-1 0 0,0 1 1 0 0,0-1 0 0 0,0 0-1 0 0,-1 0 1 0 0,0 0 0 0 0,-1-1-1 0 0,1 1 1 0 0,-1-1 0 0 0,0 1 0 0 0,-1-1-1 0 0,0 0 1 0 0,0 0 0 0 0,0 1-1 0 0,-1-15 1 0 0,-1-7 446 0 0,-2 0 1 0 0,-10-48-1 0 0,10 61-349 0 0,2 8-60 0 0,-13-49 419 0 0,13 52-438 0 0,-1 1 0 0 0,1-1 0 0 0,-1 1 0 0 0,1-1 0 0 0,-1 1 1 0 0,0 0-1 0 0,0-1 0 0 0,-1 1 0 0 0,1 0 0 0 0,-1 0 0 0 0,1 1 0 0 0,-5-4 1 0 0,7 6-49 0 0,0 0 1 0 0,0 0 0 0 0,0 0 0 0 0,0 0 0 0 0,0 0 0 0 0,0 0 0 0 0,0 0 0 0 0,0 0 0 0 0,0 1 0 0 0,0-1 0 0 0,0 0 0 0 0,0 0-1 0 0,0 0 1 0 0,0 0 0 0 0,0 0 0 0 0,0 0 0 0 0,0 0 0 0 0,0 0 0 0 0,0 0 0 0 0,0 0 0 0 0,0 0 0 0 0,0 1 0 0 0,0-1-1 0 0,0 0 1 0 0,0 0 0 0 0,0 0 0 0 0,0 0 0 0 0,0 0 0 0 0,0 0 0 0 0,-1 0 0 0 0,1 0 0 0 0,0 0 0 0 0,0 0 0 0 0,0 0-1 0 0,0 0 1 0 0,0 0 0 0 0,0 0 0 0 0,0 0 0 0 0,0 0 0 0 0,0 0 0 0 0,0 0 0 0 0,0 0 0 0 0,-1 0 0 0 0,1 0 0 0 0,0 0-1 0 0,0 0 1 0 0,0 0 0 0 0,0 0 0 0 0,0 0 0 0 0,0 0 0 0 0,0 0 0 0 0,0 0 0 0 0,0 0 0 0 0,0 0 0 0 0,0 0 0 0 0,-1 0-1 0 0,1 0 1 0 0,0 0 0 0 0,0 0 0 0 0,0 0 0 0 0,0-1 0 0 0,5 13-278 0 0,10 13-616 0 0,-9-18 479 0 0,0 0-1 0 0,1-1 1 0 0,0 0 0 0 0,1 0-1 0 0,-1-1 1 0 0,1 0 0 0 0,0 0-1 0 0,0-1 1 0 0,0 0 0 0 0,11 3-1 0 0,-5-1-592 0 0,-1 0-1 0 0,23 15 1 0 0,-31-17 990 0 0,0 0 0 0 0,-1 0 1 0 0,0 1-1 0 0,0-1 0 0 0,0 1 1 0 0,0 0-1 0 0,-1 0 0 0 0,0 0 0 0 0,0 1 1 0 0,0-1-1 0 0,-1 1 0 0 0,0 0 1 0 0,0-1-1 0 0,0 1 0 0 0,-1 0 1 0 0,0 0-1 0 0,1 8 0 0 0,-1 4 603 0 0,0 0-1 0 0,-1 0 1 0 0,-1 0-1 0 0,-5 26 1 0 0,46-135 1708 0 0,-16 32-1983 0 0,3 0-1 0 0,58-92 1 0 0,-80 144-150 0 0,0 1-1 0 0,0 0 0 0 0,1 0 1 0 0,0 0-1 0 0,0 0 1 0 0,0 1-1 0 0,9-6 1 0 0,-12 9-48 0 0,1 0 1 0 0,0 0 0 0 0,0 0 0 0 0,-1 0 0 0 0,1 0 0 0 0,0 1-1 0 0,0-1 1 0 0,1 1 0 0 0,-1 0 0 0 0,0 1 0 0 0,0-1-1 0 0,0 1 1 0 0,1 0 0 0 0,-1 0 0 0 0,6 0 0 0 0,-8 1-69 0 0,0 0 1 0 0,0 0-1 0 0,0 0 0 0 0,0 0 1 0 0,0 0-1 0 0,0 0 1 0 0,0 0-1 0 0,-1 1 0 0 0,1-1 1 0 0,0 0-1 0 0,-1 1 1 0 0,1 0-1 0 0,-1-1 0 0 0,1 1 1 0 0,-1 0-1 0 0,0 0 1 0 0,0 0-1 0 0,2 3 0 0 0,13 41 761 0 0,-13-36-592 0 0,5 19 125 0 0,-2-1 1 0 0,-1 0 0 0 0,2 37 0 0 0,-5 89 546 0 0,-2-107-832 0 0,0-35-247 0 0,-2 37 325 0 0,2-45-535 0 0,-1-1 1 0 0,1 0-1 0 0,-1 1 0 0 0,0-1 1 0 0,0 0-1 0 0,-3 5 0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31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61 9218 0 0,'-1'-1'133'0'0,"0"1"0"0"0,1-1 0 0 0,-1 0 0 0 0,0 0 0 0 0,1 0 0 0 0,-1 0 0 0 0,1 1 0 0 0,0-1 0 0 0,-1 0 0 0 0,1 0 0 0 0,0 0 0 0 0,-1 0 0 0 0,1 0 0 0 0,0 0 0 0 0,0 0 0 0 0,0 0 0 0 0,0 0 0 0 0,0 0 0 0 0,0 0 0 0 0,0 0 0 0 0,0 0 0 0 0,0 0 0 0 0,0 0 0 0 0,1 0 0 0 0,-1 0 0 0 0,0 0 0 0 0,1 0 0 0 0,-1 0 0 0 0,0 0 0 0 0,1 0 0 0 0,-1 1 0 0 0,1-1 0 0 0,0 0 0 0 0,-1 0 0 0 0,1 0 0 0 0,0 1 0 0 0,-1-1 0 0 0,3-1 0 0 0,0-1 254 0 0,0 1 0 0 0,0-1 0 0 0,1 1 0 0 0,-1 0 0 0 0,1 0 0 0 0,0 0 0 0 0,-1 0 0 0 0,1 1 0 0 0,5-2 0 0 0,-1 2-301 0 0,0 0 0 0 0,0 0 0 0 0,0 1 0 0 0,0 0 0 0 0,0 1 0 0 0,0 0 0 0 0,0 0 0 0 0,-1 0 0 0 0,1 1 0 0 0,0 0 0 0 0,-1 1 0 0 0,1 0 0 0 0,-1 0 0 0 0,0 1 1 0 0,1-1-1 0 0,-2 2 0 0 0,1-1 0 0 0,-1 1 0 0 0,1 0 0 0 0,-1 0 0 0 0,0 0 0 0 0,-1 1 0 0 0,0 0 0 0 0,0 0 0 0 0,0 1 0 0 0,0-1 0 0 0,5 13 0 0 0,-9-16-84 0 0,0 1 0 0 0,-1 0-1 0 0,0-1 1 0 0,1 1 0 0 0,-1-1 0 0 0,0 1-1 0 0,-1 0 1 0 0,1-1 0 0 0,-1 1-1 0 0,1-1 1 0 0,-1 1 0 0 0,0-1-1 0 0,0 1 1 0 0,-1-1 0 0 0,-1 4-1 0 0,-3 6 20 0 0,-1 0-1 0 0,-11 15 0 0 0,-2-2 10 0 0,-2-1-1 0 0,0-1 1 0 0,-32 26 0 0 0,40-37 6 0 0,-74 58-24 0 0,88-71 8 0 0,-1 0 0 0 0,1 0 0 0 0,-1 1 1 0 0,1-1-1 0 0,-1 0 0 0 0,1 0 0 0 0,-1 1 0 0 0,1-1 0 0 0,-1 1 0 0 0,1-1 0 0 0,0 0 0 0 0,-1 1 0 0 0,1-1 0 0 0,0 1 1 0 0,-1-1-1 0 0,1 1 0 0 0,0-1 0 0 0,-1 1 0 0 0,1-1 0 0 0,0 1 0 0 0,0-1 0 0 0,0 1 0 0 0,-1-1 0 0 0,1 1 0 0 0,0-1 1 0 0,0 1-1 0 0,0-1 0 0 0,0 1 0 0 0,0 0 0 0 0,0-1 0 0 0,0 1 0 0 0,0 0 0 0 0,1 0 20 0 0,1-1-1 0 0,-1 1 1 0 0,0-1 0 0 0,0 0-1 0 0,0 1 1 0 0,0-1-1 0 0,0 0 1 0 0,1 0-1 0 0,-1 0 1 0 0,0 0 0 0 0,0 0-1 0 0,0 0 1 0 0,3 0-1 0 0,44-8 674 0 0,38-15-602 0 0,89-17-38 0 0,-155 39-1888 0 0,-20 1 1773 0 0,0 0-1 0 0,0 0 0 0 0,1 0 0 0 0,-1 0 1 0 0,0 0-1 0 0,0 0 0 0 0,1 0 1 0 0,-1 0-1 0 0,0 0 0 0 0,0 0 1 0 0,1 0-1 0 0,-1 0 0 0 0,0 0 1 0 0,0 0-1 0 0,1 0 0 0 0,-1 0 1 0 0,0 0-1 0 0,0 1 0 0 0,1-1 1 0 0,-1 0-1 0 0,0 0 0 0 0,0 0 1 0 0,0 0-1 0 0,1 0 0 0 0,-1 0 1 0 0,0 1-1 0 0,0-1 0 0 0,0 0 0 0 0,1 0 1 0 0,-1 0-1 0 0,0 1 0 0 0,0-1 1 0 0,0 0-1 0 0,0 0 0 0 0,0 1 1 0 0,0-1-1 0 0,1 0 0 0 0,-1 0 1 0 0,0 1-1 0 0,0-1 0 0 0,0 0 1 0 0,0 0-1 0 0,0 1 0 0 0,0-1 1 0 0,0 0-1 0 0,0 0 0 0 0,0 1 1 0 0,0-1-1 0 0,0 0 0 0 0,0 0 1 0 0,0 1-1 0 0,-1-1 0 0 0,1 0 0 0 0,0 0 1 0 0,0 1-1 0 0,0-1 0 0 0,0 0 1 0 0,0 0-1 0 0,0 1 0 0 0,-1-1 1 0 0,1 0-1 0 0,0 0 0 0 0,-3 3-1718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32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439 900 10138 0 0,'13'-1'681'0'0,"0"0"1"0"0,-1-1-1 0 0,1 0 0 0 0,-1-1 1 0 0,1 0-1 0 0,-1-1 0 0 0,0-1 0 0 0,0 0 1 0 0,17-10-1 0 0,9-8 266 0 0,49-39 0 0 0,-56 38-140 0 0,-15 11-633 0 0,-1 0 0 0 0,0 0 0 0 0,-1-2 0 0 0,0 0 0 0 0,-2 0 0 0 0,0-1 0 0 0,0-1 0 0 0,-2 0 0 0 0,0 0 0 0 0,15-37 0 0 0,-20 40-139 0 0,0-1 0 0 0,-1 1-1 0 0,-1-1 1 0 0,0 1 0 0 0,-1-1 0 0 0,-1 0-1 0 0,0 0 1 0 0,-1 0 0 0 0,0 0 0 0 0,-1 0-1 0 0,-1 0 1 0 0,-1 0 0 0 0,0 0 0 0 0,-1 1-1 0 0,-6-17 1 0 0,2 12-18 0 0,0 1 0 0 0,-1 0 0 0 0,-1 1 0 0 0,-1 0 1 0 0,0 1-1 0 0,-2 0 0 0 0,1 0 0 0 0,-2 2 0 0 0,0-1 0 0 0,-1 2 0 0 0,0 0 0 0 0,-1 1 0 0 0,0 0 0 0 0,-1 1 1 0 0,0 1-1 0 0,-36-14 0 0 0,37 17-17 0 0,-1 1 0 0 0,0 1 0 0 0,0 1 0 0 0,-1 1 0 0 0,1 0 0 0 0,-1 1 0 0 0,1 1 0 0 0,-1 0 0 0 0,1 2 0 0 0,-1 0 0 0 0,0 1 0 0 0,1 0 0 0 0,0 2 0 0 0,0 0 0 0 0,0 1 0 0 0,0 0 0 0 0,0 2 0 0 0,1 0 0 0 0,0 1 0 0 0,1 0 0 0 0,0 1 0 0 0,0 1 0 0 0,1 0 0 0 0,-20 19 0 0 0,15-10-15 0 0,0 1 0 0 0,1 0-1 0 0,1 2 1 0 0,2 0 0 0 0,0 0 0 0 0,1 2 0 0 0,1 0 0 0 0,1 0 0 0 0,1 1-1 0 0,2 0 1 0 0,0 1 0 0 0,2 0 0 0 0,1 1 0 0 0,1-1 0 0 0,1 1 0 0 0,-1 39-1 0 0,5-51 11 0 0,1 0 0 0 0,1 0 0 0 0,0-1 0 0 0,1 1 0 0 0,1-1 0 0 0,0 1 0 0 0,1-1 0 0 0,0-1 0 0 0,1 1 0 0 0,1-1 0 0 0,0 0-1 0 0,1 0 1 0 0,0-1 0 0 0,1 0 0 0 0,0 0 0 0 0,1-1 0 0 0,20 18 0 0 0,-15-17 30 0 0,1 0-1 0 0,0-1 1 0 0,0 0-1 0 0,2-2 1 0 0,-1 0-1 0 0,1-1 1 0 0,0 0-1 0 0,1-2 1 0 0,0 0-1 0 0,0-1 1 0 0,0-1-1 0 0,0-1 1 0 0,21 1-1 0 0,1-4 2 0 0,1-1 0 0 0,-1-2-1 0 0,0-3 1 0 0,0 0 0 0 0,-1-3-1 0 0,1-2 1 0 0,56-22 0 0 0,-73 22 16 0 0,-1-1 1 0 0,-1 0 0 0 0,0-2-1 0 0,-1-1 1 0 0,32-28-1 0 0,-35 28-28 0 0,-16 14-11 0 0,-1 1-1 0 0,0-1 1 0 0,0 0-1 0 0,0 0 1 0 0,0 0 0 0 0,0 0-1 0 0,0 0 1 0 0,0 0-1 0 0,0 0 1 0 0,0 0-1 0 0,0 0 1 0 0,-1 0-1 0 0,1-1 1 0 0,0 1 0 0 0,-1 0-1 0 0,1 0 1 0 0,-1-1-1 0 0,1 1 1 0 0,-1 0-1 0 0,0-1 1 0 0,1 1-1 0 0,-1 0 1 0 0,0-1 0 0 0,0 1-1 0 0,0-1 1 0 0,0 1-1 0 0,0 0 1 0 0,0-1-1 0 0,-1 1 1 0 0,1-1-1 0 0,0 1 1 0 0,-1-2 0 0 0,-1 2-134 0 0,1-1 1 0 0,-1 0 0 0 0,1 1-1 0 0,-1-1 1 0 0,1 1 0 0 0,-1 0-1 0 0,0-1 1 0 0,0 1 0 0 0,0 0-1 0 0,0 0 1 0 0,0 0 0 0 0,0 1 0 0 0,0-1-1 0 0,0 0 1 0 0,0 1 0 0 0,0-1-1 0 0,0 1 1 0 0,0 0 0 0 0,-5-1-1 0 0,-6 1-1681 0 0,-1 2-76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35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18 7802 0 0,'4'-12'1114'0'0,"-4"12"-1040"0"0,0 0 0 0 0,0 0 1 0 0,0-1-1 0 0,0 1 1 0 0,0 0-1 0 0,0 0 0 0 0,0 0 1 0 0,0-1-1 0 0,0 1 0 0 0,0 0 1 0 0,0 0-1 0 0,0-1 0 0 0,-1 1 1 0 0,1 0-1 0 0,0 0 1 0 0,0 0-1 0 0,0-1 0 0 0,0 1 1 0 0,0 0-1 0 0,0 0 0 0 0,-1 0 1 0 0,1-1-1 0 0,0 1 0 0 0,0 0 1 0 0,0 0-1 0 0,-1 0 0 0 0,1 0 1 0 0,0 0-1 0 0,0 0 1 0 0,0-1-1 0 0,-1 1 0 0 0,1 0 1 0 0,0 0-1 0 0,0 0 0 0 0,-1 0 1 0 0,1 0-1 0 0,0 0 0 0 0,0 0 1 0 0,0 0-1 0 0,-1 0 1 0 0,0 0 1419 0 0,-3 1-859 0 0,-1 1-456 0 0,0-1 1 0 0,1 1 0 0 0,-1 0-1 0 0,0 0 1 0 0,1 1 0 0 0,-1 0-1 0 0,1-1 1 0 0,0 1-1 0 0,0 1 1 0 0,0-1 0 0 0,-5 6-1 0 0,3-1 19 0 0,-1 0-1 0 0,1 1 0 0 0,1-1 1 0 0,-1 1-1 0 0,-4 12 0 0 0,-2 11 162 0 0,1 0-1 0 0,-10 49 0 0 0,20-79-334 0 0,-15 62 315 0 0,2-12 34 0 0,3 1-1 0 0,-9 96 0 0 0,20-142-357 0 0,0 0-1 0 0,0 0 1 0 0,1 0-1 0 0,0-1 1 0 0,0 1-1 0 0,1 0 1 0 0,4 10-1 0 0,-6-15-11 0 0,2 1 0 0 0,-1-1-1 0 0,0 1 1 0 0,1-1 0 0 0,-1 1 0 0 0,1-1-1 0 0,-1 0 1 0 0,1 0 0 0 0,0 0 0 0 0,0 0-1 0 0,0 0 1 0 0,0 0 0 0 0,1-1-1 0 0,-1 1 1 0 0,0-1 0 0 0,1 1 0 0 0,-1-1-1 0 0,1 0 1 0 0,-1 0 0 0 0,1 0 0 0 0,4 1-1 0 0,-3-2-45 0 0,0 0-1 0 0,-1 0 1 0 0,1 0-1 0 0,0-1 1 0 0,0 1-1 0 0,-1-1 1 0 0,1 0-1 0 0,0 0 1 0 0,-1 0-1 0 0,1 0 1 0 0,-1-1-1 0 0,1 0 1 0 0,-1 1-1 0 0,0-1 1 0 0,0 0-1 0 0,6-6 0 0 0,-7 7 10 0 0,0-1-1 0 0,0 1 0 0 0,0-1 1 0 0,0 0-1 0 0,0 0 0 0 0,-1 0 1 0 0,1 0-1 0 0,-1 0 0 0 0,1 0 1 0 0,-1 0-1 0 0,0-1 0 0 0,0 1 1 0 0,0 0-1 0 0,0-1 0 0 0,0 1 0 0 0,-1-1 1 0 0,1 1-1 0 0,-1-1 0 0 0,0 1 1 0 0,1-1-1 0 0,-1 0 0 0 0,0 1 1 0 0,0-1-1 0 0,-1 1 0 0 0,0-4 1 0 0,-1-1-170 0 0,-1 1 1 0 0,0 0-1 0 0,0 0 0 0 0,-1 1 1 0 0,0-1-1 0 0,0 1 1 0 0,0-1-1 0 0,0 1 1 0 0,-1 1-1 0 0,-6-6 1 0 0,-8-5-605 0 0,-31-20-1 0 0,13 11-200 0 0,-85-59-1994 0 0,38 33 3792 0 0,83 50-684 0 0,0-1 0 0 0,0 1 1 0 0,1-1-1 0 0,-1 1 0 0 0,0-1 0 0 0,0 1 0 0 0,0-1 1 0 0,0 1-1 0 0,1 0 0 0 0,-1-1 0 0 0,0 1 1 0 0,0 0-1 0 0,0 0 0 0 0,0 0 0 0 0,0 0 1 0 0,0 0-1 0 0,0 0 0 0 0,0 0 0 0 0,0 0 1 0 0,0 0-1 0 0,0 0 0 0 0,0 0 0 0 0,1 1 1 0 0,-1-1-1 0 0,0 0 0 0 0,-1 1 0 0 0,2 0 9 0 0,0 0-1 0 0,-1 0 1 0 0,1 0-1 0 0,0 0 1 0 0,0 0-1 0 0,0-1 1 0 0,0 1-1 0 0,1 0 0 0 0,-1 0 1 0 0,0 0-1 0 0,0 0 1 0 0,1 0-1 0 0,-1 0 1 0 0,0-1-1 0 0,1 1 1 0 0,-1 0-1 0 0,0 0 1 0 0,1 0-1 0 0,0-1 1 0 0,-1 1-1 0 0,1 0 1 0 0,-1-1-1 0 0,1 1 1 0 0,0 0-1 0 0,-1-1 0 0 0,1 1 1 0 0,1 0-1 0 0,5 5-13 0 0,0 0-1 0 0,1 0 1 0 0,0 0 0 0 0,0-1-1 0 0,1 0 1 0 0,-1-1-1 0 0,1 0 1 0 0,0 0-1 0 0,0-1 1 0 0,0 0-1 0 0,1-1 1 0 0,17 3-1 0 0,8-2-61 0 0,-1-1 0 0 0,45-4 0 0 0,-39 0 59 0 0,-12 2-268 0 0,0-2 1 0 0,-1-2-1 0 0,1 0 1 0 0,-1-1-1 0 0,0-2 0 0 0,-1-1 1 0 0,50-22-1 0 0,-57 19-623 0 0,-3-4-35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36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0 12179 0 0,'-1'1'75'0'0,"-1"0"0"0"0,1 0 0 0 0,-1 0 1 0 0,1 0-1 0 0,-1 0 0 0 0,1 0 1 0 0,0 0-1 0 0,0 1 0 0 0,-1-1 0 0 0,1 0 1 0 0,0 1-1 0 0,0-1 0 0 0,0 1 1 0 0,1-1-1 0 0,-1 1 0 0 0,0-1 0 0 0,0 1 1 0 0,0 2-1 0 0,-6 36-262 0 0,4-20 317 0 0,-28 168 521 0 0,-23 114 2086 0 0,51-291-2499 0 0,1 0 1 0 0,1 0-1 0 0,0 16 0 0 0,0-24-204 0 0,1-1 0 0 0,0 0 0 0 0,0 0 0 0 0,1 0-1 0 0,-1 0 1 0 0,0 0 0 0 0,1 0 0 0 0,-1 0 0 0 0,1 0-1 0 0,0 0 1 0 0,0 0 0 0 0,0 0 0 0 0,-1 0 0 0 0,2 0-1 0 0,-1 0 1 0 0,0 0 0 0 0,0-1 0 0 0,1 1-1 0 0,-1 0 1 0 0,1-1 0 0 0,-1 0 0 0 0,1 1 0 0 0,0-1-1 0 0,-1 0 1 0 0,4 2 0 0 0,-5-3-28 0 0,1 0 0 0 0,0 0 0 0 0,0 1 0 0 0,-1-1 0 0 0,1 0 0 0 0,0 0 0 0 0,-1 0 0 0 0,1 0 0 0 0,0-1 0 0 0,0 1-1 0 0,-1 0 1 0 0,1 0 0 0 0,0 0 0 0 0,-1 0 0 0 0,1-1 0 0 0,0 1 0 0 0,-1 0 0 0 0,1-1 0 0 0,0 1 0 0 0,-1 0 0 0 0,1-1 0 0 0,-1 1 0 0 0,1-1 0 0 0,-1 1 0 0 0,1-1 0 0 0,-1 1 0 0 0,1-1 0 0 0,-1 0 0 0 0,1 1 0 0 0,-1-1-1 0 0,0 1 1 0 0,1-2 0 0 0,11-25 68 0 0,-10 21-31 0 0,12-36 50 0 0,-2-1-1 0 0,9-62 0 0 0,-6 27-98 0 0,-12 66 44 0 0,0 1-1 0 0,10-20 0 0 0,-9 22 27 0 0,-4 9-59 0 0,0-1 0 0 0,0 1-1 0 0,0 0 1 0 0,0 0 0 0 0,0 0-1 0 0,0 0 1 0 0,0 0 0 0 0,0 0 0 0 0,0 0-1 0 0,0 0 1 0 0,0 0 0 0 0,0-1-1 0 0,0 1 1 0 0,0 0 0 0 0,0 0-1 0 0,0 0 1 0 0,0 0 0 0 0,0 0 0 0 0,0 0-1 0 0,1 0 1 0 0,-1 0 0 0 0,0 0-1 0 0,0 0 1 0 0,0 0 0 0 0,0 0 0 0 0,0 0-1 0 0,0 0 1 0 0,0 0 0 0 0,0 0-1 0 0,0 0 1 0 0,1 0 0 0 0,-1-1-1 0 0,0 1 1 0 0,0 0 0 0 0,0 0 0 0 0,0 0-1 0 0,0 0 1 0 0,0 0 0 0 0,0 1-1 0 0,0-1 1 0 0,0 0 0 0 0,1 0-1 0 0,-1 0 1 0 0,0 0 0 0 0,0 0 0 0 0,0 0-1 0 0,0 0 1 0 0,0 0 0 0 0,0 0-1 0 0,0 0 1 0 0,0 0 0 0 0,0 0 0 0 0,0 0-1 0 0,1 0 1 0 0,-1 0 0 0 0,0 0-1 0 0,0 0 1 0 0,0 0 0 0 0,0 1-1 0 0,0-1 1 0 0,5 10 174 0 0,1 12 85 0 0,-1 17 287 0 0,1 60 0 0 0,-5-62-521 0 0,2-1 0 0 0,7 40 0 0 0,-9-70-93 0 0,2 11-686 0 0,-3-17 590 0 0,0 1 0 0 0,0-1 0 0 0,0 1 0 0 0,1-1 0 0 0,-1 1 0 0 0,0-1 0 0 0,0 1 0 0 0,0-1 0 0 0,1 0 0 0 0,-1 1 0 0 0,0-1 0 0 0,1 0 0 0 0,-1 1 0 0 0,0-1 0 0 0,1 0 0 0 0,-1 1 0 0 0,0-1 0 0 0,1 0 0 0 0,-1 1 0 0 0,1-1 0 0 0,-1 0 0 0 0,0 0 0 0 0,1 0 0 0 0,-1 1 0 0 0,1-1 0 0 0,-1 0 0 0 0,2 0 0 0 0,1-1-2164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36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33 279 5065 0 0,'26'-23'2684'0'0,"0"1"1"0"0,51-30-1 0 0,-52 36-2125 0 0,0-1 1 0 0,-1-1-1 0 0,-1-1 1 0 0,26-27-1 0 0,-47 44-481 0 0,1-1-1 0 0,-1-1 0 0 0,1 1 0 0 0,-1 0 0 0 0,0-1 1 0 0,0 1-1 0 0,-1-1 0 0 0,1 1 0 0 0,1-5 0 0 0,-3 7-58 0 0,0-1 0 0 0,0 1-1 0 0,0 0 1 0 0,0 0 0 0 0,0 0 0 0 0,0 0-1 0 0,0 0 1 0 0,-1 0 0 0 0,1 0-1 0 0,0 0 1 0 0,0 0 0 0 0,-1 0 0 0 0,1 1-1 0 0,-1-1 1 0 0,1 0 0 0 0,-1 0-1 0 0,1 0 1 0 0,-1 0 0 0 0,0 0 0 0 0,1 1-1 0 0,-1-1 1 0 0,0 0 0 0 0,0 1-1 0 0,1-1 1 0 0,-1 0 0 0 0,0 1-1 0 0,0-1 1 0 0,0 1 0 0 0,0-1 0 0 0,0 1-1 0 0,0-1 1 0 0,0 1 0 0 0,0 0-1 0 0,0 0 1 0 0,0-1 0 0 0,0 1 0 0 0,0 0-1 0 0,0 0 1 0 0,-1 0 0 0 0,-6 0 9 0 0,1-1 1 0 0,-1 1-1 0 0,1 0 1 0 0,-1 1-1 0 0,1 0 1 0 0,-1 0-1 0 0,1 1 1 0 0,0 0-1 0 0,0 0 1 0 0,0 0-1 0 0,0 1 0 0 0,-10 6 1 0 0,0 0-22 0 0,0 1 1 0 0,1 1-1 0 0,-25 21 1 0 0,30-22 54 0 0,1 0 1 0 0,0 1-1 0 0,0 1 1 0 0,1 0-1 0 0,1 0 1 0 0,0 0 0 0 0,0 1-1 0 0,1 0 1 0 0,1 1-1 0 0,-5 16 1 0 0,8-24-29 0 0,1 1 1 0 0,1-1 0 0 0,-1 1 0 0 0,1-1-1 0 0,0 1 1 0 0,1 0 0 0 0,0-1 0 0 0,0 1-1 0 0,0 0 1 0 0,1-1 0 0 0,0 1 0 0 0,0 0-1 0 0,0-1 1 0 0,1 1 0 0 0,0-1 0 0 0,1 0-1 0 0,-1 0 1 0 0,1 0 0 0 0,0 0-1 0 0,1 0 1 0 0,-1 0 0 0 0,1-1 0 0 0,0 0-1 0 0,9 9 1 0 0,-9-10-21 0 0,1 0 1 0 0,0 0-1 0 0,0-1 0 0 0,0 0 0 0 0,0 0 1 0 0,0 0-1 0 0,1-1 0 0 0,-1 0 0 0 0,1 0 1 0 0,0 0-1 0 0,-1-1 0 0 0,12 2 1 0 0,-7-2-15 0 0,-1-1 0 0 0,1 0 0 0 0,0 0 0 0 0,-1-1 0 0 0,1-1 0 0 0,-1 0 0 0 0,15-4 0 0 0,-11 2-53 0 0,0-1-1 0 0,1-1 0 0 0,-2 0 1 0 0,1-1-1 0 0,-1 0 0 0 0,0-1 1 0 0,-1-1-1 0 0,1 0 0 0 0,-2 0 1 0 0,19-20-1 0 0,-21 18-48 0 0,-1-1-1 0 0,0 1 0 0 0,0-1 1 0 0,-1-1-1 0 0,5-15 1 0 0,19-69-537 0 0,-18 55 386 0 0,-5 10 191 0 0,-5 23 74 0 0,0 0 0 0 0,0 0 1 0 0,7-17-1 0 0,-9 30 136 0 0,0 0 1 0 0,0 0 0 0 0,0 1 0 0 0,0-1-1 0 0,0 0 1 0 0,3 7 0 0 0,-1 5 98 0 0,2 71 410 0 0,-3-40-492 0 0,2 1 0 0 0,17 82 0 0 0,-17-96 447 0 0,-13-64 1189 0 0,4 14-1436 0 0,1-6 44 0 0,0-1 0 0 0,1 1 0 0 0,0-25 0 0 0,3 36-352 0 0,1-1 1 0 0,1 1-1 0 0,0-1 1 0 0,0 1-1 0 0,1-1 0 0 0,1 1 1 0 0,6-19-1 0 0,-7 26-59 0 0,-1 1 1 0 0,1 0-1 0 0,0 0 0 0 0,0 0 0 0 0,0 0 0 0 0,0 1 0 0 0,0-1 0 0 0,1 1 0 0 0,-1-1 0 0 0,1 1 0 0 0,0 0 1 0 0,-1 0-1 0 0,1 0 0 0 0,0 0 0 0 0,0 0 0 0 0,1 1 0 0 0,-1-1 0 0 0,0 1 0 0 0,0 0 0 0 0,1 0 1 0 0,-1 0-1 0 0,1 0 0 0 0,5 0 0 0 0,-2 1-348 0 0,0 0 0 0 0,-1 0 0 0 0,1 0 0 0 0,12 3 0 0 0,-11-1-1354 0 0,-1 0-1 0 0,1 0 1 0 0,12 6 0 0 0,-5 1-5263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37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176 185 11058 0 0,'6'-10'918'0'0,"0"1"-1"0"0,1-1 1 0 0,15-15 0 0 0,-17 19-848 0 0,1 1 0 0 0,-1-1 0 0 0,0-1 0 0 0,-1 1 0 0 0,0-1 0 0 0,0 1 0 0 0,0-1 0 0 0,-1 0 0 0 0,0-1 0 0 0,4-11 0 0 0,-7 18-39 0 0,1-1-1 0 0,-1 1 1 0 0,1-1-1 0 0,-1 1 1 0 0,0 0-1 0 0,0-1 1 0 0,0 1-1 0 0,0-1 1 0 0,0 1-1 0 0,0-1 1 0 0,0 1-1 0 0,0 0 1 0 0,0-1-1 0 0,-1 1 1 0 0,1-1-1 0 0,0 1 0 0 0,-1 0 1 0 0,0-1-1 0 0,1 1 1 0 0,-1 0-1 0 0,0-1 1 0 0,1 1-1 0 0,-1 0 1 0 0,0 0-1 0 0,0 0 1 0 0,0 0-1 0 0,0 0 1 0 0,0 0-1 0 0,0 0 1 0 0,-1 0-1 0 0,1 0 1 0 0,0 1-1 0 0,0-1 1 0 0,-1 0-1 0 0,1 1 1 0 0,0-1-1 0 0,-1 1 1 0 0,1-1-1 0 0,-2 1 1 0 0,-1-1 91 0 0,0 1 1 0 0,-1 0 0 0 0,1 0 0 0 0,0 0-1 0 0,0 1 1 0 0,0-1 0 0 0,0 1 0 0 0,0 0 0 0 0,0 1-1 0 0,0-1 1 0 0,0 0 0 0 0,-6 4 0 0 0,-2 3 36 0 0,0 0 0 0 0,1 0 1 0 0,0 1-1 0 0,0 1 0 0 0,1 0 1 0 0,0 0-1 0 0,1 1 0 0 0,-15 22 1 0 0,12-14-54 0 0,1 0 1 0 0,1 0 0 0 0,0 1-1 0 0,2 1 1 0 0,-6 22-1 0 0,12-36-69 0 0,0 0 0 0 0,1 0 0 0 0,0 0 0 0 0,0 0-1 0 0,0 0 1 0 0,1 0 0 0 0,1 0 0 0 0,-1 0 0 0 0,1 0 0 0 0,0 0-1 0 0,1 0 1 0 0,-1 0 0 0 0,1 0 0 0 0,4 9 0 0 0,-4-12-5 0 0,0-1 0 0 0,1 1 0 0 0,-1 0 0 0 0,1-1 0 0 0,0 0 0 0 0,-1 1 0 0 0,1-1 0 0 0,1 0 0 0 0,-1-1 0 0 0,0 1 0 0 0,1-1 0 0 0,-1 1 0 0 0,1-1 0 0 0,0 0 0 0 0,0 0 0 0 0,0 0 0 0 0,0-1 0 0 0,0 0 0 0 0,0 0 0 0 0,0 0 0 0 0,0 0 0 0 0,1 0 0 0 0,-1-1 0 0 0,8 0 0 0 0,-1 0 40 0 0,0-1 1 0 0,0 0-1 0 0,0 0 1 0 0,0-2 0 0 0,0 1-1 0 0,-1-1 1 0 0,1-1-1 0 0,-1 0 1 0 0,0 0-1 0 0,0-1 1 0 0,0 0 0 0 0,-1-1-1 0 0,0 0 1 0 0,0-1-1 0 0,0 0 1 0 0,-1 0-1 0 0,0-1 1 0 0,14-16 0 0 0,-17 18-252 0 0,9-13 538 0 0,-16 12-1527 0 0,-11 7-2240 0 0,6 0 1456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37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84 210 9674 0 0,'0'0'53'0'0,"0"0"0"0"0,0-1 0 0 0,-1 1 0 0 0,1 0 1 0 0,0-1-1 0 0,-1 1 0 0 0,1 0 0 0 0,0 0 0 0 0,-1-1 0 0 0,1 1 0 0 0,0 0 0 0 0,-1 0 0 0 0,1 0 1 0 0,-1-1-1 0 0,1 1 0 0 0,0 0 0 0 0,-1 0 0 0 0,1 0 0 0 0,-1 0 0 0 0,1 0 0 0 0,0 0 0 0 0,-1 0 1 0 0,1 0-1 0 0,-1 0 0 0 0,1 0 0 0 0,-1 0 0 0 0,1 0 0 0 0,0 0 0 0 0,-1 0 0 0 0,1 0 0 0 0,-1 0 1 0 0,1 1-1 0 0,-1-1 0 0 0,1 0 0 0 0,0 0 0 0 0,-1 0 0 0 0,1 1 0 0 0,0-1 0 0 0,-1 0 0 0 0,1 0 0 0 0,0 1 1 0 0,-1-1-1 0 0,1 0 0 0 0,0 1 0 0 0,0-1 0 0 0,-1 0 0 0 0,1 1 0 0 0,0-1 0 0 0,0 1 0 0 0,0-1 1 0 0,-1 1-1 0 0,-8 27 3399 0 0,7-19-3125 0 0,-3 10 171 0 0,-12 37 980 0 0,-15 84 1 0 0,32-135-1334 0 0,-1 0 0 0 0,1 1 1 0 0,0-1-1 0 0,0 0 1 0 0,2 7-1 0 0,-2-11-138 0 0,0 1 0 0 0,0-1 0 0 0,1 1 0 0 0,-1-1 0 0 0,1 0 0 0 0,-1 1 0 0 0,1-1 0 0 0,-1 1 0 0 0,1-1 0 0 0,0 0-1 0 0,0 0 1 0 0,-1 1 0 0 0,1-1 0 0 0,0 0 0 0 0,0 0 0 0 0,0 0 0 0 0,1 0 0 0 0,-1 0 0 0 0,0 0 0 0 0,0 0 0 0 0,0 0 0 0 0,2 0 0 0 0,-2-1-68 0 0,0 0 0 0 0,0 0 0 0 0,-1 0 0 0 0,1 0 1 0 0,0 0-1 0 0,0 0 0 0 0,-1 0 0 0 0,1 0 0 0 0,0 0 0 0 0,0-1 0 0 0,-1 1 1 0 0,1 0-1 0 0,0-1 0 0 0,-1 1 0 0 0,1 0 0 0 0,0-1 0 0 0,-1 1 0 0 0,1-1 1 0 0,-1 1-1 0 0,1-1 0 0 0,-1 1 0 0 0,1-1 0 0 0,-1 1 0 0 0,1-1 1 0 0,-1 0-1 0 0,1 1 0 0 0,-1-1 0 0 0,0 0 0 0 0,1 1 0 0 0,-1-1 0 0 0,0-1 1 0 0,11-26-1254 0 0,-10 23 1013 0 0,7-23-1197 0 0,-1-1 0 0 0,-1 1 0 0 0,-2-1-1 0 0,1-32 1 0 0,-8-116-306 0 0,3 164 1762 0 0,-2-95 607 0 0,-1 97 775 0 0,-2 10 1389 0 0,4 2-2525 0 0,1 0 0 0 0,-1 0-1 0 0,0 0 1 0 0,1 0 0 0 0,-1 0 0 0 0,1 0-1 0 0,-1 0 1 0 0,1 0 0 0 0,-1 0-1 0 0,1 0 1 0 0,0 0 0 0 0,-1 0 0 0 0,1 0-1 0 0,0 0 1 0 0,0 2 0 0 0,-2 15 62 0 0,2 0 1 0 0,0 0 0 0 0,3 21-1 0 0,-2-32-697 0 0,0-1 0 0 0,0 1 0 0 0,1 0 0 0 0,0-1 0 0 0,1 1 0 0 0,0-1 1 0 0,0 0-1 0 0,0 1 0 0 0,0-1 0 0 0,1-1 0 0 0,7 9 0 0 0,2-2-1295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37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8 10138 0 0,'0'-1'56'0'0,"0"1"0"0"0,0 0 1 0 0,0-1-1 0 0,0 1 0 0 0,0 0 0 0 0,-1-1 0 0 0,1 1 0 0 0,0 0 0 0 0,0-1 0 0 0,0 1 0 0 0,-1 0 1 0 0,1-1-1 0 0,0 1 0 0 0,0 0 0 0 0,-1 0 0 0 0,1-1 0 0 0,0 1 0 0 0,-1 0 0 0 0,1 0 1 0 0,0-1-1 0 0,-1 1 0 0 0,1 0 0 0 0,0 0 0 0 0,-1 0 0 0 0,1 0 0 0 0,-1 0 0 0 0,1 0 1 0 0,0 0-1 0 0,-1 0 0 0 0,1 0 0 0 0,0-1 0 0 0,-1 2 0 0 0,1-1 0 0 0,-1 0 0 0 0,1 0 0 0 0,0 0 1 0 0,-1 0-1 0 0,1 0 0 0 0,0 0 0 0 0,-1 0 0 0 0,1 0 0 0 0,-1 0 0 0 0,1 1 0 0 0,0-1 1 0 0,-1 0-1 0 0,1 0 0 0 0,0 1 0 0 0,-1-1 0 0 0,-22 11 1923 0 0,21-9-1907 0 0,-22 10 445 0 0,-44 27 258 0 0,62-35-682 0 0,0 0 1 0 0,1 1-1 0 0,0-1 1 0 0,0 1 0 0 0,0 0-1 0 0,1 0 1 0 0,-1 1-1 0 0,-6 10 1 0 0,11-15-77 0 0,-1 0 1 0 0,0 1-1 0 0,1-1 1 0 0,-1 1-1 0 0,1-1 1 0 0,-1 1-1 0 0,1-1 1 0 0,0 1-1 0 0,-1-1 1 0 0,1 1-1 0 0,0 0 1 0 0,0-1-1 0 0,0 1 1 0 0,0-1-1 0 0,1 1 1 0 0,-1-1-1 0 0,0 1 1 0 0,1-1-1 0 0,-1 1 1 0 0,1-1-1 0 0,0 2 1 0 0,1 0 43 0 0,-1 0 0 0 0,1-1 1 0 0,0 1-1 0 0,0-1 0 0 0,0 0 1 0 0,1 0-1 0 0,-1 0 1 0 0,0 0-1 0 0,1 0 0 0 0,3 2 1 0 0,5 2 169 0 0,2 0 1 0 0,-1-1 0 0 0,24 7 0 0 0,10 1-221 0 0,-15-4 27 0 0,0 0-1 0 0,0 2 1 0 0,-1 1-1 0 0,35 20 1 0 0,-59-29 87 0 0,0 1 1 0 0,-1 0 0 0 0,1 0-1 0 0,-1 0 1 0 0,0 1 0 0 0,7 9-1 0 0,-11-13-71 0 0,0 0-1 0 0,-1 0 0 0 0,1 0 0 0 0,0 0 0 0 0,-1 0 0 0 0,1 0 0 0 0,-1 0 0 0 0,0 1 0 0 0,1-1 0 0 0,-1 0 0 0 0,0 0 0 0 0,0 1 0 0 0,1-1 1 0 0,-1 0-1 0 0,0 0 0 0 0,0 1 0 0 0,-1-1 0 0 0,1 0 0 0 0,0 0 0 0 0,0 0 0 0 0,-1 1 0 0 0,1-1 0 0 0,0 0 0 0 0,-1 0 0 0 0,1 0 0 0 0,-1 0 1 0 0,0 1-1 0 0,1-1 0 0 0,-1 0 0 0 0,0 0 0 0 0,0 0 0 0 0,1 0 0 0 0,-1-1 0 0 0,0 1 0 0 0,0 0 0 0 0,0 0 0 0 0,0 0 0 0 0,0-1 1 0 0,0 1-1 0 0,-1-1 0 0 0,1 1 0 0 0,-1 0 0 0 0,-8 4 258 0 0,0 0 1 0 0,0-1-1 0 0,0 0 0 0 0,-1 0 1 0 0,1-1-1 0 0,-17 2 1 0 0,-67 4 844 0 0,61-7-834 0 0,29-1-324 0 0,-73 2 469 0 0,70-4-643 0 0,-1 1 0 0 0,0-1 1 0 0,0 0-1 0 0,1 0 0 0 0,-1-1 0 0 0,0 0 0 0 0,-10-5 0 0 0,15 5-913 0 0,2 1-50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39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 97 12787 0 0,'-18'-32'1651'0'0,"15"26"-1556"0"0,0-1 0 0 0,-1 1 0 0 0,1 0 1 0 0,-8-9-1 0 0,8 13-69 0 0,1 0 0 0 0,0 0-1 0 0,-1 0 1 0 0,0 0 0 0 0,1 0 0 0 0,-1 0 0 0 0,0 1-1 0 0,0 0 1 0 0,0-1 0 0 0,0 1 0 0 0,0 0 0 0 0,0 0-1 0 0,-7 0 1 0 0,1 0 73 0 0,0 0 0 0 0,0 1-1 0 0,0 0 1 0 0,0 1 0 0 0,0 0 0 0 0,0 0-1 0 0,0 1 1 0 0,0 0 0 0 0,0 1 0 0 0,0 0-1 0 0,1 0 1 0 0,0 1 0 0 0,-1 0-1 0 0,1 1 1 0 0,1 0 0 0 0,-1 0 0 0 0,1 0-1 0 0,0 1 1 0 0,0 0 0 0 0,0 0 0 0 0,-5 8-1 0 0,0 0 5 0 0,0 0 0 0 0,2 1 0 0 0,0 0 0 0 0,1 1 0 0 0,0 0-1 0 0,1 0 1 0 0,1 1 0 0 0,0 0 0 0 0,-6 30 0 0 0,10-36-76 0 0,1 0 0 0 0,1 1 0 0 0,0-1 0 0 0,0 1 0 0 0,1 0 0 0 0,1-1 0 0 0,0 1 0 0 0,0-1 0 0 0,4 14 0 0 0,-4-22-20 0 0,0 1 0 0 0,0 0 0 0 0,1 0 0 0 0,0 0 0 0 0,0-1 0 0 0,0 1 0 0 0,0-1 0 0 0,0 0 0 0 0,0 1 0 0 0,1-1 0 0 0,0 0 0 0 0,0 0 0 0 0,0-1 0 0 0,0 1 0 0 0,0-1 0 0 0,0 1 0 0 0,1-1 0 0 0,-1 0 0 0 0,1 0 0 0 0,-1 0 0 0 0,1-1 0 0 0,0 1 0 0 0,0-1 0 0 0,0 0 0 0 0,0 0 0 0 0,0-1 0 0 0,0 1 0 0 0,0-1 0 0 0,4 1 0 0 0,1-2-7 0 0,1 0-1 0 0,-1 0 1 0 0,1 0-1 0 0,-1-1 1 0 0,0-1-1 0 0,1 0 1 0 0,-1 0-1 0 0,-1-1 1 0 0,1 0-1 0 0,15-9 1 0 0,-6 1-83 0 0,0-1 0 0 0,0 0 1 0 0,24-25-1 0 0,-34 30 44 0 0,-1-1 0 0 0,0 1-1 0 0,0-1 1 0 0,-1-1 0 0 0,0 1 0 0 0,-1-1 0 0 0,0 0 0 0 0,-1 0 0 0 0,5-15-1 0 0,-7 20 119 0 0,-1 0-1 0 0,0 1 1 0 0,0-1 0 0 0,0 0-1 0 0,-1 0 1 0 0,0 0-1 0 0,0 0 1 0 0,0 0-1 0 0,0 0 1 0 0,-1 0-1 0 0,0 0 1 0 0,0 1 0 0 0,0-1-1 0 0,0 0 1 0 0,-1 0-1 0 0,0 1 1 0 0,0-1-1 0 0,0 1 1 0 0,-1 0-1 0 0,1-1 1 0 0,-1 1 0 0 0,0 0-1 0 0,-4-3 1 0 0,7 7-61 0 0,0-1 0 0 0,0 1 0 0 0,0 0 0 0 0,0 0 0 0 0,-1 0 0 0 0,1-1 1 0 0,0 1-1 0 0,0 0 0 0 0,0 0 0 0 0,-1 0 0 0 0,1 0 0 0 0,0-1 0 0 0,0 1 1 0 0,-1 0-1 0 0,1 0 0 0 0,0 0 0 0 0,0 0 0 0 0,-1 0 0 0 0,1 0 0 0 0,0 0 1 0 0,-1 0-1 0 0,1 0 0 0 0,0 0 0 0 0,0 0 0 0 0,-1 0 0 0 0,1 0 0 0 0,0 0 1 0 0,0 0-1 0 0,-1 0 0 0 0,1 0 0 0 0,0 0 0 0 0,0 1 0 0 0,-1-1 0 0 0,1 0 1 0 0,0 0-1 0 0,0 0 0 0 0,-1 0 0 0 0,1 0 0 0 0,0 1 0 0 0,0-1 0 0 0,0 0 1 0 0,-1 0-1 0 0,1 0 0 0 0,0 1 0 0 0,0-1 0 0 0,0 0 0 0 0,0 0 0 0 0,0 1 1 0 0,-1-1-1 0 0,1 0 0 0 0,0 0 0 0 0,0 1 0 0 0,0-1 0 0 0,0 0 0 0 0,0 0 1 0 0,0 1-1 0 0,0-1 0 0 0,0 0 0 0 0,0 0 0 0 0,0 1 0 0 0,0-1 0 0 0,0 0 1 0 0,0 1-1 0 0,0-1 0 0 0,0 0 0 0 0,0 20 330 0 0,4 15-298 0 0,2 1 1 0 0,1-1-1 0 0,22 61 0 0 0,-15-53-6 0 0,15 77 1 0 0,-25-94 49 0 0,-2 1 1 0 0,0 0-1 0 0,-2-1 0 0 0,-5 54 1 0 0,4-72-70 0 0,-1 0 0 0 0,1 1 0 0 0,-2-1 1 0 0,1 0-1 0 0,-1 0 0 0 0,0 0 0 0 0,-1 0 0 0 0,0 0 1 0 0,0-1-1 0 0,0 1 0 0 0,-1-1 0 0 0,0-1 0 0 0,-1 1 1 0 0,0-1-1 0 0,0 1 0 0 0,0-2 0 0 0,0 1 1 0 0,-1-1-1 0 0,-9 6 0 0 0,12-9-27 0 0,1-1-1 0 0,-1 1 1 0 0,0-1-1 0 0,0 0 1 0 0,0 0 0 0 0,0 0-1 0 0,1-1 1 0 0,-1 1 0 0 0,0-1-1 0 0,0 0 1 0 0,0 0-1 0 0,0 0 1 0 0,0-1 0 0 0,0 1-1 0 0,0-1 1 0 0,0 0 0 0 0,0 0-1 0 0,0-1 1 0 0,1 1-1 0 0,-1-1 1 0 0,0 0 0 0 0,1 0-1 0 0,0 0 1 0 0,-1 0 0 0 0,-4-4-1 0 0,1 0-77 0 0,0 0 0 0 0,0-1 1 0 0,0 0-1 0 0,1 0 0 0 0,0-1 0 0 0,1 1 0 0 0,-1-1 0 0 0,2 0 1 0 0,-8-15-1 0 0,5 4-220 0 0,0 0 1 0 0,2-1 0 0 0,0 0-1 0 0,1 0 1 0 0,1 0-1 0 0,-1-30 1 0 0,4 35-982 0 0,0-1-1 0 0,2 1 1 0 0,0-1 0 0 0,0 1 0 0 0,7-21-1 0 0,2 4-4038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40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4609 0 0,'1'1'118'0'0,"1"0"0"0"0,-1 0 0 0 0,0 0 0 0 0,1 0 0 0 0,-1 1 1 0 0,0-1-1 0 0,0 0 0 0 0,0 1 0 0 0,0-1 0 0 0,0 0 0 0 0,0 1 0 0 0,0 0 0 0 0,0-1 0 0 0,-1 1 0 0 0,1-1 0 0 0,0 4 0 0 0,5 32 4592 0 0,-4-22-3541 0 0,9 76 2152 0 0,-4 126-2273 0 0,-3-178-93 0 0,-4-37-858 0 0,0 0-1 0 0,1-1 1 0 0,-1 1-1 0 0,1 0 1 0 0,-1 0-1 0 0,1 0 1 0 0,0-1-1 0 0,-1 1 1 0 0,1 0-1 0 0,0-1 1 0 0,0 1-1 0 0,1 0 1 0 0,-1-1-1 0 0,0 1 1 0 0,0-1-1 0 0,1 0 1 0 0,1 2-1 0 0,-2-3-76 0 0,-1 0 0 0 0,1 0 0 0 0,-1 0 0 0 0,1 0 0 0 0,-1 0 0 0 0,1 0 0 0 0,-1 0 0 0 0,0 0 0 0 0,1 0 0 0 0,-1 0 0 0 0,1 0 0 0 0,-1-1 0 0 0,1 1 0 0 0,-1 0 0 0 0,0 0 0 0 0,1-1 0 0 0,-1 1 0 0 0,1 0 0 0 0,-1 0 0 0 0,0-1-1 0 0,1 1 1 0 0,-1 0 0 0 0,0-1 0 0 0,1 1 0 0 0,-1-1 0 0 0,0 1 0 0 0,0 0 0 0 0,0-1 0 0 0,1 1 0 0 0,-1-1 0 0 0,0 1 0 0 0,0-1 0 0 0,0 0 0 0 0,8-18 136 0 0,-7 15-19 0 0,6-21 264 0 0,-1-1-1 0 0,-1 0 0 0 0,-1 0 1 0 0,-1-1-1 0 0,-2-45 0 0 0,3-20 302 0 0,-3 68-653 0 0,-1 17-8 0 0,0-1 0 0 0,1 0 0 0 0,0 1 0 0 0,0-1 0 0 0,4-11 0 0 0,-4 17-79 0 0,-1 0 0 0 0,1 1-1 0 0,0-1 1 0 0,0 0-1 0 0,0 1 1 0 0,0-1-1 0 0,1 1 1 0 0,-1-1 0 0 0,0 1-1 0 0,1-1 1 0 0,-1 1-1 0 0,1 0 1 0 0,-1 0 0 0 0,1 0-1 0 0,0 0 1 0 0,-1 0-1 0 0,1 0 1 0 0,0 0 0 0 0,0 0-1 0 0,0 1 1 0 0,-1-1-1 0 0,1 1 1 0 0,0-1-1 0 0,0 1 1 0 0,0 0 0 0 0,3 0-1 0 0,14 0-1236 0 0,1 0 0 0 0,-1 2-1 0 0,36 8 1 0 0,-33-6-632 0 0,0 0 0 0 0,32 1 0 0 0,-37-7 1252 0 0,-17 2 688 0 0,0 0 0 0 0,0 0 0 0 0,0 0 1 0 0,0 0-1 0 0,0 0 0 0 0,0 0 0 0 0,0 0 1 0 0,0 0-1 0 0,0 0 0 0 0,0 0 0 0 0,0 1 1 0 0,0-1-1 0 0,0 0 0 0 0,0 0 0 0 0,0 0 1 0 0,0 0-1 0 0,0 0 0 0 0,0 0 0 0 0,0 0 1 0 0,0 0-1 0 0,0 0 0 0 0,0 0 0 0 0,0 0 1 0 0,0 0-1 0 0,0 0 0 0 0,0 0 0 0 0,0 0 1 0 0,0 1-1 0 0,0-1 0 0 0,0 0 0 0 0,0 0 1 0 0,0 0-1 0 0,0 0 0 0 0,0 0 0 0 0,-8 9 1049 0 0,-1 4-461 0 0,1 0 0 0 0,0 1 0 0 0,-9 24-1 0 0,1-4-71 0 0,11-24-371 0 0,-10 20 477 0 0,-13 38 0 0 0,25-59-498 0 0,0 0 0 0 0,0 0 0 0 0,2 0 0 0 0,-1 0 0 0 0,1 1 0 0 0,0-1 0 0 0,1 0 0 0 0,0 1 0 0 0,2 10 0 0 0,-2-17-119 0 0,0 0-1 0 0,1 0 1 0 0,-1-1 0 0 0,1 1-1 0 0,0 0 1 0 0,0-1 0 0 0,0 1-1 0 0,0 0 1 0 0,0-1-1 0 0,0 1 1 0 0,1-1 0 0 0,-1 0-1 0 0,1 0 1 0 0,0 1 0 0 0,0-1-1 0 0,0 0 1 0 0,0 0-1 0 0,0 0 1 0 0,0-1 0 0 0,0 1-1 0 0,0-1 1 0 0,1 1 0 0 0,-1-1-1 0 0,1 0 1 0 0,-1 1-1 0 0,1-1 1 0 0,0-1 0 0 0,-1 1-1 0 0,1 0 1 0 0,0-1 0 0 0,0 1-1 0 0,-1-1 1 0 0,1 0-1 0 0,0 0 1 0 0,4 0 0 0 0,0-1-19 0 0,-1 0 0 0 0,0 0 0 0 0,0-1 0 0 0,0 0 0 0 0,0 0 0 0 0,0 0 0 0 0,0-1 0 0 0,-1 0 0 0 0,1 0 0 0 0,-1 0 0 0 0,1-1 0 0 0,-1 0 0 0 0,0 0 1 0 0,7-8-1 0 0,-6 5 7 0 0,1-1 0 0 0,-2 0 1 0 0,1 0-1 0 0,-1-1 0 0 0,0 1 0 0 0,-1-1 1 0 0,0 0-1 0 0,-1 0 0 0 0,1 0 1 0 0,-2-1-1 0 0,3-12 0 0 0,-4 16-6 0 0,-1 0-1 0 0,1 0 1 0 0,-1 0 0 0 0,-1 0-1 0 0,1 0 1 0 0,-1 1-1 0 0,0-1 1 0 0,0 0-1 0 0,-1 0 1 0 0,1 1-1 0 0,-2-1 1 0 0,1 1 0 0 0,0-1-1 0 0,-1 1 1 0 0,0 0-1 0 0,0 0 1 0 0,0 0-1 0 0,-1 1 1 0 0,-7-8-1 0 0,42 7-1620 0 0,-26 4 1314 0 0,0 0 0 0 0,-1-1 1 0 0,1 1-1 0 0,-1-1 1 0 0,1 0-1 0 0,-1-1 0 0 0,0 1 1 0 0,7-6-1 0 0,18-8-1381 0 0,-29 16 1669 0 0,0-1 0 0 0,0 1 1 0 0,1 0-1 0 0,-1 0 0 0 0,0 0 0 0 0,1 0 0 0 0,-1 0 0 0 0,0-1 0 0 0,1 1 1 0 0,-1 0-1 0 0,0 0 0 0 0,1 0 0 0 0,-1 0 0 0 0,0 0 0 0 0,1 0 0 0 0,-1 0 1 0 0,0 0-1 0 0,1 0 0 0 0,-1 1 0 0 0,0-1 0 0 0,1 0 0 0 0,-1 0 1 0 0,0 0-1 0 0,1 0 0 0 0,-1 0 0 0 0,0 1 0 0 0,1-1 0 0 0,-1 0 0 0 0,0 0 1 0 0,0 0-1 0 0,1 1 0 0 0,-1-1 0 0 0,0 0 0 0 0,0 0 0 0 0,1 1 0 0 0,-1-1 1 0 0,0 0-1 0 0,0 1 0 0 0,0-1 0 0 0,2 21 302 0 0,-11 33 481 0 0,6-42-623 0 0,1-1-24 0 0,1-1 1 0 0,0 1-1 0 0,0 0 1 0 0,1-1-1 0 0,1 1 0 0 0,0 0 1 0 0,0-1-1 0 0,5 18 1 0 0,-5-25-118 0 0,0 0 0 0 0,0 0 1 0 0,0 0-1 0 0,0 0 0 0 0,0 0 1 0 0,1 0-1 0 0,0-1 0 0 0,-1 1 1 0 0,1 0-1 0 0,0-1 0 0 0,0 0 1 0 0,0 1-1 0 0,1-1 0 0 0,-1 0 1 0 0,1 0-1 0 0,-1 0 0 0 0,1 0 1 0 0,-1-1-1 0 0,1 1 0 0 0,0-1 1 0 0,0 0-1 0 0,0 0 0 0 0,0 0 1 0 0,0 0-1 0 0,0 0 0 0 0,0 0 1 0 0,0-1-1 0 0,0 0 0 0 0,1 1 1 0 0,-1-1-1 0 0,0 0 0 0 0,0-1 1 0 0,4 0-1 0 0,-2 1 3 0 0,-1-1-1 0 0,1 0 1 0 0,0 0 0 0 0,-1-1-1 0 0,0 0 1 0 0,1 1 0 0 0,-1-1-1 0 0,0-1 1 0 0,0 1-1 0 0,0-1 1 0 0,0 1 0 0 0,0-1-1 0 0,5-6 1 0 0,-3 3-20 0 0,-1-1 0 0 0,0 1 0 0 0,-1-1 0 0 0,1 0 0 0 0,-1 0 0 0 0,-1 0 0 0 0,5-11 0 0 0,-1-5 3 0 0,-1 1 0 0 0,-1-1-1 0 0,-1 0 1 0 0,1-36 0 0 0,-5 35 29 0 0,0 18 46 0 0,0 0 0 0 0,0 1 0 0 0,0-1 1 0 0,0 0-1 0 0,1 1 0 0 0,0-1 1 0 0,0 0-1 0 0,3-5 0 0 0,11 56 1726 0 0,-1 77-1412 0 0,-11-73-538 0 0,15 65 1 0 0,-18-112 90 0 0,9 22-1433 0 0,-9-24 1411 0 0,0 1 1 0 0,0-1 0 0 0,0 0-1 0 0,0 0 1 0 0,1 0 0 0 0,-1 1-1 0 0,0-1 1 0 0,0 0 0 0 0,0 0-1 0 0,1 0 1 0 0,-1 0 0 0 0,0 0-1 0 0,0 1 1 0 0,1-1 0 0 0,-1 0-1 0 0,0 0 1 0 0,0 0-1 0 0,1 0 1 0 0,-1 0 0 0 0,0 0-1 0 0,0 0 1 0 0,1 0 0 0 0,-1 0-1 0 0,0 0 1 0 0,0 0 0 0 0,1 0-1 0 0,-1 0 1 0 0,0 0 0 0 0,1 0-1 0 0,10-11-3850 0 0,3-15-2732 0 0,-10 21 3102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40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20 9650 0 0,'-1'-1'143'0'0,"1"0"-1"0"0,-1 0 1 0 0,1-1-1 0 0,-1 1 1 0 0,1 0-1 0 0,-1 0 1 0 0,0 0-1 0 0,0 0 1 0 0,1 0 0 0 0,-1 1-1 0 0,0-1 1 0 0,0 0-1 0 0,0 0 1 0 0,0 0-1 0 0,0 1 1 0 0,0-1-1 0 0,0 1 1 0 0,0-1 0 0 0,-1 1-1 0 0,1-1 1 0 0,0 1-1 0 0,0-1 1 0 0,0 1-1 0 0,-1 0 1 0 0,0 0-1 0 0,0 0-26 0 0,1 0-1 0 0,0 1 0 0 0,-1-1 1 0 0,1 1-1 0 0,0-1 0 0 0,0 1 0 0 0,-1 0 1 0 0,1 0-1 0 0,0-1 0 0 0,0 1 1 0 0,0 0-1 0 0,0 0 0 0 0,0 0 0 0 0,0 0 1 0 0,0 0-1 0 0,0 0 0 0 0,1 0 1 0 0,-1 1-1 0 0,0-1 0 0 0,1 0 1 0 0,-1 0-1 0 0,0 1 0 0 0,0 1 0 0 0,-5 15 386 0 0,0 1-1 0 0,1 0 0 0 0,1 0 0 0 0,-2 23 0 0 0,-1 81 1078 0 0,7-116-1560 0 0,0-3 13 0 0,0 0 0 0 0,0 0 0 0 0,0 0 0 0 0,0 0 0 0 0,1 0-1 0 0,0 4 1 0 0,11-25 329 0 0,-1-6-316 0 0,-1-1-1 0 0,-1 1 0 0 0,10-47 0 0 0,2-5 67 0 0,-17 66-60 0 0,-3 8-4 0 0,-1 0 0 0 0,1 0 0 0 0,-1 0 0 0 0,1-1 0 0 0,-1 1 0 0 0,1 0 0 0 0,-1 0 0 0 0,0-1 0 0 0,1 1 0 0 0,-1 0 0 0 0,0 0 0 0 0,0-1 0 0 0,0-1 0 0 0,5 19 533 0 0,2 4-562 0 0,0 0 0 0 0,18 35 1 0 0,-22-49-427 0 0,0-1 0 0 0,0-1 0 0 0,0 1 0 0 0,1 0 0 0 0,0-1 0 0 0,0 0 0 0 0,0 0 0 0 0,0 0 0 0 0,1 0 0 0 0,-1-1 0 0 0,1 1 0 0 0,0-1 0 0 0,0-1 0 0 0,0 1 0 0 0,1-1 0 0 0,5 3 0 0 0,2-2-5360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41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165 564 9874 0 0,'6'-9'597'0'0,"0"0"-1"0"0,-1 0 1 0 0,0-1-1 0 0,-1 0 1 0 0,0 0-1 0 0,4-15 1 0 0,-7 21-432 0 0,0 1 1 0 0,0 0-1 0 0,-1-1 1 0 0,1 1-1 0 0,-1 0 1 0 0,0-1-1 0 0,0 1 1 0 0,0-1-1 0 0,0 1 1 0 0,-1 0-1 0 0,1-1 0 0 0,-1 1 1 0 0,0 0-1 0 0,0-1 1 0 0,0 1-1 0 0,0 0 1 0 0,-1 0-1 0 0,1 0 1 0 0,-1 0-1 0 0,0 0 1 0 0,0 0-1 0 0,0 0 1 0 0,0 1-1 0 0,-3-4 1 0 0,3 5-85 0 0,1 0 1 0 0,-1 0 0 0 0,0 1 0 0 0,0-1 0 0 0,0 0 0 0 0,1 1 0 0 0,-1-1-1 0 0,0 1 1 0 0,0-1 0 0 0,0 1 0 0 0,0 0 0 0 0,0 0 0 0 0,0 0 0 0 0,0 0 0 0 0,0 0-1 0 0,0 0 1 0 0,0 1 0 0 0,0-1 0 0 0,0 0 0 0 0,0 1 0 0 0,0 0 0 0 0,0 0-1 0 0,1-1 1 0 0,-1 1 0 0 0,0 0 0 0 0,0 0 0 0 0,1 0 0 0 0,-3 3 0 0 0,-6 3 83 0 0,2 0 0 0 0,-1 1 0 0 0,-11 13 0 0 0,11-10-103 0 0,0 1 1 0 0,0 0 0 0 0,1 0 0 0 0,1 1 0 0 0,0 0 0 0 0,-9 26 0 0 0,13-31-36 0 0,0 1 1 0 0,1 0 0 0 0,0 0-1 0 0,0 0 1 0 0,1 0 0 0 0,0 0 0 0 0,1 0-1 0 0,0 0 1 0 0,0 0 0 0 0,1 0-1 0 0,0 0 1 0 0,4 12 0 0 0,-5-18-66 0 0,1 0 1 0 0,1 0 0 0 0,-1 0-1 0 0,0 0 1 0 0,1 0-1 0 0,0 0 1 0 0,-1 0-1 0 0,1 0 1 0 0,0-1 0 0 0,1 1-1 0 0,-1-1 1 0 0,0 1-1 0 0,1-1 1 0 0,-1 0 0 0 0,1 0-1 0 0,0 0 1 0 0,0 0-1 0 0,3 1 1 0 0,-1-1-96 0 0,0 0 0 0 0,-1-1 1 0 0,1 0-1 0 0,0 0 0 0 0,0 0 0 0 0,0-1 0 0 0,-1 0 0 0 0,1 0 1 0 0,0 0-1 0 0,0 0 0 0 0,7-2 0 0 0,-1 0-104 0 0,0-1 0 0 0,0-1 0 0 0,-1 1 0 0 0,0-2 0 0 0,1 1-1 0 0,-1-2 1 0 0,-1 1 0 0 0,1-1 0 0 0,-1 0 0 0 0,11-11 0 0 0,-11 7 73 0 0,0 0 1 0 0,-1 0 0 0 0,-1-1 0 0 0,1 0-1 0 0,-2-1 1 0 0,0 1 0 0 0,0-1 0 0 0,-1 0-1 0 0,-1-1 1 0 0,0 1 0 0 0,0-1 0 0 0,2-17-1 0 0,0-20 585 0 0,2-94-1 0 0,-7 99-100 0 0,5-230 2985 0 0,-8 286 156 0 0,-18 115-2648 0 0,6 2-308 0 0,5 1 0 0 0,13 204 0 0 0,2-296-1348 0 0,1-14-5837 0 0,-1-12-939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43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22 12443 0 0,'-1'-5'813'0'0,"-2"-4"1096"0"0,3 9-1909 0 0,0 0 0 0 0,-1 1 0 0 0,1-1 0 0 0,0 0 0 0 0,-1 0 0 0 0,1 0 0 0 0,-1 0 0 0 0,1 1 0 0 0,0-1 0 0 0,-1 0 1 0 0,1 0-1 0 0,0 1 0 0 0,0-1 0 0 0,-1 0 0 0 0,1 0 0 0 0,0 1 0 0 0,0-1 0 0 0,-1 0 0 0 0,1 1 0 0 0,0-1 0 0 0,0 0 1 0 0,0 1-1 0 0,-1-1 0 0 0,1 0 0 0 0,0 1 0 0 0,0-1 0 0 0,0 1 0 0 0,0-1 0 0 0,0 1 0 0 0,-101 230 891 0 0,82-179-242 0 0,1 2-1 0 0,-15 87 1 0 0,32-134-541 0 0,0 1 0 0 0,0 0 0 0 0,0 0 0 0 0,1 0 0 0 0,1 0 0 0 0,-1 0 0 0 0,1-1 0 0 0,0 1 0 0 0,1 0 0 0 0,2 7 0 0 0,-2-12-82 0 0,-1 0 1 0 0,1 0 0 0 0,-1 0 0 0 0,1 0 0 0 0,0 0 0 0 0,0-1 0 0 0,0 1 0 0 0,0-1 0 0 0,1 1-1 0 0,-1-1 1 0 0,1 0 0 0 0,-1 0 0 0 0,1 0 0 0 0,0 0 0 0 0,0-1 0 0 0,0 1 0 0 0,0-1 0 0 0,0 0-1 0 0,0 1 1 0 0,0-1 0 0 0,0-1 0 0 0,1 1 0 0 0,-1 0 0 0 0,0-1 0 0 0,1 0 0 0 0,3 1 0 0 0,1-1-60 0 0,0-1 1 0 0,0 1 0 0 0,0-1 0 0 0,0 0 0 0 0,-1-1 0 0 0,1 0-1 0 0,0 0 1 0 0,-1-1 0 0 0,1 0 0 0 0,-1 0 0 0 0,0-1 0 0 0,0 0-1 0 0,0 0 1 0 0,0-1 0 0 0,-1 1 0 0 0,11-11 0 0 0,-17 14-24 0 0,1 1 1 0 0,-1-1-1 0 0,1 1 0 0 0,-1-1 1 0 0,0 1-1 0 0,1-1 0 0 0,-1 0 1 0 0,0 1-1 0 0,1-1 1 0 0,-1 0-1 0 0,0 1 0 0 0,0-1 1 0 0,1 0-1 0 0,-1 1 0 0 0,0-1 1 0 0,0 0-1 0 0,0 0 1 0 0,0 1-1 0 0,0-1 0 0 0,0 0 1 0 0,0 1-1 0 0,0-1 0 0 0,0 0 1 0 0,-1 0-1 0 0,1 1 1 0 0,0-1-1 0 0,-1 0 0 0 0,0-1-56 0 0,0 0 0 0 0,0 1-1 0 0,0-1 1 0 0,-1 1 0 0 0,1-1-1 0 0,0 1 1 0 0,-1-1 0 0 0,0 1-1 0 0,1 0 1 0 0,-3-1 0 0 0,-6-4-554 0 0,0 1 1 0 0,-20-7-1 0 0,24 10 293 0 0,-120-36-4348 0 0,-2 15 3285 0 0,-46 12 7496 0 0,247 7-1188 0 0,-25 0-4785 0 0,1-3-1 0 0,-2-1 1 0 0,57-19-1 0 0,-68 14-178 0 0,147-52 217 0 0,-60 23-3396 0 0,-122 42 3217 0 0,0 0 0 0 0,0 0 0 0 0,0-1 0 0 0,0 1 0 0 0,0 0-1 0 0,0-1 1 0 0,0 1 0 0 0,0-1 0 0 0,0 1 0 0 0,-1-1-1 0 0,1 1 1 0 0,0-1 0 0 0,0 0 0 0 0,0 0 0 0 0,-1 1-1 0 0,1-1 1 0 0,0 0 0 0 0,-1 0 0 0 0,1 0 0 0 0,-1 1 0 0 0,1-1-1 0 0,-1 0 1 0 0,1 0 0 0 0,-1 0 0 0 0,1 0 0 0 0,-1 0-1 0 0,0 0 1 0 0,0 0 0 0 0,1 0 0 0 0,-1 0 0 0 0,0 0-1 0 0,0 0 1 0 0,0 0 0 0 0,0-1 0 0 0,0 1 0 0 0,-1 0 0 0 0,1 0-1 0 0,0 0 1 0 0,0 0 0 0 0,-1 0 0 0 0,1 0 0 0 0,0 0-1 0 0,-1 0 1 0 0,1 1 0 0 0,-2-3 0 0 0,2 3 202 0 0,-2 8 1960 0 0,-53 304 1402 0 0,52-296-3100 0 0,0 1-1 0 0,2-1 1 0 0,0 20-1 0 0,12-59 279 0 0,-5 9-626 0 0,5-18 23 0 0,2 0 0 0 0,1 1 0 0 0,32-51 0 0 0,-37 71-244 0 0,1 0 1 0 0,0 1-1 0 0,0 0 0 0 0,1 0 1 0 0,1 1-1 0 0,-1 0 1 0 0,2 1-1 0 0,-1 1 1 0 0,17-8-1 0 0,-12 4-232 0 0,-15 8 345 0 0,1 1-1 0 0,0 0 0 0 0,0 0 1 0 0,0 0-1 0 0,0 1 1 0 0,0-1-1 0 0,0 1 1 0 0,0-1-1 0 0,1 1 1 0 0,5-1-1 0 0,-8 2 44 0 0,-1 0 0 0 0,1 1 0 0 0,-1-1 0 0 0,0 0 0 0 0,1 0 0 0 0,-1 1 0 0 0,0-1 0 0 0,1 0 0 0 0,-1 0 0 0 0,0 1-1 0 0,1-1 1 0 0,-1 0 0 0 0,0 1 0 0 0,1-1 0 0 0,-1 1 0 0 0,0-1 0 0 0,0 0 0 0 0,0 1 0 0 0,1-1 0 0 0,-1 1 0 0 0,0-1 0 0 0,0 1 0 0 0,0-1 0 0 0,0 1-1 0 0,0-1 1 0 0,0 0 0 0 0,0 1 0 0 0,0-1 0 0 0,0 1 0 0 0,0-1 0 0 0,0 1 0 0 0,0-1 0 0 0,0 1 0 0 0,0-1 0 0 0,0 0 0 0 0,-1 1 0 0 0,-4 23 136 0 0,4-20-98 0 0,-9 43 241 0 0,-4 10 343 0 0,-9 94 0 0 0,23-148-594 0 0,0 0 0 0 0,0 0 1 0 0,0 0-1 0 0,1 0 0 0 0,-1 0 1 0 0,1 0-1 0 0,-1 0 0 0 0,1 0 1 0 0,0 0-1 0 0,1-1 0 0 0,-1 1 1 0 0,2 3-1 0 0,-2-5-18 0 0,-1 0 0 0 0,1 0 1 0 0,-1-1-1 0 0,1 1 0 0 0,0 0 0 0 0,0 0 0 0 0,0 0 0 0 0,-1-1 1 0 0,1 1-1 0 0,0-1 0 0 0,0 1 0 0 0,0 0 0 0 0,0-1 0 0 0,0 1 1 0 0,0-1-1 0 0,0 0 0 0 0,0 1 0 0 0,0-1 0 0 0,0 0 0 0 0,0 0 0 0 0,0 0 1 0 0,0 0-1 0 0,1 0 0 0 0,-1 0 0 0 0,0 0 0 0 0,0 0 0 0 0,0 0 1 0 0,0 0-1 0 0,0 0 0 0 0,0-1 0 0 0,0 1 0 0 0,0 0 0 0 0,0-1 0 0 0,2 0 1 0 0,6-5 15 0 0,0-1 1 0 0,-1 0-1 0 0,0 0 1 0 0,0 0 0 0 0,-1-1-1 0 0,13-17 1 0 0,-2 4-1 0 0,-8 9-47 0 0,-1-1 1 0 0,0 0 0 0 0,-1 0 0 0 0,0-1 0 0 0,-1 0-1 0 0,-1 0 1 0 0,0-1 0 0 0,-1 1 0 0 0,6-30 0 0 0,-12 31 90 0 0,-6 17 84 0 0,-7 21 103 0 0,11-14-242 0 0,1 0 0 0 0,1 0 0 0 0,0 0 0 0 0,0-1 0 0 0,1 1 0 0 0,1 0 1 0 0,1 11-1 0 0,-1-18-20 0 0,-1-1-1 0 0,1 0 1 0 0,0 0 0 0 0,0 0 0 0 0,0 0 0 0 0,0 0-1 0 0,1 0 1 0 0,-1-1 0 0 0,1 1 0 0 0,0 0 0 0 0,0-1-1 0 0,3 4 1 0 0,-3-4-10 0 0,0-1-1 0 0,-1 0 0 0 0,1 1 1 0 0,0-1-1 0 0,0 0 0 0 0,0 0 1 0 0,0-1-1 0 0,0 1 0 0 0,1 0 1 0 0,-1-1-1 0 0,0 1 0 0 0,0-1 1 0 0,0 0-1 0 0,0 0 0 0 0,1 0 1 0 0,-1 0-1 0 0,0 0 0 0 0,0 0 1 0 0,1 0-1 0 0,1-1 0 0 0,6-2-215 0 0,0 0-1 0 0,0 0 0 0 0,0-1 1 0 0,-1 0-1 0 0,1-1 1 0 0,-1 0-1 0 0,0 0 0 0 0,8-8 1 0 0,64-57-2485 0 0,-81 70 2718 0 0,22-22-1005 0 0,-2-1 1 0 0,0-1-1 0 0,-2-1 1 0 0,0 0-1 0 0,21-43 1 0 0,55-145 849 0 0,-86 192 909 0 0,-3 1 1276 0 0,-5 16-230 0 0,-6 13-515 0 0,-8 20-507 0 0,2 2 1 0 0,2-1-1 0 0,-14 62 1 0 0,-1 99-206 0 0,22-160-452 0 0,5 58 0 0 0,-1-78-85 0 0,0 1 1 0 0,1-1-1 0 0,1 1 0 0 0,0-1 0 0 0,0 0 1 0 0,1 0-1 0 0,0 0 0 0 0,8 12 0 0 0,-12-23-80 0 0,0 0 0 0 0,0 0 1 0 0,0 0-1 0 0,0 0 0 0 0,0 0 0 0 0,0 0 0 0 0,0 0 1 0 0,0 0-1 0 0,0 0 0 0 0,0 0 0 0 0,0 0 0 0 0,0 0 0 0 0,0 0 1 0 0,0 0-1 0 0,0 0 0 0 0,0 0 0 0 0,0 0 0 0 0,0 0 0 0 0,0 0 1 0 0,1 0-1 0 0,-1 0 0 0 0,0 0 0 0 0,0 0 0 0 0,0 0 1 0 0,-4-11-767 0 0,-10-17-281 0 0,9 20 890 0 0,-32-44-1129 0 0,-57-105-1 0 0,82 131 1328 0 0,4 7 82 0 0,-1 1-1 0 0,-1 0 1 0 0,-1 0 0 0 0,-16-21-1 0 0,26 38 24 0 0,0-1-1 0 0,0 1 0 0 0,1 0 0 0 0,-1 0 1 0 0,0 1-1 0 0,0-1 0 0 0,0 0 0 0 0,0 0 1 0 0,0 0-1 0 0,-1 1 0 0 0,1-1 0 0 0,0 0 1 0 0,0 1-1 0 0,0-1 0 0 0,0 1 0 0 0,-1-1 1 0 0,1 1-1 0 0,0 0 0 0 0,-2-1 1 0 0,3 2-57 0 0,-1-1 1 0 0,1 0-1 0 0,0 0 1 0 0,0 0-1 0 0,0 0 1 0 0,0 0-1 0 0,-1 0 1 0 0,1 1-1 0 0,0-1 1 0 0,0 0-1 0 0,0 0 1 0 0,0 0 0 0 0,0 1-1 0 0,0-1 1 0 0,-1 0-1 0 0,1 0 1 0 0,0 0-1 0 0,0 0 1 0 0,0 1-1 0 0,0-1 1 0 0,0 0-1 0 0,0 0 1 0 0,0 1-1 0 0,0-1 1 0 0,0 0 0 0 0,0 0-1 0 0,0 0 1 0 0,0 1-1 0 0,0-1 1 0 0,0 0-1 0 0,0 0 1 0 0,0 0-1 0 0,0 1 1 0 0,8 14 397 0 0,1-4-435 0 0,0-1-1 0 0,1 0 1 0 0,0-1 0 0 0,1 0-1 0 0,0-1 1 0 0,0 0-1 0 0,1-1 1 0 0,25 12-1 0 0,-30-17-184 0 0,0 1 0 0 0,0-1 0 0 0,1 0 0 0 0,-1 0 0 0 0,1-1 0 0 0,-1 0 0 0 0,1-1 0 0 0,-1 1 0 0 0,1-1 0 0 0,0-1 0 0 0,-1 0 0 0 0,1 0 0 0 0,12-3 0 0 0,-7-1-528 0 0,0 1 0 0 0,-1-2 0 0 0,1 0 0 0 0,-1 0 0 0 0,-1-1 0 0 0,21-16 1 0 0,-10 4-4449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44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26 456 0 0,'4'-7'1176'0'0,"7"-12"8101"0"0,-16 30-7795 0 0,-24 57 908 0 0,-32 116 1 0 0,-3 77-34 0 0,48-189-1183 0 0,0 10 88 0 0,16-83-1261 0 0,0 1 0 0 0,0 0 0 0 0,0 0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0,0 0 0 0 0,0 0 0 0 0,0 1 0 0 0,0-1 0 0 0,1 0 0 0 0,-1 0 0 0 0,0 0 0 0 0,0 0 0 0 0,0 0 0 0 0,0 0 0 0 0,0 0 1 0 0,0 0-1 0 0,0 0 0 0 0,0 0 0 0 0,0 0 0 0 0,0 0 0 0 0,0 0 0 0 0,0 0 0 0 0,0 0 0 0 0,0 0 0 0 0,0 0 0 0 0,0 1 0 0 0,0-1 0 0 0,0 0 0 0 0,0 0 0 0 0,0 0 0 0 0,0 0 0 0 0,0 0 0 0 0,6-6-35 0 0,7-10-182 0 0,35-68-611 0 0,18-28-61 0 0,-56 97 801 0 0,1 1 0 0 0,0 0-1 0 0,1 0 1 0 0,1 2 0 0 0,16-14-1 0 0,-27 24 107 0 0,0 1 0 0 0,0-1 0 0 0,0 1 0 0 0,0 0 0 0 0,0 0 0 0 0,0-1 0 0 0,0 1 0 0 0,0 1 0 0 0,1-1 0 0 0,-1 0-1 0 0,0 1 1 0 0,1-1 0 0 0,-1 1 0 0 0,0-1 0 0 0,1 1 0 0 0,-1 0 0 0 0,1 0 0 0 0,-1 0 0 0 0,0 1 0 0 0,1-1 0 0 0,-1 1 0 0 0,1-1 0 0 0,-1 1 0 0 0,0 0-1 0 0,0-1 1 0 0,3 2 0 0 0,-1 1 65 0 0,0 0 0 0 0,-1 0 0 0 0,1 0 0 0 0,0 0 0 0 0,-1 0 0 0 0,0 1 0 0 0,0-1 0 0 0,0 1 0 0 0,0 0 0 0 0,-1 0 0 0 0,1 0 0 0 0,2 7 0 0 0,6 17 357 0 0,-1 1 0 0 0,-2 1 0 0 0,-1-1 0 0 0,4 36 0 0 0,12 50 790 0 0,-23-113-1292 0 0,1 0 1 0 0,-1 0-1 0 0,0 1 1 0 0,0-1 0 0 0,0 0-1 0 0,0 0 1 0 0,-1 0 0 0 0,1 1-1 0 0,-1-1 1 0 0,1 0 0 0 0,-1 0-1 0 0,1 0 1 0 0,-1 0-1 0 0,-2 4 1 0 0,-3 4-512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45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0 14283 0 0,'0'0'72'0'0,"-1"0"0"0"0,1 0 0 0 0,-1 1 0 0 0,1-1 0 0 0,-1 0 0 0 0,1 0 0 0 0,-1 1 0 0 0,1-1 0 0 0,-1 0 0 0 0,1 1 0 0 0,0-1 0 0 0,-1 0 0 0 0,1 1 0 0 0,0-1 0 0 0,-1 0 0 0 0,1 1 0 0 0,0-1 0 0 0,-1 1 0 0 0,1-1 0 0 0,0 1 0 0 0,0-1 0 0 0,-1 1 0 0 0,1-1 0 0 0,0 1 0 0 0,0-1 0 0 0,0 1 0 0 0,0-1 0 0 0,0 1 0 0 0,0 0 0 0 0,-8 27 693 0 0,5-17-504 0 0,-13 48 332 0 0,3 1-1 0 0,2 0 0 0 0,-4 103 1 0 0,15-119-282 0 0,3 0 0 0 0,13 69 0 0 0,-10-75-227 0 0,-6-30-350 0 0,4 12 884 0 0,-4-19-740 0 0,0-1-1 0 0,0 1 1 0 0,0-1-1 0 0,1 0 1 0 0,-1 1-1 0 0,0-1 1 0 0,0 1-1 0 0,0-1 1 0 0,1 0-1 0 0,-1 1 1 0 0,0-1-1 0 0,0 0 1 0 0,1 1-1 0 0,-1-1 0 0 0,0 0 1 0 0,1 0-1 0 0,-1 1 1 0 0,0-1-1 0 0,1 0 1 0 0,-1 0-1 0 0,0 0 1 0 0,1 1-1 0 0,-1-1 1 0 0,1 0-1 0 0,-1 0 1 0 0,0 0-1 0 0,1 0 1 0 0,-1 0-1 0 0,1 0 1 0 0,-1 0-1 0 0,0 0 1 0 0,1 0-1 0 0,-1 0 1 0 0,1 0-1 0 0,-1 0 1 0 0,1 0-1 0 0,-1 0 1 0 0,1 0-1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45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58 6913 0 0,'-2'-8'19'0'0,"2"4"894"0"0,-1-1 0 0 0,0 1 0 0 0,0 0 0 0 0,0 0 0 0 0,0 0 1 0 0,-3-4-1 0 0,4 6-684 0 0,-1 1 0 0 0,0 0-1 0 0,1 0 1 0 0,-1 0 0 0 0,0 0 0 0 0,0 1 0 0 0,0-1-1 0 0,0 0 1 0 0,0 0 0 0 0,0 0 0 0 0,0 1 0 0 0,-2-2 0 0 0,-12-1-1250 0 0,8 3 1089 0 0,0 0 0 0 0,0 1 0 0 0,1 0 0 0 0,-1 0 0 0 0,1 1 0 0 0,-1 0 0 0 0,1 0 0 0 0,0 0 0 0 0,-1 1 1 0 0,1 0-1 0 0,1 0 0 0 0,-1 1 0 0 0,0-1 0 0 0,1 1 0 0 0,-1 0 0 0 0,1 1 0 0 0,1 0 0 0 0,-1-1 0 0 0,-4 7 0 0 0,-3 4 340 0 0,1 0 0 0 0,1 0-1 0 0,0 1 1 0 0,1 1 0 0 0,-12 29-1 0 0,18-38-319 0 0,-1 1-1 0 0,2 0 1 0 0,-1 0-1 0 0,1 0 1 0 0,0 1-1 0 0,1-1 1 0 0,0 0-1 0 0,1 1 1 0 0,0-1-1 0 0,0 0 1 0 0,1 1-1 0 0,3 12 1 0 0,-4-21-86 0 0,0 1 0 0 0,1-1 0 0 0,-1 1 0 0 0,1-1 1 0 0,-1 0-1 0 0,1 1 0 0 0,0-1 0 0 0,-1 0 0 0 0,1 1 0 0 0,0-1 0 0 0,0 0 0 0 0,0 0 0 0 0,0 0 0 0 0,0 0 1 0 0,0 0-1 0 0,0 0 0 0 0,0 0 0 0 0,0 0 0 0 0,1 0 0 0 0,-1 0 0 0 0,3 1 0 0 0,-3-2 0 0 0,1 0 0 0 0,-1 0 0 0 0,1 0-1 0 0,-1 0 1 0 0,1-1 0 0 0,-1 1 0 0 0,1 0-1 0 0,-1 0 1 0 0,1-1 0 0 0,-1 1 0 0 0,1-1-1 0 0,-1 0 1 0 0,0 1 0 0 0,1-1 0 0 0,-1 0-1 0 0,0 0 1 0 0,2-1 0 0 0,5-4-14 0 0,-1-1 0 0 0,0-1 0 0 0,0 1-1 0 0,10-16 1 0 0,94-150-736 0 0,-114 186 993 0 0,1 1 0 0 0,0-1-1 0 0,0 1 1 0 0,2 15 0 0 0,-2-1-21 0 0,1-15-245 0 0,0 0 0 0 0,1 1 0 0 0,3 20 0 0 0,-2-30 14 0 0,-1-1-1 0 0,1 1 0 0 0,0-1 0 0 0,0 1 1 0 0,0-1-1 0 0,0 0 0 0 0,1 1 0 0 0,-1-1 0 0 0,1 0 1 0 0,0 0-1 0 0,0 0 0 0 0,0 0 0 0 0,0-1 0 0 0,1 1 1 0 0,-1 0-1 0 0,1-1 0 0 0,0 0 0 0 0,5 4 0 0 0,-6-5-62 0 0,-1-1-1 0 0,1 0 0 0 0,0 1 1 0 0,0-1-1 0 0,-1 0 0 0 0,1 0 1 0 0,0 0-1 0 0,0 0 0 0 0,-1-1 1 0 0,1 1-1 0 0,0 0 0 0 0,0-1 1 0 0,-1 1-1 0 0,1-1 0 0 0,0 0 1 0 0,-1 1-1 0 0,1-1 0 0 0,-1 0 1 0 0,1 0-1 0 0,-1 0 0 0 0,1 0 1 0 0,-1 0-1 0 0,0 0 0 0 0,3-3 0 0 0,30-34-3521 0 0,-19 20 1774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46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42 3225 0 0,'2'-14'207'0'0,"6"-13"7245"0"0,-6 31-3903 0 0,3 26-2591 0 0,-9 35 517 0 0,-23 127-1 0 0,17-139-638 0 0,2 0-1 0 0,2 0 1 0 0,2 102-1 0 0,3-180-747 0 0,1-38-1 0 0,1 54-75 0 0,-1 1-1 0 0,1-1 0 0 0,0 1 1 0 0,1-1-1 0 0,0 1 0 0 0,0 0 1 0 0,1 0-1 0 0,0 0 0 0 0,0 0 1 0 0,1 1-1 0 0,0-1 0 0 0,6-7 1 0 0,-8 13-13 0 0,-1 1 0 0 0,1-1-1 0 0,0 1 1 0 0,0-1 0 0 0,0 1 0 0 0,0 0 0 0 0,0 0 0 0 0,0 0 0 0 0,0 0 0 0 0,0 0 0 0 0,1 0 0 0 0,-1 1 0 0 0,0-1 0 0 0,1 1 0 0 0,-1-1 0 0 0,0 1 0 0 0,1 0 0 0 0,-1 0-1 0 0,0 0 1 0 0,1 0 0 0 0,-1 0 0 0 0,0 1 0 0 0,1-1 0 0 0,-1 1 0 0 0,0 0 0 0 0,0-1 0 0 0,1 1 0 0 0,-1 0 0 0 0,3 2 0 0 0,7 3-10 0 0,-1 1 0 0 0,0 1 0 0 0,0 0-1 0 0,11 10 1 0 0,-6-4-1 0 0,-9-10-4 0 0,-1 1 0 0 0,0 1 1 0 0,-1-1-1 0 0,1 1 1 0 0,6 9-1 0 0,-11-14 28 0 0,0 1 1 0 0,0-1-1 0 0,0 0 1 0 0,-1 1-1 0 0,1-1 1 0 0,0 1-1 0 0,-1-1 0 0 0,1 1 1 0 0,-1 0-1 0 0,0-1 1 0 0,1 1-1 0 0,-1-1 0 0 0,0 1 1 0 0,0 0-1 0 0,0-1 1 0 0,0 1-1 0 0,0 0 1 0 0,0-1-1 0 0,-1 1 0 0 0,1-1 1 0 0,-1 1-1 0 0,1 0 1 0 0,-1-1-1 0 0,1 1 0 0 0,-1-1 1 0 0,0 0-1 0 0,0 1 1 0 0,1-1-1 0 0,-1 1 1 0 0,0-1-1 0 0,0 0 0 0 0,-3 2 1 0 0,-12 11 326 0 0,-2 0 0 0 0,0-1 0 0 0,-1-1 0 0 0,-30 14 1 0 0,14-7-37 0 0,21-11-181 0 0,6-3-113 0 0,-1 0 0 0 0,0 0 0 0 0,0-1 1 0 0,0 0-1 0 0,-15 4 0 0 0,50-27-7304 0 0,-14 11 4988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46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109 675 12123 0 0,'17'-9'589'0'0,"4"-3"475"0"0,-1 0 0 0 0,0-1 1 0 0,35-30-1 0 0,-49 37-859 0 0,6-5 77 0 0,0-1 1 0 0,-2 0 0 0 0,12-15-1 0 0,-21 25-212 0 0,1 0-1 0 0,0-1 0 0 0,-1 1 0 0 0,1-1 1 0 0,-1 1-1 0 0,0-1 0 0 0,0 1 1 0 0,0-1-1 0 0,0 0 0 0 0,0 1 0 0 0,-1-1 1 0 0,1 0-1 0 0,-1 0 0 0 0,1 1 0 0 0,-1-1 1 0 0,0 0-1 0 0,0 0 0 0 0,-1 0 1 0 0,1 0-1 0 0,0 1 0 0 0,-1-1 0 0 0,0 0 1 0 0,0 0-1 0 0,0 1 0 0 0,-1-4 1 0 0,1 4-17 0 0,-1 0 0 0 0,1 1 0 0 0,0-1-1 0 0,-1 0 1 0 0,1 1 0 0 0,-1-1 0 0 0,0 1 0 0 0,1-1 0 0 0,-1 1 0 0 0,0 0 0 0 0,0 0 0 0 0,0 0 0 0 0,0 0 0 0 0,0 0 0 0 0,0 0 0 0 0,0 0 0 0 0,0 1 0 0 0,-4-1 0 0 0,2 0 4 0 0,0 1 0 0 0,0 0 0 0 0,0 0 0 0 0,0 1 0 0 0,0-1 0 0 0,0 1-1 0 0,0 0 1 0 0,0 0 0 0 0,-5 2 0 0 0,-3 3 27 0 0,0 0 0 0 0,0 0 0 0 0,0 1 0 0 0,-20 17 0 0 0,16-11-75 0 0,0 1 1 0 0,1 0-1 0 0,1 2 0 0 0,0-1 1 0 0,1 2-1 0 0,-18 30 1 0 0,26-38-9 0 0,1-1 0 0 0,0 1 1 0 0,0 0-1 0 0,1 1 0 0 0,0-1 1 0 0,0 0-1 0 0,1 1 0 0 0,1 0 0 0 0,0-1 1 0 0,0 1-1 0 0,1 0 0 0 0,0 0 1 0 0,0 0-1 0 0,1-1 0 0 0,1 1 0 0 0,3 13 1 0 0,-3-17 6 0 0,-1-1 0 0 0,2 0 0 0 0,-1 1 0 0 0,1-1 1 0 0,0 0-1 0 0,0-1 0 0 0,0 1 0 0 0,1-1 0 0 0,-1 1 1 0 0,1-1-1 0 0,0 0 0 0 0,0 0 0 0 0,1 0 0 0 0,-1-1 1 0 0,1 0-1 0 0,0 0 0 0 0,0 0 0 0 0,0 0 0 0 0,0-1 0 0 0,0 0 1 0 0,1 0-1 0 0,-1 0 0 0 0,1-1 0 0 0,-1 1 0 0 0,1-1 1 0 0,11 0-1 0 0,-8 0 6 0 0,0-1 0 0 0,0-1 0 0 0,1 1 0 0 0,-1-1 0 0 0,0-1 0 0 0,0 0 0 0 0,0 0 0 0 0,0-1 0 0 0,0 0 0 0 0,-1 0 0 0 0,1-1 1 0 0,-1 0-1 0 0,0 0 0 0 0,0-1 0 0 0,0-1 0 0 0,7-5 0 0 0,20-23-441 0 0,0-1 0 0 0,46-63-1 0 0,-59 67-539 0 0,-2-1 0 0 0,-1 0 0 0 0,-2-1 0 0 0,14-37 0 0 0,-6-6-1859 0 0,24-124 1 0 0,-12 44 2809 0 0,-25 122 2570 0 0,-41 121 2236 0 0,10 4-3461 0 0,-5 98-797 0 0,21-169-110 0 0,-6 51-74 0 0,4-45-146 0 0,1 1 0 0 0,2 0 1 0 0,1-1-1 0 0,0 1 0 0 0,6 42 0 0 0,-5-68-275 0 0,0 0 0 0 0,0 1 1 0 0,0-1-1 0 0,1 0 0 0 0,-1 0 1 0 0,0 1-1 0 0,0-1 0 0 0,1 0 0 0 0,-1 1 1 0 0,1-1-1 0 0,0 0 0 0 0,-1 0 1 0 0,1 0-1 0 0,0 0 0 0 0,-1 0 1 0 0,1 1-1 0 0,0-1 0 0 0,0-1 1 0 0,0 1-1 0 0,0 0 0 0 0,0 0 1 0 0,0 0-1 0 0,0 0 0 0 0,0-1 0 0 0,0 1 1 0 0,1 0-1 0 0,-1-1 0 0 0,0 1 1 0 0,0-1-1 0 0,1 0 0 0 0,-1 1 1 0 0,0-1-1 0 0,1 0 0 0 0,-1 0 1 0 0,2 1-1 0 0,3-3-323 0 0,-1 1 0 0 0,1 0 0 0 0,-1-1 0 0 0,1 0 0 0 0,-1 0 1 0 0,0-1-1 0 0,5-3 0 0 0,47-28-3310 0 0,-37 21 2433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47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55 3225 0 0,'19'-22'8111'0'0,"-8"-1"-3758"0"0,-11 22-4306 0 0,0 1 1 0 0,0 0 0 0 0,0-1 0 0 0,0 1 0 0 0,0 0-1 0 0,0-1 1 0 0,0 1 0 0 0,0 0 0 0 0,0-1 0 0 0,0 1-1 0 0,0 0 1 0 0,0 0 0 0 0,0-1 0 0 0,0 1 0 0 0,0 0-1 0 0,-1-1 1 0 0,1 1 0 0 0,0 0 0 0 0,0 0-1 0 0,0-1 1 0 0,-1 1 0 0 0,1 0 0 0 0,0 0 0 0 0,0-1-1 0 0,0 1 1 0 0,-1 0 0 0 0,1 0 0 0 0,0 0 0 0 0,-1 0-1 0 0,1-1 1 0 0,0 1 0 0 0,0 0 0 0 0,-1 0 0 0 0,1 0-1 0 0,0 0 1 0 0,-1 0 0 0 0,1 0 0 0 0,0 0-1 0 0,-1 0 1 0 0,1 0 0 0 0,0 0 0 0 0,-1 0 0 0 0,1 0-1 0 0,0 0 1 0 0,-1 0 0 0 0,1 0 0 0 0,0 0 0 0 0,-1 0-1 0 0,1 0 1 0 0,0 0 0 0 0,0 1 0 0 0,-1-1 0 0 0,1 0-1 0 0,0 0 1 0 0,-1 0 0 0 0,1 0 0 0 0,0 1-1 0 0,-20 7 689 0 0,7 0-403 0 0,1 0 0 0 0,0 1 0 0 0,1 0 0 0 0,-14 14 0 0 0,22-20-269 0 0,0 0 1 0 0,-1 1-1 0 0,2-1 0 0 0,-1 1 0 0 0,0 0 1 0 0,1 0-1 0 0,-1 0 0 0 0,1 0 1 0 0,0 0-1 0 0,1 0 0 0 0,-1 0 0 0 0,1 1 1 0 0,0-1-1 0 0,0 1 0 0 0,0-1 0 0 0,0 1 1 0 0,1 8-1 0 0,1-9-64 0 0,0 0 1 0 0,0 0-1 0 0,1 0 0 0 0,0 0 0 0 0,-1-1 1 0 0,1 1-1 0 0,0 0 0 0 0,1-1 0 0 0,-1 1 1 0 0,1-1-1 0 0,-1 0 0 0 0,1 0 0 0 0,0 0 1 0 0,0 0-1 0 0,5 2 0 0 0,7 6-6 0 0,0-1 1 0 0,17 9-1 0 0,-28-17 6 0 0,17 9 9 0 0,-6-3 21 0 0,0 0 0 0 0,0 1 0 0 0,-1 0 1 0 0,19 17-1 0 0,-33-25-7 0 0,1-1 0 0 0,0 0 1 0 0,-1 1-1 0 0,1-1 1 0 0,-1 1-1 0 0,1-1 0 0 0,-1 1 1 0 0,1 0-1 0 0,-1-1 0 0 0,0 1 1 0 0,1-1-1 0 0,-1 1 1 0 0,0 0-1 0 0,1-1 0 0 0,-1 1 1 0 0,0 0-1 0 0,0 0 0 0 0,1-1 1 0 0,-1 1-1 0 0,0 0 1 0 0,0-1-1 0 0,0 1 0 0 0,0 0 1 0 0,0 0-1 0 0,0-1 0 0 0,0 1 1 0 0,0 0-1 0 0,-1 1 0 0 0,0-1 32 0 0,1-1 0 0 0,-1 1 0 0 0,0 0-1 0 0,0 0 1 0 0,0 0 0 0 0,0-1-1 0 0,0 1 1 0 0,0-1 0 0 0,0 1 0 0 0,0-1-1 0 0,0 1 1 0 0,0-1 0 0 0,-1 1-1 0 0,1-1 1 0 0,-2 0 0 0 0,-5 2 228 0 0,-1-1 0 0 0,0 0-1 0 0,-14-1 1 0 0,5-2-114 0 0,-1 0-1 0 0,-33-8 0 0 0,43 7-362 0 0,0 0-1 0 0,0 0 0 0 0,0-1 0 0 0,1 0 0 0 0,-1 0 0 0 0,1-1 1 0 0,-11-9-1 0 0,17 13 16 0 0,1 0 1 0 0,0 0 0 0 0,0 0-1 0 0,1 0 1 0 0,-1 0-1 0 0,0 0 1 0 0,0 0 0 0 0,0 0-1 0 0,1-1 1 0 0,-1 1-1 0 0,1 0 1 0 0,-1-3 0 0 0,-1-7-1751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47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12 10594 0 0,'-1'-1'125'0'0,"0"0"-1"0"0,0 0 1 0 0,0 0 0 0 0,0 0-1 0 0,-1 0 1 0 0,1 0-1 0 0,0 0 1 0 0,-1 1-1 0 0,1-1 1 0 0,0 1 0 0 0,-1-1-1 0 0,1 1 1 0 0,-1-1-1 0 0,1 1 1 0 0,-1 0-1 0 0,1 0 1 0 0,-1-1 0 0 0,-1 1-1 0 0,0 2 282 0 0,0-1-1 0 0,0 0 0 0 0,1 0 1 0 0,-1 1-1 0 0,1-1 1 0 0,-1 1-1 0 0,1 0 1 0 0,0 0-1 0 0,-3 3 1 0 0,-13 12-110 0 0,1 1-1 0 0,1 1 1 0 0,1 0 0 0 0,0 1 0 0 0,1 1 0 0 0,2 0 0 0 0,-14 29 0 0 0,13-20 129 0 0,1 1 0 0 0,2 0 0 0 0,0 1 0 0 0,-9 63 1 0 0,17-80-247 0 0,1 1 0 0 0,1-1 1 0 0,0 0-1 0 0,1 0 0 0 0,1 0 1 0 0,0 0-1 0 0,6 17 0 0 0,-7-26-145 0 0,1 0 0 0 0,1-1-1 0 0,-1 1 1 0 0,1 0 0 0 0,0-1 0 0 0,1 1-1 0 0,-1-1 1 0 0,8 8 0 0 0,-8-10-35 0 0,0 0 1 0 0,0-1 0 0 0,0 1-1 0 0,0-1 1 0 0,0 0 0 0 0,1 0-1 0 0,-1 0 1 0 0,1-1-1 0 0,-1 1 1 0 0,1-1 0 0 0,0 0-1 0 0,0 0 1 0 0,-1 0 0 0 0,1 0-1 0 0,5 0 1 0 0,-8-1-47 0 0,1 0 1 0 0,-1 0-1 0 0,1 1 1 0 0,-1-1-1 0 0,1 0 1 0 0,-1 0-1 0 0,1 0 1 0 0,-1-1-1 0 0,1 1 1 0 0,-1 0-1 0 0,1 0 1 0 0,-1-1-1 0 0,0 1 1 0 0,1-1-1 0 0,-1 1 1 0 0,1-1-1 0 0,-1 0 1 0 0,0 0-1 0 0,1 1 1 0 0,-1-1-1 0 0,0 0 1 0 0,0 0-1 0 0,0 0 1 0 0,0 0-1 0 0,0-1 1 0 0,0 1 0 0 0,0 0-1 0 0,0 0 1 0 0,0 0-1 0 0,-1-1 1 0 0,1 1-1 0 0,0-1 1 0 0,-1 1-1 0 0,1 0 1 0 0,-1-1-1 0 0,1 1 1 0 0,-1-1-1 0 0,0 1 1 0 0,0-1-1 0 0,0 1 1 0 0,0-1-1 0 0,0 1 1 0 0,0-4-1 0 0,-1-1-215 0 0,0 0-1 0 0,0 1 1 0 0,0-1 0 0 0,-1 0-1 0 0,0 1 1 0 0,0-1 0 0 0,-1 1 0 0 0,1-1-1 0 0,-7-8 1 0 0,-31-36-1468 0 0,-72-70 0 0 0,65 73 1625 0 0,40 38 287 0 0,-2 1 0 0 0,1 0 0 0 0,-1 1-1 0 0,-1 0 1 0 0,1 0 0 0 0,-1 1 0 0 0,0 0 0 0 0,-16-6 0 0 0,22 13 1302 0 0,12 4-1023 0 0,12 6-581 0 0,38 5-572 0 0,0-4-1 0 0,0-2 1 0 0,111 5-1 0 0,-156-13 630 0 0,0-1-1 0 0,0-1 1 0 0,0 0-1 0 0,0-1 1 0 0,0 0-1 0 0,0-1 0 0 0,-1-1 1 0 0,1 0-1 0 0,0 0 1 0 0,-1-1-1 0 0,16-8 1 0 0,-23 9 117 0 0,-2 2 90 0 0,0 0 0 0 0,0 0 0 0 0,-1-1 1 0 0,1 1-1 0 0,0-1 0 0 0,-1 1 0 0 0,0-1 1 0 0,5-4-1 0 0,-10 8 174 0 0,0 0-1 0 0,0 0 1 0 0,0 0 0 0 0,1 1-1 0 0,-1-1 1 0 0,1 0 0 0 0,-1 1-1 0 0,-1 3 1 0 0,-7 12-128 0 0,1 0 0 0 0,0 0 0 0 0,2 1 0 0 0,0 0 0 0 0,1 0 0 0 0,1 1 0 0 0,-6 34 0 0 0,11-49-176 0 0,1 0-1 0 0,0 0 0 0 0,0 0 0 0 0,0 1 1 0 0,0-1-1 0 0,1 0 0 0 0,0 0 1 0 0,0 0-1 0 0,0 0 0 0 0,1 0 0 0 0,0 0 1 0 0,0 0-1 0 0,3 6 0 0 0,-3-8-8 0 0,0-1 0 0 0,-1 0 0 0 0,1 0 0 0 0,0 1 0 0 0,0-1 0 0 0,0-1-1 0 0,1 1 1 0 0,-1 0 0 0 0,0 0 0 0 0,1-1 0 0 0,-1 1 0 0 0,1-1 0 0 0,-1 0 0 0 0,1 0 0 0 0,0 0 0 0 0,0 0 0 0 0,-1 0 0 0 0,1-1-1 0 0,0 1 1 0 0,0-1 0 0 0,0 0 0 0 0,0 0 0 0 0,-1 0 0 0 0,1 0 0 0 0,5-1 0 0 0,1-1 70 0 0,1 0 0 0 0,-1-1 0 0 0,0 0 0 0 0,1 0 0 0 0,-2-1 1 0 0,1 0-1 0 0,0-1 0 0 0,-1 0 0 0 0,0 0 0 0 0,15-13 0 0 0,-17 12 9 0 0,1 1 0 0 0,-2-1-1 0 0,1 0 1 0 0,-1-1 0 0 0,0 1-1 0 0,0-1 1 0 0,-1 0 0 0 0,1 0-1 0 0,-2-1 1 0 0,1 1 0 0 0,-1-1-1 0 0,0 0 1 0 0,2-9 0 0 0,-5 12 1 0 0,0-1 0 0 0,1 0 1 0 0,-2 1-1 0 0,1-1 0 0 0,-1 0 0 0 0,1 1 1 0 0,-2-1-1 0 0,1 1 0 0 0,-1-1 1 0 0,1 1-1 0 0,-2-1 0 0 0,1 1 1 0 0,0 0-1 0 0,-1 0 0 0 0,0 0 1 0 0,-5-5-1 0 0,-5-8-13 0 0,-1 2 0 0 0,-29-27 0 0 0,40 40-90 0 0,-26-18-218 0 0,28 20 109 0 0,0 0 1 0 0,0 1 0 0 0,1-1 0 0 0,-1 0-1 0 0,0 1 1 0 0,0-1 0 0 0,0 1 0 0 0,0 0 0 0 0,0-1-1 0 0,0 1 1 0 0,0 0 0 0 0,0 0 0 0 0,0-1 0 0 0,0 1-1 0 0,0 0 1 0 0,0 0 0 0 0,0 0 0 0 0,0 0 0 0 0,0 0-1 0 0,0 0 1 0 0,0 1 0 0 0,0-1 0 0 0,0 0 0 0 0,0 1-1 0 0,0-1 1 0 0,0 0 0 0 0,0 1 0 0 0,0-1-1 0 0,0 1 1 0 0,-1 1 0 0 0,1 1-1469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48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15 7370 0 0,'-8'-3'1112'0'0,"0"0"0"0"0,-1 0 0 0 0,0 2 0 0 0,0-1 0 0 0,1 1 0 0 0,-18-1 0 0 0,20 3-459 0 0,1-1 1 0 0,-1 1 0 0 0,1 0-1 0 0,-1 1 1 0 0,1-1-1 0 0,-7 3 1 0 0,-17 13-2154 0 0,18-7 1650 0 0,1 0-1 0 0,0 0 1 0 0,0 1-1 0 0,1 1 0 0 0,0-1 1 0 0,1 1-1 0 0,1 1 1 0 0,0 0-1 0 0,1 0 1 0 0,0 0-1 0 0,1 0 0 0 0,0 1 1 0 0,1 0-1 0 0,1 0 1 0 0,0 0-1 0 0,1 1 1 0 0,0-1-1 0 0,1 0 0 0 0,2 18 1 0 0,-1-28-150 0 0,0-1 0 0 0,0 0 0 0 0,0 0 0 0 0,1 0 1 0 0,-1 1-1 0 0,1-1 0 0 0,0 0 0 0 0,0 0 0 0 0,0 0 0 0 0,1 0 0 0 0,-1 0 0 0 0,1 0 1 0 0,0-1-1 0 0,-1 1 0 0 0,1 0 0 0 0,0-1 0 0 0,0 0 0 0 0,1 1 0 0 0,-1-1 1 0 0,1 0-1 0 0,-1 0 0 0 0,1 0 0 0 0,-1 0 0 0 0,1-1 0 0 0,0 1 0 0 0,0-1 0 0 0,0 1 1 0 0,6 0-1 0 0,-3 0-108 0 0,1-2 1 0 0,0 1 0 0 0,-1-1 0 0 0,1 0-1 0 0,0 0 1 0 0,-1-1 0 0 0,1 1-1 0 0,0-2 1 0 0,-1 1 0 0 0,1-1-1 0 0,-1 0 1 0 0,13-5 0 0 0,3-5-1198 0 0,0 0 1 0 0,0-1-1 0 0,-2-1 1 0 0,1-2-1 0 0,24-23 1 0 0,-22 16-822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49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84 3681 0 0,'0'0'284'0'0,"-7"0"7565"0"0,-8 3-5765 0 0,12-1-1940 0 0,0 0 0 0 0,0 0 0 0 0,0 0 0 0 0,1 1 0 0 0,-1-1 0 0 0,1 1 0 0 0,0-1 0 0 0,0 1 0 0 0,0 0 0 0 0,0 0 0 0 0,0 0 0 0 0,1 0 0 0 0,-1 0 0 0 0,-1 5 0 0 0,-13 51 1674 0 0,13-45-1339 0 0,1-5-305 0 0,0 0 1 0 0,1 0-1 0 0,0 0 1 0 0,1 0 0 0 0,0 0-1 0 0,0 0 1 0 0,1 0-1 0 0,3 15 1 0 0,-4-21-165 0 0,1-1 0 0 0,-1 0 0 0 0,1 1 1 0 0,0-1-1 0 0,0 0 0 0 0,0 0 0 0 0,0 0 0 0 0,1 1 0 0 0,-1-1 0 0 0,1 0 0 0 0,-1-1 0 0 0,1 1 1 0 0,-1 0-1 0 0,1 0 0 0 0,0-1 0 0 0,0 1 0 0 0,0-1 0 0 0,0 1 0 0 0,0-1 0 0 0,0 0 1 0 0,1 0-1 0 0,-1 0 0 0 0,0 0 0 0 0,0 0 0 0 0,1-1 0 0 0,-1 1 0 0 0,1 0 0 0 0,-1-1 0 0 0,1 0 1 0 0,-1 0-1 0 0,0 0 0 0 0,1 0 0 0 0,-1 0 0 0 0,1 0 0 0 0,-1-1 0 0 0,4 0 0 0 0,5-2-25 0 0,-1 0-1 0 0,0 0 1 0 0,0-1-1 0 0,0 0 1 0 0,-1-1-1 0 0,1 0 1 0 0,-1-1-1 0 0,0 0 1 0 0,-1 0-1 0 0,1-1 1 0 0,10-11-1 0 0,-10 9 65 0 0,-1 0 0 0 0,0-1 0 0 0,0 0 0 0 0,-1 0 0 0 0,-1-1 0 0 0,1 0-1 0 0,-2 0 1 0 0,1 0 0 0 0,5-19 0 0 0,-10 22 34 0 0,1 1 0 0 0,-1-1 0 0 0,-1 0 0 0 0,0 1 0 0 0,0-1 0 0 0,0 0 0 0 0,-1 1 0 0 0,-2-14 0 0 0,2 17-43 0 0,0 0 0 0 0,0 0 0 0 0,0 0 0 0 0,-1 0 0 0 0,1 0 0 0 0,-1 0 0 0 0,0 1-1 0 0,0-1 1 0 0,0 0 0 0 0,-1 1 0 0 0,1 0 0 0 0,-1 0 0 0 0,0-1 0 0 0,0 2 0 0 0,0-1 0 0 0,0 0 0 0 0,-6-4 0 0 0,5 6-6 0 0,-1 1 0 0 0,1-1 0 0 0,-1 1 0 0 0,1-1 0 0 0,0 1 0 0 0,-1 0 1 0 0,1 1-1 0 0,-1-1 0 0 0,1 1 0 0 0,0 0 0 0 0,0 0 0 0 0,-1 0 0 0 0,1 1 0 0 0,0-1 0 0 0,0 1 1 0 0,0 0-1 0 0,0 0 0 0 0,-4 4 0 0 0,6-3-125 0 0,0 0 0 0 0,0 0 0 0 0,0 1-1 0 0,1-1 1 0 0,-1 0 0 0 0,1 1 0 0 0,-2 7 0 0 0,2-10 44 0 0,1 1-1 0 0,-1 0 1 0 0,1 0-1 0 0,-1 0 1 0 0,1-1 0 0 0,0 1-1 0 0,0 0 1 0 0,0 0-1 0 0,0 0 1 0 0,0-1-1 0 0,0 1 1 0 0,1 0 0 0 0,-1 0-1 0 0,0 0 1 0 0,1-1-1 0 0,0 1 1 0 0,-1 0 0 0 0,2 1-1 0 0,-1-2-52 0 0,-1-1 0 0 0,1 1 0 0 0,0-1 0 0 0,0 0 1 0 0,0 1-1 0 0,-1-1 0 0 0,1 0 0 0 0,0 0 0 0 0,0 0 0 0 0,0 0 0 0 0,0 1 0 0 0,-1-1 0 0 0,1 0 0 0 0,0 0 0 0 0,0-1 0 0 0,0 1 0 0 0,0 0 0 0 0,0 0 0 0 0,-1 0 1 0 0,1-1-1 0 0,2 1 0 0 0,20-11-1484 0 0,-15 7 1020 0 0,18-7-908 0 0,10-4-1504 0 0,-9 11-2745 0 0,-22 4 2862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49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6825 0 0,'27'0'725'0'0,"-24"0"-476"0"0,-1 1 0 0 0,1 0 0 0 0,-1-1 0 0 0,1 1 0 0 0,-1 0 0 0 0,1 0 0 0 0,-1 1 0 0 0,1-1 0 0 0,-1 0 0 0 0,0 1 0 0 0,0 0 0 0 0,1-1 0 0 0,-1 1 0 0 0,-1 0 0 0 0,1 0 0 0 0,0 0 0 0 0,2 3 0 0 0,0 0 93 0 0,-1 0 0 0 0,0 0-1 0 0,1 0 1 0 0,-2 0 0 0 0,1 1 0 0 0,3 9-1 0 0,-3 1-5 0 0,-2-1-1 0 0,1 0 1 0 0,-2 1-1 0 0,0-1 1 0 0,-1 1-1 0 0,-1-1 1 0 0,0 0-1 0 0,-5 18 1 0 0,5-19 8 0 0,1-5 1090 0 0,5-8-498 0 0,11-17-133 0 0,14-28-513 0 0,-14 20-227 0 0,-4 2-9 0 0,2 1 0 0 0,1 0 0 0 0,31-35 0 0 0,-44 55-43 0 0,0 0 0 0 0,0 0 0 0 0,0 0 0 0 0,0 1 0 0 0,0-1 0 0 0,0 0 0 0 0,0 0 0 0 0,0 1-1 0 0,0-1 1 0 0,0 0 0 0 0,0 1 0 0 0,1-1 0 0 0,-1 1 0 0 0,0 0 0 0 0,0-1 0 0 0,1 1 0 0 0,-1 0 0 0 0,0 0 0 0 0,1 0 0 0 0,-1 0 0 0 0,0 0 0 0 0,0 0 0 0 0,1 0 0 0 0,1 1 0 0 0,-1 0 8 0 0,0 0 1 0 0,0 0-1 0 0,0 0 1 0 0,0 0-1 0 0,0 1 1 0 0,0-1-1 0 0,0 1 1 0 0,-1-1 0 0 0,1 1-1 0 0,-1 0 1 0 0,1 0-1 0 0,1 3 1 0 0,2 3 37 0 0,0 1 1 0 0,-1 0-1 0 0,0 0 0 0 0,0 0 1 0 0,3 14-1 0 0,-5-4-14 0 0,-2-16-45 0 0,0 1-1 0 0,0-1 1 0 0,1 0-1 0 0,-1 1 1 0 0,1-1-1 0 0,0 0 1 0 0,0 1-1 0 0,0-1 1 0 0,0 0-1 0 0,0 0 1 0 0,1 0-1 0 0,0 0 1 0 0,3 5-1 0 0,-5-8-7 0 0,1 0-1 0 0,0 0 1 0 0,-1 0-1 0 0,1 0 1 0 0,0 0-1 0 0,-1 0 1 0 0,1-1 0 0 0,-1 1-1 0 0,1 0 1 0 0,0 0-1 0 0,-1-1 1 0 0,1 1-1 0 0,-1 0 1 0 0,1-1-1 0 0,-1 1 1 0 0,1-1-1 0 0,-1 1 1 0 0,1-1 0 0 0,-1 1-1 0 0,1-1 1 0 0,-1 1-1 0 0,0-1 1 0 0,1 1-1 0 0,-1-1 1 0 0,0 1-1 0 0,0-1 1 0 0,1 0 0 0 0,-1 1-1 0 0,0-2 1 0 0,10-18-129 0 0,-10 20 138 0 0,78-168-143 0 0,-77 166 156 0 0,0 0 1 0 0,1 0 0 0 0,-1 0 0 0 0,0 0 0 0 0,0 0-1 0 0,1 1 1 0 0,-1-1 0 0 0,1 0 0 0 0,0 1-1 0 0,-1-1 1 0 0,1 1 0 0 0,0 0 0 0 0,0-1 0 0 0,0 1-1 0 0,0 0 1 0 0,0 0 0 0 0,4-1 0 0 0,-5 2 22 0 0,0 0 1 0 0,0 0-1 0 0,1 0 0 0 0,-1 0 1 0 0,0 1-1 0 0,0-1 1 0 0,1 0-1 0 0,-1 0 0 0 0,0 1 1 0 0,0-1-1 0 0,0 1 1 0 0,1 0-1 0 0,-1-1 0 0 0,0 1 1 0 0,0 0-1 0 0,0-1 1 0 0,0 1-1 0 0,0 0 0 0 0,0 0 1 0 0,0 0-1 0 0,-1 0 1 0 0,1 0-1 0 0,0 0 0 0 0,0 0 1 0 0,-1 0-1 0 0,1 0 1 0 0,-1 0-1 0 0,1 1 0 0 0,-1-1 1 0 0,1 0-1 0 0,-1 3 1 0 0,12 44 86 0 0,-2 2-237 0 0,-9-47-53 0 0,0 0 0 0 0,1 1-1 0 0,-1-1 1 0 0,1 0 0 0 0,-1 0 0 0 0,1-1 0 0 0,0 1-1 0 0,0 0 1 0 0,0 0 0 0 0,0-1 0 0 0,5 4 0 0 0,7 1-2352 0 0,-3-6-2622 0 0,-1-1-703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49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12 5529 0 0,'0'-1'292'0'0,"0"1"0"0"0,0-1 0 0 0,-1 1-1 0 0,1-1 1 0 0,0 0 0 0 0,0 1 0 0 0,-1-1-1 0 0,1 1 1 0 0,0-1 0 0 0,-1 1 0 0 0,1-1-1 0 0,0 1 1 0 0,-1 0 0 0 0,1-1 0 0 0,-1 1 0 0 0,1-1-1 0 0,-1 1 1 0 0,1 0 0 0 0,-1-1 0 0 0,1 1-1 0 0,-1 0 1 0 0,1-1 0 0 0,-1 1 0 0 0,1 0 0 0 0,-1 0-1 0 0,1 0 1 0 0,-1 0 0 0 0,0-1 0 0 0,1 1-1 0 0,-1 0 1 0 0,1 0 0 0 0,-1 0 0 0 0,-1 0 0 0 0,1 1-13 0 0,0 0 0 0 0,0 0 1 0 0,0 0-1 0 0,-1 0 0 0 0,1 0 1 0 0,0 0-1 0 0,0 0 0 0 0,0 1 1 0 0,1-1-1 0 0,-1 0 0 0 0,0 0 1 0 0,0 1-1 0 0,0 1 0 0 0,-4 9-18 0 0,0 1 0 0 0,-3 15-1 0 0,7-26-159 0 0,-23 108 1005 0 0,-19 223 1 0 0,31-211-894 0 0,5-6-1647 0 0,8-110 505 0 0,3-18-6145 0 0,-2 2 1956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50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14027 0 0,'0'0'18'0'0,"0"-7"280"0"0,2 0 1 0 0,-1 1 0 0 0,1-1 0 0 0,3-8-1 0 0,-4 12-171 0 0,1 0 0 0 0,0 1 0 0 0,-1-1 0 0 0,1 1 0 0 0,0-1 0 0 0,0 1 0 0 0,1 0 0 0 0,-1 0 0 0 0,0 0 0 0 0,1 0 0 0 0,-1 0 0 0 0,5-2 0 0 0,-1 0-6 0 0,0 0 1 0 0,1 1-1 0 0,-1-1 1 0 0,1 1-1 0 0,0 0 1 0 0,0 1-1 0 0,0 0 1 0 0,1 0-1 0 0,-1 1 1 0 0,0-1-1 0 0,1 2 1 0 0,-1-1-1 0 0,1 1 1 0 0,-1 0-1 0 0,1 0 1 0 0,-1 1-1 0 0,0 0 1 0 0,1 1-1 0 0,-1-1 1 0 0,12 6-1 0 0,-11-4 3 0 0,0 1-1 0 0,-1 0 1 0 0,1 0 0 0 0,-1 1-1 0 0,0 0 1 0 0,0 0-1 0 0,-1 1 1 0 0,1 0 0 0 0,-1 0-1 0 0,0 1 1 0 0,-1 0-1 0 0,0-1 1 0 0,0 2 0 0 0,0-1-1 0 0,-1 1 1 0 0,0-1-1 0 0,-1 1 1 0 0,0 0 0 0 0,0 1-1 0 0,0-1 1 0 0,-1 0-1 0 0,0 1 1 0 0,-1-1 0 0 0,0 1-1 0 0,0 0 1 0 0,-1-1-1 0 0,0 1 1 0 0,-1 0 0 0 0,0-1-1 0 0,0 1 1 0 0,0-1-1 0 0,-1 1 1 0 0,-6 14-1 0 0,4-16-68 0 0,0 1 0 0 0,-1-1 0 0 0,0 0 0 0 0,0 0 0 0 0,0 0 0 0 0,-1-1 0 0 0,0 0 0 0 0,-1 0 0 0 0,1 0 0 0 0,-1-1 0 0 0,0 0 0 0 0,0-1 0 0 0,-1 1 0 0 0,-10 4 0 0 0,4-3-66 0 0,0-1 1 0 0,0-1 0 0 0,0 0-1 0 0,0-1 1 0 0,0 0 0 0 0,-1-1-1 0 0,-25 0 1 0 0,38-2-48 0 0,0 0 1 0 0,0 0-1 0 0,0 0 1 0 0,0 0-1 0 0,0 0 1 0 0,0-1-1 0 0,0 1 1 0 0,0-1-1 0 0,0 1 0 0 0,0-1 1 0 0,0 0-1 0 0,0 0 1 0 0,0 0-1 0 0,-2-1 1 0 0,4 2 5 0 0,-1-1 0 0 0,1 1 1 0 0,0 0-1 0 0,0-1 1 0 0,-1 1-1 0 0,1-1 0 0 0,0 1 1 0 0,0 0-1 0 0,0-1 1 0 0,0 1-1 0 0,-1-1 0 0 0,1 1 1 0 0,0-1-1 0 0,0 1 1 0 0,0-1-1 0 0,0 1 0 0 0,0-1 1 0 0,0 1-1 0 0,0 0 1 0 0,0-1-1 0 0,0 1 0 0 0,0-1 1 0 0,0 1-1 0 0,1-1 1 0 0,11-16-2348 0 0,1 6-9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50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176 187 11979 0 0,'2'-18'2004'0'0,"0"0"1"0"0,-3-27-1 0 0,1 39-1816 0 0,0 0 0 0 0,-1 0-1 0 0,0 0 1 0 0,0 0 0 0 0,-1 1-1 0 0,0-1 1 0 0,0 0 0 0 0,0 1-1 0 0,-1-1 1 0 0,1 1 0 0 0,-5-7-1 0 0,6 11-113 0 0,0 0 0 0 0,0 0 0 0 0,1 1 0 0 0,-1-1-1 0 0,0 0 1 0 0,0 0 0 0 0,0 0 0 0 0,0 1 0 0 0,0-1-1 0 0,0 1 1 0 0,0-1 0 0 0,0 0 0 0 0,0 1 0 0 0,0 0 0 0 0,0-1-1 0 0,0 1 1 0 0,-1 0 0 0 0,1 0 0 0 0,0-1 0 0 0,0 1-1 0 0,0 0 1 0 0,-2 0 0 0 0,0 1 3 0 0,1-1-1 0 0,0 1 1 0 0,0 0-1 0 0,0 0 1 0 0,0-1 0 0 0,0 1-1 0 0,0 1 1 0 0,1-1-1 0 0,-1 0 1 0 0,0 0 0 0 0,-2 3-1 0 0,-3 2 64 0 0,1 1 0 0 0,0 0 0 0 0,1 1 0 0 0,-8 11 0 0 0,2 1-83 0 0,1-1 0 0 0,0 2 0 0 0,2-1 0 0 0,-10 38 0 0 0,15-47-42 0 0,0 0-1 0 0,2 1 1 0 0,-1-1-1 0 0,1 1 1 0 0,1-1-1 0 0,0 1 0 0 0,0-1 1 0 0,1 1-1 0 0,1-1 1 0 0,5 22-1 0 0,-6-31-15 0 0,0 0 1 0 0,0 1-1 0 0,0-1 0 0 0,0 0 0 0 0,0 0 1 0 0,0 0-1 0 0,1 0 0 0 0,-1 0 1 0 0,1 0-1 0 0,-1-1 0 0 0,1 1 0 0 0,-1 0 1 0 0,1-1-1 0 0,0 1 0 0 0,0-1 0 0 0,0 0 1 0 0,0 1-1 0 0,4 1 0 0 0,-4-3-8 0 0,0 0 0 0 0,0 1 0 0 0,0-1 0 0 0,0 0 0 0 0,0 0 0 0 0,0 0 0 0 0,0 0 0 0 0,0 0 0 0 0,0-1 0 0 0,0 1 0 0 0,-1 0 0 0 0,1-1 0 0 0,0 1 0 0 0,0-1 1 0 0,0 0-1 0 0,0 0 0 0 0,-1 0 0 0 0,1 0 0 0 0,0 0 0 0 0,-1 0 0 0 0,1 0 0 0 0,-1 0 0 0 0,3-3 0 0 0,10-10 9 0 0,-1 0 0 0 0,0-1 0 0 0,-1 0 0 0 0,-1-1 0 0 0,0 0 0 0 0,-1-1 0 0 0,0 0 0 0 0,-2-1 0 0 0,0 0 0 0 0,-1 0 0 0 0,8-33 0 0 0,-36 94 1368 0 0,17-28-1263 0 0,0 0-1 0 0,-2 24 1 0 0,5-36-135 0 0,1 1-1 0 0,0-1 1 0 0,0 1-1 0 0,0 0 1 0 0,0-1-1 0 0,0 1 1 0 0,1-1-1 0 0,0 1 1 0 0,0-1-1 0 0,0 1 1 0 0,0-1-1 0 0,0 0 1 0 0,1 1-1 0 0,-1-1 1 0 0,1 0-1 0 0,0 0 1 0 0,3 4-1 0 0,-3-6-18 0 0,-1 0-1 0 0,1 0 1 0 0,-1 0-1 0 0,1-1 0 0 0,-1 1 1 0 0,1-1-1 0 0,-1 1 1 0 0,1-1-1 0 0,-1 1 1 0 0,1-1-1 0 0,0 0 0 0 0,-1 0 1 0 0,1 0-1 0 0,0 0 1 0 0,-1 0-1 0 0,1 0 1 0 0,0-1-1 0 0,-1 1 0 0 0,1 0 1 0 0,-1-1-1 0 0,1 1 1 0 0,-1-1-1 0 0,1 0 1 0 0,-1 1-1 0 0,3-3 0 0 0,36-22-893 0 0,-22 11 641 0 0,-1-1 1 0 0,-1 0 0 0 0,-1-1-1 0 0,0-1 1 0 0,-1 0-1 0 0,-1-1 1 0 0,0-1 0 0 0,-1 0-1 0 0,-2 0 1 0 0,0-1-1 0 0,10-28 1 0 0,-20 48 306 0 0,0 0-1 0 0,0 0 0 0 0,0 0 1 0 0,0 1-1 0 0,0-1 1 0 0,0 0-1 0 0,0 0 1 0 0,0 0-1 0 0,0 0 1 0 0,0 0-1 0 0,0 0 1 0 0,0 0-1 0 0,0 0 0 0 0,1 0 1 0 0,-1 0-1 0 0,0 0 1 0 0,0 0-1 0 0,0 0 1 0 0,0 0-1 0 0,0 1 1 0 0,0-1-1 0 0,0 0 1 0 0,0 0-1 0 0,0 0 0 0 0,0 0 1 0 0,1 0-1 0 0,-1 0 1 0 0,0 0-1 0 0,0 0 1 0 0,0 0-1 0 0,0 0 1 0 0,0 0-1 0 0,0 0 1 0 0,0 0-1 0 0,0 0 1 0 0,0 0-1 0 0,1 0 0 0 0,-1 0 1 0 0,0-1-1 0 0,0 1 1 0 0,0 0-1 0 0,0 0 1 0 0,0 0-1 0 0,0 0 1 0 0,0 0-1 0 0,0 0 1 0 0,0 0-1 0 0,0 0 0 0 0,0 0 1 0 0,1 0-1 0 0,-1 0 1 0 0,0 0-1 0 0,0 0 1 0 0,0 0-1 0 0,0-1 1 0 0,0 1-1 0 0,0 0 1 0 0,0 0-1 0 0,0 0 0 0 0,0 0 1 0 0,0 0-1 0 0,0 0 1 0 0,0 0-1 0 0,0 0 1 0 0,4 13 642 0 0,3 19 383 0 0,-4-9-812 0 0,-2 1 1 0 0,-2 43-1 0 0,0-48-65 0 0,0 0-1 0 0,2 0 1 0 0,0 0 0 0 0,1 0-1 0 0,5 23 1 0 0,-6-40 423 0 0,0-6-149 0 0,1-11 99 0 0,0-21 78 0 0,0-47 347 0 0,-2 33-421 0 0,11-83 0 0 0,-11 131-540 0 0,1-1 1 0 0,-1 0-1 0 0,1 1 0 0 0,0-1 1 0 0,-1 1-1 0 0,1-1 1 0 0,0 1-1 0 0,1-1 1 0 0,-1 1-1 0 0,0-1 1 0 0,1 1-1 0 0,-1 0 1 0 0,1 0-1 0 0,0 0 0 0 0,0 0 1 0 0,-1 0-1 0 0,5-3 1 0 0,-4 4-46 0 0,0 0 1 0 0,0 1 0 0 0,1-1 0 0 0,-1 1-1 0 0,0-1 1 0 0,0 1 0 0 0,0 0 0 0 0,0 0-1 0 0,1 0 1 0 0,-1 0 0 0 0,0 0-1 0 0,0 0 1 0 0,0 0 0 0 0,1 1 0 0 0,-1-1-1 0 0,0 1 1 0 0,0 0 0 0 0,0 0-1 0 0,0 0 1 0 0,0 0 0 0 0,0 0 0 0 0,2 1-1 0 0,7 5-601 0 0,-1 0 0 0 0,0 0 0 0 0,0 1 0 0 0,8 9 0 0 0,17 20-4425 0 0,-19-20 861 0 0,1 0-1318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1T18:27:51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154 225 9586 0 0,'7'-3'576'0'0,"0"-1"1"0"0,0 0-1 0 0,-1 0 0 0 0,1 0 0 0 0,-1-1 1 0 0,0 0-1 0 0,0 0 0 0 0,-1-1 1 0 0,0 0-1 0 0,8-10 0 0 0,1-3 605 0 0,-2-1 0 0 0,13-26 0 0 0,-23 43-1044 0 0,-1 1 1 0 0,0-1-1 0 0,0 0 0 0 0,0 1 0 0 0,0-1 0 0 0,-1 0 1 0 0,1 0-1 0 0,-1 0 0 0 0,0 0 0 0 0,1 0 1 0 0,-1 1-1 0 0,-1-1 0 0 0,1 0 0 0 0,0 0 0 0 0,-1 0 1 0 0,1 0-1 0 0,-1 0 0 0 0,-2-4 0 0 0,2 5-72 0 0,0 1-1 0 0,0 0 1 0 0,0-1 0 0 0,0 1-1 0 0,0 0 1 0 0,0 0-1 0 0,-1 0 1 0 0,1 0-1 0 0,0 0 1 0 0,-1 0-1 0 0,1 0 1 0 0,-1 0 0 0 0,1 0-1 0 0,-1 0 1 0 0,1 1-1 0 0,-1-1 1 0 0,0 1-1 0 0,1 0 1 0 0,-1-1 0 0 0,0 1-1 0 0,1 0 1 0 0,-1 0-1 0 0,0 0 1 0 0,1 0-1 0 0,-1 0 1 0 0,0 0 0 0 0,0 0-1 0 0,1 1 1 0 0,-1-1-1 0 0,0 1 1 0 0,1-1-1 0 0,-1 1 1 0 0,-1 0 0 0 0,-11 6 48 0 0,-1 0 0 0 0,2 0 0 0 0,-1 1 1 0 0,1 1-1 0 0,1 0 0 0 0,-1 1 0 0 0,2 0 0 0 0,-1 1 1 0 0,1 0-1 0 0,1 1 0 0 0,-16 24 0 0 0,16-20-144 0 0,0 0 0 0 0,2 1 0 0 0,0 0-1 0 0,1 1 1 0 0,-7 23 0 0 0,12-30 52 0 0,-1-1 1 0 0,2 1-1 0 0,-1-1 0 0 0,1 1 1 0 0,1 0-1 0 0,0-1 1 0 0,0 1-1 0 0,1 0 1 0 0,1-1-1 0 0,4 20 0 0 0,-5-27-12 0 0,0 0-1 0 0,0 0 0 0 0,1-1 1 0 0,-1 1-1 0 0,1 0 0 0 0,-1 0 0 0 0,1-1 1 0 0,0 1-1 0 0,0-1 0 0 0,0 0 1 0 0,0 0-1 0 0,0 1 0 0 0,1-1 0 0 0,-1-1 1 0 0,1 1-1 0 0,-1 0 0 0 0,1-1 1 0 0,3 2-1 0 0,-1-1-3 0 0,1 0-1 0 0,-1 0 1 0 0,1-1 0 0 0,-1 0 0 0 0,1 0 0 0 0,-1-1 0 0 0,1 0-1 0 0,0 0 1 0 0,7 0 0 0 0,5-3-29 0 0,1-1 0 0 0,-1 0 0 0 0,0-1 0 0 0,32-13 0 0 0,-35 10 79 0 0,-2 1-1 0 0,1-1 1 0 0,-1-1 0 0 0,0-1 0 0 0,21-20 0 0 0,3-2-363 0 0,-32 30-629 0 0,-7 6-2884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03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82 111 7138 0 0,'0'-6'591'0'0,"-2"-30"314"0"0,2 35-853 0 0,0 1 1 0 0,0-1-1 0 0,0 1 1 0 0,0-1-1 0 0,0 1 1 0 0,-1-1-1 0 0,1 0 1 0 0,0 1-1 0 0,0-1 1 0 0,0 1-1 0 0,-1-1 1 0 0,1 1-1 0 0,0-1 1 0 0,-1 1-1 0 0,1-1 0 0 0,0 1 1 0 0,-1-1-1 0 0,1 1 1 0 0,-1-1-1 0 0,1 1 1 0 0,-1 0-1 0 0,1-1 1 0 0,-1 1-1 0 0,1 0 1 0 0,-1-1-1 0 0,1 1 1 0 0,-1 0-1 0 0,1 0 1 0 0,-1 0-1 0 0,0-1 1 0 0,1 1-1 0 0,-1 0 0 0 0,1 0 1 0 0,-1 0-1 0 0,0 0 1 0 0,1 0-1 0 0,-1 0 1 0 0,1 0-1 0 0,-1 0 1 0 0,1 0-1 0 0,-1 0 1 0 0,0 1-1 0 0,1-1 1 0 0,-1 0-1 0 0,1 0 1 0 0,-1 0-1 0 0,1 1 1 0 0,-2-1-1 0 0,0 2 78 0 0,0 0 0 0 0,-1-1 0 0 0,1 1 0 0 0,0 0 0 0 0,0 0 0 0 0,0 0 1 0 0,0 1-1 0 0,0-1 0 0 0,0 0 0 0 0,1 1 0 0 0,-1-1 0 0 0,1 1 0 0 0,0 0 0 0 0,0-1 0 0 0,0 1 0 0 0,0 0 0 0 0,0 0 0 0 0,0 0 0 0 0,1-1 0 0 0,-1 5 0 0 0,0 9-132 0 0,0 0 0 0 0,3 27-1 0 0,-1-15 381 0 0,1 30 493 0 0,14 75 0 0 0,-6-61-845 0 0,8 54 49 0 0,-11-43 349 0 0,-5-49-249 0 0,9 77 407 0 0,-5-69-438 0 0,-2 1 0 0 0,-3 71-1 0 0,-5-32-83 0 0,5-80 50 0 0,-23-14 546 0 0,19 10-656 0 0,0 0 0 0 0,4 7 0 0 0,0 33 0 0 0,4-31 2264 0 0,-1-7-2180 0 0,36 0 161 0 0,-1-2 0 0 0,0-1-1 0 0,44-11 1 0 0,-36 6-55 0 0,88-5 0 0 0,-98 14-138 0 0,55-3 72 0 0,199-14-285 0 0,-239 14 152 0 0,127-6 73 0 0,-131 9-44 0 0,0 1 0 0 0,76 14 0 0 0,-90-10-16 0 0,-1-1 8 0 0,-1-1 1 0 0,1-1 0 0 0,-1-2-1 0 0,1-1 1 0 0,0-2-1 0 0,48-8 1 0 0,-26 1 92 0 0,1 2 1 0 0,80 1-1 0 0,46-5-77 0 0,-26-7 23 0 0,77-28 61 0 0,-209 41-54 0 0,86-13 23 0 0,5-1 1 0 0,-94 14-77 0 0,18-5 52 0 0,-1 2 0 0 0,2 1-1 0 0,56-2 1 0 0,95 0-69 0 0,-115 3-9 0 0,139 8 1 0 0,-133 4 9 0 0,106 15 11 0 0,-148-16 0 0 0,0-2 0 0 0,0-2 0 0 0,69-7 0 0 0,52 2 0 0 0,-140 5 75 0 0,-1-2-1 0 0,1 0 1 0 0,-1-2 0 0 0,33-6-1 0 0,-20 3 880 0 0,-29 7-1001 0 0,-3-1 45 0 0,4 2 0 0 0,1 0 1 0 0,0 0-1 0 0,0-1 1 0 0,0 0-1 0 0,0 0 1 0 0,0 0-1 0 0,0-1 1 0 0,7 0-1 0 0,1-1-16 0 0,0 0 0 0 0,1 2 0 0 0,22 2 0 0 0,18 1-22 0 0,19-1 21 0 0,-43 0 4 0 0,1-3 0 0 0,37-3 0 0 0,2-2 29 0 0,-41 3 6 0 0,39-6 0 0 0,-67 7-16 0 0,-1 0 0 0 0,0 0 0 0 0,0 1 0 0 0,0-1 0 0 0,0 0 0 0 0,0 0 0 0 0,-1 0 0 0 0,1 0 0 0 0,0-1 0 0 0,0 1 0 0 0,-1 0 0 0 0,1 0 1 0 0,0 0-1 0 0,-1-1 0 0 0,1 1 0 0 0,-1 0 0 0 0,0 0 0 0 0,1-1 0 0 0,-1 1 0 0 0,0 0 0 0 0,0-1 0 0 0,0-1 0 0 0,2-34 81 0 0,-2 36-85 0 0,2-30-89 0 0,1 1 0 0 0,14-57 0 0 0,0 0-52 0 0,-2-51 21 0 0,-9 67-100 0 0,24-101 0 0 0,-25 151 106 0 0,-2 14 81 0 0,-1 0-1 0 0,0-1 1 0 0,0 1 0 0 0,-1-1 0 0 0,1 1-1 0 0,-2-1 1 0 0,1 0 0 0 0,-1 1 0 0 0,-1-1-1 0 0,0-8 1 0 0,0 11-16 0 0,-1 1 210 0 0,-11 12-226 0 0,9-5 60 0 0,-1 0 0 0 0,0-1 1 0 0,0 1-1 0 0,0-1 1 0 0,0 0-1 0 0,0 0 0 0 0,0-1 1 0 0,-1 1-1 0 0,1-1 0 0 0,-1-1 1 0 0,1 1-1 0 0,-1-1 0 0 0,1 1 1 0 0,-1-2-1 0 0,1 1 1 0 0,-12-2-1 0 0,-187-17 5 0 0,-17 10 0 0 0,133 7 0 0 0,-129-17 0 0 0,133 6 0 0 0,-165-3 0 0 0,-51-1-222 0 0,188 8 148 0 0,-95 8-193 0 0,132 3 181 0 0,-99-10-1 0 0,61-7 67 0 0,-121-10-40 0 0,-2 24-116 0 0,-59 10 302 0 0,24 8-76 0 0,-143-9 64 0 0,387-9-118 0 0,0 0 0 0 0,1 2-1 0 0,-1 1 1 0 0,1 1 0 0 0,-1 1-1 0 0,1 2 1 0 0,-48 16 0 0 0,53-14-20 0 0,-1-2-1 0 0,1 0 1 0 0,-42 5 0 0 0,-68-2-21 0 0,105-8 85 0 0,-24 4-35 0 0,0 2-1 0 0,-61 17 0 0 0,-39 6 37 0 0,127-27-39 0 0,0-1-1 0 0,-1-1 1 0 0,1-2-1 0 0,-39-4 1 0 0,41 2-59 0 0,-87-11 171 0 0,94 13-57 0 0,-1 1-1 0 0,1 0 1 0 0,-1 1 0 0 0,1 1 0 0 0,-21 5-1 0 0,16-5 25 0 0,16-2-84 0 0,1 0 0 0 0,-1 0 0 0 0,1 0 1 0 0,-1 0-1 0 0,1 1 0 0 0,-1-1 0 0 0,1 1 0 0 0,-1 0 0 0 0,1 0 1 0 0,-1 0-1 0 0,-2 1 0 0 0,5-1-90 0 0,7-5-1477 0 0,9 0-396 0 0,-5-1-5059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04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66 11058 0 0,'-1'-2'241'0'0,"-1"1"0"0"0,1-1-1 0 0,0 0 1 0 0,0 0 0 0 0,0 0 0 0 0,0 0-1 0 0,0 0 1 0 0,0-1 0 0 0,0 1-1 0 0,1 0 1 0 0,-1 0 0 0 0,1 0 0 0 0,-1-1-1 0 0,1-2 1 0 0,0 4-191 0 0,0 0 0 0 0,1 0-1 0 0,-1 0 1 0 0,0 0 0 0 0,1 0 0 0 0,-1 0 0 0 0,0 0 0 0 0,1 0-1 0 0,0 0 1 0 0,-1 0 0 0 0,1 0 0 0 0,0 0 0 0 0,-1 0 0 0 0,1 1-1 0 0,0-1 1 0 0,0 0 0 0 0,0 0 0 0 0,-1 1 0 0 0,1-1 0 0 0,0 0-1 0 0,0 1 1 0 0,0-1 0 0 0,0 1 0 0 0,0 0 0 0 0,0-1-1 0 0,0 1 1 0 0,0 0 0 0 0,1-1 0 0 0,-1 1 0 0 0,0 0 0 0 0,2 0-1 0 0,16-4-77 0 0,1 2-1 0 0,-1 0 0 0 0,1 1 0 0 0,-1 0 0 0 0,1 2 0 0 0,0 1 0 0 0,-1 0 0 0 0,26 7 0 0 0,-42-8 27 0 0,0-1 0 0 0,-1 1-1 0 0,1 0 1 0 0,-1 0-1 0 0,0 0 1 0 0,1 1-1 0 0,-1-1 1 0 0,0 0-1 0 0,0 1 1 0 0,0 0-1 0 0,0-1 1 0 0,0 1 0 0 0,0 0-1 0 0,0 0 1 0 0,-1 0-1 0 0,1 0 1 0 0,-1 1-1 0 0,3 2 1 0 0,-4-2-16 0 0,1-1 1 0 0,-1 1-1 0 0,0-1 0 0 0,0 1 1 0 0,0-1-1 0 0,0 1 0 0 0,0-1 0 0 0,0 1 1 0 0,0-1-1 0 0,-1 1 0 0 0,1-1 1 0 0,-1 1-1 0 0,0-1 0 0 0,0 0 1 0 0,0 1-1 0 0,0-1 0 0 0,0 0 1 0 0,-1 0-1 0 0,-1 3 0 0 0,-24 36-398 0 0,-2-2 1 0 0,-48 53-1 0 0,54-68 347 0 0,-1-2 0 0 0,-1-1 0 0 0,0-1 0 0 0,-49 28 0 0 0,48-30 631 0 0,17-12 44 0 0,0-1 0 0 0,-18 9 1 0 0,27-14-605 0 0,0 0 1 0 0,0 0-1 0 0,0 0 1 0 0,0 0-1 0 0,0 0 1 0 0,0 0 0 0 0,0 0-1 0 0,0 1 1 0 0,0-1-1 0 0,0 0 1 0 0,0 0 0 0 0,0 0-1 0 0,0 0 1 0 0,0 0-1 0 0,1 0 1 0 0,-1 0 0 0 0,0 0-1 0 0,0 0 1 0 0,0 0-1 0 0,0 0 1 0 0,0 0 0 0 0,0 0-1 0 0,0 0 1 0 0,0 0-1 0 0,0 0 1 0 0,0 0 0 0 0,0 0-1 0 0,0 0 1 0 0,0 0-1 0 0,0 0 1 0 0,0 1 0 0 0,0-1-1 0 0,0 0 1 0 0,0 0-1 0 0,0 0 1 0 0,0 0 0 0 0,0 0-1 0 0,0 0 1 0 0,0 0-1 0 0,0 0 1 0 0,0 0 0 0 0,0 0-1 0 0,0 0 1 0 0,0 0-1 0 0,0 0 1 0 0,0 0 0 0 0,-1 0-1 0 0,1 0 1 0 0,0 0-1 0 0,0 0 1 0 0,0 0 0 0 0,0 0-1 0 0,0 0 1 0 0,0 0-1 0 0,0 1 1 0 0,0-1 0 0 0,0 0-1 0 0,0 0 1 0 0,0 0-1 0 0,9 1 257 0 0,12 2 225 0 0,-19-3-426 0 0,27 2-74 0 0,1 1 1 0 0,-1 1-1 0 0,-1 2 1 0 0,45 14-1 0 0,-51-13 14 0 0,-10-4 5 0 0,0 1 1 0 0,-1 0 0 0 0,0 1 0 0 0,0 0 0 0 0,0 1-1 0 0,19 13 1 0 0,-28-17 13 0 0,0-1 0 0 0,0 1 0 0 0,0-1 1 0 0,0 1-1 0 0,0 0 0 0 0,-1 0 0 0 0,1 0 0 0 0,-1 0 0 0 0,1 0 0 0 0,-1 0 1 0 0,0 1-1 0 0,0-1 0 0 0,0 0 0 0 0,0 1 0 0 0,0-1 0 0 0,0 0 0 0 0,-1 1 1 0 0,1-1-1 0 0,-1 1 0 0 0,0-1 0 0 0,0 1 0 0 0,0-1 0 0 0,0 1 1 0 0,0-1-1 0 0,0 1 0 0 0,-1-1 0 0 0,1 1 0 0 0,-1-1 0 0 0,0 1 0 0 0,1-1 1 0 0,-1 1-1 0 0,0-1 0 0 0,-1 0 0 0 0,1 0 0 0 0,0 0 0 0 0,-1 1 0 0 0,1-1 1 0 0,-1 0-1 0 0,-2 2 0 0 0,-12 12 128 0 0,-1 0 0 0 0,0-2 0 0 0,-1 0 0 0 0,-1-1 0 0 0,0-1 0 0 0,-1 0 0 0 0,-23 9 0 0 0,22-12 149 0 0,-1-1-1 0 0,0-1 1 0 0,-1-1-1 0 0,0-2 1 0 0,0 0 0 0 0,-41 2-1 0 0,62-6-326 0 0,0 1-1 0 0,1-1 1 0 0,-1 0-1 0 0,0 0 1 0 0,0 0 0 0 0,0-1-1 0 0,0 1 1 0 0,1 0-1 0 0,-1-1 1 0 0,0 1 0 0 0,0-1-1 0 0,1 0 1 0 0,-1 1-1 0 0,0-1 1 0 0,-1-1-1 0 0,6 0-1561 0 0,2 2 110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04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13 9218 0 0,'1'-9'4236'0'0,"-1"8"-4187"0"0,0 1 0 0 0,0 0 0 0 0,0 0 0 0 0,0 0 0 0 0,0 0 0 0 0,0 0-1 0 0,0 0 1 0 0,0-1 0 0 0,0 1 0 0 0,0 0 0 0 0,0 0 0 0 0,1 0 0 0 0,-1 0-1 0 0,0 0 1 0 0,0 0 0 0 0,0-1 0 0 0,0 1 0 0 0,0 0 0 0 0,0 0 0 0 0,0 0-1 0 0,0 0 1 0 0,0 0 0 0 0,0 0 0 0 0,1 0 0 0 0,-1 0 0 0 0,0 0-1 0 0,0 0 1 0 0,0-1 0 0 0,0 1 0 0 0,0 0 0 0 0,0 0 0 0 0,0 0 0 0 0,1 0-1 0 0,-1 0 1 0 0,0 0 0 0 0,0 0 0 0 0,0 0 0 0 0,0 0 0 0 0,0 0 0 0 0,1 0-1 0 0,-1 0 1 0 0,0 0 0 0 0,0 0 0 0 0,0 0 0 0 0,0 0 0 0 0,0 0-1 0 0,0 0 1 0 0,1 0 0 0 0,-1 1 0 0 0,0-1 0 0 0,0 0 0 0 0,0 0 0 0 0,0 0-1 0 0,0 0 1 0 0,0 0 0 0 0,4 9-100 0 0,0 0 0 0 0,-1 0 0 0 0,0 0 0 0 0,0 0 0 0 0,-1 0 0 0 0,-1 1 0 0 0,1-1 0 0 0,-1 17 0 0 0,-7 85-180 0 0,3-62 286 0 0,1-15-89 0 0,0 2 205 0 0,-1 0 1 0 0,-10 48-1 0 0,11-80-370 0 0,-4 14 623 0 0,6-18-471 0 0,0 1 1 0 0,0-1-1 0 0,0 0 0 0 0,-1 0 1 0 0,1 0-1 0 0,0 0 1 0 0,0 1-1 0 0,0-1 0 0 0,0 0 1 0 0,0 0-1 0 0,0 0 0 0 0,0 1 1 0 0,0-1-1 0 0,0 0 1 0 0,-1 0-1 0 0,1 0 0 0 0,0 1 1 0 0,0-1-1 0 0,0 0 1 0 0,0 0-1 0 0,0 1 0 0 0,0-1 1 0 0,0 0-1 0 0,1 0 1 0 0,-1 0-1 0 0,0 1 0 0 0,0-1 1 0 0,0 0-1 0 0,0 0 0 0 0,0 0 1 0 0,0 1-1 0 0,0-1 1 0 0,0 0-1 0 0,0 0 0 0 0,1 0 1 0 0,-1 0-1 0 0,0 1 1 0 0,0-1-1 0 0,0 0 0 0 0,0 0 1 0 0,1 0-1 0 0,-1 0 1 0 0,0 0-1 0 0,0 1 0 0 0,0-1 1 0 0,1 0-1 0 0,-1 0 0 0 0,0 0 1 0 0,0 0-1 0 0,0 0 1 0 0,1 0-1 0 0,-1 0 0 0 0,0 0 1 0 0,0 0-1 0 0,1 0 1 0 0,0-1-1321 0 0,2-2-10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05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6 157 10594 0 0,'-1'0'144'0'0,"0"-1"1"0"0,1 0-1 0 0,-1 0 0 0 0,1 0 0 0 0,-1 0 1 0 0,1 1-1 0 0,0-1 0 0 0,-1 0 0 0 0,1 0 0 0 0,0 0 1 0 0,0 0-1 0 0,-1 0 0 0 0,1 0 0 0 0,0 0 0 0 0,0 0 1 0 0,0 0-1 0 0,0 0 0 0 0,0 0 0 0 0,0 0 1 0 0,1 0-1 0 0,-1 0 0 0 0,0 0 0 0 0,0 0 0 0 0,1 0 1 0 0,-1 0-1 0 0,1 0 0 0 0,-1 0 0 0 0,1 0 0 0 0,-1 0 1 0 0,1 1-1 0 0,-1-1 0 0 0,1 0 0 0 0,0 0 0 0 0,-1 1 1 0 0,1-1-1 0 0,0 0 0 0 0,1 0 0 0 0,33-25 1043 0 0,-32 25-1171 0 0,26-15 34 0 0,2 1 1 0 0,0 2-1 0 0,1 1 1 0 0,0 1-1 0 0,42-8 1 0 0,-59 16-5 0 0,-1 1 1 0 0,17-2 0 0 0,-28 4-38 0 0,0 0 0 0 0,0 0 0 0 0,0 0 0 0 0,0 0 0 0 0,0 0 0 0 0,0 0 1 0 0,0 1-1 0 0,-1-1 0 0 0,1 1 0 0 0,0 0 0 0 0,0 0 0 0 0,0 0 0 0 0,-1 1 0 0 0,1-1 0 0 0,0 0 1 0 0,-1 1-1 0 0,5 3 0 0 0,-6-4-7 0 0,-1 0 1 0 0,1 1-1 0 0,-1-1 1 0 0,0 0-1 0 0,1 0 1 0 0,-1 0-1 0 0,0 1 1 0 0,1-1-1 0 0,-1 0 1 0 0,0 0-1 0 0,0 1 1 0 0,0-1-1 0 0,0 0 1 0 0,0 0-1 0 0,-1 1 1 0 0,1-1-1 0 0,0 0 0 0 0,0 0 1 0 0,-1 0-1 0 0,1 1 1 0 0,-1-1-1 0 0,1 0 1 0 0,-2 1-1 0 0,-17 30 53 0 0,13-23-49 0 0,-21 29-37 0 0,-1 0-1 0 0,-38 36 1 0 0,-2 3 21 0 0,68-76 26 0 0,-1 0 0 0 0,0-1-1 0 0,1 1 1 0 0,-1 0 0 0 0,1-1 0 0 0,-1 1 0 0 0,1 0 0 0 0,-1 0 0 0 0,1-1 0 0 0,0 1-1 0 0,-1 0 1 0 0,1 0 0 0 0,0 0 0 0 0,-1 0 0 0 0,1 0 0 0 0,0-1 0 0 0,0 1 0 0 0,0 0-1 0 0,0 0 1 0 0,0 0 0 0 0,0 0 0 0 0,0 0 0 0 0,0 0 0 0 0,0-1 0 0 0,1 3 0 0 0,0-2 7 0 0,-1-1 0 0 0,1 1 0 0 0,0 0 1 0 0,0 0-1 0 0,0 0 0 0 0,0 0 0 0 0,0-1 1 0 0,0 1-1 0 0,0-1 0 0 0,0 1 0 0 0,0 0 1 0 0,0-1-1 0 0,0 0 0 0 0,0 1 0 0 0,0-1 1 0 0,2 1-1 0 0,4 0 49 0 0,-1 0 0 0 0,1 0 0 0 0,0-1 0 0 0,-1 0 0 0 0,11-1 0 0 0,3-2 44 0 0,0-2 0 0 0,0 0 0 0 0,-1-1-1 0 0,37-17 1 0 0,71-46 294 0 0,-76 40-127 0 0,-36 21-182 0 0,0-1 0 0 0,0-1 0 0 0,-1 0 0 0 0,14-12-1 0 0,-27 14-2781 0 0,0 1-1739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06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263 301 12443 0 0,'15'-10'7199'0'0,"-6"2"-7325"0"0,-1 0-1 0 0,1 0 1 0 0,-1-1-1 0 0,12-18 0 0 0,-18 21 92 0 0,1 0 0 0 0,-1 0-1 0 0,0 0 1 0 0,0-1 0 0 0,0 1-1 0 0,-1-1 1 0 0,0 1 0 0 0,0-1-1 0 0,-1 0 1 0 0,0 1 0 0 0,0-1-1 0 0,-1 1 1 0 0,0-1 0 0 0,0 0-1 0 0,0 1 1 0 0,-1 0 0 0 0,0-1-1 0 0,0 1 1 0 0,-3-7 0 0 0,1 6-3 0 0,0 0 1 0 0,0 1 0 0 0,0-1 0 0 0,-1 1 0 0 0,0 0 0 0 0,0 0-1 0 0,-1 0 1 0 0,0 1 0 0 0,0 0 0 0 0,0 0 0 0 0,0 0-1 0 0,-1 1 1 0 0,0 0 0 0 0,0 0 0 0 0,-12-4 0 0 0,15 7 33 0 0,0 0 1 0 0,0 0-1 0 0,-1 0 0 0 0,1 1 1 0 0,0 0-1 0 0,0 0 0 0 0,0 0 1 0 0,0 0-1 0 0,0 0 1 0 0,0 1-1 0 0,0 0 0 0 0,0 0 1 0 0,0 0-1 0 0,0 1 0 0 0,0-1 1 0 0,0 1-1 0 0,0 0 1 0 0,1 0-1 0 0,-1 0 0 0 0,-2 3 1 0 0,2-3-2 0 0,0 1 1 0 0,0 0-1 0 0,0 1 1 0 0,1-1-1 0 0,0 1 1 0 0,-1-1-1 0 0,1 1 1 0 0,1 0 0 0 0,-1 0-1 0 0,1 1 1 0 0,-1-1-1 0 0,1 0 1 0 0,0 1-1 0 0,1-1 1 0 0,-1 1-1 0 0,-1 7 1 0 0,2 0 18 0 0,1 0-1 0 0,0 0 1 0 0,0 0 0 0 0,1 0 0 0 0,1 0 0 0 0,0 0 0 0 0,0-1-1 0 0,1 1 1 0 0,1-1 0 0 0,0 1 0 0 0,0-1 0 0 0,1 0-1 0 0,1-1 1 0 0,8 14 0 0 0,-5-12 2 0 0,0 0-1 0 0,1-1 0 0 0,0 1 1 0 0,1-2-1 0 0,0 0 1 0 0,0 0-1 0 0,1-1 1 0 0,1 0-1 0 0,0-1 1 0 0,26 12-1 0 0,20 5 242 0 0,-18-8 86 0 0,71 40 0 0 0,-107-54-335 0 0,-1 0-1 0 0,0 0 1 0 0,0 0 0 0 0,0 1-1 0 0,-1-1 1 0 0,1 1 0 0 0,-1 0-1 0 0,0 0 1 0 0,0 0 0 0 0,0 1-1 0 0,3 6 1 0 0,-5-9-6 0 0,0 0-1 0 0,-1 0 1 0 0,1 0-1 0 0,-1 0 1 0 0,1 0 0 0 0,-1 0-1 0 0,0 0 1 0 0,0 0-1 0 0,0 0 1 0 0,0 0-1 0 0,0 0 1 0 0,0 0 0 0 0,-1 0-1 0 0,1 0 1 0 0,-1 0-1 0 0,1-1 1 0 0,-1 1-1 0 0,0 0 1 0 0,0 0 0 0 0,1 0-1 0 0,-1-1 1 0 0,0 1-1 0 0,-1 0 1 0 0,1-1-1 0 0,0 1 1 0 0,0-1 0 0 0,-1 1-1 0 0,1-1 1 0 0,-1 0-1 0 0,1 1 1 0 0,-1-1-1 0 0,-2 1 1 0 0,-14 10 15 0 0,-2 0 0 0 0,0-2 0 0 0,0 0 0 0 0,-1-2 0 0 0,-27 9 0 0 0,31-13 3 0 0,0 0 1 0 0,0 0-1 0 0,-1-2 0 0 0,1 0 0 0 0,0-1 1 0 0,-1-1-1 0 0,-23-2 0 0 0,29 0 41 0 0,0 0 1 0 0,0-1-1 0 0,1 0 0 0 0,-1-1 0 0 0,1 0 0 0 0,-1-1 1 0 0,1 0-1 0 0,1-1 0 0 0,-1 0 0 0 0,1-1 0 0 0,0 0 1 0 0,0-1-1 0 0,1 0 0 0 0,0 0 0 0 0,1-1 1 0 0,-1 0-1 0 0,2 0 0 0 0,-1-1 0 0 0,-10-19 0 0 0,16 25-61 0 0,1-1-1 0 0,0 1 1 0 0,0 0-1 0 0,0 0 1 0 0,0-1-1 0 0,1 1 0 0 0,-1 0 1 0 0,1-1-1 0 0,0 1 1 0 0,1-1-1 0 0,-1 1 1 0 0,1 0-1 0 0,-1-1 0 0 0,2 1 1 0 0,-1 0-1 0 0,0 0 1 0 0,1 0-1 0 0,0 0 1 0 0,-1 0-1 0 0,2 0 0 0 0,-1 0 1 0 0,0 1-1 0 0,4-4 1 0 0,4-7-31 0 0,0 1 1 0 0,2 1 0 0 0,-1 0-1 0 0,23-17 1 0 0,-13 13 33 0 0,1 1 1 0 0,0 1-1 0 0,32-13 1 0 0,76-27 292 0 0,-80 34 55 0 0,-42 17-261 0 0,0 0-1 0 0,0 1 0 0 0,0-1 0 0 0,0 2 0 0 0,1-1 0 0 0,11 1 1 0 0,-35 12-616 0 0,8-5-5112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11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88 7282 0 0,'6'-17'1772'0'0,"-6"16"-1295"0"0,1-1 1 0 0,0 1-1 0 0,0-1 1 0 0,-1 1 0 0 0,1-1-1 0 0,-1 1 1 0 0,0-1-1 0 0,1 0 1 0 0,-1 1-1 0 0,0-4 1 0 0,-14 19-17 0 0,14-14-418 0 0,-5 6-15 0 0,0-1 1 0 0,1 1-1 0 0,0 1 0 0 0,0-1 1 0 0,0 1-1 0 0,1-1 0 0 0,0 1 1 0 0,0 0-1 0 0,0 0 0 0 0,1 1 1 0 0,1-1-1 0 0,-3 14 0 0 0,2 6-45 0 0,1-1 0 0 0,2 32 0 0 0,-1-56 20 0 0,6 105 22 0 0,0 169 1443 0 0,-8-258-1216 0 0,-1 0 1 0 0,-6 19-1 0 0,-2 16 195 0 0,8-27-464 0 0,3-15 58 0 0,-2 0-1 0 0,1-1 1 0 0,-1 0 0 0 0,-4 12 0 0 0,5-19-18 0 0,-1-1 0 0 0,1 0 0 0 0,0 1 0 0 0,-1-1 0 0 0,0 0 0 0 0,1 0 1 0 0,-1 0-1 0 0,0 0 0 0 0,0 0 0 0 0,-4 2 0 0 0,-5 6 40 0 0,11-10-63 0 0,-1 1 1 0 0,1 0 0 0 0,-1 0 0 0 0,0-1 0 0 0,1 1 0 0 0,-1 0 1 0 0,0 0-1 0 0,1 0 0 0 0,-1 0 0 0 0,1 0 0 0 0,0 0 0 0 0,-1 0 0 0 0,1 0 0 0 0,0 0 1 0 0,-1 0-1 0 0,1 0 0 0 0,0 0 0 0 0,0 0 0 0 0,0 2 795 0 0,1 1-743 0 0,0-2-32 0 0,0 0 0 0 0,0 0 0 0 0,1 0 0 0 0,-1 0 0 0 0,0 0 0 0 0,1 0 0 0 0,-1 0 0 0 0,1 0 0 0 0,0-1 0 0 0,0 1-1 0 0,-1-1 1 0 0,1 1 0 0 0,0-1 0 0 0,0 0 0 0 0,1 1 0 0 0,-1-1 0 0 0,0 0 0 0 0,0-1 0 0 0,0 1 0 0 0,1 0 0 0 0,-1-1-1 0 0,0 1 1 0 0,1-1 0 0 0,3 1 0 0 0,19 2 119 0 0,12 2-58 0 0,0-2-1 0 0,48-1 0 0 0,51-19 276 0 0,-23 0 106 0 0,-68 16-380 0 0,88 7 0 0 0,-8 2 4 0 0,183 1 10 0 0,-188-4-74 0 0,11-7 61 0 0,-95 0 78 0 0,304-17 53 0 0,-196 11-62 0 0,61-1 206 0 0,-38 23-234 0 0,-91-6-159 0 0,19 3 68 0 0,131 6 4 0 0,174-25 495 0 0,-369 6-540 0 0,0 0 0 0 0,0-2-1 0 0,36-10 1 0 0,-43 9 118 0 0,0 1-1 0 0,1 1 1 0 0,29 1 0 0 0,18-5 750 0 0,-56 5-861 0 0,-1 0 0 0 0,1 0 0 0 0,-1-1 0 0 0,23-9 0 0 0,-15 5 0 0 0,-14 4 0 0 0,1 1 0 0 0,0 0 0 0 0,0 0 0 0 0,0 0 0 0 0,15 1 0 0 0,-25 1 1 0 0,1 0 1 0 0,-1 0-1 0 0,1 1 0 0 0,-1-1 0 0 0,1 0 0 0 0,-1 0 1 0 0,1 0-1 0 0,0 0 0 0 0,-1-1 0 0 0,1 1 0 0 0,-1 0 1 0 0,1 0-1 0 0,-1 0 0 0 0,1 0 0 0 0,-1 0 0 0 0,1-1 1 0 0,-1 1-1 0 0,0 0 0 0 0,1 0 0 0 0,-1-1 0 0 0,1 1 0 0 0,-1 0 1 0 0,1-1-1 0 0,-1 1 0 0 0,0 0 0 0 0,1-1 0 0 0,-1 1 1 0 0,0-1-1 0 0,1 1 0 0 0,-1 0 0 0 0,0-1 0 0 0,0 1 1 0 0,0-1-1 0 0,1 1 0 0 0,-1-1 0 0 0,0 1 0 0 0,0-1 1 0 0,0 1-1 0 0,0-1 0 0 0,0 0 0 0 0,-8-28 65 0 0,8 29-66 0 0,-8-26-22 0 0,1 0 0 0 0,1-1 1 0 0,2 0-1 0 0,1 1 0 0 0,-1-35 0 0 0,8-115-286 0 0,0-9-115 0 0,-6 141 304 0 0,1-1-1 0 0,7-53 1 0 0,-6 86 72 0 0,0 1 1 0 0,-2-22 0 0 0,-1-7-22 0 0,3 39 66 0 0,0 0-1 0 0,0 0 1 0 0,0 1-1 0 0,0-1 1 0 0,-1 0 0 0 0,1 0-1 0 0,0 1 1 0 0,0-1 0 0 0,0 0-1 0 0,-1 1 1 0 0,1-1 0 0 0,0 0-1 0 0,-1 1 1 0 0,1-1 0 0 0,0 0-1 0 0,-1 1 1 0 0,1-1-1 0 0,-1 1 1 0 0,1-1 0 0 0,-1 1-1 0 0,0-1 1 0 0,1 1 0 0 0,-1-1-1 0 0,1 1 1 0 0,-1-1 0 0 0,0 1-1 0 0,1 0 1 0 0,-1-1 0 0 0,0 1-1 0 0,1 0 1 0 0,-1 0-1 0 0,0 0 1 0 0,0-1 0 0 0,1 1-1 0 0,-1 0 1 0 0,0 0 0 0 0,0 0-1 0 0,1 0 1 0 0,-1 0 0 0 0,-1 1-1 0 0,-34 7-113 0 0,5 0 61 0 0,-1-2 1 0 0,-1 0-1 0 0,-43 1 1 0 0,39-4 69 0 0,-57 5-22 0 0,-336 24-66 0 0,265-35 221 0 0,37-1-67 0 0,-68 15-68 0 0,66-1 28 0 0,-1-3-124 0 0,-213 2 132 0 0,233-11-51 0 0,0 6 0 0 0,-154 23 0 0 0,58-10-12 0 0,126-12-13 0 0,-126 22 1 0 0,152-18 7 0 0,-111 4 1 0 0,68-8 7 0 0,-106 9-67 0 0,183-12 61 0 0,0 1 0 0 0,-33 9-1 0 0,-7 2 128 0 0,37-13 175 0 0,23 0-678 0 0,0-1-1 0 0,0 1 0 0 0,1-1 1 0 0,-1 1-1 0 0,0 0 1 0 0,1-1-1 0 0,-1 1 0 0 0,1 0 1 0 0,-1-1-1 0 0,1 1 1 0 0,-1 0-1 0 0,1 0 0 0 0,0-1 1 0 0,-1 1-1 0 0,1 0 1 0 0,0 0-1 0 0,-1 0 0 0 0,1 0 1 0 0,0-1-1 0 0,0 1 0 0 0,0 2 1 0 0,-1 1 929 0 0,-2 6-2520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11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81 11058 0 0,'-1'-1'124'0'0,"0"0"0"0"0,0 0 0 0 0,0 0 0 0 0,1 0-1 0 0,-1 0 1 0 0,0 0 0 0 0,1 0 0 0 0,-1 0 0 0 0,0 0-1 0 0,1 0 1 0 0,0 0 0 0 0,-1 0 0 0 0,1 0-1 0 0,0-1 1 0 0,-1 1 0 0 0,1 0 0 0 0,0 0 0 0 0,0 0-1 0 0,0-1 1 0 0,0 1 0 0 0,0 0 0 0 0,0 0 0 0 0,0 0-1 0 0,1-1 1 0 0,-1 1 0 0 0,0 0 0 0 0,1-2 0 0 0,2-1 19 0 0,-1 1 1 0 0,1 0 0 0 0,0 0 0 0 0,0 0 0 0 0,0 1 0 0 0,0-1 0 0 0,5-2 0 0 0,-6 3-301 0 0,3-1 183 0 0,0 1-1 0 0,0-1 1 0 0,0 1 0 0 0,0 0-1 0 0,1 0 1 0 0,-1 1-1 0 0,1 0 1 0 0,-1 0 0 0 0,1 0-1 0 0,-1 0 1 0 0,1 1-1 0 0,0 0 1 0 0,-1 0-1 0 0,1 0 1 0 0,10 3 0 0 0,-11-2-3 0 0,-1 0 0 0 0,1 0 1 0 0,-1 0-1 0 0,1 0 0 0 0,-1 1 1 0 0,0 0-1 0 0,1 0 0 0 0,-1 0 1 0 0,0 0-1 0 0,0 1 0 0 0,-1-1 1 0 0,1 1-1 0 0,0 0 0 0 0,-1 0 1 0 0,0 1-1 0 0,0-1 0 0 0,0 1 1 0 0,0-1-1 0 0,4 9 1 0 0,-6-10-9 0 0,-1-1 1 0 0,0 1 0 0 0,1 0 0 0 0,-1-1 0 0 0,0 1 0 0 0,0 0-1 0 0,0-1 1 0 0,0 1 0 0 0,-1 0 0 0 0,1 0 0 0 0,0-1 0 0 0,-1 1-1 0 0,1 0 1 0 0,-1-1 0 0 0,0 1 0 0 0,1-1 0 0 0,-1 1 0 0 0,-1 1-1 0 0,-22 30 42 0 0,15-21-62 0 0,-19 25-183 0 0,-62 63-1 0 0,89-100 196 0 0,0 1 0 0 0,0 0 0 0 0,0 0 0 0 0,0 0 0 0 0,0 0 0 0 0,0 0 0 0 0,0 1 0 0 0,1-1 0 0 0,-1 0 0 0 0,0 0 0 0 0,1 1 0 0 0,-1-1 0 0 0,1 0 0 0 0,0 1 0 0 0,-1-1 0 0 0,1 0 0 0 0,0 1 0 0 0,0-1 0 0 0,-1 0 0 0 0,1 1 0 0 0,0-1 0 0 0,1 3-1 0 0,-1-3 20 0 0,1 1-1 0 0,0-1 0 0 0,0 1 1 0 0,0-1-1 0 0,0 1 1 0 0,0-1-1 0 0,0 1 0 0 0,0-1 1 0 0,1 0-1 0 0,-1 0 0 0 0,0 0 1 0 0,1 0-1 0 0,-1 0 0 0 0,1 0 1 0 0,-1 0-1 0 0,1 0 0 0 0,2 1 1 0 0,11 5 28 0 0,0 0 31 0 0,-1-1 0 0 0,1 0 0 0 0,0-1 1 0 0,21 5-1 0 0,9-2 37 0 0,0 1 1 0 0,85 32 0 0 0,-128-41-123 0 0,-1 1 1 0 0,0-1-1 0 0,1 1 0 0 0,-1-1 1 0 0,0 1-1 0 0,1 0 0 0 0,-1-1 1 0 0,0 1-1 0 0,0 0 0 0 0,0 0 1 0 0,1 0-1 0 0,-1 0 0 0 0,0 0 1 0 0,0 0-1 0 0,-1 0 0 0 0,1 0 1 0 0,0 1-1 0 0,0-1 0 0 0,0 0 1 0 0,-1 0-1 0 0,1 1 0 0 0,-1-1 1 0 0,1 1-1 0 0,-1-1 1 0 0,1 0-1 0 0,-1 4 0 0 0,0-4 24 0 0,-1 1-1 0 0,1 0 0 0 0,-1 0 1 0 0,0-1-1 0 0,0 1 1 0 0,0 0-1 0 0,0-1 0 0 0,0 1 1 0 0,0-1-1 0 0,0 1 1 0 0,0-1-1 0 0,0 1 0 0 0,-1-1 1 0 0,1 0-1 0 0,-1 0 1 0 0,1 0-1 0 0,-1 0 0 0 0,1 0 1 0 0,-1 0-1 0 0,0 0 1 0 0,-1 1-1 0 0,-28 13 423 0 0,0-1 0 0 0,-44 13-1 0 0,60-23-299 0 0,1-1 1 0 0,-1 0-1 0 0,0-1 0 0 0,-1-1 0 0 0,1 0 0 0 0,0-1 0 0 0,-26-3 0 0 0,28 3-2839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12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41 5065 0 0,'-4'-34'4773'0'0,"1"28"-1565"0"0,4 23-1755 0 0,0 10-1301 0 0,-1 0-1 0 0,-5 47 1 0 0,2-58-74 0 0,0 0 1 0 0,0 0-1 0 0,-2 0 1 0 0,0-1-1 0 0,-13 29 1 0 0,6-23-40 0 0,0 1-590 0 0,4-7-3542 0 0,3-4-566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13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1 438 7370 0 0,'16'-14'1106'0'0,"1"0"1"0"0,0 1 0 0 0,33-17-1 0 0,-25 15-551 0 0,27-20-1 0 0,-50 33-526 0 0,21-15 2 0 0,-1-2 1 0 0,-1 0-1 0 0,32-39 1 0 0,-48 52-38 0 0,-1-1-1 0 0,1 0 1 0 0,-1 0 0 0 0,-1 0 0 0 0,1 0 0 0 0,-1 0 0 0 0,-1-1 0 0 0,3-7 0 0 0,-5 10 36 0 0,1 0 0 0 0,0 1 0 0 0,-1-1 0 0 0,0 0 0 0 0,0 0 0 0 0,-1 1 0 0 0,1-1 0 0 0,-1 0 0 0 0,0 1 0 0 0,0-1 0 0 0,-1 1 0 0 0,1-1 0 0 0,-1 1 0 0 0,-4-8 0 0 0,4 8 86 0 0,-1 0 0 0 0,0 1 0 0 0,0-1 0 0 0,0 0 0 0 0,0 1 1 0 0,-1 0-1 0 0,1-1 0 0 0,-1 1 0 0 0,0 1 0 0 0,0-1 1 0 0,0 1-1 0 0,0-1 0 0 0,-1 1 0 0 0,1 0 0 0 0,-1 1 0 0 0,1-1 1 0 0,-6 0-1 0 0,7 1-117 0 0,0 1 1 0 0,0-1-1 0 0,0 1 1 0 0,0 0 0 0 0,0 0-1 0 0,0 0 1 0 0,0 0-1 0 0,0 1 1 0 0,0-1-1 0 0,0 1 1 0 0,0 0-1 0 0,0 0 1 0 0,0 0-1 0 0,0 0 1 0 0,1 0 0 0 0,-1 0-1 0 0,0 1 1 0 0,1 0-1 0 0,-1-1 1 0 0,1 1-1 0 0,0 0 1 0 0,-1 0-1 0 0,1 0 1 0 0,0 1-1 0 0,0-1 1 0 0,0 0 0 0 0,1 1-1 0 0,-2 2 1 0 0,2-3 2 0 0,0 1 1 0 0,1-1-1 0 0,-1 1 1 0 0,1-1-1 0 0,-1 0 1 0 0,1 1-1 0 0,0-1 1 0 0,0 1-1 0 0,0-1 1 0 0,1 0-1 0 0,-1 1 1 0 0,1-1-1 0 0,-1 1 0 0 0,1-1 1 0 0,0 0-1 0 0,0 0 1 0 0,0 1-1 0 0,0-1 1 0 0,0 0-1 0 0,2 3 1 0 0,30 41 9 0 0,-33-46-11 0 0,17 19-2 0 0,0-1-1 0 0,38 28 0 0 0,-35-30 1 0 0,-1 0-1 0 0,29 33 0 0 0,-33-32 4 0 0,-10-13 0 0 0,-1 1 0 0 0,1-1-1 0 0,-1 1 1 0 0,0 0 0 0 0,-1 0 0 0 0,1 0-1 0 0,-1 1 1 0 0,0-1 0 0 0,-1 1 0 0 0,1 0-1 0 0,-1-1 1 0 0,2 8 0 0 0,-4-11 13 0 0,-1 0 0 0 0,1 0 0 0 0,0 0 1 0 0,-1 0-1 0 0,1 0 0 0 0,-1 0 0 0 0,1 0 0 0 0,-1 0 0 0 0,0-1 0 0 0,0 1 1 0 0,0 0-1 0 0,0 0 0 0 0,0-1 0 0 0,-1 1 0 0 0,1-1 0 0 0,0 1 0 0 0,-1-1 1 0 0,-1 2-1 0 0,-34 25 311 0 0,28-21-210 0 0,-2 0-50 0 0,1-1 0 0 0,-1 0 0 0 0,0-1-1 0 0,0 0 1 0 0,-1-1 0 0 0,0 0 0 0 0,1 0-1 0 0,-1-1 1 0 0,-1-1 0 0 0,-23 2-1 0 0,31-4-4 0 0,0 0-1 0 0,0 0 1 0 0,0 0-1 0 0,0-1 1 0 0,0 1-1 0 0,0-1 1 0 0,1 0-1 0 0,-1-1 1 0 0,0 1-1 0 0,1-1 1 0 0,-1 0-1 0 0,1 0 1 0 0,-1 0-1 0 0,1-1 1 0 0,0 0-1 0 0,0 1 1 0 0,0-1-1 0 0,0-1 1 0 0,1 1-1 0 0,-1-1 1 0 0,1 1-1 0 0,0-1 1 0 0,0 0-1 0 0,0 0 1 0 0,0 0-1 0 0,1-1 1 0 0,0 1-1 0 0,0 0 1 0 0,-3-9-1 0 0,4 10-71 0 0,0-1 0 0 0,0 0 1 0 0,1 0-1 0 0,-1 0 0 0 0,1 0 0 0 0,0 0 0 0 0,0 1 1 0 0,0-1-1 0 0,0 0 0 0 0,1 0 0 0 0,-1 0 0 0 0,1 0 1 0 0,0 0-1 0 0,0 0 0 0 0,1 1 0 0 0,-1-1 0 0 0,1 1 1 0 0,0-1-1 0 0,0 1 0 0 0,0-1 0 0 0,0 1 1 0 0,0 0-1 0 0,1 0 0 0 0,-1 0 0 0 0,1 0 0 0 0,0 1 1 0 0,0-1-1 0 0,0 1 0 0 0,0-1 0 0 0,1 1 0 0 0,5-3 1 0 0,13-7-34 0 0,0 1 0 0 0,1 1 1 0 0,0 1-1 0 0,29-7 1 0 0,-26 10 172 0 0,-8 2-57 0 0,1-1 0 0 0,-1-1 0 0 0,0-1 0 0 0,20-10 0 0 0,-25 8 107 0 0,-9 5-507 0 0,-8 5-1349 0 0,2 0 79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14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46 6913 0 0,'-1'-1'327'0'0,"0"0"-1"0"0,1 0 0 0 0,-1 0 1 0 0,0 0-1 0 0,1-1 0 0 0,-1 1 1 0 0,1 0-1 0 0,-1 0 0 0 0,1 0 1 0 0,0 0-1 0 0,-1-1 0 0 0,1 1 1 0 0,0 0-1 0 0,0 0 0 0 0,0 0 1 0 0,0-1-1 0 0,0 1 0 0 0,0 0 1 0 0,0 0-1 0 0,0-1 0 0 0,1-1 1 0 0,0 2-220 0 0,0 0 1 0 0,-1 0-1 0 0,1 0 1 0 0,0 0 0 0 0,0 0-1 0 0,0 0 1 0 0,-1 0 0 0 0,1 1-1 0 0,0-1 1 0 0,0 0 0 0 0,1 0-1 0 0,-1 1 1 0 0,0-1 0 0 0,0 1-1 0 0,0-1 1 0 0,0 1 0 0 0,2-1-1 0 0,0 0-122 0 0,-1 1 0 0 0,0-1 0 0 0,1 1 0 0 0,-1-1 0 0 0,1 1 0 0 0,-1 0 0 0 0,1 0 0 0 0,-1 0 0 0 0,1 0 0 0 0,-1 1 0 0 0,1-1 0 0 0,-1 1 0 0 0,1-1-1 0 0,-1 1 1 0 0,0 0 0 0 0,1 0 0 0 0,-1 0 0 0 0,0 0 0 0 0,0 1 0 0 0,3 1 0 0 0,4 5-9 0 0,0-1 0 0 0,20 13 0 0 0,12 9-15 0 0,-39-27 51 0 0,0 0 0 0 0,0 0-1 0 0,0 0 1 0 0,0 0-1 0 0,0 0 1 0 0,0 0 0 0 0,-1 1-1 0 0,1-1 1 0 0,-1 1-1 0 0,1-1 1 0 0,-1 1 0 0 0,0-1-1 0 0,0 1 1 0 0,0 0-1 0 0,0 0 1 0 0,-1-1 0 0 0,1 1-1 0 0,-1 0 1 0 0,0 6-1 0 0,0-6 4 0 0,-1 1-1 0 0,0-1 1 0 0,0 1-1 0 0,0-1 1 0 0,-1 0-1 0 0,1 0 1 0 0,-1 1-1 0 0,0-1 1 0 0,0 0-1 0 0,0 0 1 0 0,0-1-1 0 0,-1 1 1 0 0,1 0-1 0 0,-1-1 1 0 0,-4 4-1 0 0,-43 30 53 0 0,40-30 130 0 0,0 0 0 0 0,0 1 0 0 0,0 1 1 0 0,1 0-1 0 0,1 0 0 0 0,-10 10 0 0 0,18-18-181 0 0,0 0 0 0 0,0 0 0 0 0,0 0 0 0 0,0 0 0 0 0,0 0 0 0 0,0 1 0 0 0,-1-1 0 0 0,1 0 0 0 0,0 0 0 0 0,0 0 0 0 0,0 0 0 0 0,0 0 0 0 0,0 0 0 0 0,0 1 0 0 0,0-1 0 0 0,0 0 0 0 0,0 0 0 0 0,0 0 0 0 0,0 0 0 0 0,0 0 0 0 0,0 1-1 0 0,0-1 1 0 0,0 0 0 0 0,0 0 0 0 0,0 0 0 0 0,0 0 0 0 0,0 1 0 0 0,0-1 0 0 0,0 0 0 0 0,0 0 0 0 0,0 0 0 0 0,0 0 0 0 0,0 0 0 0 0,0 1 0 0 0,0-1 0 0 0,0 0 0 0 0,0 0 0 0 0,0 0 0 0 0,0 0 0 0 0,0 0 0 0 0,1 0 0 0 0,-1 1 0 0 0,0-1 0 0 0,8 0 171 0 0,10-3-211 0 0,6-8 189 0 0,40-26 0 0 0,-28 16-1327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16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10106 0 0,'0'-4'295'0'0,"0"1"-1"0"0,0 0 1 0 0,0 0 0 0 0,1 0-1 0 0,-1 0 1 0 0,1 0-1 0 0,0-1 1 0 0,0 1 0 0 0,0 0-1 0 0,0 0 1 0 0,0 0-1 0 0,1 1 1 0 0,-1-1 0 0 0,1 0-1 0 0,1-2 1 0 0,0 2-168 0 0,1 0 0 0 0,-1 1 1 0 0,0-1-1 0 0,1 1 0 0 0,-1 0 1 0 0,1 0-1 0 0,-1 0 0 0 0,1 1 1 0 0,0-1-1 0 0,0 1 0 0 0,5-1 0 0 0,5-2-72 0 0,0 1-1 0 0,0 0 1 0 0,0 2-1 0 0,1-1 1 0 0,-1 2-1 0 0,18 0 1 0 0,24 6 55 0 0,23 1-122 0 0,-71-6 31 0 0,1-2 1 0 0,0 1-1 0 0,-1-2 0 0 0,1 1 0 0 0,-1-1 0 0 0,17-5 0 0 0,-17 5 247 0 0,-6 3-1410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16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 10594 0 0,'0'-1'234'0'0,"-1"1"1"0"0,1 0-1 0 0,-1-1 0 0 0,1 1 0 0 0,-1 0 0 0 0,0 0 0 0 0,1 0 1 0 0,-1 0-1 0 0,1-1 0 0 0,-1 1 0 0 0,0 0 0 0 0,1 0 0 0 0,-1 0 1 0 0,0 0-1 0 0,1 0 0 0 0,-1 1 0 0 0,1-1 0 0 0,-1 0 0 0 0,0 0 1 0 0,1 0-1 0 0,-1 0 0 0 0,1 1 0 0 0,-2-1 0 0 0,-1 14 703 0 0,3-11-1100 0 0,0 68 515 0 0,2-17-94 0 0,-2 81-47 0 0,1-115-294 0 0,1-1 1 0 0,1 1-1 0 0,1 0 0 0 0,11 31 1 0 0,-9-40-2191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25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4145 0 0,'-4'4'1181'0'0,"0"0"1"0"0,0 1-1 0 0,1 0 1 0 0,0 0-1 0 0,0 0 0 0 0,-5 10 1 0 0,5-6-337 0 0,0 0 1 0 0,0 0 0 0 0,-2 16 0 0 0,3 2-562 0 0,1 55 0 0 0,1-46 474 0 0,1 7-609 0 0,0-11-283 0 0,-2 0-1 0 0,-5 39 0 0 0,5-55-294 0 0,1-16 335 0 0,0 0 1 0 0,0 1-1 0 0,0-1 1 0 0,0 0-1 0 0,0 1 1 0 0,0-1-1 0 0,0 0 1 0 0,0 0-1 0 0,0 1 1 0 0,0-1-1 0 0,0 0 1 0 0,0 1-1 0 0,0-1 1 0 0,0 0-1 0 0,0 1 1 0 0,0-1-1 0 0,0 0 1 0 0,1 1-1 0 0,-1-1 1 0 0,0 0-1 0 0,0 1 1 0 0,0-1-1 0 0,0 0 1 0 0,1 0-1 0 0,-1 1 1 0 0,0-1-1 0 0,0 0 1 0 0,1 0-1 0 0,-1 0 1 0 0,0 1-1 0 0,0-1 1 0 0,1 0-1 0 0,-1 0 1 0 0,0 0-1 0 0,1 0 1 0 0,-1 0-1 0 0,1 1 1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26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9 3225 0 0,'7'-9'5790'0'0,"-21"17"-1756"0"0,5-3-5251 0 0,-16 13 1394 0 0,1 1-1 0 0,0 1 1 0 0,1 1 0 0 0,1 1-1 0 0,-32 44 1 0 0,52-64-171 0 0,-12 21 1134 0 0,14-22-1073 0 0,0-1 1 0 0,-1 1 0 0 0,1-1-1 0 0,0 1 1 0 0,0-1 0 0 0,0 1-1 0 0,-1-1 1 0 0,1 1 0 0 0,0 0-1 0 0,0-1 1 0 0,0 1 0 0 0,0-1 0 0 0,0 1-1 0 0,0-1 1 0 0,0 1 0 0 0,0-1-1 0 0,1 1 1 0 0,-1 0 0 0 0,0-1-1 0 0,0 1 1 0 0,0-1 0 0 0,1 1-1 0 0,-1-1 1 0 0,0 1 0 0 0,0-1 0 0 0,1 1-1 0 0,-1-1 1 0 0,0 1 0 0 0,1-1-1 0 0,-1 0 1 0 0,1 1 0 0 0,-1-1-1 0 0,0 0 1 0 0,1 1 0 0 0,-1-1 0 0 0,1 1-1 0 0,9 2 90 0 0,-1 0 0 0 0,1-1-1 0 0,-1 0 1 0 0,1 0 0 0 0,0-1-1 0 0,11 0 1 0 0,16 3 176 0 0,-31-3-279 0 0,13 1 155 0 0,0 1 1 0 0,0 1-1 0 0,-1 1 1 0 0,1 0-1 0 0,-1 1 1 0 0,18 10-1 0 0,-35-16-204 0 0,0 0-1 0 0,-1 1 0 0 0,1-1 1 0 0,-1 0-1 0 0,1 1 1 0 0,-1-1-1 0 0,1 0 0 0 0,0 1 1 0 0,-1-1-1 0 0,0 1 1 0 0,1-1-1 0 0,-1 1 0 0 0,1-1 1 0 0,-1 1-1 0 0,1-1 1 0 0,-1 1-1 0 0,0 0 0 0 0,0-1 1 0 0,1 2-1 0 0,-1-2-175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34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10 237 7834 0 0,'-9'3'10585'0'0,"9"-3"-10232"0"0,3 10 4218 0 0,1-3-5516 0 0,5 17 989 0 0,0 1 1 0 0,7 40-1 0 0,-13-48-41 0 0,0-1-1 0 0,2 1 1 0 0,0-1 0 0 0,0 0 0 0 0,2 0-1 0 0,0-1 1 0 0,15 25 0 0 0,-21-39-6 0 0,0 0 0 0 0,0 0 0 0 0,0 0 0 0 0,0 0 0 0 0,-1 0 0 0 0,2 0 0 0 0,-1 0 0 0 0,0 0 0 0 0,0-1 0 0 0,0 1 1 0 0,0 0-1 0 0,0-1 0 0 0,1 1 0 0 0,-1-1 0 0 0,0 1 0 0 0,0-1 0 0 0,1 0 0 0 0,-1 1 0 0 0,0-1 0 0 0,1 0 0 0 0,-1 0 0 0 0,2 0 0 0 0,0 0-8 0 0,0-1 0 0 0,0 0 0 0 0,1 0 0 0 0,-2 0 1 0 0,1 0-1 0 0,0 0 0 0 0,0 0 0 0 0,0-1 0 0 0,3-2 0 0 0,3-2-19 0 0,0-1 1 0 0,-1 0 0 0 0,0-1-1 0 0,12-13 1 0 0,10-19 173 0 0,-1-1 0 0 0,-2-1 0 0 0,-2-1 0 0 0,-2-1 0 0 0,27-73 0 0 0,-42 94 18 0 0,1 0-1 0 0,1 0 1 0 0,2 1-1 0 0,23-35 1 0 0,-53 86-6051 0 0,11-19 4128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35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7 198 5065 0 0,'-4'8'4891'0'0,"2"10"-3393"0"0,2-18-1492 0 0,-1 33 224 0 0,2-1-1 0 0,1 1 1 0 0,10 53 0 0 0,-11-81-232 0 0,0 0 1 0 0,1 1 0 0 0,0-1 0 0 0,0 0 0 0 0,0 0 0 0 0,1-1 0 0 0,-1 1-1 0 0,1 0 1 0 0,0-1 0 0 0,1 0 0 0 0,-1 1 0 0 0,1-1 0 0 0,0-1 0 0 0,7 7-1 0 0,-9-8 57 0 0,1-1-1 0 0,0 1 0 0 0,0-1 1 0 0,-1 1-1 0 0,1-1 0 0 0,0 0 0 0 0,0 0 1 0 0,0-1-1 0 0,0 1 0 0 0,0 0 1 0 0,0-1-1 0 0,1 0 0 0 0,-1 0 0 0 0,0 0 1 0 0,0 0-1 0 0,0 0 0 0 0,0-1 0 0 0,0 1 1 0 0,0-1-1 0 0,0 0 0 0 0,0 0 1 0 0,0 0-1 0 0,0 0 0 0 0,0 0 0 0 0,0-1 1 0 0,4-3-1 0 0,5-3 259 0 0,-1-1-1 0 0,0 0 1 0 0,-1-1-1 0 0,0-1 1 0 0,0 1-1 0 0,-1-2 1 0 0,-1 1 0 0 0,0-1-1 0 0,0 0 1 0 0,-1-1-1 0 0,-1 0 1 0 0,8-23-1 0 0,-9 24 14 0 0,-1 0 0 0 0,-1-1 0 0 0,0 1 0 0 0,-1-1 0 0 0,-1 0 0 0 0,0 1-1 0 0,0-1 1 0 0,-1 0 0 0 0,-1 0 0 0 0,0 0 0 0 0,-1 1 0 0 0,0-1 0 0 0,-1 0-1 0 0,-6-16 1 0 0,5 22-263 0 0,0-1 0 0 0,0 1-1 0 0,-1 0 1 0 0,0 0 0 0 0,-1 1-1 0 0,1 0 1 0 0,-1 0 0 0 0,0 0-1 0 0,-1 0 1 0 0,0 1 0 0 0,1 0-1 0 0,-2 1 1 0 0,1-1 0 0 0,0 1-1 0 0,-1 1 1 0 0,0 0 0 0 0,0 0-1 0 0,0 0 1 0 0,0 1 0 0 0,0 0-1 0 0,-1 0 1 0 0,-16 0 0 0 0,23 2-164 0 0,-1 0 0 0 0,1 0 0 0 0,-1 0 1 0 0,0 0-1 0 0,1 1 0 0 0,-1-1 0 0 0,1 1 0 0 0,-1 0 0 0 0,1 0 1 0 0,-1 0-1 0 0,1 0 0 0 0,0 0 0 0 0,-1 0 0 0 0,1 0 1 0 0,0 1-1 0 0,0-1 0 0 0,0 1 0 0 0,0 0 0 0 0,0 0 0 0 0,0 0 1 0 0,-2 2-1 0 0,2 1-586 0 0,-1-1 0 0 0,1 1 0 0 0,0 0 0 0 0,1-1 0 0 0,-1 1-1 0 0,1 0 1 0 0,0 0 0 0 0,0 0 0 0 0,0 10 0 0 0,-2 3-1329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35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11026 0 0,'-2'4'272'0'0,"0"0"0"0"0,1 0-1 0 0,-1 0 1 0 0,1 0-1 0 0,0 0 1 0 0,1 1-1 0 0,-1-1 1 0 0,1 0 0 0 0,-1 1-1 0 0,1-1 1 0 0,1 0-1 0 0,-1 1 1 0 0,1-1-1 0 0,-1 0 1 0 0,1 1 0 0 0,1-1-1 0 0,-1 0 1 0 0,0 0-1 0 0,1 0 1 0 0,0 0-1 0 0,0 0 1 0 0,0 0 0 0 0,0-1-1 0 0,1 1 1 0 0,0-1-1 0 0,-1 1 1 0 0,1-1-1 0 0,1 0 1 0 0,-1 0 0 0 0,0 0-1 0 0,1-1 1 0 0,5 4-1 0 0,-2-2-107 0 0,0 1 0 0 0,-1-1-1 0 0,1 1 1 0 0,-1 0 0 0 0,0 1-1 0 0,10 11 1 0 0,-13-13-154 0 0,0-1 1 0 0,0 1 0 0 0,-1 0-1 0 0,0 0 1 0 0,0 0-1 0 0,0 0 1 0 0,0 1-1 0 0,-1-1 1 0 0,1 0 0 0 0,-1 1-1 0 0,0-1 1 0 0,0 1-1 0 0,0 6 1 0 0,-3-7-916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54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7283 1075 5185 0 0,'-1'1'225'0'0,"0"0"-1"0"0,0 0 1 0 0,0 0 0 0 0,0 0 0 0 0,0 0-1 0 0,0 0 1 0 0,-1 0 0 0 0,1-1-1 0 0,0 1 1 0 0,0-1 0 0 0,-1 1-1 0 0,1-1 1 0 0,0 1 0 0 0,-1-1-1 0 0,1 0 1 0 0,-1 1 0 0 0,1-1-1 0 0,0 0 1 0 0,-1 0 0 0 0,1 0 0 0 0,-1 0-1 0 0,-2-1 1 0 0,-19-12 1963 0 0,18 11-1941 0 0,0 0 1 0 0,0-1-1 0 0,0 0 1 0 0,0 0-1 0 0,0 0 0 0 0,1 0 1 0 0,0-1-1 0 0,-1 0 0 0 0,1 0 1 0 0,1 0-1 0 0,-1 0 0 0 0,-4-7 1 0 0,0 0-41 0 0,-1 0 0 0 0,0 1 0 0 0,-1 0 0 0 0,0 1 0 0 0,-1 0 0 0 0,0 1 0 0 0,0 0 0 0 0,-13-7 0 0 0,-10-8 297 0 0,-139-96 944 0 0,127 92-1200 0 0,-2 1 0 0 0,-1 3 0 0 0,-80-27 0 0 0,88 37-225 0 0,-1 2 0 0 0,-48-7 0 0 0,-88-2-40 0 0,23 3-291 0 0,-401-50 84 0 0,-3 16 219 0 0,153 22 33 0 0,4-38-3 0 0,4-35 284 0 0,132 33-108 0 0,141 36-83 0 0,-234-50 62 0 0,-255 20-180 0 0,433 55-78 0 0,-216-5 112 0 0,267 15-5 0 0,-135 18 0 0 0,101 2 162 0 0,-204 54-1 0 0,119-19-35 0 0,-76 23 44 0 0,232-53-111 0 0,53-17-46 0 0,1 2-1 0 0,-62 28 1 0 0,86-34-108 0 0,-1 2-776 0 0,6-2-4598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56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315 159 5265 0 0,'0'-6'694'0'0,"-1"-1"0"0"0,0 1 0 0 0,-1-1 1 0 0,1 1-1 0 0,-1 0 0 0 0,-1 0 0 0 0,1 0 0 0 0,-1 0 0 0 0,0 0 0 0 0,-6-9 0 0 0,4 8-185 0 0,-1-1 0 0 0,1 1 0 0 0,-1 0 0 0 0,-1 1 0 0 0,1-1 0 0 0,-1 1 0 0 0,-9-6 0 0 0,8 9-359 0 0,1-1 1 0 0,-1 1-1 0 0,0 1 1 0 0,0-1-1 0 0,-1 1 1 0 0,1 1-1 0 0,0-1 1 0 0,-1 2-1 0 0,1-1 1 0 0,-1 1-1 0 0,1 0 1 0 0,0 1 0 0 0,-1 0-1 0 0,1 0 1 0 0,-11 3-1 0 0,15-2-150 0 0,0 1 1 0 0,-1-1-1 0 0,1 1 0 0 0,0-1 1 0 0,0 1-1 0 0,1 0 0 0 0,-1 1 1 0 0,1-1-1 0 0,-1 0 0 0 0,1 1 1 0 0,0 0-1 0 0,0 0 0 0 0,1 0 1 0 0,-1 0-1 0 0,1 0 0 0 0,0 1 1 0 0,0-1-1 0 0,-1 6 0 0 0,-2 5-6 0 0,0 1 0 0 0,1-1 0 0 0,1 1 0 0 0,-1 18 0 0 0,1 17-133 0 0,2 0 1 0 0,11 95-1 0 0,30 101-116 0 0,-10-75-250 0 0,-24-139-18 0 0,0 0 0 0 0,13 37 1 0 0,-13-54-1165 0 0,1 0 1 0 0,0 0 0 0 0,12 19-1 0 0,-7-18-2594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57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8290 0 0,'0'0'639'0'0,"18"-5"3700"0"0,31-4-1557 0 0,19-4-260 0 0,-43 6-2399 0 0,-1 1-1 0 0,2 2 1 0 0,-1 0 0 0 0,51 0-1 0 0,-28 2-2737 0 0,-34 0 1648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57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69 7802 0 0,'1'-5'346'0'0,"0"1"1"0"0,0-1 0 0 0,-1 1 0 0 0,0 0 0 0 0,1-1 0 0 0,-1 1-1 0 0,-1-1 1 0 0,1 1 0 0 0,-2-7 0 0 0,2 10-196 0 0,-1 0 0 0 0,1 0 0 0 0,0 0 1 0 0,-1 0-1 0 0,1 0 0 0 0,-1 0 0 0 0,1 0 0 0 0,-1 0 1 0 0,1 0-1 0 0,-1 0 0 0 0,1 1 0 0 0,-1-1 0 0 0,0 0 1 0 0,0 0-1 0 0,1 1 0 0 0,-1-1 0 0 0,0 0 1 0 0,-1 0-1 0 0,1 1-70 0 0,-1 0 1 0 0,1-1 0 0 0,0 1-1 0 0,0 0 1 0 0,0 0-1 0 0,0 0 1 0 0,0 1 0 0 0,0-1-1 0 0,-1 0 1 0 0,1 0-1 0 0,0 1 1 0 0,0-1 0 0 0,0 0-1 0 0,0 1 1 0 0,0-1-1 0 0,0 1 1 0 0,0 0 0 0 0,0-1-1 0 0,0 1 1 0 0,1 0-1 0 0,-3 1 1 0 0,-2 3 42 0 0,-1 0-1 0 0,1 1 0 0 0,0 0 1 0 0,1 0-1 0 0,-1 0 1 0 0,1 1-1 0 0,0-1 1 0 0,1 1-1 0 0,0 0 1 0 0,0 0-1 0 0,0 0 1 0 0,-1 9-1 0 0,-3 13-14 0 0,-6 51 0 0 0,12-68-10 0 0,-3 24 144 0 0,1-1 0 0 0,5 65 0 0 0,0-77-763 0 0,10 38 0 0 0,-8-44-1451 0 0,2-1 0 0 0,13 30 0 0 0,-13-34-3048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57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72 10138 0 0,'-1'-3'179'0'0,"0"0"0"0"0,0 0 1 0 0,0 0-1 0 0,0 0 0 0 0,1 0 0 0 0,0 0 0 0 0,-1 0 0 0 0,1 0 1 0 0,0 0-1 0 0,0 0 0 0 0,1 0 0 0 0,-1 0 0 0 0,1 0 0 0 0,0-3 1 0 0,0 4-101 0 0,0 1 1 0 0,0-1 0 0 0,-1 1-1 0 0,1 0 1 0 0,0-1 0 0 0,0 1 0 0 0,0 0-1 0 0,1 0 1 0 0,-1-1 0 0 0,0 1 0 0 0,0 0-1 0 0,1 0 1 0 0,-1 0 0 0 0,1 1-1 0 0,-1-1 1 0 0,1 0 0 0 0,-1 0 0 0 0,1 1-1 0 0,-1-1 1 0 0,1 1 0 0 0,-1-1 0 0 0,1 1-1 0 0,0 0 1 0 0,-1 0 0 0 0,1 0-1 0 0,0-1 1 0 0,2 2 0 0 0,6 0 75 0 0,0 0-1 0 0,0 1 1 0 0,-1 1 0 0 0,1-1-1 0 0,-1 2 1 0 0,13 5-1 0 0,6 2 194 0 0,30 7-14 0 0,-39-14-148 0 0,0 2 0 0 0,0 1 0 0 0,0 0 0 0 0,-1 1 0 0 0,0 1 0 0 0,31 21 0 0 0,-48-29-634 0 0,1 1-1 0 0,-1-1 1 0 0,1 1-1 0 0,-1-1 1 0 0,0 1 0 0 0,0 0-1 0 0,1 0 1 0 0,-1 0 0 0 0,1 3-1 0 0,-2-2-1172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57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37 11026 0 0,'-1'-3'187'0'0,"0"0"-1"0"0,0 0 0 0 0,-1 1 0 0 0,1-1 0 0 0,-1 0 0 0 0,0 1 0 0 0,0-1 1 0 0,0 1-1 0 0,0 0 0 0 0,0 0 0 0 0,-3-3 0 0 0,4 5-98 0 0,-1-1 0 0 0,1 1 0 0 0,-1-1 0 0 0,1 1 0 0 0,-1-1 0 0 0,1 1 0 0 0,-1 0 0 0 0,1 0-1 0 0,-1-1 1 0 0,1 1 0 0 0,-1 0 0 0 0,1 1 0 0 0,-1-1 0 0 0,1 0 0 0 0,-1 0 0 0 0,1 1 0 0 0,-1-1 0 0 0,1 1 0 0 0,-1-1 0 0 0,1 1-1 0 0,-1-1 1 0 0,1 1 0 0 0,0 0 0 0 0,-1 0 0 0 0,0 1 0 0 0,-3 1-34 0 0,0 1 0 0 0,1 0 1 0 0,-1 0-1 0 0,1 1 0 0 0,0-1 0 0 0,0 1 1 0 0,1 0-1 0 0,0 0 0 0 0,-1 0 0 0 0,2 1 0 0 0,-5 8 1 0 0,-2 10 216 0 0,-9 35 1 0 0,13-44-248 0 0,-19 103-1349 0 0,23-116 1225 0 0,-2 16-5413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57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12587 0 0,'5'-12'724'0'0,"1"11"137"0"0,-4 2-750 0 0,-1 0-1 0 0,0 0 1 0 0,0 0 0 0 0,0 1 0 0 0,1-1 0 0 0,-1 0 0 0 0,0 1-1 0 0,-1-1 1 0 0,1 1 0 0 0,0-1 0 0 0,0 1 0 0 0,0 1 0 0 0,7 22 343 0 0,-1 0 1 0 0,-2 1 0 0 0,0-1-1 0 0,-1 1 1 0 0,-1 45-1 0 0,0-32 9 0 0,18 201 412 0 0,-9-137-3935 0 0,-11-94-566 0 0,-1-4 1756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58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11522 0 0,'19'-8'1229'0'0,"0"1"0"0"0,1 1 0 0 0,0 1 0 0 0,0 0-1 0 0,27-2 1 0 0,-20 3 926 0 0,54-14 0 0 0,-75 16-2710 0 0,0 0 0 0 0,-1 0 0 0 0,1-1 0 0 0,-1 0 0 0 0,1 0 1 0 0,-1 0-1 0 0,0-1 0 0 0,0 1 0 0 0,0-1 0 0 0,-1-1 0 0 0,9-8 0 0 0,-10 7-1140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58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11690 0 0,'-7'64'1571'0'0,"1"-20"-1036"0"0,2 9 251 0 0,3 1-1 0 0,1 0 0 0 0,3 0 0 0 0,3 0 1 0 0,14 65-1 0 0,-17-108-820 0 0,1 0 1 0 0,0-1-1 0 0,8 17 1 0 0,2-7-2619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58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9 11979 0 0,'-9'7'2086'0'0,"15"-3"1653"0"0,1-1-2722 0 0,-6-3-494 0 0,4 1-40 0 0,9 1-76 0 0,0-1 1 0 0,1-1-1 0 0,-1 0 1 0 0,0-1-1 0 0,1-1 1 0 0,-1 0-1 0 0,18-6 1 0 0,-7 3 180 0 0,39-3 1 0 0,-55 7-494 0 0,-1 1 1 0 0,1 1-1 0 0,-1-1 0 0 0,1 2 0 0 0,-1-1 1 0 0,1 1-1 0 0,-1 0 0 0 0,13 5 0 0 0,-10-1-37 0 0,-1-1-1 0 0,0 1 1 0 0,-1 1-1 0 0,1 0 1 0 0,-1 0-1 0 0,15 16 1 0 0,-1 3 21 0 0,20 28 1 0 0,-26-27-188 0 0,0 1-1 0 0,17 39 1 0 0,-16-29-925 0 0,-15-25-283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7:59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65 14459 0 0,'0'-5'235'0'0,"0"-1"-1"0"0,0 0 0 0 0,-1 1 1 0 0,1-1-1 0 0,-1 1 1 0 0,-1-1-1 0 0,-2-7 0 0 0,4 12-146 0 0,0 1 0 0 0,-1-1 0 0 0,1 0 0 0 0,-1 0 0 0 0,1 0 0 0 0,-1 1 0 0 0,0-1 0 0 0,1 0-1 0 0,-1 1 1 0 0,0-1 0 0 0,0 0 0 0 0,1 1 0 0 0,-1-1 0 0 0,0 1 0 0 0,0-1 0 0 0,0 1-1 0 0,0-1 1 0 0,1 1 0 0 0,-3-1 0 0 0,1 1 11 0 0,0 0 0 0 0,1 0 0 0 0,-1 0 0 0 0,0 0-1 0 0,0 1 1 0 0,0-1 0 0 0,1 0 0 0 0,-1 1 0 0 0,0 0 0 0 0,0-1-1 0 0,1 1 1 0 0,-1 0 0 0 0,0 0 0 0 0,-1 1 0 0 0,-6 4 169 0 0,0 1 0 0 0,0 0 0 0 0,1 0 0 0 0,0 1 1 0 0,0 0-1 0 0,-7 10 0 0 0,-1 4 88 0 0,-18 32 1 0 0,5 3 162 0 0,-33 92 1 0 0,17-37-8 0 0,44-110-525 0 0,-8 18 68 0 0,-10 36 0 0 0,17-51-163 0 0,1 0 1 0 0,0 0-1 0 0,0 0 1 0 0,1 0 0 0 0,-1 0-1 0 0,1 0 1 0 0,0 0-1 0 0,1 1 1 0 0,-1-1-1 0 0,1 0 1 0 0,0 0 0 0 0,0 0-1 0 0,3 6 1 0 0,3-1-1826 0 0,-5-7 273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17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37 8122 0 0,'-25'-4'4258'0'0,"24"4"-4071"0"0,1-1 0 0 0,-1 1 1 0 0,0 0-1 0 0,0-1 0 0 0,1 1 0 0 0,-1-1 0 0 0,0 1 1 0 0,1-1-1 0 0,-1 1 0 0 0,0-1 0 0 0,1 1 0 0 0,-1-1 0 0 0,1 1 1 0 0,-1-1-1 0 0,1 0 0 0 0,-1 1 0 0 0,1-1 0 0 0,-1 0 0 0 0,1 0 1 0 0,0 1-1 0 0,0-1 0 0 0,-1 0 0 0 0,1 0 0 0 0,0 0 1 0 0,0 1-1 0 0,0-1 0 0 0,-1-1 0 0 0,1 0 554 0 0,9 1 781 0 0,-5-2-1421 0 0,1 1 0 0 0,1 1 0 0 0,-1-1 0 0 0,0 1-1 0 0,0 0 1 0 0,1 0 0 0 0,-1 1 0 0 0,0-1 0 0 0,1 1-1 0 0,-1 0 1 0 0,0 1 0 0 0,1-1 0 0 0,-1 1 0 0 0,7 2 0 0 0,81 37 40 0 0,12 4-2 0 0,-46-21-107 0 0,-54-20-29 0 0,-1-1-1 0 0,1 1 1 0 0,-1-1 0 0 0,0 1 0 0 0,0 0 0 0 0,0 1 0 0 0,0-1 0 0 0,0 1 0 0 0,-1 0 0 0 0,4 5 0 0 0,-7-8-88 0 0,1 0-1 0 0,-1-1 1 0 0,0 1 0 0 0,0 0 0 0 0,0 0 0 0 0,0 0 0 0 0,0 0 0 0 0,0-1 0 0 0,0 1 0 0 0,-1 0 0 0 0,1 0 0 0 0,0 0-1 0 0,0 0 1 0 0,-1-1 0 0 0,1 1 0 0 0,0 0 0 0 0,-1 0 0 0 0,1-1 0 0 0,-1 1 0 0 0,1 0 0 0 0,-1 0 0 0 0,1-1 0 0 0,-1 1 0 0 0,0-1-1 0 0,1 1 1 0 0,-1-1 0 0 0,-1 2 0 0 0,0-1-298 0 0,0 1-1 0 0,0 0 1 0 0,0-1-1 0 0,0 1 1 0 0,0-1 0 0 0,0 0-1 0 0,-1 0 1 0 0,-2 1-1 0 0,-2-1-1768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8:17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6 6449 0 0,'-11'-6'7901'0'0,"1"11"-4755"0"0,-9 18-2946 0 0,12-13 475 0 0,-5 6-337 0 0,-104 156 1565 0 0,78-113-1306 0 0,23-37-371 0 0,-17 30 0 0 0,32-51-251 0 0,-1 0 1 0 0,1 0 0 0 0,-1 0 0 0 0,1 0 0 0 0,-1 0-1 0 0,1 1 1 0 0,-1-1 0 0 0,1 0 0 0 0,0 0 0 0 0,0 0 0 0 0,0 0-1 0 0,0 0 1 0 0,0 1 0 0 0,0-1 0 0 0,0 0 0 0 0,0 2-1 0 0,1-2-148 0 0,-1 0-1 0 0,1-1 0 0 0,-1 1 0 0 0,1-1 1 0 0,0 1-1 0 0,-1-1 0 0 0,1 1 1 0 0,0-1-1 0 0,0 1 0 0 0,-1-1 0 0 0,1 1 1 0 0,0-1-1 0 0,0 0 0 0 0,-1 0 1 0 0,1 1-1 0 0,0-1 0 0 0,0 0 0 0 0,0 0 1 0 0,0 0-1 0 0,-1 0 0 0 0,1 0 0 0 0,0 0 1 0 0,0 0-1 0 0,1 0 0 0 0,8-1-1297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54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142 103 3225 0 0,'-2'-2'346'0'0,"0"1"1"0"0,-1-1 0 0 0,1 1-1 0 0,0-1 1 0 0,-1 1 0 0 0,1 0 0 0 0,0 0-1 0 0,-1 0 1 0 0,0 0 0 0 0,1 1-1 0 0,-1-1 1 0 0,0 1 0 0 0,1-1-1 0 0,-1 1 1 0 0,0 0 0 0 0,1 0 0 0 0,-1 0-1 0 0,0 0 1 0 0,1 1 0 0 0,-1-1-1 0 0,0 1 1 0 0,1 0 0 0 0,-1 0-1 0 0,1 0 1 0 0,-1 0 0 0 0,-3 2 0 0 0,1 0-105 0 0,-1-1 0 0 0,1 1 0 0 0,1 0 0 0 0,-1 1 0 0 0,0-1 0 0 0,1 1 1 0 0,0 0-1 0 0,0 0 0 0 0,0 1 0 0 0,0-1 0 0 0,-5 8 0 0 0,7-6-206 0 0,0-1-1 0 0,1 0 0 0 0,-1 1 1 0 0,1-1-1 0 0,0 1 1 0 0,0 0-1 0 0,1-1 0 0 0,-1 11 1 0 0,6 48-40 0 0,-4-57 9 0 0,1 7-17 0 0,0 0 0 0 0,1 0 0 0 0,1 0 0 0 0,0 0 0 0 0,12 25 0 0 0,-13-34 6 0 0,0 0 0 0 0,0 0 0 0 0,0 0 0 0 0,1-1-1 0 0,-1 1 1 0 0,1-1 0 0 0,8 7 0 0 0,-9-9 4 0 0,0 0 1 0 0,-1 0 0 0 0,1-1-1 0 0,0 1 1 0 0,0-1-1 0 0,0 0 1 0 0,0 0 0 0 0,0 0-1 0 0,0 0 1 0 0,0 0-1 0 0,0-1 1 0 0,0 1 0 0 0,1-1-1 0 0,-1 0 1 0 0,4 0-1 0 0,-3-1 34 0 0,-1 0-1 0 0,1 0 0 0 0,0 0 1 0 0,0-1-1 0 0,0 1 0 0 0,-1-1 0 0 0,1 0 1 0 0,-1 0-1 0 0,1 0 0 0 0,-1-1 1 0 0,0 1-1 0 0,0-1 0 0 0,0 0 1 0 0,0 0-1 0 0,3-4 0 0 0,5-8 290 0 0,19-29 0 0 0,-29 42-311 0 0,5-8 138 0 0,-1 0 0 0 0,0-1 0 0 0,-1 0 0 0 0,0 0 0 0 0,-1 0 0 0 0,0-1 0 0 0,0 1 0 0 0,-2-1 0 0 0,1 0 0 0 0,-1 1 0 0 0,-1-1 0 0 0,-1-12 1 0 0,0 7 114 0 0,-2 1 1 0 0,1 0-1 0 0,-2-1 1 0 0,0 1-1 0 0,-1 1 1 0 0,-1-1-1 0 0,0 1 1 0 0,-10-15 0 0 0,15 27-229 0 0,-1 0 0 0 0,0 0 0 0 0,0 0 0 0 0,0 1 0 0 0,0-1 1 0 0,-1 1-1 0 0,1-1 0 0 0,-1 1 0 0 0,1 0 0 0 0,-1 0 1 0 0,-3-2-1 0 0,5 4-53 0 0,0-1 0 0 0,0 1 0 0 0,0 0 0 0 0,0-1 0 0 0,0 1 0 0 0,0 0 0 0 0,0 0 0 0 0,0-1 0 0 0,-1 1 0 0 0,1 0 0 0 0,0 0 1 0 0,0 0-1 0 0,0 0 0 0 0,0 1 0 0 0,0-1 0 0 0,0 0 0 0 0,0 0 0 0 0,0 1 0 0 0,0-1 0 0 0,0 0 0 0 0,0 1 0 0 0,0-1 0 0 0,0 1 0 0 0,0 0 0 0 0,0-1 0 0 0,0 1 0 0 0,0 0 1 0 0,0-1-1 0 0,0 1 0 0 0,1 0 0 0 0,-1 0 0 0 0,0 0 0 0 0,1 0 0 0 0,-1-1 0 0 0,0 1 0 0 0,0 2 0 0 0,-2 2-450 0 0,0 1 0 0 0,1 0 0 0 0,0 0 0 0 0,-3 9 0 0 0,0 4-1247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55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2304 0 0,'-10'2'10599'0'0,"11"3"-6349"0"0,19 9-3502 0 0,-17-12-501 0 0,153 111 2321 0 0,-156-113-2565 0 0,2 2 80 0 0,0-1 0 0 0,0 1 1 0 0,0-1-1 0 0,0 1 0 0 0,1-1 1 0 0,-1 0-1 0 0,0 1 0 0 0,1-1 0 0 0,-1 0 1 0 0,0-1-1 0 0,1 1 0 0 0,-1 0 0 0 0,4 0 1 0 0,-7-6 253 0 0,-2-2-452 0 0,-1-5-225 0 0,1 3-5574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56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6913 0 0,'-8'0'7038'0'0,"14"12"-4201"0"0,-3-2-4246 0 0,-3 38 1573 0 0,-2-1 0 0 0,-13 81 0 0 0,13-113-141 0 0,0-5-252 0 0,1 0 1 0 0,0-1-1 0 0,1 1 1 0 0,1 14-1 0 0,2-21-1203 0 0,0-3 604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56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3 4609 0 0,'0'0'54'0'0,"0"1"0"0"0,0-1 0 0 0,0 0 0 0 0,0 0 0 0 0,-1 0 0 0 0,1 0 0 0 0,0 0 0 0 0,0 0 0 0 0,0 0 0 0 0,0 0 0 0 0,0 0 1 0 0,0 0-1 0 0,0 0 0 0 0,0 0 0 0 0,-1 0 0 0 0,1 0 0 0 0,0 0 0 0 0,0 0 0 0 0,0 0 0 0 0,0 0 0 0 0,0 0 0 0 0,0 0 0 0 0,-1 0 0 0 0,1 0 0 0 0,0 0 0 0 0,0 0 0 0 0,0 0 0 0 0,0 0 0 0 0,0 0 0 0 0,0 0 0 0 0,0 0 0 0 0,0 0 0 0 0,-1 0 1 0 0,1 0-1 0 0,0 0 0 0 0,0 0 0 0 0,0 0 0 0 0,0 0 0 0 0,0 0 0 0 0,0-1 0 0 0,0 1 0 0 0,0 0 0 0 0,0 0 0 0 0,0 0 0 0 0,-1 0 0 0 0,1 0 0 0 0,0 0 0 0 0,0 0 0 0 0,0 0 0 0 0,0-1 0 0 0,0 1 0 0 0,0 0 0 0 0,0 0 0 0 0,0 0 0 0 0,0 0 0 0 0,0 0 1 0 0,0 0-1 0 0,0 0 0 0 0,0-1 0 0 0,0 1 0 0 0,0 0 0 0 0,0 0 0 0 0,0 0 0 0 0,0 0 0 0 0,0 0 0 0 0,1 0 0 0 0,-11 1 4203 0 0,-34 24-2984 0 0,-48 35 1 0 0,10-5-865 0 0,80-54-348 0 0,0 0 1 0 0,0 0-1 0 0,1 1 0 0 0,-1-1 0 0 0,1 0 0 0 0,-1 0 0 0 0,1 1 0 0 0,-1-1 0 0 0,1 1 1 0 0,0-1-1 0 0,-1 1 0 0 0,1 0 0 0 0,0 0 0 0 0,0-1 0 0 0,1 1 0 0 0,-1 0 1 0 0,0 0-1 0 0,0 0 0 0 0,1 0 0 0 0,-1 0 0 0 0,1 0 0 0 0,0 0 0 0 0,0 0 0 0 0,-1 3 1 0 0,3-3 49 0 0,0-1 1 0 0,0 1-1 0 0,1-1 1 0 0,-1 1-1 0 0,0-1 1 0 0,0 0 0 0 0,1 0-1 0 0,2 1 1 0 0,3 2 43 0 0,11 5-44 0 0,0-1 1 0 0,0-1-1 0 0,1-1 1 0 0,0-1-1 0 0,0-1 1 0 0,1 0-1 0 0,37 1 1 0 0,-47-5 105 0 0,1-1 1 0 0,-1 1 0 0 0,0-2 0 0 0,0 0 0 0 0,0 0-1 0 0,15-6 1 0 0,-37 24-874 0 0,2-6-5951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57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22 158 9074 0 0,'-1'-2'276'0'0,"0"1"-1"0"0,-1-1 1 0 0,1 1 0 0 0,0-1-1 0 0,0 1 1 0 0,0-1 0 0 0,0 0 0 0 0,1 1-1 0 0,-1-1 1 0 0,0 0 0 0 0,1 0-1 0 0,-1 0 1 0 0,1 1 0 0 0,-1-1-1 0 0,1-3 1 0 0,-1 2 182 0 0,1-1 0 0 0,-1 0 0 0 0,1 0-1 0 0,0 1 1 0 0,0-1 0 0 0,0 0 0 0 0,1-3 0 0 0,-3 18-273 0 0,0 1 0 0 0,0 0 1 0 0,1 0-1 0 0,1 0 1 0 0,0 0-1 0 0,0 0 0 0 0,1-1 1 0 0,4 18-1 0 0,-1-12-174 0 0,1 1 0 0 0,0-1 0 0 0,2-1-1 0 0,0 1 1 0 0,0-1 0 0 0,12 16 0 0 0,-18-30-6 0 0,1 0 1 0 0,-1 0-1 0 0,1 0 1 0 0,0 0-1 0 0,-1 0 1 0 0,1-1-1 0 0,0 1 1 0 0,0-1-1 0 0,1 1 1 0 0,-1-1-1 0 0,0 0 0 0 0,0 0 1 0 0,1 0-1 0 0,-1 0 1 0 0,0 0-1 0 0,4 1 1 0 0,-5-2 36 0 0,1 0 1 0 0,-1 0 0 0 0,1 0-1 0 0,-1 0 1 0 0,1 0 0 0 0,-1 0 0 0 0,1-1-1 0 0,-1 1 1 0 0,0 0 0 0 0,1-1-1 0 0,-1 1 1 0 0,1-1 0 0 0,-1 0-1 0 0,0 1 1 0 0,1-1 0 0 0,-1 0 0 0 0,0 0-1 0 0,0 0 1 0 0,0 0 0 0 0,1 0-1 0 0,-1 0 1 0 0,0 0 0 0 0,0 0-1 0 0,-1 0 1 0 0,1 0 0 0 0,0-1 0 0 0,1-1-1 0 0,12-26 427 0 0,-1 0 0 0 0,-2-1 0 0 0,0 0 1 0 0,-3-1-1 0 0,0 0 0 0 0,4-38 0 0 0,-11 58-488 0 0,1 0 1 0 0,0 0 0 0 0,1 0-1 0 0,0 0 1 0 0,1 1-1 0 0,0-1 1 0 0,1 1 0 0 0,6-11-1 0 0,-11 21 0 0 0,0 0-1 0 0,0 0 1 0 0,0 0-1 0 0,0 0 1 0 0,0 0-1 0 0,0 1 1 0 0,0-1-1 0 0,0 0 1 0 0,0 0-1 0 0,0 0 1 0 0,0 0-1 0 0,0 0 1 0 0,0 0-1 0 0,0 0 1 0 0,0 0-1 0 0,1 0 1 0 0,-1 0-1 0 0,0 0 0 0 0,0 0 1 0 0,0 0-1 0 0,0 0 1 0 0,0 0-1 0 0,0 0 1 0 0,0 0-1 0 0,0 0 1 0 0,0 0-1 0 0,0 0 1 0 0,1 0-1 0 0,-1 0 1 0 0,0 0-1 0 0,0 0 1 0 0,0 0-1 0 0,0 0 1 0 0,0 0-1 0 0,0 0 1 0 0,0 0-1 0 0,0 0 1 0 0,0 0-1 0 0,0 0 1 0 0,0 0-1 0 0,1 0 1 0 0,-1 0-1 0 0,0 0 1 0 0,0 0-1 0 0,0 0 1 0 0,0 0-1 0 0,0 0 1 0 0,0-1-1 0 0,0 1 0 0 0,0 0 1 0 0,0 0-1 0 0,0 0 1 0 0,0 0-1 0 0,0 0 1 0 0,0 0-1 0 0,0 0 1 0 0,0 0-1 0 0,0 0 1 0 0,0 0-1 0 0,0 0 1 0 0,0-1-1 0 0,0 1 1 0 0,0 0-1 0 0,0 0 1 0 0,0 8-4828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0:11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25 5065 0 0,'-2'0'413'0'0,"-16"-7"6233"0"0,17 7-6587 0 0,1 0-1 0 0,-1 0 1 0 0,0 1-1 0 0,1-1 1 0 0,-1 0 0 0 0,0 0-1 0 0,1 0 1 0 0,-1 1 0 0 0,0-1-1 0 0,1 0 1 0 0,-1 1-1 0 0,1-1 1 0 0,-1 1 0 0 0,0-1-1 0 0,1 1 1 0 0,-1-1 0 0 0,1 1-1 0 0,-1-1 1 0 0,1 1-1 0 0,0-1 1 0 0,-1 1 0 0 0,1-1-1 0 0,0 1 1 0 0,-1 0 0 0 0,0 1-1 0 0,-1 6 46 0 0,0 0 0 0 0,0 1 1 0 0,0-1-1 0 0,1 1 0 0 0,1-1 0 0 0,-1 1 0 0 0,1 0 0 0 0,2 8 0 0 0,-2 5-282 0 0,17 213 1587 0 0,-1-37-1382 0 0,-15-153 414 0 0,-2-1 1 0 0,-3 0-1 0 0,-14 75 0 0 0,18-117-409 0 0,-1 1 1 0 0,1-1-1 0 0,0 1 1 0 0,0-1-1 0 0,0 1 0 0 0,0-1 1 0 0,1 1-1 0 0,-1-1 1 0 0,1 1-1 0 0,-1-1 1 0 0,1 1-1 0 0,2 3 1 0 0,-3-5-22 0 0,0-1 0 0 0,1 1 1 0 0,-1 0-1 0 0,1-1 0 0 0,-1 1 1 0 0,1 0-1 0 0,-1-1 1 0 0,1 1-1 0 0,-1-1 0 0 0,1 1 1 0 0,0-1-1 0 0,-1 1 0 0 0,1-1 1 0 0,0 1-1 0 0,-1-1 1 0 0,1 0-1 0 0,0 1 0 0 0,0-1 1 0 0,-1 0-1 0 0,1 0 0 0 0,0 1 1 0 0,0-1-1 0 0,0 0 1 0 0,-1 0-1 0 0,1 0 0 0 0,0 0 1 0 0,0 0-1 0 0,0 0 0 0 0,-1 0 1 0 0,1 0-1 0 0,0-1 1 0 0,0 1-1 0 0,0 0 0 0 0,-1 0 1 0 0,1-1-1 0 0,0 1 0 0 0,-1 0 1 0 0,1-1-1 0 0,0 1 0 0 0,0-1 1 0 0,-1 1-1 0 0,2-2 1 0 0,13-8 267 0 0,0 1 1 0 0,0 0 0 0 0,23-8 0 0 0,-29 14-231 0 0,1 0 1 0 0,-1 1-1 0 0,1 0 1 0 0,0 0-1 0 0,-1 1 1 0 0,1 0-1 0 0,17 1 1 0 0,395 11 558 0 0,-36 2-342 0 0,-322-11-183 0 0,94-10-1 0 0,63-21 213 0 0,-42 4-166 0 0,250-7 267 0 0,-308 30-324 0 0,38-6 351 0 0,-109 4-143 0 0,88 2 0 0 0,225 5-788 0 0,-180-6 753 0 0,-111 1-278 0 0,51 1 74 0 0,8 7-41 0 0,40 5 0 0 0,31 4 128 0 0,-74-22 24 0 0,-2 22-135 0 0,-36-2-18 0 0,-63-12 53 0 0,0-1 0 0 0,0-1 0 0 0,30-6-1 0 0,45-1 9 0 0,-100 8-42 0 0,0 0 0 0 0,0 0 1 0 0,-1 0-1 0 0,1 0 0 0 0,0 0 0 0 0,-1 0 1 0 0,1-1-1 0 0,0 1 0 0 0,-1 0 1 0 0,1-1-1 0 0,0 0 0 0 0,-1 1 0 0 0,1-1 1 0 0,-1 0-1 0 0,1 0 0 0 0,-1 0 1 0 0,0 1-1 0 0,1-2 0 0 0,-1 1 0 0 0,0 0 1 0 0,1 0-1 0 0,-1 0 0 0 0,1-3 1 0 0,0 0 67 0 0,-1 0 1 0 0,1 0-1 0 0,-1 0 1 0 0,0 0-1 0 0,-1 0 1 0 0,1 0-1 0 0,0-8 1 0 0,2-20 91 0 0,22-177-561 0 0,-18 127 112 0 0,21-94 0 0 0,8 32-351 0 0,-29 130 537 0 0,-6 11 76 0 0,0 1 0 0 0,1 0 0 0 0,-1-1 0 0 0,0 1-1 0 0,0-1 1 0 0,-1 1 0 0 0,1-1 0 0 0,0 1 0 0 0,-1-1 0 0 0,0 0-1 0 0,1 1 1 0 0,-1-1 0 0 0,0-3 0 0 0,0 6 19 0 0,-2-2-43 0 0,-7 4-8 0 0,-8 4 75 0 0,0 0 0 0 0,-1-2 0 0 0,0 0 0 0 0,-32 2 1 0 0,-393 4 18 0 0,278-7-67 0 0,-68-5 28 0 0,148-2-14 0 0,0 3 0 0 0,-119 14 0 0 0,127-9-40 0 0,-100-7 1 0 0,-39 1 49 0 0,87 8 16 0 0,-136-13 1 0 0,25 11-53 0 0,46 2-36 0 0,59-12 126 0 0,-59-1-144 0 0,115 7 127 0 0,-147-4-109 0 0,156 3 76 0 0,-1 3 0 0 0,-136 22 0 0 0,130-13 44 0 0,-199 18-164 0 0,243-27 185 0 0,4 1-73 0 0,-47-3 1 0 0,-10-2 10 0 0,51 2-30 0 0,0-1-1 0 0,-35-7 1 0 0,57 5 21 0 0,-1-1 0 0 0,-16-7 0 0 0,22 8 16 0 0,1 0-1 0 0,-1 0 1 0 0,0 0 0 0 0,0 1 0 0 0,0 1-1 0 0,0-1 1 0 0,0 1 0 0 0,0 0 0 0 0,0 1 0 0 0,-13 1-1 0 0,13-1 26 0 0,7 0-68 0 0,0 0 0 0 0,0 0 1 0 0,0 0-1 0 0,0-1 1 0 0,0 2-1 0 0,0-1 0 0 0,0 0 1 0 0,0 0-1 0 0,0 0 0 0 0,0 0 1 0 0,1 1-1 0 0,-1-1 1 0 0,0 0-1 0 0,0 1 0 0 0,0-1 1 0 0,0 1-1 0 0,0-1 0 0 0,0 1 1 0 0,-1 1-1 0 0,2-2-70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0:12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54 5065 0 0,'-1'0'329'0'0,"0"-1"-1"0"0,0 1 1 0 0,0-1 0 0 0,1 1-1 0 0,-1-1 1 0 0,0 0-1 0 0,0 1 1 0 0,1-1 0 0 0,-1 0-1 0 0,1 0 1 0 0,-1 0-1 0 0,0 1 1 0 0,1-1 0 0 0,0 0-1 0 0,-1 0 1 0 0,1 0-1 0 0,-1 0 1 0 0,1-1 0 0 0,0 1-184 0 0,0 0 1 0 0,0 0 0 0 0,0 0 0 0 0,0 0-1 0 0,0 1 1 0 0,1-1 0 0 0,-1 0 0 0 0,0 0-1 0 0,0 0 1 0 0,1 1 0 0 0,-1-1 0 0 0,1 0-1 0 0,-1 0 1 0 0,1 1 0 0 0,-1-1 0 0 0,1 0-1 0 0,0 0 1 0 0,1-1-78 0 0,1-1 0 0 0,0 1 0 0 0,0 0 0 0 0,-1 1 0 0 0,1-1 0 0 0,0 0 0 0 0,0 1 0 0 0,1 0 0 0 0,3-2 0 0 0,8 1 358 0 0,-1 1-1 0 0,1 0 1 0 0,-1 1-1 0 0,1 0 0 0 0,19 4 1 0 0,-21-3-101 0 0,2 0-235 0 0,5 1 194 0 0,-1 0 1 0 0,33 9-1 0 0,-48-10-255 0 0,0 0-1 0 0,0 0 1 0 0,-1 0-1 0 0,1 1 1 0 0,0-1 0 0 0,-1 1-1 0 0,1 0 1 0 0,-1 0-1 0 0,0 1 1 0 0,1-1-1 0 0,-1 1 1 0 0,0-1-1 0 0,-1 1 1 0 0,1 0-1 0 0,0 0 1 0 0,-1 0-1 0 0,0 1 1 0 0,1-1 0 0 0,2 7-1 0 0,-4-6-28 0 0,-1 1 0 0 0,1 0 0 0 0,0-1 0 0 0,-1 1 0 0 0,0 0 0 0 0,0 0 0 0 0,-1-1 0 0 0,1 1 0 0 0,-1 0 0 0 0,0-1 0 0 0,0 1 0 0 0,-1-1 0 0 0,1 1 0 0 0,-4 5 0 0 0,-2 5 0 0 0,-1 0 0 0 0,-16 24 0 0 0,17-31 9 0 0,-1 0 1 0 0,1 0-1 0 0,-1-1 0 0 0,0 0 1 0 0,-18 12-1 0 0,6-5-1 0 0,14-14 21 0 0,-2 0 50 0 0,8 0-73 0 0,1 0 0 0 0,-1 0 1 0 0,0 0-1 0 0,0 0 0 0 0,0 0 0 0 0,0 0 0 0 0,0 0 0 0 0,0 0 0 0 0,0 0 0 0 0,0 0 0 0 0,0 0 0 0 0,0 0 0 0 0,0 0 0 0 0,0 0 0 0 0,1 0 0 0 0,-1 0 0 0 0,0 0 0 0 0,0 0 0 0 0,0 1 0 0 0,0-1 0 0 0,0 0 0 0 0,0 0 0 0 0,0 0 0 0 0,0 0 0 0 0,0 0 0 0 0,0 0 0 0 0,0 0 0 0 0,0 0 0 0 0,0 0 0 0 0,0 0 0 0 0,0 0 0 0 0,0 0 0 0 0,0 0 0 0 0,0 0 0 0 0,0 0 0 0 0,0 1 0 0 0,0-1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0 0 0 0,-1 1 1 0 0,99 57 419 0 0,-67-41-256 0 0,-28-15-132 0 0,0-1 1 0 0,0 1-1 0 0,0 0 1 0 0,-1 0-1 0 0,1 0 1 0 0,-1 0-1 0 0,1 0 1 0 0,-1 0-1 0 0,0 1 0 0 0,0-1 1 0 0,0 1-1 0 0,0 0 1 0 0,0 0-1 0 0,0 0 1 0 0,-1-1-1 0 0,0 2 1 0 0,1-1-1 0 0,0 4 1 0 0,-2-4-3 0 0,0 0 0 0 0,0 1 0 0 0,0-1 0 0 0,0 0 0 0 0,0 1 0 0 0,-1-1 0 0 0,0 0 0 0 0,1 0 0 0 0,-1 1 0 0 0,-1-1 0 0 0,1 0 0 0 0,0 0 0 0 0,-1 0 0 0 0,1 0 0 0 0,-1 0 0 0 0,0-1 0 0 0,0 1 0 0 0,-3 2 0 0 0,-3 6 69 0 0,-1-1 1 0 0,-1-1-1 0 0,0 1 0 0 0,0-2 1 0 0,-1 1-1 0 0,-14 8 1 0 0,19-14-15 0 0,1 0 1 0 0,-1 0-1 0 0,0-1 1 0 0,0 0 0 0 0,1 0-1 0 0,-1 0 1 0 0,-1 0-1 0 0,1-1 1 0 0,0 0-1 0 0,0-1 1 0 0,0 1 0 0 0,-1-1-1 0 0,1 0 1 0 0,0-1-1 0 0,-11-2 1 0 0,13 2-177 0 0,0 0 0 0 0,1-1 1 0 0,0 0-1 0 0,-1 1 0 0 0,1-1 0 0 0,0 0 1 0 0,0-1-1 0 0,0 1 0 0 0,0-1 0 0 0,-3-3 1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0:12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29 3225 0 0,'-6'-7'2283'0'0,"-12"-12"8146"0"0,11 16-8546 0 0,5 32-1873 0 0,-1 19 5 0 0,-2 29 1473 0 0,10 141-1 0 0,-5-212-1593 0 0,0 6 190 0 0,0-12-140 0 0,0 0 1 0 0,0 0-1 0 0,0 0 1 0 0,0 0 0 0 0,0 0-1 0 0,0 0 1 0 0,0 1-1 0 0,0-1 1 0 0,0 0 0 0 0,0 0-1 0 0,1 0 1 0 0,-1 0-1 0 0,0 0 1 0 0,0 0 0 0 0,0 0-1 0 0,0 0 1 0 0,0 1 0 0 0,0-1-1 0 0,0 0 1 0 0,0 0-1 0 0,0 0 1 0 0,0 0 0 0 0,0 0-1 0 0,1 0 1 0 0,-1 0-1 0 0,0 0 1 0 0,0 0 0 0 0,0 0-1 0 0,0 0 1 0 0,0 0-1 0 0,0 0 1 0 0,0 0 0 0 0,1 0-1 0 0,-1 0 1 0 0,0 0-1 0 0,0 0 1 0 0,0 0 0 0 0,0 0-1 0 0,0 0 1 0 0,0 0-1 0 0,1 0 1 0 0,-1 0 0 0 0,0 0-1 0 0,0 0 1 0 0,0 0-1 0 0,0 0 1 0 0,0 0 0 0 0,0 0-1 0 0,0 0 1 0 0,0 0-1 0 0,1 0 1 0 0,-1 0 0 0 0,0 0-1 0 0,0 0 1 0 0,0-1 0 0 0,0 1-1 0 0,0 0 1 0 0,0 0-1 0 0,0 0 1 0 0,0 0 0 0 0,0 0-1 0 0,0 0 1 0 0,0 0-1 0 0,0-1 1 0 0,3-1-1339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0:13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14283 0 0,'16'0'5780'0'0,"20"0"-6008"0"0,-11-1 185 0 0,0 0 0 0 0,33 5 0 0 0,-51-3 126 0 0,0 0 0 0 0,0 0-1 0 0,0 1 1 0 0,0 0-1 0 0,0 0 1 0 0,0 1 0 0 0,-1 0-1 0 0,1 0 1 0 0,-1 0 0 0 0,0 1-1 0 0,0 0 1 0 0,10 9-1 0 0,-15-12-101 0 0,0 0 0 0 0,0 1 0 0 0,-1-1 0 0 0,1 0 0 0 0,0 1 0 0 0,-1-1-1 0 0,1 1 1 0 0,-1 0 0 0 0,1-1 0 0 0,-1 1 0 0 0,0-1 0 0 0,1 1 0 0 0,-1-1-1 0 0,0 1 1 0 0,0 0 0 0 0,0-1 0 0 0,0 1 0 0 0,-1 0 0 0 0,1-1 0 0 0,0 1-1 0 0,-1-1 1 0 0,1 1 0 0 0,-1-1 0 0 0,1 1 0 0 0,-1-1 0 0 0,0 1 0 0 0,0-1-1 0 0,0 0 1 0 0,0 1 0 0 0,0-1 0 0 0,-1 2 0 0 0,-6 7-68 0 0,0 0 1 0 0,-19 16-1 0 0,22-21 83 0 0,-92 75 34 0 0,96-79 6 0 0,1 0 0 0 0,-1-1 1 0 0,0 1-1 0 0,0 0 0 0 0,1-1 1 0 0,-1 1-1 0 0,1 0 0 0 0,-1 0 1 0 0,0 0-1 0 0,1 0 0 0 0,0 0 1 0 0,-1 0-1 0 0,1 0 0 0 0,-1 2 1 0 0,1-3-23 0 0,0 0-1 0 0,0 0 1 0 0,1 1 0 0 0,-1-1 0 0 0,0 0-1 0 0,0 0 1 0 0,0 0 0 0 0,1 1 0 0 0,-1-1-1 0 0,0 0 1 0 0,0 0 0 0 0,1 0 0 0 0,-1 0-1 0 0,0 1 1 0 0,1-1 0 0 0,-1 0 0 0 0,0 0-1 0 0,0 0 1 0 0,1 0 0 0 0,-1 0 0 0 0,0 0 0 0 0,1 0-1 0 0,-1 0 1 0 0,0 0 0 0 0,1 0 0 0 0,-1 0-1 0 0,0 0 1 0 0,0 0 0 0 0,1 0 0 0 0,0 0-1 0 0,36-10 523 0 0,-27 7-436 0 0,161-37 929 0 0,-162 38-1050 0 0,0 0-1 0 0,0-1 1 0 0,-1 0-1 0 0,1 0 1 0 0,12-7-1 0 0,1-7-8084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0:14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80 349 18436 0 0,'2'-3'166'0'0,"-1"1"1"0"0,1 0-1 0 0,-1 0 0 0 0,1 0 1 0 0,0-1-1 0 0,0 2 0 0 0,0-1 1 0 0,0 0-1 0 0,0 0 0 0 0,0 1 1 0 0,4-3-1 0 0,9-8-238 0 0,-1-2-95 0 0,-1-1-1 0 0,-1-1 1 0 0,0 0-1 0 0,13-24 1 0 0,-21 33 141 0 0,-1-1-1 0 0,1 1 1 0 0,-2-1-1 0 0,1 0 1 0 0,-1 0 0 0 0,0 0-1 0 0,-1-1 1 0 0,0 1-1 0 0,0 0 1 0 0,0 0 0 0 0,-1-1-1 0 0,-1 1 1 0 0,-1-11-1 0 0,1 12 81 0 0,-1-1 0 0 0,0 1 0 0 0,0-1 0 0 0,-1 1 0 0 0,0 0 0 0 0,0 0 0 0 0,-6-10 0 0 0,8 15-61 0 0,0 1-1 0 0,0 0 1 0 0,0 0-1 0 0,0-1 1 0 0,0 1-1 0 0,0 0 1 0 0,0 0-1 0 0,-1 0 1 0 0,1 0-1 0 0,0 0 1 0 0,-1 0-1 0 0,1 1 1 0 0,0-1-1 0 0,-1 0 1 0 0,1 1-1 0 0,-1-1 1 0 0,1 1-1 0 0,-1 0 1 0 0,1-1-1 0 0,-1 1 1 0 0,0 0-1 0 0,1 0 1 0 0,-1 0-1 0 0,1 0 1 0 0,-1 0-1 0 0,1 0 1 0 0,-1 0-1 0 0,1 1 1 0 0,-1-1-1 0 0,0 0 1 0 0,1 1-1 0 0,0 0 1 0 0,-1-1-1 0 0,1 1 1 0 0,-1 0-1 0 0,1-1 1 0 0,0 1-1 0 0,-1 0 1 0 0,1 0-1 0 0,0 0 1 0 0,0 0-1 0 0,-2 3 1 0 0,-3 1 17 0 0,0 1 0 0 0,1 0 0 0 0,0 0 0 0 0,0 0 0 0 0,0 1 0 0 0,1 0 1 0 0,0 0-1 0 0,0 0 0 0 0,1 0 0 0 0,0 0 0 0 0,0 1 0 0 0,1 0 0 0 0,-1-1 0 0 0,2 1 0 0 0,-1 0 0 0 0,1 0 1 0 0,1 0-1 0 0,-1 0 0 0 0,1 0 0 0 0,1 0 0 0 0,-1 0 0 0 0,1 0 0 0 0,1 0 0 0 0,-1 0 0 0 0,2-1 0 0 0,-1 1 1 0 0,1-1-1 0 0,0 1 0 0 0,0-1 0 0 0,1 0 0 0 0,0 0 0 0 0,8 11 0 0 0,0-5 20 0 0,-1 0 0 0 0,2-1-1 0 0,-1-1 1 0 0,21 15 0 0 0,61 32 264 0 0,-57-37-181 0 0,39 30 1 0 0,-66-43-45 0 0,-1 0 0 0 0,0 1 0 0 0,13 15 1 0 0,-19-22-51 0 0,-1 1 0 0 0,-1-1 0 0 0,1 1 0 0 0,0-1 0 0 0,-1 1 0 0 0,1 0 0 0 0,-1 0 0 0 0,0 0 1 0 0,0 0-1 0 0,0 0 0 0 0,0 0 0 0 0,0 0 0 0 0,-1 0 0 0 0,1 0 0 0 0,-1 0 0 0 0,0 1 0 0 0,0-1 0 0 0,0 0 0 0 0,-2 6 0 0 0,1-6-1 0 0,0-1-1 0 0,-1 1 0 0 0,0-1 1 0 0,1 1-1 0 0,-1-1 0 0 0,0 0 0 0 0,0 1 1 0 0,-1-1-1 0 0,1 0 0 0 0,0-1 1 0 0,-1 1-1 0 0,1 0 0 0 0,-1-1 0 0 0,1 1 1 0 0,-1-1-1 0 0,0 0 0 0 0,0 0 1 0 0,0 0-1 0 0,0 0 0 0 0,1 0 0 0 0,-7 0 1 0 0,-4 2 42 0 0,0-2 1 0 0,0 1 0 0 0,-21-2-1 0 0,19-1 2 0 0,0 0 0 0 0,0-2 0 0 0,0 0 0 0 0,0 0 0 0 0,0-2 0 0 0,1 0-1 0 0,-1 0 1 0 0,2-1 0 0 0,-1-1 0 0 0,0 0 0 0 0,-12-10 0 0 0,11 6 68 0 0,1 0 1 0 0,0-1 0 0 0,1 0 0 0 0,1-1-1 0 0,-1-1 1 0 0,2 1 0 0 0,0-2 0 0 0,1 0-1 0 0,-9-18 1 0 0,16 27-129 0 0,0 1 0 0 0,1-2 1 0 0,0 1-1 0 0,0 0 0 0 0,0 0 0 0 0,1-1 1 0 0,0 1-1 0 0,0 0 0 0 0,0-11 0 0 0,1 15-11 0 0,0-1-1 0 0,1 1 1 0 0,-1 0-1 0 0,0-1 1 0 0,1 1-1 0 0,-1 0 0 0 0,1-1 1 0 0,0 1-1 0 0,0 0 1 0 0,0 0-1 0 0,0 0 1 0 0,0 0-1 0 0,0 0 1 0 0,1 0-1 0 0,-1 0 0 0 0,1 0 1 0 0,-1 0-1 0 0,1 0 1 0 0,-1 1-1 0 0,1-1 1 0 0,0 1-1 0 0,0-1 1 0 0,0 1-1 0 0,0 0 1 0 0,0 0-1 0 0,0 0 0 0 0,1 0 1 0 0,3-1-1 0 0,23-5 57 0 0,1 2 0 0 0,0 1 0 0 0,0 1 0 0 0,0 2 0 0 0,0 1 0 0 0,0 1 0 0 0,-1 1 0 0 0,35 8 0 0 0,-63-10-23 0 0,0 0-1 0 0,-1 0 1 0 0,1 1-1 0 0,0-1 1 0 0,0 0-1 0 0,-1 0 1 0 0,1 1-1 0 0,0-1 1 0 0,-1 0-1 0 0,1 1 1 0 0,0-1-1 0 0,-1 1 1 0 0,1-1-1 0 0,-1 1 1 0 0,1-1-1 0 0,-1 1 1 0 0,1-1-1 0 0,0 2 1 0 0,-3 1-1367 0 0,-6-4-5100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0:23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22 280 1840 0 0,'-14'-13'626'0'0,"13"12"-239"0"0,0 0-1 0 0,0 0 0 0 0,1 0 1 0 0,-1 0-1 0 0,1 0 0 0 0,-1 0 1 0 0,1 0-1 0 0,-1 0 0 0 0,1 0 1 0 0,-1 0-1 0 0,1 0 0 0 0,0 0 1 0 0,0-1-1 0 0,0 1 1 0 0,0-1-1 0 0,0 0-2 0 0,0 1 1 0 0,0-1-1 0 0,1 1 0 0 0,-1 0 1 0 0,1-1-1 0 0,-1 1 0 0 0,1 0 1 0 0,-1-1-1 0 0,1 1 1 0 0,0 0-1 0 0,0 0 0 0 0,1-2 1 0 0,12-11-1866 0 0,4 3 1626 0 0,0-1 1 0 0,0 2-1 0 0,1 1 1 0 0,39-15-1 0 0,-25 11 216 0 0,45-16-126 0 0,1 4 0 0 0,0 2 0 0 0,2 5 0 0 0,1 3-1 0 0,113-7 1 0 0,-92 18-89 0 0,-1 4-1 0 0,0 5 1 0 0,201 36-1 0 0,103 64 293 0 0,-316-79 76 0 0,-71-21-195 0 0,-1 1 0 0 0,1 0 0 0 0,-1 1-1 0 0,-1 1 1 0 0,22 14 0 0 0,-37-22-273 0 0,-1 1 0 0 0,0 0 1 0 0,0 0-1 0 0,1 0 0 0 0,-1 0 1 0 0,0 0-1 0 0,0 0 0 0 0,0 0 0 0 0,0 0 1 0 0,0 0-1 0 0,-1 0 0 0 0,1 1 0 0 0,0-1 1 0 0,0 0-1 0 0,-1 1 0 0 0,1-1 1 0 0,-1 0-1 0 0,1 1 0 0 0,-1-1 0 0 0,0 1 1 0 0,1-1-1 0 0,-1 3 0 0 0,0-2-27 0 0,-1-1 0 0 0,1 0 0 0 0,-1 0 0 0 0,0 1-1 0 0,0-1 1 0 0,1 0 0 0 0,-1 0 0 0 0,0 0 0 0 0,0 0 0 0 0,0 0-1 0 0,0 0 1 0 0,0 0 0 0 0,0 0 0 0 0,0 0 0 0 0,-1-1 0 0 0,1 1-1 0 0,0 0 1 0 0,0-1 0 0 0,0 1 0 0 0,-1-1 0 0 0,1 1 0 0 0,-3 0 0 0 0,-16 5-3671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0:31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120 204 2304 0 0,'0'0'167'0'0,"0"-1"31"0"0,5-24 4263 0 0,-4 25-4440 0 0,-1-1 1 0 0,1 0-1 0 0,-1 0 0 0 0,0 0 1 0 0,1 1-1 0 0,-1-1 0 0 0,0 0 1 0 0,0 0-1 0 0,1 0 0 0 0,-1 0 1 0 0,0 0-1 0 0,0 0 0 0 0,0 1 0 0 0,0-1 1 0 0,0 0-1 0 0,0 0 0 0 0,-1 0 1 0 0,1 0-1 0 0,0 0 0 0 0,0 0 1 0 0,-1 0-1 0 0,1 1 0 0 0,0-1 1 0 0,-1 0-1 0 0,1 0 0 0 0,-1 0 1 0 0,1 1-1 0 0,-1-1 0 0 0,0-1 1 0 0,-1 1-35 0 0,0-1 0 0 0,1 1 0 0 0,-1 0 0 0 0,0 0 0 0 0,1 0 0 0 0,-1 0 0 0 0,0 0 0 0 0,0 0 1 0 0,0 0-1 0 0,0 1 0 0 0,0-1 0 0 0,0 1 0 0 0,0-1 0 0 0,0 1 0 0 0,0 0 0 0 0,0 0 0 0 0,0 0 0 0 0,0 0 1 0 0,0 0-1 0 0,0 0 0 0 0,0 1 0 0 0,0-1 0 0 0,0 1 0 0 0,0-1 0 0 0,-2 2 0 0 0,-5 1 200 0 0,1 1 0 0 0,-1 1 0 0 0,1-1 1 0 0,-9 7-1 0 0,11-6 781 0 0,-4-4-749 0 0,6-8 5451 0 0,9 3-5621 0 0,-1 1 0 0 0,1-1 0 0 0,0 1-1 0 0,0-1 1 0 0,0 2 0 0 0,0-1 0 0 0,0 0-1 0 0,1 1 1 0 0,-1 0 0 0 0,1 0 0 0 0,-1 1 0 0 0,1-1-1 0 0,7 0 1 0 0,120-4 1275 0 0,-120 5-1227 0 0,59-8 175 0 0,71-17 1 0 0,-115 21-210 0 0,0 1 0 0 0,0 2 0 0 0,1 0 0 0 0,46 5 1 0 0,-33-1-89 0 0,44-5 1 0 0,-57 2 103 0 0,0 1 1 0 0,-1 0-1 0 0,1 3 1 0 0,0 0 0 0 0,-1 2-1 0 0,30 8 1 0 0,-44-8-2 0 0,1-1 0 0 0,0-1 0 0 0,0 0 1 0 0,0-1-1 0 0,0-1 0 0 0,0 0 0 0 0,0-1 0 0 0,0 0 0 0 0,23-5 1 0 0,135-43 1233 0 0,-171 48-1284 0 0,24-8 310 0 0,-25 8-319 0 0,-1 0-1 0 0,1 0 1 0 0,-1 0 0 0 0,1-1 0 0 0,-1 1 0 0 0,1 0 0 0 0,-1 0-1 0 0,1-1 1 0 0,-1 1 0 0 0,1 0 0 0 0,-1-1 0 0 0,1 1 0 0 0,-1-1 0 0 0,1 1-1 0 0,-1 0 1 0 0,0-1 0 0 0,1 1 0 0 0,-1-1 0 0 0,0 1 0 0 0,0-1-1 0 0,1 1 1 0 0,-1-1 0 0 0,0 0 0 0 0,0 1 0 0 0,0-1 0 0 0,1 1-1 0 0,-1-1 1 0 0,0 1 0 0 0,0-1 0 0 0,0 0 0 0 0,0 1 0 0 0,0-1-1 0 0,0 1 1 0 0,0-1 0 0 0,-1 0 0 0 0,1 1 0 0 0,0-1 0 0 0,0 1 0 0 0,0-1-1 0 0,0 1 1 0 0,-1-1 0 0 0,1 1 0 0 0,-1-1 0 0 0,-16-22-526 0 0,6 12-5508 0 0,3 6-642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46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13 157 5817 0 0,'-2'3'397'0'0,"1"0"0"0"0,-1 0 0 0 0,1-1 0 0 0,-1 1 0 0 0,1 0 1 0 0,0 0-1 0 0,1 0 0 0 0,-1 0 0 0 0,0 0 0 0 0,1 1 0 0 0,0-1 0 0 0,-1 0 0 0 0,1 0 0 0 0,1 0 0 0 0,-1 0 0 0 0,1 6 0 0 0,-1 29 386 0 0,-1-24-513 0 0,1 0 1 0 0,0-1-1 0 0,1 1 1 0 0,0 0-1 0 0,1-1 1 0 0,1 1-1 0 0,6 17 1 0 0,-1 5-94 0 0,30 244 159 0 0,-37-274-336 0 0,5 49 53 0 0,6 101 198 0 0,-9-136-342 0 0,-2-18 98 0 0,0 1 1 0 0,0-1 0 0 0,-1 1-1 0 0,1-1 1 0 0,-1 1 0 0 0,0-1 0 0 0,0 1-1 0 0,0-1 1 0 0,0 3 0 0 0,0 7-61 0 0,1-11 63 0 0,-1 0-1 0 0,0 0 1 0 0,0 0-1 0 0,0 0 1 0 0,0 0-1 0 0,0 0 1 0 0,0-1 0 0 0,0 1-1 0 0,0 0 1 0 0,0 0-1 0 0,0 0 1 0 0,0 0-1 0 0,0 0 1 0 0,-1 0-1 0 0,1 0 1 0 0,0-1 0 0 0,-1 1-1 0 0,1 0 1 0 0,-1 0-1 0 0,0 1 1889 0 0,2-2-1969 0 0,1-1 65 0 0,-1 0 0 0 0,0 1 0 0 0,1-1 1 0 0,-1 0-1 0 0,0 0 0 0 0,0 0 0 0 0,0 0 0 0 0,1 0 0 0 0,-1 0 0 0 0,1-2 0 0 0,0 1 1 0 0,2 0 10 0 0,1-1-1 0 0,-1 1 1 0 0,1 0-1 0 0,0 1 1 0 0,0-1 0 0 0,0 1-1 0 0,0 0 1 0 0,0 0-1 0 0,0 0 1 0 0,0 1 0 0 0,5 0-1 0 0,18-3 13 0 0,9-2 66 0 0,0 2 0 0 0,0 1 1 0 0,0 2-1 0 0,44 6 0 0 0,-12-2-19 0 0,-39-3-64 0 0,0-2 0 0 0,-1-1 0 0 0,54-10 0 0 0,-17-5 55 0 0,-40 9-31 0 0,0 1 1 0 0,47-5-1 0 0,116-14-1 0 0,-133 16 161 0 0,0 2-1 0 0,0 2 1 0 0,64 2 0 0 0,-106 5-181 0 0,72 4 6 0 0,124-9 0 0 0,-170 2 106 0 0,68 4-1 0 0,-95-2-71 0 0,0-1-1 0 0,0 0 0 0 0,0-1 1 0 0,1-1-1 0 0,17-6 1 0 0,-16 5 14 0 0,0 0 0 0 0,-1 1 0 0 0,31-2 0 0 0,3 3 151 0 0,-32 0-134 0 0,1 2 0 0 0,21 1-1 0 0,-27-1-54 0 0,1 0-1 0 0,-1 0 0 0 0,1-1 1 0 0,-1 0-1 0 0,0-1 0 0 0,1 0 1 0 0,19-8-1 0 0,-10 6 121 0 0,-18 4-94 0 0,-1 0 0 0 0,1-1 0 0 0,-1 1 0 0 0,1-1 1 0 0,-1 0-1 0 0,1 0 0 0 0,-1 0 0 0 0,4-1 0 0 0,-5 1-34 0 0,0 0-1 0 0,0 0 1 0 0,0 0 0 0 0,0 0 0 0 0,-1 0-1 0 0,1-1 1 0 0,0 1 0 0 0,0 0 0 0 0,-1 0-1 0 0,1-1 1 0 0,-1 1 0 0 0,1 0 0 0 0,-1 0 0 0 0,1-1-1 0 0,-1 1 1 0 0,0 0 0 0 0,0-1 0 0 0,0 1-1 0 0,0-1 1 0 0,0 1 0 0 0,0-2 0 0 0,2-34 62 0 0,0-15 46 0 0,-13-69 9 0 0,4 78-111 0 0,1 9 31 0 0,1 1-1 0 0,0-69 1 0 0,10 45-51 0 0,1-37 20 0 0,-7 56 155 0 0,0 19-170 0 0,1-1 1 0 0,1 1-1 0 0,0 0 0 0 0,6-23 0 0 0,-7 40-5 0 0,1 1-1 0 0,-1-1 0 0 0,1 1 1 0 0,-1-1-1 0 0,0 1 0 0 0,0-1 1 0 0,1 0-1 0 0,-1 1 1 0 0,0-1-1 0 0,0 1 0 0 0,-1-1 1 0 0,1 0-1 0 0,-1-2 0 0 0,1 4 2 0 0,-1 0-1 0 0,1-1 1 0 0,-1 1-1 0 0,0 0 1 0 0,1 0-1 0 0,-1 0 0 0 0,0-1 1 0 0,1 1-1 0 0,-1 0 1 0 0,0 0-1 0 0,1 0 1 0 0,-1 0-1 0 0,0 0 1 0 0,1 0-1 0 0,-1 0 0 0 0,0 0 1 0 0,1 1-1 0 0,-1-1 1 0 0,0 0-1 0 0,1 0 1 0 0,-1 1-1 0 0,0-1 0 0 0,1 0 1 0 0,-1 0-1 0 0,0 2 1 0 0,-9 1 6 0 0,0-1 0 0 0,0 0-1 0 0,0 0 1 0 0,0-1 0 0 0,-11 1 0 0 0,-10 0-26 0 0,-129 9-421 0 0,90-9 525 0 0,-100 11-373 0 0,-28 2-126 0 0,104-10 303 0 0,0 5 1 0 0,-104 25-1 0 0,1-7-88 0 0,83-15 194 0 0,39-2 3 0 0,-1-4 1 0 0,-95-4-1 0 0,111-2-36 0 0,1 2-1 0 0,0 3 1 0 0,1 2-1 0 0,-94 26 0 0 0,146-32 44 0 0,0-2-1 0 0,0 1 0 0 0,0-1 1 0 0,0 1-1 0 0,0-2 0 0 0,-6 0 0 0 0,-12 0-187 0 0,-3-1 575 0 0,27 2-331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47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72 10138 0 0,'0'0'46'0'0,"-1"0"0"0"0,1 0 0 0 0,-1 0 0 0 0,1 0 0 0 0,0 0 0 0 0,-1-1 0 0 0,1 1 0 0 0,0 0 0 0 0,-1 0 0 0 0,1 0 0 0 0,0-1-1 0 0,0 1 1 0 0,-1 0 0 0 0,1 0 0 0 0,0-1 0 0 0,0 1 0 0 0,-1 0 0 0 0,1 0 0 0 0,0-1 0 0 0,0 1 0 0 0,0 0 0 0 0,-1-1 0 0 0,1 1 0 0 0,0 0 0 0 0,0-1 0 0 0,0 1 0 0 0,0-1 0 0 0,0 1-1 0 0,0 0 1 0 0,0-1 0 0 0,0 1 0 0 0,0 0 0 0 0,0-1 0 0 0,0 1 0 0 0,0 0 0 0 0,0-1 0 0 0,0 1 0 0 0,0-1 0 0 0,0 1 0 0 0,0 0 0 0 0,1-1 0 0 0,15-8 1476 0 0,-7 5-1333 0 0,13-5 245 0 0,0 1-1 0 0,0 1 1 0 0,1 1 0 0 0,0 1 0 0 0,0 1 0 0 0,0 0-1 0 0,40 1 1 0 0,-61 3-425 0 0,0 0 0 0 0,0 0 1 0 0,-1 0-1 0 0,1 0 0 0 0,0 0 0 0 0,0 0 1 0 0,-1 0-1 0 0,1 1 0 0 0,0-1 0 0 0,-1 1 1 0 0,1-1-1 0 0,0 1 0 0 0,-1 0 0 0 0,1-1 1 0 0,-1 1-1 0 0,1 0 0 0 0,-1 0 0 0 0,1 0 0 0 0,-1 0 1 0 0,2 3-1 0 0,-2-3-8 0 0,0 1 0 0 0,-1-1 1 0 0,1 1-1 0 0,-1-1 0 0 0,0 1 0 0 0,1 0 0 0 0,-1-1 1 0 0,0 1-1 0 0,0-1 0 0 0,0 1 0 0 0,0 0 0 0 0,0-1 1 0 0,0 1-1 0 0,-1-1 0 0 0,1 1 0 0 0,0-1 0 0 0,-1 1 1 0 0,0 1-1 0 0,-4 9-97 0 0,-1-1-1 0 0,0 0 1 0 0,-1 0 0 0 0,-11 15 0 0 0,14-20-21 0 0,-5 6 51 0 0,-1 0 1 0 0,0 0 0 0 0,-1-1 0 0 0,0 0 0 0 0,-1-1-1 0 0,0 0 1 0 0,0-1 0 0 0,-20 11 0 0 0,31-20 65 0 0,1 0 1 0 0,0 0 0 0 0,0 0-1 0 0,-1 0 1 0 0,1 0 0 0 0,0 0-1 0 0,0 0 1 0 0,-1 0 0 0 0,1 1-1 0 0,0-1 1 0 0,0 0 0 0 0,-1 0-1 0 0,1 0 1 0 0,0 0 0 0 0,0 0-1 0 0,0 1 1 0 0,-1-1-1 0 0,1 0 1 0 0,0 0 0 0 0,0 0-1 0 0,0 0 1 0 0,0 1 0 0 0,0-1-1 0 0,-1 0 1 0 0,1 0 0 0 0,0 1-1 0 0,0-1 1 0 0,0 0 0 0 0,0 0-1 0 0,0 1 1 0 0,0-1 0 0 0,0 0-1 0 0,0 0 1 0 0,0 1-1 0 0,0-1 1 0 0,0 0 0 0 0,0 0-1 0 0,0 1 1 0 0,0-1 0 0 0,0 0-1 0 0,0 0 1 0 0,0 1 0 0 0,13 3 106 0 0,22-2 32 0 0,-34-2-146 0 0,18-1 132 0 0,-1 1 0 0 0,0 1 0 0 0,1 1 0 0 0,-1 1 0 0 0,0 0 0 0 0,0 1 0 0 0,18 7 0 0 0,-27-7-54 0 0,38 16 288 0 0,-45-18-325 0 0,1-1-1 0 0,-1 1 0 0 0,1-1 0 0 0,-1 1 0 0 0,0 0 0 0 0,0 0 1 0 0,0 0-1 0 0,0 0 0 0 0,0 0 0 0 0,0 1 0 0 0,-1-1 0 0 0,1 0 1 0 0,-1 1-1 0 0,2 4 0 0 0,-2-5-10 0 0,-1 0 0 0 0,0-1 0 0 0,0 1-1 0 0,0 0 1 0 0,0-1 0 0 0,-1 1 0 0 0,1 0 0 0 0,0 0 0 0 0,-1-1 0 0 0,1 1-1 0 0,-1-1 1 0 0,0 1 0 0 0,1-1 0 0 0,-1 1 0 0 0,0-1 0 0 0,0 1 0 0 0,0-1-1 0 0,0 1 1 0 0,0-1 0 0 0,-2 1 0 0 0,-27 27 398 0 0,25-24-343 0 0,-20 15 138 0 0,-1 0 0 0 0,0-2 0 0 0,-53 28 0 0 0,57-36-159 0 0,-32 11 0 0 0,48-19-98 0 0,0 0 1 0 0,0-1-1 0 0,0 0 1 0 0,0 0-1 0 0,0 0 1 0 0,-1-1-1 0 0,1 0 1 0 0,0 0-1 0 0,0 0 1 0 0,0-1-1 0 0,-7-1 1 0 0,12 2-68 0 0,0-1 1 0 0,0 1 0 0 0,0 0-1 0 0,0-1 1 0 0,0 1-1 0 0,1-1 1 0 0,-1 1-1 0 0,0-1 1 0 0,0 1-1 0 0,0-1 1 0 0,1 0-1 0 0,-1 1 1 0 0,0-1-1 0 0,1 0 1 0 0,-1 0-1 0 0,1 1 1 0 0,-1-1-1 0 0,1 0 1 0 0,-1 0-1 0 0,1 0 1 0 0,-1 0-1 0 0,1 0 1 0 0,0 0-1 0 0,0 1 1 0 0,-1-1 0 0 0,1 0-1 0 0,0 0 1 0 0,0 0-1 0 0,0 0 1 0 0,0 0-1 0 0,0 0 1 0 0,0 0-1 0 0,0 0 1 0 0,0 0-1 0 0,1 0 1 0 0,-1 0-1 0 0,0 0 1 0 0,0 0-1 0 0,1 0 1 0 0,-1 0-1 0 0,1 0 1 0 0,-1 1-1 0 0,1-2 1 0 0,9-14-1420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48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12387 0 0,'-1'1'98'0'0,"0"0"1"0"0,1-1-1 0 0,-1 1 1 0 0,0-1-1 0 0,1 1 1 0 0,-1 0 0 0 0,1 0-1 0 0,-1-1 1 0 0,0 1-1 0 0,1 0 1 0 0,0 0-1 0 0,-1 0 1 0 0,1-1 0 0 0,-1 1-1 0 0,1 0 1 0 0,0 0-1 0 0,0 0 1 0 0,0 0-1 0 0,-1 0 1 0 0,1 0 0 0 0,0 0-1 0 0,0 1 1 0 0,-2 27 1246 0 0,2-28-1203 0 0,0 27 409 0 0,1-1 0 0 0,2 0 1 0 0,9 39-1 0 0,2 23-309 0 0,-14-79-379 0 0,0 9-514 0 0,3-10-4220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48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6449 0 0,'-2'-1'4528'0'0,"8"3"-530"0"0,-5-1-3711 0 0,2 2-48 0 0,59 69 518 0 0,-61-70-760 0 0,1 1 0 0 0,-1-1 0 0 0,1 0 0 0 0,-1 1 0 0 0,0-1 0 0 0,0 1 0 0 0,0-1 0 0 0,0 1 0 0 0,-1-1 0 0 0,1 1 0 0 0,0 0 0 0 0,-1-1 0 0 0,0 1 0 0 0,0 0 0 0 0,0-1 0 0 0,0 1 0 0 0,0 0-1 0 0,-1-1 1 0 0,1 1 0 0 0,-1 0 0 0 0,1-1 0 0 0,-1 1 0 0 0,0-1 0 0 0,0 1 0 0 0,0-1 0 0 0,-3 5 0 0 0,-3 6-119 0 0,-2-1 0 0 0,1 0 0 0 0,-18 19-1 0 0,18-22 7 0 0,-66 71-334 0 0,73-80 472 0 0,1 1 0 0 0,-1-1 1 0 0,1 1-1 0 0,-1-1 0 0 0,0 1 1 0 0,1 0-1 0 0,-1-1 0 0 0,1 1 1 0 0,0-1-1 0 0,-1 1 1 0 0,1 0-1 0 0,-1-1 0 0 0,1 1 1 0 0,0 0-1 0 0,0 0 0 0 0,-1-1 1 0 0,1 1-1 0 0,0 0 0 0 0,0 0 1 0 0,0-1-1 0 0,0 1 0 0 0,0 0 1 0 0,0 0-1 0 0,0-1 1 0 0,0 3-1 0 0,1-3 25 0 0,0 0 0 0 0,0 1 0 0 0,-1-1 0 0 0,1 0 0 0 0,0 0 0 0 0,0 1 0 0 0,0-1 0 0 0,0 0 0 0 0,0 0 0 0 0,0 0 0 0 0,-1 0 0 0 0,1 0 0 0 0,0 0 0 0 0,0 0 1 0 0,0-1-1 0 0,0 1 0 0 0,1-1 0 0 0,43-15 1232 0 0,-9-2-526 0 0,47-23 867 0 0,92-61 0 0 0,-138 73-2292 0 0,-24 18-1771 0 0,-2 1-3314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19:49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164 275 3681 0 0,'9'-5'8158'0'0,"19"-21"-5495"0"0,-22 19-2332 0 0,-1 0 1 0 0,0 1-1 0 0,0-2 0 0 0,-1 1 1 0 0,0 0-1 0 0,0-1 1 0 0,-1 0-1 0 0,4-9 0 0 0,-6 12-299 0 0,0 0 1 0 0,-1 0-1 0 0,1 0 0 0 0,-1-1 0 0 0,0 1 0 0 0,0 0 0 0 0,-1 0 0 0 0,1 0 0 0 0,-1 0 0 0 0,0 0 0 0 0,-1 0 0 0 0,1 0 0 0 0,-1 1 0 0 0,-4-10 0 0 0,2 7 2 0 0,0 1 0 0 0,0 0 0 0 0,0 0 0 0 0,-1 0 0 0 0,0 1 0 0 0,0 0-1 0 0,0 0 1 0 0,-1 0 0 0 0,0 0 0 0 0,0 1 0 0 0,0 0 0 0 0,0 0 0 0 0,-1 1 0 0 0,-9-4 0 0 0,13 5-20 0 0,0 1 1 0 0,1 0-1 0 0,-1 1 1 0 0,0-1-1 0 0,0 0 1 0 0,-1 1-1 0 0,1 0 0 0 0,0 0 1 0 0,0 0-1 0 0,0 0 1 0 0,0 0-1 0 0,0 0 1 0 0,0 1-1 0 0,0 0 1 0 0,0-1-1 0 0,0 1 1 0 0,0 0-1 0 0,0 1 1 0 0,1-1-1 0 0,-1 0 1 0 0,0 1-1 0 0,1-1 1 0 0,-1 1-1 0 0,1 0 1 0 0,-1 0-1 0 0,1 0 1 0 0,0 0-1 0 0,0 1 1 0 0,0-1-1 0 0,0 0 0 0 0,0 1 1 0 0,1 0-1 0 0,-1-1 1 0 0,1 1-1 0 0,-1 0 1 0 0,0 4-1 0 0,-1 0-17 0 0,1 1 0 0 0,0 0 0 0 0,0 1 0 0 0,1-1 0 0 0,0 0 0 0 0,0 0 0 0 0,1 1-1 0 0,0-1 1 0 0,0 0 0 0 0,1 0 0 0 0,0 1 0 0 0,1-1 0 0 0,0 0 0 0 0,0 0 0 0 0,0 0-1 0 0,8 14 1 0 0,-5-11-16 0 0,1 0-1 0 0,0 0 0 0 0,0-1 1 0 0,1 0-1 0 0,1 0 0 0 0,0-1 1 0 0,0 0-1 0 0,1 0 0 0 0,0 0 1 0 0,18 12-1 0 0,67 31-10 0 0,7 5-4 0 0,-100-57 35 0 0,0 0 0 0 0,-1 1 0 0 0,1-1 0 0 0,0 1 0 0 0,0-1-1 0 0,0 1 1 0 0,-1-1 0 0 0,1 1 0 0 0,0 0 0 0 0,-1-1 0 0 0,1 1 0 0 0,0 0 0 0 0,-1-1 0 0 0,1 1 0 0 0,-1 0 0 0 0,1 0 0 0 0,-1 0 0 0 0,1-1-1 0 0,-1 1 1 0 0,0 0 0 0 0,0 0 0 0 0,1 0 0 0 0,-1 0 0 0 0,0 0 0 0 0,0 0 0 0 0,0 0 0 0 0,0 0 0 0 0,0 0 0 0 0,0 0 0 0 0,0-1-1 0 0,0 1 1 0 0,0 0 0 0 0,0 0 0 0 0,-1 0 0 0 0,1 0 0 0 0,0 0 0 0 0,-1 0 0 0 0,1 0 0 0 0,0-1 0 0 0,-1 1 0 0 0,1 0 0 0 0,-1 0-1 0 0,1 0 1 0 0,-1-1 0 0 0,0 1 0 0 0,1 0 0 0 0,-1-1 0 0 0,0 1 0 0 0,0-1 0 0 0,1 1 0 0 0,-1 0 0 0 0,-1-1 0 0 0,-6 6 1 0 0,1-2 0 0 0,-1 1 1 0 0,0-1-1 0 0,-11 4 0 0 0,18-8-3 0 0,-21 9-123 0 0,0-1 1 0 0,0-1-1 0 0,-1-1 0 0 0,-24 3 1 0 0,40-8 96 0 0,0 0 0 0 0,0-1 0 0 0,0 1 0 0 0,0-1 0 0 0,0-1 0 0 0,0 1 0 0 0,0-1 0 0 0,0-1 0 0 0,0 1 0 0 0,0-1 0 0 0,0 0 0 0 0,0-1 0 0 0,1 0 0 0 0,-1 0 0 0 0,1 0-1 0 0,0-1 1 0 0,-10-7 0 0 0,13 9 97 0 0,0-1 0 0 0,0 0-1 0 0,1 0 1 0 0,-1 0-1 0 0,1 0 1 0 0,0 0 0 0 0,-1-1-1 0 0,1 1 1 0 0,1-1 0 0 0,-1 1-1 0 0,0-1 1 0 0,1 0-1 0 0,0 1 1 0 0,0-1 0 0 0,0 0-1 0 0,0 0 1 0 0,1 0-1 0 0,0 0 1 0 0,0 0 0 0 0,0 0-1 0 0,0 0 1 0 0,0 0-1 0 0,1 0 1 0 0,-1 0 0 0 0,1 0-1 0 0,0 1 1 0 0,3-8 0 0 0,-1 4 70 0 0,1 0 0 0 0,0 0 1 0 0,0 0-1 0 0,1 1 0 0 0,-1-1 1 0 0,2 1-1 0 0,-1 0 1 0 0,0 0-1 0 0,1 1 0 0 0,0 0 1 0 0,1 0-1 0 0,12-8 1 0 0,6-2-39 0 0,1 1 1 0 0,0 1 0 0 0,1 2 0 0 0,0 0 0 0 0,1 2 0 0 0,39-8 0 0 0,-66 17-113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00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6816 595 8290 0 0,'-88'-38'5354'0'0,"-43"-21"-2021"0"0,-49-21-1226 0 0,71 38-1958 0 0,-2 5-1 0 0,-153-30 1 0 0,-217-9-300 0 0,-7 36-332 0 0,309 28 276 0 0,-518-48 152 0 0,164 12 33 0 0,-132 17 22 0 0,-1 27 0 0 0,609 4 0 0 0,-467 16 32 0 0,8 51 0 0 0,340-23-5 0 0,73-16-1 0 0,14-5-1 0 0,0 4 0 0 0,-91 41 0 0 0,45-10-35 0 0,-116 57 596 0 0,152-59 14 0 0,95-53-1541 0 0,4-6-1214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01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1 10018 0 0,'-2'1'252'0'0,"0"1"0"0"0,0-1 0 0 0,0 1 0 0 0,0-1 0 0 0,1 1 0 0 0,-1 0-1 0 0,0 0 1 0 0,1 0 0 0 0,-1 0 0 0 0,1 0 0 0 0,0 0 0 0 0,-1 0 0 0 0,1 1 0 0 0,0-1 0 0 0,0 0 0 0 0,0 4-1 0 0,-11 17 684 0 0,11-22-916 0 0,-126 161 1040 0 0,97-129-1064 0 0,-1 0 0 0 0,-55 43 0 0 0,82-73 119 0 0,0 1 0 0 0,-1-1 0 0 0,1 1-1 0 0,0 0 1 0 0,-6 9 0 0 0,10-13-84 0 0,-1 1 0 0 0,1 0 0 0 0,0-1-1 0 0,-1 1 1 0 0,1 0 0 0 0,0-1 0 0 0,0 1 0 0 0,-1 0 0 0 0,1-1 0 0 0,0 1-1 0 0,0 0 1 0 0,0 0 0 0 0,0-1 0 0 0,0 1 0 0 0,0 0 0 0 0,0-1 0 0 0,0 1-1 0 0,1 0 1 0 0,-1 0 0 0 0,0-1 0 0 0,0 2 0 0 0,1-1 2 0 0,0 0 0 0 0,0 0 1 0 0,0 0-1 0 0,0 0 0 0 0,0 0 1 0 0,0-1-1 0 0,0 1 0 0 0,0 0 0 0 0,0 0 1 0 0,0-1-1 0 0,0 1 0 0 0,1 0 1 0 0,-1-1-1 0 0,0 1 0 0 0,2 0 1 0 0,13 3 83 0 0,-1 0 0 0 0,1-1 1 0 0,0-1-1 0 0,0 0 0 0 0,0-1 1 0 0,0-1-1 0 0,29-3 1 0 0,7-5 167 0 0,53-15-1 0 0,23-4 140 0 0,-81 21-273 0 0,1 2-1 0 0,70 3 0 0 0,-117 1-288 0 0,0 0 0 0 0,0 0 0 0 0,1 0-1 0 0,-1 0 1 0 0,0 0 0 0 0,0 1 0 0 0,0-1 0 0 0,0 0-1 0 0,0 0 1 0 0,0 1 0 0 0,0-1 0 0 0,0 1-1 0 0,1-1 1 0 0,-1 1 0 0 0,-1-1 0 0 0,1 1-1 0 0,0 0 1 0 0,0-1 0 0 0,1 3 0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05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43 165 5985 0 0,'-1'0'197'0'0,"-1"0"1"0"0,1 1-1 0 0,0 0 0 0 0,0-1 0 0 0,0 1 0 0 0,-1 0 1 0 0,1 0-1 0 0,0-1 0 0 0,0 1 0 0 0,0 0 0 0 0,0 0 1 0 0,0 0-1 0 0,0 1 0 0 0,0-1 0 0 0,1 0 0 0 0,-1 0 1 0 0,0 0-1 0 0,1 0 0 0 0,-1 1 0 0 0,1-1 1 0 0,-1 0-1 0 0,1 1 0 0 0,-1-1 0 0 0,1 3 0 0 0,-8 36 1211 0 0,1 128 28 0 0,3-29-432 0 0,3-88-776 0 0,2 0 0 0 0,9 62-1 0 0,-1-12-6 0 0,-2 79 11 0 0,9 99 238 0 0,18 211 649 0 0,-32-444-925 0 0,2 383 960 0 0,0 17-466 0 0,3-80-419 0 0,-5-133-82 0 0,12 40-49 0 0,0 4-24 0 0,0 80 465 0 0,2 100-9 0 0,-12-118-50 0 0,5 151 79 0 0,-4-288-323 0 0,-5 24 366 0 0,1 29-636 0 0,-9 105 269 0 0,2-227-273 0 0,4-73 41 0 0,-15 235-86 0 0,15-265 49 0 0,3 42 0 0 0,0-42-40 0 0,-3 44 0 0 0,1-68 49 0 0,-1 1 0 0 0,1-1 0 0 0,-1 1 0 0 0,-1-1 0 0 0,-3 8 0 0 0,-5 10 7 0 0,12-22-22 0 0,-2 5 0 0 0,0-6 232 0 0,1 1-381 0 0,1 0 145 0 0,0-1-1 0 0,-1 1 1 0 0,1 0 0 0 0,0-1 0 0 0,0 1 0 0 0,0 0 0 0 0,0-1 0 0 0,1 1 0 0 0,-1-1 0 0 0,0 0-1 0 0,0 1 1 0 0,1-1 0 0 0,-1 0 0 0 0,1 0 0 0 0,-1 0 0 0 0,1 0 0 0 0,0 0 0 0 0,-1 0 0 0 0,1 0 0 0 0,2 0-1 0 0,1 2-8 0 0,0-1-1 0 0,0-1 1 0 0,0 1-1 0 0,0-1 1 0 0,1 1-1 0 0,8 0 0 0 0,45-4-60 0 0,0-3-1 0 0,63-12 0 0 0,168-36 162 0 0,-120 32-323 0 0,-63 18 331 0 0,-96 3-22 0 0,-11 0-69 0 0,0 1 0 0 0,0-1 0 0 0,1 0 0 0 0,-1 0 0 0 0,0 0-1 0 0,1 0 1 0 0,-1 0 0 0 0,0 1 0 0 0,0-1 0 0 0,1 0 0 0 0,-1 0 0 0 0,0 0 0 0 0,1 0 0 0 0,-1 0 0 0 0,0 0 0 0 0,1 0 0 0 0,-1 0-1 0 0,0 0 1 0 0,1 0 0 0 0,-1 0 0 0 0,0 0 0 0 0,1 0 0 0 0,-1 0 0 0 0,0-1 0 0 0,0 1 0 0 0,1 0 0 0 0,-1 0 0 0 0,0 0-1 0 0,1-1 1 0 0,-8-57 116 0 0,4 40-111 0 0,-2-33 1 0 0,2 11 38 0 0,-1 0 1 0 0,-2 0-1 0 0,-14-50 1 0 0,-5-30 224 0 0,-27-351-474 0 0,38 315-169 0 0,-3-287-24 0 0,15 344 308 0 0,2-238 112 0 0,-6-172-4 0 0,-3 360-20 0 0,-5-202 56 0 0,11 94-129 0 0,7-282 74 0 0,0-123-16 0 0,-24 334 115 0 0,-2-28-111 0 0,16 285 9 0 0,-16-268 0 0 0,22-271 0 0 0,7 386-47 0 0,6-128-202 0 0,-12 258 137 0 0,-4-1 0 0 0,-16-100 0 0 0,16 167 85 0 0,-5-29-112 0 0,7 53 131 0 0,0-1 0 0 0,0 1-1 0 0,-1 0 1 0 0,0 0 0 0 0,0 0 0 0 0,0 0 0 0 0,-1 0-1 0 0,1 0 1 0 0,-1 0 0 0 0,-4-4 0 0 0,3 4 10 0 0,-1 0 0 0 0,1 1 0 0 0,-1 0 1 0 0,0 0-1 0 0,0 0 0 0 0,0 0 0 0 0,0 1 0 0 0,0 0 0 0 0,-1 0 1 0 0,1 0-1 0 0,-10-1 0 0 0,-5 0 19 0 0,-41-1 1 0 0,14 2-11 0 0,5-1-11 0 0,0 2 0 0 0,1 2 0 0 0,-1 1 0 0 0,0 3 0 0 0,1 1 0 0 0,0 2 0 0 0,1 1 0 0 0,-69 27 0 0 0,102-34 3 0 0,7-2-3 0 0,0 0-1 0 0,-1 0 0 0 0,1 0 0 0 0,-1 0 0 0 0,1 0 1 0 0,0 1-1 0 0,-1-1 0 0 0,1 0 0 0 0,0 0 0 0 0,-1 1 1 0 0,1-1-1 0 0,0 0 0 0 0,-1 0 0 0 0,1 1 1 0 0,0-1-1 0 0,-1 0 0 0 0,1 1 0 0 0,0-1 0 0 0,0 0 1 0 0,0 1-1 0 0,-1-1 0 0 0,1 1 0 0 0,0-1-70 0 0,-3 4-565 0 0,-2 3-41 0 0,1 0 0 0 0,-1 0 0 0 0,-4 12 0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07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7 9218 0 0,'-4'-1'362'0'0,"0"-1"0"0"0,0 1 0 0 0,0 0 0 0 0,-1 1 0 0 0,1-1 0 0 0,0 1 1 0 0,0-1-1 0 0,0 1 0 0 0,0 1 0 0 0,-1-1 0 0 0,1 0 0 0 0,0 1 0 0 0,-5 1 0 0 0,6 0-103 0 0,0-1 0 0 0,0 1 0 0 0,0-1 0 0 0,1 1 0 0 0,-1 0 0 0 0,0 0 0 0 0,1 0 0 0 0,-1 1 0 0 0,1-1-1 0 0,0 0 1 0 0,0 1 0 0 0,0 0 0 0 0,0-1 0 0 0,0 1 0 0 0,0 0 0 0 0,1 0 0 0 0,-2 5 0 0 0,-26 66-431 0 0,4 1 1 0 0,-22 105-1 0 0,37-133 154 0 0,2-20 6 0 0,2 1 0 0 0,2 0 0 0 0,0 1 1 0 0,1 42-1 0 0,3-69 19 0 0,0-1 0 0 0,0 0 0 0 0,0 0 1 0 0,0 1-1 0 0,0-1 0 0 0,1 0 0 0 0,-1 0 0 0 0,1 0 0 0 0,-1 1 1 0 0,1-1-1 0 0,-1 0 0 0 0,1 0 0 0 0,0 0 0 0 0,-1 0 1 0 0,1 0-1 0 0,0 0 0 0 0,0 0 0 0 0,0 0 0 0 0,0 0 0 0 0,0 0 1 0 0,0-1-1 0 0,1 2 0 0 0,0-1 27 0 0,1 0-1 0 0,-1 0 1 0 0,1 0 0 0 0,-1-1 0 0 0,1 1 0 0 0,-1-1-1 0 0,1 0 1 0 0,-1 1 0 0 0,1-1 0 0 0,4-1-1 0 0,5 0 123 0 0,0-1 0 0 0,0-1-1 0 0,19-6 1 0 0,-30 8-155 0 0,97-35 636 0 0,62-18 583 0 0,-156 53-1171 0 0,109-33 545 0 0,-100 29-546 0 0,1-1 0 0 0,0 0 0 0 0,-1-1 0 0 0,-1 0 0 0 0,24-18-1 0 0,-36 25-57 0 0,1 0-1 0 0,-1 0 0 0 0,0 0 0 0 0,1 0 0 0 0,-1-1 0 0 0,0 1 0 0 0,1 0 1 0 0,-1 0-1 0 0,0 0 0 0 0,0-1 0 0 0,1 1 0 0 0,-1 0 0 0 0,0 0 0 0 0,1-1 0 0 0,-1 1 1 0 0,0 0-1 0 0,0-1 0 0 0,0 1 0 0 0,1 0 0 0 0,-1-1 0 0 0,0 1 0 0 0,0 0 1 0 0,0-1-1 0 0,0 1 0 0 0,0 0 0 0 0,0-1 0 0 0,0 1 0 0 0,0-1 0 0 0,1 1 0 0 0,-1 0 1 0 0,0-1-1 0 0,-1 1 0 0 0,1-1 0 0 0,0 1 0 0 0,0 0 0 0 0,0-1 0 0 0,0 1 1 0 0,0 0-1 0 0,0-1 0 0 0,0 1 0 0 0,-1 0 0 0 0,1-1 0 0 0,0 1 0 0 0,0 0 1 0 0,0-1-1 0 0,-1 1 0 0 0,1 0 0 0 0,-1-1 0 0 0,-21-6-2527 0 0,6 3-780 0 0,7 0 1275 0 0,1 0-18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07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9674 0 0,'-2'2'428'0'0,"0"0"0"0"0,0 0-1 0 0,0 0 1 0 0,0 1 0 0 0,0-1 0 0 0,1 1 0 0 0,0-1-1 0 0,-1 1 1 0 0,1 0 0 0 0,0 0 0 0 0,0-1-1 0 0,0 1 1 0 0,1 0 0 0 0,-1 0 0 0 0,1 0 0 0 0,-1 5-1 0 0,1 53 1911 0 0,0-57-2146 0 0,1 8 14 0 0,7 265-125 0 0,-4-245-2316 0 0,-4-31 1816 0 0,1 1 0 0 0,-1-1-1 0 0,1 1 1 0 0,0-1 0 0 0,-1 1-1 0 0,1-1 1 0 0,0 0-1 0 0,0 1 1 0 0,0-1 0 0 0,0 0-1 0 0,1 2 1 0 0,4-1-1771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07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21 6913 0 0,'0'0'125'0'0,"0"0"-1"0"0,1 1 0 0 0,-1-1 0 0 0,0 0 0 0 0,0 0 1 0 0,1 0-1 0 0,-1 0 0 0 0,0 1 0 0 0,0-1 0 0 0,1 0 1 0 0,-1 0-1 0 0,0 0 0 0 0,0 1 0 0 0,0-1 0 0 0,0 0 1 0 0,0 0-1 0 0,1 1 0 0 0,-1-1 0 0 0,0 0 0 0 0,0 0 1 0 0,0 1-1 0 0,0-1 0 0 0,0 0 0 0 0,0 1 0 0 0,0-1 0 0 0,0 0 1 0 0,0 0-1 0 0,0 1 0 0 0,0-1 0 0 0,0 0 0 0 0,0 1 1 0 0,0-1-1 0 0,0 0 0 0 0,0 1 0 0 0,0 25 1331 0 0,-2 27-880 0 0,-8 26-25 0 0,6-57-469 0 0,1-1-1 0 0,1 1 1 0 0,1 1 0 0 0,2 31-1 0 0,-1-52-22 0 0,1 1 0 0 0,-1-1 1 0 0,1 1-1 0 0,-1 0 0 0 0,1-1 0 0 0,0 0 0 0 0,0 1 0 0 0,0-1 0 0 0,0 1 1 0 0,0-1-1 0 0,1 0 0 0 0,-1 0 0 0 0,1 0 0 0 0,-1 0 0 0 0,4 3 1 0 0,-4-4-28 0 0,0-1 0 0 0,0 1 0 0 0,1-1 0 0 0,-1 1 0 0 0,0-1 0 0 0,1 0 0 0 0,-1 1 0 0 0,0-1 0 0 0,1 0 0 0 0,-1 0 0 0 0,0 0 0 0 0,1 0 0 0 0,-1 0 0 0 0,1 0 0 0 0,-1 0 0 0 0,0 0 0 0 0,1-1 0 0 0,-1 1 0 0 0,0 0 0 0 0,1-1 0 0 0,-1 0 0 0 0,0 1 0 0 0,0-1 1 0 0,0 1-1 0 0,1-1 0 0 0,-1 0 0 0 0,0 0 0 0 0,0 0 0 0 0,1-1 0 0 0,7-6 258 0 0,0 1 0 0 0,-1-2 0 0 0,0 1-1 0 0,0-1 1 0 0,-1 0 0 0 0,0-1 0 0 0,-1 1 0 0 0,0-1 0 0 0,8-19 0 0 0,-11 22-114 0 0,0 1 0 0 0,-1-1 1 0 0,0 0-1 0 0,0 0 0 0 0,-1-1 0 0 0,0 1 0 0 0,0 0 1 0 0,-1 0-1 0 0,0-1 0 0 0,0 1 0 0 0,0 0 1 0 0,-1 0-1 0 0,0 0 0 0 0,-1-1 0 0 0,0 1 0 0 0,-4-11 1 0 0,1 6 132 0 0,-1 0 1 0 0,0 0-1 0 0,-1 1 1 0 0,0 0 0 0 0,-18-20-1 0 0,22 27-424 0 0,-1 1-1 0 0,0 0 0 0 0,0-1 1 0 0,-1 1-1 0 0,1 1 1 0 0,-1-1-1 0 0,-8-3 1 0 0,9 4-524 0 0,0 1 1 0 0,0 0 0 0 0,0 0 0 0 0,-1 0 0 0 0,1 1 0 0 0,0-1 0 0 0,-1 1 0 0 0,1 0 0 0 0,0 1 0 0 0,-7 0 0 0 0,3 0-6189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07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14283 0 0,'0'0'1103'0'0,"11"19"-619"0"0,-8-6-105 0 0,0 0 0 0 0,0 1 0 0 0,-1-1-1 0 0,0 27 1 0 0,-5 57 253 0 0,0-59-361 0 0,-35 292 355 0 0,24-259-5839 0 0,14-61 3368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08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29 9186 0 0,'2'-3'234'0'0,"-1"1"1"0"0,1 0-1 0 0,-1-1 0 0 0,1 1 1 0 0,-1-1-1 0 0,0 1 0 0 0,0-1 1 0 0,1-2-1 0 0,-2 5-178 0 0,0-1 0 0 0,0 1 0 0 0,0 0 0 0 0,0 0 0 0 0,0 0 0 0 0,0 0 0 0 0,0 0 0 0 0,0-1 0 0 0,0 1 0 0 0,0 0 0 0 0,0 0 0 0 0,0 0 0 0 0,0 0 0 0 0,0 0 0 0 0,-1 0 0 0 0,1 0 0 0 0,0-1-1 0 0,0 1 1 0 0,0 0 0 0 0,0 0 0 0 0,0 0 0 0 0,0 0 0 0 0,0 0 0 0 0,0 0 0 0 0,0 0 0 0 0,-1 0 0 0 0,1 0 0 0 0,0-1 0 0 0,0 1 0 0 0,0 0 0 0 0,0 0 0 0 0,0 0 0 0 0,0 0 0 0 0,0 0 0 0 0,-1 0 0 0 0,1 0 0 0 0,0 0 0 0 0,0 0 0 0 0,0 0 0 0 0,0 0 0 0 0,0 0 0 0 0,-1 0 0 0 0,1 0 0 0 0,0 0 0 0 0,0 0-1 0 0,0 0 1 0 0,0 0 0 0 0,-1 0 0 0 0,-14 9 1557 0 0,-19 17-664 0 0,-55 55-1 0 0,38-32-187 0 0,45-44-604 0 0,0 1 0 0 0,1 0 0 0 0,0 1-1 0 0,0-1 1 0 0,-8 15 0 0 0,12-20-116 0 0,0 1-1 0 0,0-1 1 0 0,0 1-1 0 0,1-1 1 0 0,-1 1-1 0 0,0 0 1 0 0,1-1-1 0 0,-1 1 1 0 0,1 0-1 0 0,0 0 1 0 0,0-1-1 0 0,-1 1 1 0 0,1 0 0 0 0,0 0-1 0 0,0-1 1 0 0,1 1-1 0 0,-1 0 1 0 0,0 0-1 0 0,1-1 1 0 0,-1 1-1 0 0,1 0 1 0 0,-1-1-1 0 0,1 1 1 0 0,0 0-1 0 0,0-1 1 0 0,0 1-1 0 0,0-1 1 0 0,0 0-1 0 0,0 1 1 0 0,0-1-1 0 0,0 0 1 0 0,0 1 0 0 0,2 0-1 0 0,13 7 115 0 0,0 0 0 0 0,1-1 0 0 0,-1-1-1 0 0,2 0 1 0 0,-1-2 0 0 0,28 6 0 0 0,-14-3-13 0 0,138 30 738 0 0,-127-29-644 0 0,-30-7-86 0 0,1 0 0 0 0,0 1-1 0 0,0 1 1 0 0,-1 0 0 0 0,0 1-1 0 0,17 8 1 0 0,-24-8-265 0 0,-7-2 626 0 0,-4-3-1945 0 0,-1-1-4519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08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4609 0 0,'-2'1'8'0'0,"-1"1"685"0"0,1-1 0 0 0,0 1 0 0 0,-1 0-1 0 0,1-1 1 0 0,0 1 0 0 0,0 0 0 0 0,-4 4 0 0 0,6-5-591 0 0,0-1 0 0 0,0 0 0 0 0,0 0 1 0 0,0 1-1 0 0,0-1 0 0 0,0 0 0 0 0,0 1 1 0 0,0-1-1 0 0,0 0 0 0 0,0 0 0 0 0,0 1 1 0 0,0-1-1 0 0,0 0 0 0 0,0 0 0 0 0,0 1 1 0 0,0-1-1 0 0,0 0 0 0 0,0 0 0 0 0,0 1 1 0 0,0-1-1 0 0,0 0 0 0 0,0 0 0 0 0,1 1 1 0 0,-1-1-1 0 0,0 0 0 0 0,0 0 0 0 0,0 1 0 0 0,0-1 1 0 0,1 0-1 0 0,-1 0 0 0 0,17 7 460 0 0,19 1 860 0 0,69 3 0 0 0,-27-4-1113 0 0,463 28 1038 0 0,-514-37-1290 0 0,16 1 142 0 0,-40 2-146 0 0,-6-1-216 0 0,0 0 0 0 0,0 0 0 0 0,0 0 0 0 0,1 0 0 0 0,-1 0 0 0 0,0 1 0 0 0,0 0 0 0 0,0-1 0 0 0,-2 2 0 0 0,-9 1-2010 0 0,0-1-3362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09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22 7370 0 0,'0'0'283'0'0,"-1"0"0"0"0,1 0 1 0 0,0-1-1 0 0,-1 1 1 0 0,1 0-1 0 0,-3-2 2268 0 0,3 1-2267 0 0,-1 1-1 0 0,1 0 1 0 0,0-1-1 0 0,0 1 1 0 0,0 0-1 0 0,-1-1 1 0 0,1 1-1 0 0,0-1 1 0 0,0 1-1 0 0,0 0 1 0 0,0-1-1 0 0,0 1 0 0 0,0-1 1 0 0,0 1-1 0 0,0-1 1 0 0,0 1-1 0 0,0 0 1 0 0,0-1-1 0 0,0 0 1 0 0,15-6 1798 0 0,27 4-1604 0 0,265 17 1970 0 0,-240-13-2283 0 0,82 3 809 0 0,-139-2-1193 0 0,0-1-3597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09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20 867 1840 0 0,'-1'0'414'0'0,"1"1"-1"0"0,-1-1 1 0 0,0 0-1 0 0,1 1 1 0 0,-1-1-1 0 0,0 0 1 0 0,1 0-1 0 0,-1 0 1 0 0,0 1-1 0 0,1-1 1 0 0,-1 0-1 0 0,0 0 1 0 0,0 0-1 0 0,1 0 0 0 0,-1 0 1 0 0,0 0-1 0 0,1 0 1 0 0,-1 0-1 0 0,0-1 1 0 0,0 1-1 0 0,1 0 1 0 0,-1 0-1 0 0,0-1 1 0 0,1 1-1 0 0,-2-1 1 0 0,2 0-248 0 0,0 1 1 0 0,0-1 0 0 0,0 0 0 0 0,0 0-1 0 0,0 0 1 0 0,0 1 0 0 0,0-1 0 0 0,0 0-1 0 0,1 0 1 0 0,-1 0 0 0 0,0 1 0 0 0,0-1-1 0 0,1 0 1 0 0,-1 1 0 0 0,1-1-1 0 0,-1 0 1 0 0,0 1 0 0 0,2-2 0 0 0,25-31 526 0 0,100-103 1028 0 0,-66 68-1202 0 0,106-93 1 0 0,212-104 618 0 0,-350 247-1069 0 0,10-7 169 0 0,2 2-1 0 0,1 2 1 0 0,0 2-1 0 0,2 1 1 0 0,0 3-1 0 0,1 1 1 0 0,0 2-1 0 0,70-8 1 0 0,-93 18-131 0 0,0 0 1 0 0,26 2-1 0 0,-43 0-54 0 0,0 1-1 0 0,0-1 0 0 0,0 1 1 0 0,0 0-1 0 0,-1 0 0 0 0,1 0 0 0 0,0 1 1 0 0,0 0-1 0 0,-1 0 0 0 0,1 0 0 0 0,-1 0 1 0 0,0 1-1 0 0,1-1 0 0 0,-1 1 0 0 0,7 7 1 0 0,-11-10-51 0 0,1 0 0 0 0,-1 1 0 0 0,0-1 0 0 0,1 0 1 0 0,-1 1-1 0 0,0-1 0 0 0,1 0 0 0 0,-1 1 0 0 0,0-1 0 0 0,1 0 0 0 0,-1 1 1 0 0,0-1-1 0 0,0 0 0 0 0,1 1 0 0 0,-1-1 0 0 0,0 1 0 0 0,0-1 1 0 0,0 1-1 0 0,0-1 0 0 0,0 0 0 0 0,1 1 0 0 0,-1-1 0 0 0,0 1 0 0 0,0-1 1 0 0,0 1-1 0 0,0-1 0 0 0,0 1 0 0 0,0-1 0 0 0,0 1 0 0 0,-1-1 1 0 0,1 1-1 0 0,0-1 0 0 0,0 0 0 0 0,0 1 0 0 0,0-1 0 0 0,-1 1 1 0 0,1-1-1 0 0,0 0 0 0 0,0 1 0 0 0,-1-1 0 0 0,1 1 0 0 0,0-1 0 0 0,-1 0 1 0 0,1 1-1 0 0,0-1 0 0 0,-1 0 0 0 0,1 0 0 0 0,0 1 0 0 0,-1-1 1 0 0,1 0-1 0 0,-1 0 0 0 0,1 0 0 0 0,-1 1 0 0 0,1-1 0 0 0,0 0 0 0 0,-1 0 1 0 0,1 0-1 0 0,-1 0 0 0 0,1 0 0 0 0,-1 0 0 0 0,0 0 0 0 0,-1 0-105 0 0,-1 1 0 0 0,0-1 0 0 0,1 0 0 0 0,-1 0-1 0 0,1-1 1 0 0,-1 1 0 0 0,1 0 0 0 0,-1-1 0 0 0,1 0-1 0 0,-4-1 1 0 0,-2-3-1755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12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204 140 2761 0 0,'-3'-4'864'0'0,"-1"-1"0"0"0,1 1 1 0 0,0-1-1 0 0,0 0 0 0 0,1 0 1 0 0,-1 0-1 0 0,-1-8 0 0 0,1 6-320 0 0,1 1 1 0 0,-1-1-1 0 0,-1 1 0 0 0,-6-10 0 0 0,6 11-233 0 0,0 0 0 0 0,-1 0 0 0 0,0 1 0 0 0,0 0 0 0 0,0 0 0 0 0,-1 0 0 0 0,1 1 0 0 0,-1-1 0 0 0,0 1 0 0 0,-10-3 0 0 0,15 5-265 0 0,-1 0 0 0 0,0 0 0 0 0,0 1-1 0 0,0-1 1 0 0,0 1 0 0 0,0 0-1 0 0,-1 0 1 0 0,1 0 0 0 0,0 0 0 0 0,0 0-1 0 0,0 0 1 0 0,0 0 0 0 0,0 0-1 0 0,0 1 1 0 0,0-1 0 0 0,0 1-1 0 0,0 0 1 0 0,0-1 0 0 0,0 1 0 0 0,1 0-1 0 0,-1 0 1 0 0,0 0 0 0 0,0 0-1 0 0,1 1 1 0 0,-1-1 0 0 0,1 0 0 0 0,-1 1-1 0 0,1-1 1 0 0,-1 1 0 0 0,1 0-1 0 0,0-1 1 0 0,0 1 0 0 0,0 0 0 0 0,0 0-1 0 0,0-1 1 0 0,0 1 0 0 0,0 3-1 0 0,-5 13 14 0 0,0 1 0 0 0,2 0 0 0 0,0 1-1 0 0,1-1 1 0 0,0 25 0 0 0,6 102-90 0 0,-1-101 29 0 0,20 266-750 0 0,-15-263 128 0 0,1 1 0 0 0,3-2 0 0 0,2 1 0 0 0,25 61 0 0 0,-9-55-1519 0 0,-22-41 1406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14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4 251 12299 0 0,'0'0'30'0'0,"0"0"1"0"0,0 0 0 0 0,-1 0 0 0 0,1 0-1 0 0,0-1 1 0 0,0 1 0 0 0,0 0 0 0 0,-1 0-1 0 0,1 0 1 0 0,0 0 0 0 0,0 0 0 0 0,0 0-1 0 0,0 0 1 0 0,0-1 0 0 0,-1 1 0 0 0,1 0-1 0 0,0 0 1 0 0,0 0 0 0 0,0 0 0 0 0,0-1-1 0 0,0 1 1 0 0,0 0 0 0 0,0 0 0 0 0,-1 0-1 0 0,1-1 1 0 0,0 1 0 0 0,0 0 0 0 0,0 0-1 0 0,0 0 1 0 0,0-1 0 0 0,0 1 0 0 0,0 0-1 0 0,0 0 1 0 0,0 0 0 0 0,0-1 0 0 0,0 1-1 0 0,0 0 1 0 0,0 0 0 0 0,1 0 0 0 0,-1-1-1 0 0,0 1 1 0 0,10-4 406 0 0,22 0-486 0 0,-27 4 163 0 0,22-5 134 0 0,0 0-1 0 0,-1-2 1 0 0,0-1-1 0 0,0-1 0 0 0,26-13 1 0 0,49-17 290 0 0,-26 14-303 0 0,55-16-871 0 0,-96 39-710 0 0,-33 2 1280 0 0,0 0 0 0 0,1 0 0 0 0,-1 0 0 0 0,0 0 1 0 0,1 0-1 0 0,-1 0 0 0 0,0 0 0 0 0,0 1 0 0 0,0-1 0 0 0,1 1 0 0 0,-1-1 1 0 0,0 1-1 0 0,0-1 0 0 0,0 1 0 0 0,0 0 0 0 0,0-1 0 0 0,0 1 0 0 0,0 0 1 0 0,0 0-1 0 0,0 0 0 0 0,0 0 0 0 0,0 0 0 0 0,-1 0 0 0 0,2 1 0 0 0,-25 19 2524 0 0,21-15-2317 0 0,1-1 1 0 0,0 1-1 0 0,0-1 0 0 0,1 1 0 0 0,0 0 0 0 0,0 0 0 0 0,0-1 1 0 0,1 1-1 0 0,0 0 0 0 0,2 9 0 0 0,2 0-118 0 0,1 1 0 0 0,10 19 0 0 0,-11-25-43 0 0,0 1-1 0 0,0-1 1 0 0,-1 1 0 0 0,0 1 0 0 0,-1-1 0 0 0,3 19 0 0 0,-7-11-162 0 0,0-17 106 0 0,1 1 0 0 0,-1 0 0 0 0,1 0 0 0 0,0 0 0 0 0,0 0 0 0 0,0 0 0 0 0,2 5 0 0 0,-3-15 124 0 0,1 0-1 0 0,0 0 0 0 0,1 0 1 0 0,-1 0-1 0 0,2 0 1 0 0,2-11-1 0 0,-2 10 29 0 0,-1-1-24 0 0,1 0 0 0 0,1 0-1 0 0,0 0 1 0 0,0 0 0 0 0,0 1 0 0 0,1 0-1 0 0,1-1 1 0 0,-1 2 0 0 0,1-1 0 0 0,1 0-1 0 0,-1 1 1 0 0,1 0 0 0 0,1 0 0 0 0,-1 1-1 0 0,1 0 1 0 0,0 0 0 0 0,0 0 0 0 0,1 1-1 0 0,0 0 1 0 0,0 1 0 0 0,0 0 0 0 0,0 0-1 0 0,1 0 1 0 0,13-3 0 0 0,-8 4-80 0 0,-10 1 7 0 0,0 1 0 0 0,0 0-1 0 0,1 0 1 0 0,-1 1 0 0 0,0-1 0 0 0,1 1-1 0 0,-1 0 1 0 0,0 0 0 0 0,9 1 0 0 0,-12 1 21 0 0,0 0 0 0 0,-1 1 0 0 0,1-1 0 0 0,0 0 0 0 0,-1 1 0 0 0,0-1 0 0 0,1 1-1 0 0,-1-1 1 0 0,0 0 0 0 0,0 1 0 0 0,0-1 0 0 0,-1 3 0 0 0,1 6 11 0 0,0-6 4 0 0,1 0 0 0 0,0 0 0 0 0,0-1 1 0 0,0 1-1 0 0,0-1 0 0 0,1 1 0 0 0,-1-1 0 0 0,1 1 0 0 0,0-1 0 0 0,1 0 0 0 0,3 7 0 0 0,-4-10-18 0 0,-1 1 0 0 0,1-1-1 0 0,-1 1 1 0 0,1-1 0 0 0,0 0 0 0 0,0 1 0 0 0,0-1 0 0 0,0 0 0 0 0,-1 0 0 0 0,1 0 0 0 0,1-1-1 0 0,-1 1 1 0 0,0 0 0 0 0,0-1 0 0 0,0 1 0 0 0,0-1 0 0 0,0 0 0 0 0,0 0 0 0 0,1 0 0 0 0,-1 0-1 0 0,0 0 1 0 0,0 0 0 0 0,0 0 0 0 0,0-1 0 0 0,1 1 0 0 0,-1-1 0 0 0,3-1 0 0 0,1 0 29 0 0,0 0 0 0 0,-1-1 0 0 0,1 1 0 0 0,-1-1 1 0 0,1 0-1 0 0,-1-1 0 0 0,6-5 0 0 0,-10 9 4 0 0,0-1 0 0 0,0 0 0 0 0,0 0 0 0 0,0 0 0 0 0,0 0 0 0 0,-1 0 0 0 0,1 0 0 0 0,0 0 0 0 0,-1 0-1 0 0,1 0 1 0 0,-1 0 0 0 0,1-1 0 0 0,-1 1 0 0 0,1 0 0 0 0,-1 0 0 0 0,0-1 0 0 0,0 1 0 0 0,1 0 0 0 0,-1 0 0 0 0,0-1 0 0 0,0 1 0 0 0,0 0-1 0 0,-1 0 1 0 0,1-1 0 0 0,0 1 0 0 0,0 0 0 0 0,-1 0 0 0 0,1 0 0 0 0,0-1 0 0 0,-1 1 0 0 0,0 0 0 0 0,1 0 0 0 0,-1 0 0 0 0,1 0 0 0 0,-1 0 0 0 0,0 0-1 0 0,0 0 1 0 0,0 0 0 0 0,0 0 0 0 0,0 0 0 0 0,0 0 0 0 0,-1-1 0 0 0,-7-3 245 0 0,1 0 0 0 0,-1 0 0 0 0,1 0 1 0 0,-1 1-1 0 0,-18-5 0 0 0,17 5-3504 0 0,23 2 2329 0 0,0-1-1 0 0,0 0 0 0 0,-1-1 0 0 0,1 0 0 0 0,14-7 0 0 0,31-18 303 0 0,-34 16 1542 0 0,-23 13-849 0 0,0 0 1 0 0,0 0-1 0 0,0 0 0 0 0,0 0 1 0 0,-1 1-1 0 0,1-1 1 0 0,0 0-1 0 0,0 0 1 0 0,0 0-1 0 0,-1 1 1 0 0,1-1-1 0 0,0 0 1 0 0,0 1-1 0 0,-1-1 0 0 0,1 0 1 0 0,0 1-1 0 0,-1-1 1 0 0,1 1-1 0 0,0-1 1 0 0,-1 1-1 0 0,1 0 1 0 0,-1-1-1 0 0,1 1 1 0 0,-1 0-1 0 0,1-1 0 0 0,-1 1 1 0 0,1 0-1 0 0,-1-1 1 0 0,1 2-1 0 0,15 27 734 0 0,-14-24-701 0 0,51 107 601 0 0,-50-106-754 0 0,4 3 117 0 0,-6-9-81 0 0,-1 0 0 0 0,1 0-1 0 0,-1 0 1 0 0,1-1-1 0 0,0 1 1 0 0,-1 0-1 0 0,1 0 1 0 0,-1-1-1 0 0,1 1 1 0 0,-1 0-1 0 0,1-1 1 0 0,-1 1-1 0 0,0-1 1 0 0,1 1-1 0 0,-1-1 1 0 0,1 1-1 0 0,-1-1 1 0 0,0 1-1 0 0,0-1 1 0 0,1 1-1 0 0,-1-1 1 0 0,0 1-1 0 0,1-2 1 0 0,2-6 87 0 0,1 0 0 0 0,-1 0 1 0 0,-1 0-1 0 0,0-1 0 0 0,3-16 1 0 0,-4 16 19 0 0,0 1 1 0 0,1-1 0 0 0,0 1 0 0 0,1 0 0 0 0,5-12 0 0 0,-8 19-97 0 0,1 0 0 0 0,-1 0 0 0 0,0 0 0 0 0,1 0 0 0 0,-1 0 0 0 0,1 1 0 0 0,-1-1 0 0 0,1 0 0 0 0,0 0 0 0 0,-1 1 0 0 0,1-1 0 0 0,0 0 0 0 0,0 1 0 0 0,-1-1 0 0 0,1 1 0 0 0,0-1 0 0 0,0 1 0 0 0,0-1 0 0 0,-1 1 0 0 0,1 0 1 0 0,0-1-1 0 0,0 1 0 0 0,0 0 0 0 0,0 0 0 0 0,0 0 0 0 0,0-1 0 0 0,0 1 0 0 0,0 0 0 0 0,1 0 0 0 0,0 1 4 0 0,0 0 0 0 0,0 0-1 0 0,0 0 1 0 0,-1 0 0 0 0,1 0 0 0 0,0 0 0 0 0,-1 0-1 0 0,1 0 1 0 0,-1 1 0 0 0,1-1 0 0 0,-1 1 0 0 0,1-1 0 0 0,0 3-1 0 0,3 2 1 0 0,-1 0 0 0 0,-1 0 0 0 0,1 1 0 0 0,-1-1 0 0 0,0 1 1 0 0,0 0-1 0 0,2 9 0 0 0,1 0 3 0 0,-6-15-52 0 0,0-1 0 0 0,0 0 1 0 0,1 0-1 0 0,-1 1 1 0 0,0-1-1 0 0,0 0 0 0 0,1 0 1 0 0,-1 0-1 0 0,0 0 1 0 0,0 1-1 0 0,1-1 0 0 0,-1 0 1 0 0,0 0-1 0 0,1 0 1 0 0,-1 0-1 0 0,0 0 0 0 0,1 0 1 0 0,-1 0-1 0 0,0 0 1 0 0,1 0-1 0 0,-1 0 0 0 0,0 0 1 0 0,1 0-1 0 0,-1 0 1 0 0,0 0-1 0 0,0 0 1 0 0,1 0-1 0 0,-1 0 0 0 0,3-1-46 0 0,-1-1-1 0 0,-1 1 0 0 0,1-1 1 0 0,0 1-1 0 0,0-1 1 0 0,-1 0-1 0 0,1 0 0 0 0,-1 0 1 0 0,1 0-1 0 0,-1 0 1 0 0,2-3-1 0 0,81-131 621 0 0,-83 134-476 0 0,1-1 1 0 0,0 1-1 0 0,0-1 0 0 0,0 1 1 0 0,0 0-1 0 0,0-1 1 0 0,0 1-1 0 0,1 0 1 0 0,-1 0-1 0 0,1 1 0 0 0,-1-1 1 0 0,1 1-1 0 0,0-1 1 0 0,0 1-1 0 0,0 0 0 0 0,0 0 1 0 0,-1 0-1 0 0,1 0 1 0 0,0 0-1 0 0,1 1 1 0 0,2-1-1 0 0,-2 1 1 0 0,-1 1 0 0 0,1 0 0 0 0,-1 0 1 0 0,1 0-1 0 0,-1 0 0 0 0,0 0 0 0 0,0 1 0 0 0,0-1 0 0 0,1 1 0 0 0,-2 0 1 0 0,1 0-1 0 0,0 0 0 0 0,0 0 0 0 0,0 0 0 0 0,-1 1 0 0 0,0-1 0 0 0,1 1 1 0 0,2 4-1 0 0,8 10 185 0 0,-1 0-1 0 0,0 1 1 0 0,12 27 0 0 0,-20-35-160 0 0,0 1-1 0 0,0 0 1 0 0,-1 1 0 0 0,0-1-1 0 0,-1 0 1 0 0,-1 1-1 0 0,1 21 1 0 0,-2-26-479 0 0,-1 17 845 0 0,1-23-710 0 0,0-1-1 0 0,0 1 1 0 0,0 0 0 0 0,0-1-1 0 0,0 1 1 0 0,0 0 0 0 0,1-1 0 0 0,-1 1-1 0 0,0 0 1 0 0,0-1 0 0 0,0 1-1 0 0,1 0 1 0 0,-1-1 0 0 0,0 1 0 0 0,1-1-1 0 0,-1 1 1 0 0,1 0 0 0 0,-1-1 0 0 0,0 1-1 0 0,1-1 1 0 0,-1 1 0 0 0,1-1-1 0 0,0 0 1 0 0,0 2 0 0 0,3-2-1614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31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17 138 8290 0 0,'-1'0'94'0'0,"0"0"0"0"0,0 0 1 0 0,1 0-1 0 0,-1 0 1 0 0,0 0-1 0 0,0 0 0 0 0,0-1 1 0 0,1 1-1 0 0,-1 0 0 0 0,0-1 1 0 0,0 1-1 0 0,1-1 0 0 0,-1 1 1 0 0,0 0-1 0 0,1-1 0 0 0,-1 0 1 0 0,1 1-1 0 0,-1-1 0 0 0,0 1 1 0 0,1-1-1 0 0,-1-1 0 0 0,1 2-36 0 0,0-1 0 0 0,0 0 0 0 0,0 1 0 0 0,1-1 0 0 0,-1 1-1 0 0,0-1 1 0 0,0 1 0 0 0,1-1 0 0 0,-1 1 0 0 0,1-1 0 0 0,-1 1-1 0 0,0 0 1 0 0,1-1 0 0 0,-1 1 0 0 0,1-1 0 0 0,-1 1-1 0 0,1 0 1 0 0,-1-1 0 0 0,1 1 0 0 0,-1 0 0 0 0,1 0 0 0 0,0-1-1 0 0,38-11 995 0 0,-17 8-635 0 0,139-29 1960 0 0,-115 24-1924 0 0,0 3 1 0 0,1 1-1 0 0,88 4 1 0 0,26-2-283 0 0,-147 1-73 0 0,0 1-1 0 0,-1-2 0 0 0,1 0 0 0 0,-1 0 0 0 0,1-1 1 0 0,-1-1-1 0 0,17-8 0 0 0,-25 7 2 0 0,-9 3-342 0 0,-13 1-2570 0 0,9 2 1333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32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76 5065 0 0,'-9'-2'2523'0'0,"-11"-3"2345"0"0,19 5-4745 0 0,1 0 0 0 0,0 0 0 0 0,-1 0 0 0 0,1 0 0 0 0,-1-1 0 0 0,1 1 0 0 0,-1 0-1 0 0,1 0 1 0 0,0 0 0 0 0,-1 0 0 0 0,1-1 0 0 0,0 1 0 0 0,-1 0 0 0 0,1-1 0 0 0,0 1 0 0 0,-1 0 0 0 0,1 0-1 0 0,0-1 1 0 0,-1 1 0 0 0,1-1 0 0 0,0 1 0 0 0,0 0 0 0 0,0-1 0 0 0,-1 1 0 0 0,1-1 0 0 0,0 1 0 0 0,0 0-1 0 0,0-1 1 0 0,0 1 0 0 0,0-1 0 0 0,2-1 62 0 0,1 1 0 0 0,-1-1 1 0 0,1 1-1 0 0,0 0 0 0 0,-1 0 0 0 0,1 0 0 0 0,0 0 0 0 0,0 0 0 0 0,0 0 0 0 0,0 1 1 0 0,0 0-1 0 0,4-1 0 0 0,1 0 25 0 0,39-6 276 0 0,0 2 1 0 0,89 1-1 0 0,95 20-107 0 0,-115-5-320 0 0,-77-9 11 0 0,0-1-1 0 0,0-2 0 0 0,45-7 1 0 0,-80 8-35 0 0,-1-1 0 0 0,1 0 0 0 0,0 0 1 0 0,-1 0-1 0 0,1-1 0 0 0,4-2 0 0 0,-7 4-71 0 0,-1 0 0 0 0,1 0-1 0 0,-1-1 1 0 0,1 1 0 0 0,-1-1-1 0 0,1 1 1 0 0,-1 0 0 0 0,1-1-1 0 0,-1 1 1 0 0,1-1 0 0 0,-1 1-1 0 0,1-1 1 0 0,-1 0 0 0 0,0 1 0 0 0,1-1-1 0 0,-1 1 1 0 0,0-1 0 0 0,1 0-1 0 0,-1 1 1 0 0,0-1 0 0 0,0 1-1 0 0,0-1 1 0 0,0 0 0 0 0,1 0-1 0 0,-1 1 1 0 0,0-1 0 0 0,0 0-1 0 0,0 1 1 0 0,0-1 0 0 0,-1 0-1 0 0,1 1 1 0 0,0-1 0 0 0,0 0-1 0 0,0 1 1 0 0,-1-1 0 0 0,1 1 0 0 0,0-1-1 0 0,0 0 1 0 0,-1 1 0 0 0,1-1-1 0 0,-1 0 1 0 0,-5-7-4797 0 0,0 0-1591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33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908 300 7834 0 0,'-2'0'11734'0'0,"-2"-2"-11427"0"0,-28-11 528 0 0,10 4-440 0 0,0-1 1 0 0,-31-19 0 0 0,-16-15-236 0 0,-1 3 0 0 0,-145-61 0 0 0,184 91-103 0 0,-1 1-1 0 0,0 1 1 0 0,-37-5 0 0 0,47 12 32 0 0,1 0 1 0 0,0 1-1 0 0,-1 0 0 0 0,1 2 0 0 0,-43 7 1 0 0,56-6-39 0 0,0 1 1 0 0,0 0-1 0 0,0 0 1 0 0,0 0 0 0 0,-6 5-1 0 0,12-7-42 0 0,0 0-1 0 0,0 0 1 0 0,0 0-1 0 0,1 0 0 0 0,-1 0 1 0 0,0 0-1 0 0,1 1 1 0 0,-1-1-1 0 0,1 0 1 0 0,0 1-1 0 0,-1-1 1 0 0,1 1-1 0 0,0 0 0 0 0,0-1 1 0 0,0 1-1 0 0,0 0 1 0 0,0 0-1 0 0,0-1 1 0 0,1 1-1 0 0,-1 0 0 0 0,1 0 1 0 0,-1 0-1 0 0,1 0 1 0 0,-1 0-1 0 0,1 0 1 0 0,0 3-1 0 0,1-4-41 0 0,-1 0 0 0 0,1 1 0 0 0,0-1 0 0 0,-1 0 0 0 0,1 0 0 0 0,0 1 0 0 0,0-1 0 0 0,0 0-1 0 0,0 0 1 0 0,0 0 0 0 0,0 0 0 0 0,0 0 0 0 0,0 0 0 0 0,0 0 0 0 0,1-1 0 0 0,-1 1 0 0 0,0 0 0 0 0,1-1 0 0 0,-1 1 0 0 0,0-1 0 0 0,1 1 0 0 0,-1-1-1 0 0,1 0 1 0 0,-1 1 0 0 0,2-1 0 0 0,3 1-404 0 0,0-1 0 0 0,0 1 0 0 0,0-1 0 0 0,10-1 0 0 0,2-3-1151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33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16 12987 0 0,'-3'-2'127'0'0,"-1"0"1"0"0,0 0 0 0 0,0 0-1 0 0,0 1 1 0 0,0-1 0 0 0,0 1-1 0 0,0 0 1 0 0,0 0 0 0 0,-1 1-1 0 0,1-1 1 0 0,0 1 0 0 0,0 0-1 0 0,-1 0 1 0 0,1 0 0 0 0,0 1-1 0 0,0 0 1 0 0,0-1 0 0 0,0 1-1 0 0,-1 1 1 0 0,1-1 0 0 0,0 1-1 0 0,1-1 1 0 0,-1 1-1 0 0,-4 3 1 0 0,-7 3-109 0 0,0 1 0 0 0,0 1-1 0 0,1 0 1 0 0,0 1 0 0 0,1 1 0 0 0,0 0-1 0 0,1 1 1 0 0,0 0 0 0 0,1 1-1 0 0,1 0 1 0 0,0 1 0 0 0,1 0 0 0 0,1 0-1 0 0,0 1 1 0 0,1 0 0 0 0,0 0 0 0 0,2 1-1 0 0,0 0 1 0 0,0 0 0 0 0,-1 19 0 0 0,6-32-24 0 0,-1 0 1 0 0,1 1 0 0 0,0-1 0 0 0,0 1 0 0 0,0-1 0 0 0,1 1 0 0 0,-1-1 0 0 0,1 0 0 0 0,0 1 0 0 0,1-1 0 0 0,-1 0 0 0 0,1 0 0 0 0,-1 0-1 0 0,1 0 1 0 0,1 0 0 0 0,-1 0 0 0 0,0 0 0 0 0,1-1 0 0 0,0 1 0 0 0,0-1 0 0 0,0 0 0 0 0,0 1 0 0 0,1-2 0 0 0,-1 1 0 0 0,1 0-1 0 0,-1-1 1 0 0,1 1 0 0 0,0-1 0 0 0,8 3 0 0 0,8 2-23 0 0,1-1 0 0 0,0-1 0 0 0,0 0 0 0 0,0-2 0 0 0,22 1-1 0 0,-9 0 17 0 0,14 0 67 0 0,-34-4-13 0 0,-1 1 0 0 0,1 1 1 0 0,0 0-1 0 0,-1 0 0 0 0,1 1 0 0 0,-1 1 0 0 0,0 0 0 0 0,17 9 1 0 0,-29-13-15 0 0,0 1 0 0 0,0-1 1 0 0,0 1-1 0 0,0 0 0 0 0,0 0 0 0 0,0 0 1 0 0,0-1-1 0 0,0 1 0 0 0,0 0 1 0 0,0 0-1 0 0,0 0 0 0 0,-1 0 1 0 0,1 1-1 0 0,0-1 0 0 0,-1 0 1 0 0,1 0-1 0 0,-1 0 0 0 0,1 0 1 0 0,-1 1-1 0 0,0-1 0 0 0,1 0 1 0 0,-1 0-1 0 0,0 1 0 0 0,0-1 1 0 0,0 0-1 0 0,0 1 0 0 0,0-1 1 0 0,0 0-1 0 0,0 0 0 0 0,-1 1 0 0 0,1-1 1 0 0,0 0-1 0 0,-1 0 0 0 0,1 1 1 0 0,-1-1-1 0 0,1 0 0 0 0,-1 0 1 0 0,0 0-1 0 0,1 0 0 0 0,-1 0 1 0 0,0 0-1 0 0,0 0 0 0 0,0 0 1 0 0,-1 1-1 0 0,-5 7 127 0 0,-1-1 0 0 0,-1 0 0 0 0,0-1 1 0 0,-10 7-1 0 0,12-9-115 0 0,-16 11 120 0 0,-49 27-1 0 0,59-37-182 0 0,0 0 0 0 0,0-1 0 0 0,0-1 0 0 0,0 0 0 0 0,-1 0 0 0 0,-14 1 0 0 0,25-5-160 0 0,1 1 0 0 0,-1-1 0 0 0,1 0 0 0 0,0 0 0 0 0,-1 0 0 0 0,1 0-1 0 0,-1-1 1 0 0,1 1 0 0 0,-1 0 0 0 0,1-1 0 0 0,0 0 0 0 0,-3-1 0 0 0,-1-2-1044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34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18 129 10594 0 0,'-1'33'795'0'0,"-7"34"-1"0"0,5-46-723 0 0,0 0 1 0 0,2 0-1 0 0,0 0 0 0 0,1 0 0 0 0,4 27 1 0 0,-4-47-41 0 0,0 0 0 0 0,0 0-1 0 0,1 1 1 0 0,-1-1 0 0 0,0 0 0 0 0,1 0 0 0 0,-1 1 0 0 0,1-1 0 0 0,-1 0 0 0 0,1 0 0 0 0,0 0 0 0 0,-1 0 0 0 0,1 0 0 0 0,0 0-1 0 0,0 0 1 0 0,0 0 0 0 0,0 0 0 0 0,0 0 0 0 0,0 0 0 0 0,0-1 0 0 0,0 1 0 0 0,0 0 0 0 0,0-1 0 0 0,0 1 0 0 0,2 0 0 0 0,0-1 27 0 0,-1 1 0 0 0,1-1 1 0 0,0 0-1 0 0,-1 0 1 0 0,1 0-1 0 0,-1 0 1 0 0,1-1-1 0 0,0 1 1 0 0,-1-1-1 0 0,1 0 1 0 0,4-1-1 0 0,4-3 134 0 0,1-1 0 0 0,-1 0 0 0 0,-1-1 0 0 0,12-9 1 0 0,5-4 590 0 0,46-47 1 0 0,-65 58-542 0 0,1-1 0 0 0,-2 0 0 0 0,1 0-1 0 0,-2 0 1 0 0,1-1 0 0 0,-1 0 0 0 0,-1-1-1 0 0,7-18 1 0 0,-12 26-133 0 0,1 0 0 0 0,0-1 0 0 0,-1 1 1 0 0,0-1-1 0 0,0 1 0 0 0,0 0 0 0 0,-1-1 0 0 0,1 1 0 0 0,-1 0 0 0 0,0-1 1 0 0,0 1-1 0 0,-1 0 0 0 0,1 0 0 0 0,-1 0 0 0 0,0 0 0 0 0,0 0 1 0 0,0 0-1 0 0,0 1 0 0 0,-1-1 0 0 0,0 1 0 0 0,0-1 0 0 0,0 1 0 0 0,-6-6 1 0 0,1 3 60 0 0,0-1 0 0 0,0 1 0 0 0,-1 0 0 0 0,0 0 0 0 0,0 1 0 0 0,0 1 0 0 0,-1-1 0 0 0,-19-5 0 0 0,23 9-199 0 0,0-1 0 0 0,-1 1-1 0 0,1 0 1 0 0,0 0 0 0 0,-1 1-1 0 0,1 0 1 0 0,-1 0 0 0 0,-9 2-1 0 0,-12 9-2481 0 0,20-6-4801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34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11 13971 0 0,'5'-10'7510'0'0,"-9"10"-7493"0"0,0 0 0 0 0,0 0 0 0 0,0 0 0 0 0,0 1 0 0 0,1 0 0 0 0,-1-1 0 0 0,0 1 0 0 0,0 1 0 0 0,0-1 0 0 0,1 1 0 0 0,-1-1 0 0 0,0 1 0 0 0,1 0 0 0 0,0 0 0 0 0,-1 0 0 0 0,1 1 0 0 0,0-1 0 0 0,0 1 0 0 0,0 0 0 0 0,1 0 0 0 0,-1 0 0 0 0,1 0 1 0 0,-1 0-1 0 0,1 0 0 0 0,0 1 0 0 0,-2 5 0 0 0,0-1-40 0 0,1-1-1 0 0,-1 1 1 0 0,2 0 0 0 0,-1 0 0 0 0,1 1 0 0 0,1-1-1 0 0,-1 0 1 0 0,1 1 0 0 0,1-1 0 0 0,0 1 0 0 0,1 11 0 0 0,-1-15 13 0 0,1 1 1 0 0,0 0-1 0 0,0-1 1 0 0,1 1-1 0 0,0 0 1 0 0,0-1 0 0 0,0 0-1 0 0,1 1 1 0 0,0-1-1 0 0,0 0 1 0 0,0 0-1 0 0,0-1 1 0 0,1 1-1 0 0,0-1 1 0 0,0 0-1 0 0,0 0 1 0 0,6 5 0 0 0,5 1-5 0 0,1-1 0 0 0,1-1 1 0 0,-1 0-1 0 0,35 11 0 0 0,27 12 91 0 0,-66-26-74 0 0,28 17 15 0 0,-38-21 1 0 0,-1 0 1 0 0,1 0 0 0 0,-1 0-1 0 0,1 0 1 0 0,-1 0 0 0 0,0 1-1 0 0,1-1 1 0 0,-1 0 0 0 0,0 1-1 0 0,0-1 1 0 0,0 1 0 0 0,0-1-1 0 0,0 1 1 0 0,-1 0 0 0 0,1 0 0 0 0,0-1-1 0 0,-1 1 1 0 0,1 0 0 0 0,0 3-1 0 0,-2-3 26 0 0,1 0 0 0 0,0 0-1 0 0,-1 0 1 0 0,0 0 0 0 0,1 0-1 0 0,-1 0 1 0 0,0 0 0 0 0,0 0-1 0 0,0-1 1 0 0,0 1 0 0 0,0 0 0 0 0,-1-1-1 0 0,1 1 1 0 0,0-1 0 0 0,-1 1-1 0 0,-2 1 1 0 0,-30 22 427 0 0,22-17-287 0 0,-8 6-76 0 0,0 0-1 0 0,-1-1 1 0 0,-1-2 0 0 0,0 0 0 0 0,-1-1 0 0 0,0-2 0 0 0,0 0 0 0 0,-46 8 0 0 0,58-15-72 0 0,11-1-123 0 0,0 0 1 0 0,-1 0-1 0 0,1 0 0 0 0,0 0 0 0 0,0 0 1 0 0,0 0-1 0 0,0 0 0 0 0,-1 0 1 0 0,1 0-1 0 0,0 0 0 0 0,0 0 1 0 0,0 0-1 0 0,-1 0 0 0 0,1 0 1 0 0,0 0-1 0 0,0 0 0 0 0,0 0 1 0 0,-1 0-1 0 0,1 0 0 0 0,0 0 1 0 0,0 0-1 0 0,0 0 0 0 0,0 0 0 0 0,-1 0 1 0 0,1-1-1 0 0,0 1 0 0 0,0 0 1 0 0,0 0-1 0 0,0 0 0 0 0,0 0 1 0 0,-1 0-1 0 0,1-1 0 0 0,0 1 1 0 0,0 0-1 0 0,0 0 0 0 0,0 0 1 0 0,0 0-1 0 0,0-1 0 0 0,0 1 0 0 0,0 0 1 0 0,0 0-1 0 0,0 0 0 0 0,0-1 1 0 0,-1 1-1 0 0,1 0 0 0 0,0 0 1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35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95 10594 0 0,'-31'-19'3369'0'0,"-5"-2"542"0"0,29 19-2448 0 0,7 2-1435 0 0,0 1 0 0 0,0-1 1 0 0,1 0-1 0 0,-1 0 0 0 0,0 0 0 0 0,0 0 0 0 0,0 0 1 0 0,0 0-1 0 0,0 0 0 0 0,0 0 0 0 0,0 0 0 0 0,0 0 1 0 0,0 0-1 0 0,0 0 0 0 0,0 0 0 0 0,0 1 0 0 0,0-1 1 0 0,0 0-1 0 0,0 0 0 0 0,0 0 0 0 0,0 0 0 0 0,0 0 1 0 0,0 0-1 0 0,0 0 0 0 0,0 0 0 0 0,0 0 0 0 0,0 0 1 0 0,0 1-1 0 0,0-1 0 0 0,0 0 0 0 0,0 0 0 0 0,0 0 1 0 0,0 0-1 0 0,0 0 0 0 0,0 0 0 0 0,0 0 0 0 0,0 0 1 0 0,-1 0-1 0 0,1 0 0 0 0,0 0 0 0 0,0 0 0 0 0,0 0 1 0 0,0 0-1 0 0,0 0 0 0 0,0 0 0 0 0,0 1 0 0 0,0-1 1 0 0,0 0-1 0 0,0 0 0 0 0,0 0 125 0 0,4 2-26 0 0,10 6-130 0 0,0-1 0 0 0,0 0 0 0 0,1-2-1 0 0,0 1 1 0 0,0-2 0 0 0,0 0 0 0 0,22 2 0 0 0,117 7-19 0 0,-116-13 67 0 0,-1-1 0 0 0,0-2-1 0 0,0-2 1 0 0,-1-1-1 0 0,1-2 1 0 0,-1-2-1 0 0,-1 0 1 0 0,0-3-1 0 0,37-18 1 0 0,-69 29-140 0 0,1 1 0 0 0,-1-1 0 0 0,0 0 0 0 0,0 0 0 0 0,1 0 0 0 0,-2-1 1 0 0,1 1-1 0 0,0-1 0 0 0,0 1 0 0 0,-1-1 0 0 0,4-4 0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36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43 2761 0 0,'0'-1'298'0'0,"-1"1"1"0"0,1-1 0 0 0,0 0-1 0 0,0 0 1 0 0,0 1 0 0 0,-1-1-1 0 0,1 0 1 0 0,0 0 0 0 0,0 1-1 0 0,0-1 1 0 0,0 0 0 0 0,0 0-1 0 0,0 1 1 0 0,0-1 0 0 0,1 0-1 0 0,-1 1 1 0 0,0-1 0 0 0,0 0-1 0 0,0 0 1 0 0,1 1 0 0 0,-1-1-1 0 0,0 0 1 0 0,1 1 0 0 0,-1-1-1 0 0,1 1 1 0 0,-1-1 0 0 0,1 0-1 0 0,-1 1 1 0 0,1-1 0 0 0,-1 1-1 0 0,1-1 1 0 0,-1 1 0 0 0,1 0 0 0 0,1-1-1 0 0,0-2 133 0 0,1 1 0 0 0,-1 0 0 0 0,1 1 0 0 0,0-1 0 0 0,-1 0 0 0 0,1 1 0 0 0,5-3 0 0 0,3 3-76 0 0,-1 0-1 0 0,1 1 0 0 0,-1 0 1 0 0,0 1-1 0 0,1 0 0 0 0,-1 0 1 0 0,0 1-1 0 0,14 5 0 0 0,21 2 47 0 0,31-2-39 0 0,0-4 0 0 0,114-8 1 0 0,-158 3-433 0 0,5 4-885 0 0,-13 6-3574 0 0,-15-3 2651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36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23 214 11779 0 0,'-1'0'172'0'0,"0"0"0"0"0,-1-1 0 0 0,1 1 0 0 0,0 0 0 0 0,0 0 0 0 0,0-1 0 0 0,0 1 0 0 0,0-1 0 0 0,-1 1 0 0 0,1-1 0 0 0,0 1 0 0 0,0-1 0 0 0,0 0 0 0 0,1 1 1 0 0,-1-1-1 0 0,0 0 0 0 0,0 0 0 0 0,0 0 0 0 0,0 1 0 0 0,0-3 0 0 0,0 2-33 0 0,1 0 0 0 0,0 0 1 0 0,0 0-1 0 0,0 1 0 0 0,0-1 1 0 0,0 0-1 0 0,0 0 0 0 0,0 0 0 0 0,1 0 1 0 0,-1 0-1 0 0,0 0 0 0 0,0 0 0 0 0,1 1 1 0 0,-1-1-1 0 0,0 0 0 0 0,1 0 0 0 0,-1 0 1 0 0,1 1-1 0 0,-1-1 0 0 0,1-1 1 0 0,4-3 311 0 0,0-1 0 0 0,1 1 1 0 0,-1 0-1 0 0,11-7 1 0 0,12-5-152 0 0,1 0 0 0 0,0 3 0 0 0,1 0 0 0 0,53-16 0 0 0,-45 20-209 0 0,0 1 1 0 0,1 2-1 0 0,39-2 1 0 0,6-1-43 0 0,-36 4 2 0 0,1 2 0 0 0,-1 2 0 0 0,83 8 0 0 0,-129-5-59 0 0,48 7 187 0 0,-48-8-175 0 0,-1 0 1 0 0,1 1-1 0 0,-1-1 0 0 0,1 0 0 0 0,-1 1 0 0 0,1-1 0 0 0,-1 1 1 0 0,0 0-1 0 0,1-1 0 0 0,-1 1 0 0 0,1 0 0 0 0,-1 0 0 0 0,0 0 1 0 0,0 0-1 0 0,0 0 0 0 0,1 0 0 0 0,-1 0 0 0 0,0 1 0 0 0,0-1 1 0 0,-1 0-1 0 0,1 0 0 0 0,0 1 0 0 0,0-1 0 0 0,-1 1 1 0 0,1-1-1 0 0,0 3 0 0 0,-1-3-78 0 0,0 0 1 0 0,-1 0 0 0 0,1 0-1 0 0,0 0 1 0 0,-1 0-1 0 0,1 0 1 0 0,-1 0-1 0 0,1 0 1 0 0,-1 0-1 0 0,1 0 1 0 0,-1 0 0 0 0,0 0-1 0 0,0 0 1 0 0,1-1-1 0 0,-2 2 1 0 0,-9 5-4232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36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0 189 16131 0 0,'0'0'115'0'0,"1"-1"-1"0"0,-1 0 0 0 0,0 0 0 0 0,1 1 0 0 0,-1-1 0 0 0,1 1 0 0 0,-1-1 0 0 0,1 0 0 0 0,-1 1 0 0 0,1-1 1 0 0,-1 1-1 0 0,1-1 0 0 0,0 1 0 0 0,-1-1 0 0 0,1 1 0 0 0,0 0 0 0 0,-1-1 0 0 0,1 1 0 0 0,0 0 0 0 0,1-1 0 0 0,20-7 422 0 0,-13 5-282 0 0,295-95 2443 0 0,-104 50-2047 0 0,-161 37-1470 0 0,-14 5-5495 0 0,-9 3-372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37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0 6913 0 0,'-11'12'1264'0'0,"-1"-1"0"0"0,2 2-1 0 0,0-1 1 0 0,-13 22-1 0 0,-29 60 450 0 0,15-24-1031 0 0,-8-1 105 0 0,-8 14 435 0 0,46-71-920 0 0,1 0 0 0 0,1 0 0 0 0,0 1 0 0 0,-7 25 0 0 0,11-35-240 0 0,1 0 0 0 0,-1 0-1 0 0,1 1 1 0 0,-1-1 0 0 0,1 0-1 0 0,0 1 1 0 0,0-1 0 0 0,1 0-1 0 0,-1 0 1 0 0,1 1 0 0 0,0-1-1 0 0,-1 0 1 0 0,1 0 0 0 0,1 0-1 0 0,-1 0 1 0 0,0 0 0 0 0,1 0-1 0 0,2 4 1 0 0,-1-3-6 0 0,0-1-1 0 0,1 0 1 0 0,-1 0-1 0 0,1-1 1 0 0,-1 1-1 0 0,1-1 1 0 0,0 1-1 0 0,0-1 1 0 0,0 0 0 0 0,0-1-1 0 0,0 1 1 0 0,5 1-1 0 0,7 0 92 0 0,0 0 0 0 0,-1-1 0 0 0,1-1 0 0 0,0-1 1 0 0,0 0-1 0 0,25-3 0 0 0,16-4 470 0 0,-1-3 0 0 0,92-28 0 0 0,-135 34-647 0 0,7-2 227 0 0,-20 6-219 0 0,-1 0-1 0 0,1 0 1 0 0,0 0-1 0 0,0 0 0 0 0,0 0 1 0 0,0 0-1 0 0,0 0 1 0 0,-1-1-1 0 0,1 1 0 0 0,0 0 1 0 0,0 0-1 0 0,0 0 1 0 0,0 0-1 0 0,0 0 0 0 0,0 0 1 0 0,0 0-1 0 0,-1 0 1 0 0,1-1-1 0 0,0 1 0 0 0,0 0 1 0 0,0 0-1 0 0,0 0 0 0 0,0 0 1 0 0,0 0-1 0 0,0-1 1 0 0,0 1-1 0 0,0 0 0 0 0,0 0 1 0 0,0 0-1 0 0,0 0 1 0 0,0-1-1 0 0,0 1 0 0 0,0 0 1 0 0,0 0-1 0 0,0 0 1 0 0,0 0-1 0 0,0 0 0 0 0,0-1 1 0 0,0 1-1 0 0,0 0 1 0 0,0 0-1 0 0,0 0 0 0 0,0 0 1 0 0,0 0-1 0 0,0-1 1 0 0,1 1-1 0 0,-1 0 0 0 0,0 0 1 0 0,0 0-1 0 0,0 0 0 0 0,0 0 1 0 0,0 0-1 0 0,0 0 1 0 0,0-1-1 0 0,1 1 0 0 0,-1 0 1 0 0,0 0-1 0 0,0 0 1 0 0,0 0-1 0 0,0 0 0 0 0,0 0 1 0 0,1 0-1 0 0,-1 0 1 0 0,0 0-1 0 0,0 0 0 0 0,0 0 1 0 0,-42-20-6910 0 0,24 11 4630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37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38 104 12643 0 0,'-37'-45'5111'0'0,"38"44"-4853"0"0,1 0 0 0 0,-1 1 0 0 0,1-1 0 0 0,-1 0 0 0 0,1 1 0 0 0,-1 0 0 0 0,1-1 0 0 0,-1 1 0 0 0,1 0 0 0 0,-1 0 0 0 0,1 0 0 0 0,1 0 0 0 0,5-1 205 0 0,0-1-231 0 0,1 1 0 0 0,-1 0 0 0 0,1 1 0 0 0,-1 0-1 0 0,1 0 1 0 0,13 2 0 0 0,2 1-685 0 0,-17-3-100 0 0,1 0 0 0 0,-1-1 0 0 0,0 0 0 0 0,0 0 1 0 0,0 0-1 0 0,0-1 0 0 0,10-4 0 0 0,45-23-3517 0 0,-41 17 2601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37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77 3681 0 0,'34'-32'3502'0'0,"-34"32"-3303"0"0,0 0-1 0 0,0 0 1 0 0,0-1-1 0 0,0 1 1 0 0,0 0-1 0 0,0 0 0 0 0,0-1 1 0 0,0 1-1 0 0,0 0 1 0 0,0 0-1 0 0,0-1 1 0 0,0 1-1 0 0,0 0 1 0 0,0 0-1 0 0,0-1 1 0 0,0 1-1 0 0,0 0 1 0 0,-1-2 1190 0 0,1 2-1190 0 0,-1 0 12 0 0,1 0 0 0 0,-1 0 0 0 0,0 0 0 0 0,1 0 1 0 0,-1 0-1 0 0,0 0 0 0 0,1 0 0 0 0,-1 0 0 0 0,0 0 0 0 0,1 1 1 0 0,-1-1-1 0 0,0 0 0 0 0,1 0 0 0 0,-1 1 0 0 0,1-1 1 0 0,-1 1-1 0 0,1-1 0 0 0,-1 0 0 0 0,1 1 0 0 0,-1-1 1 0 0,1 1-1 0 0,-1 0 0 0 0,-8 9-61 0 0,0 0 0 0 0,2 0 0 0 0,-1 1 0 0 0,1 0 0 0 0,1 1 0 0 0,0-1 0 0 0,0 1 0 0 0,1 0 0 0 0,1 1 0 0 0,0-1 0 0 0,0 1 0 0 0,2 0-1 0 0,-1 0 1 0 0,2 0 0 0 0,0 0 0 0 0,0 0 0 0 0,2 16 0 0 0,-1-26-137 0 0,1 1 0 0 0,0 0 0 0 0,0-1 0 0 0,0 1-1 0 0,0 0 1 0 0,0-1 0 0 0,1 1 0 0 0,-1-1 0 0 0,1 0 0 0 0,0 0-1 0 0,0 1 1 0 0,0-1 0 0 0,1 0 0 0 0,-1-1 0 0 0,1 1 0 0 0,4 4-1 0 0,-2-4 6 0 0,0 0-1 0 0,-1 0 1 0 0,1-1-1 0 0,0 1 0 0 0,1-1 1 0 0,-1 0-1 0 0,0-1 0 0 0,0 1 1 0 0,1-1-1 0 0,8 1 0 0 0,-4-1 111 0 0,1-1 0 0 0,-1 0 0 0 0,1-1 0 0 0,0 0 0 0 0,-1 0 0 0 0,0-1 0 0 0,1-1 0 0 0,-1 1 0 0 0,0-2 0 0 0,0 1 0 0 0,15-9 0 0 0,-22 10-49 0 0,-1 1 0 0 0,1-1 0 0 0,0 0 0 0 0,-1 0 0 0 0,1 0 0 0 0,-1 0 1 0 0,0 0-1 0 0,0-1 0 0 0,0 1 0 0 0,0-1 0 0 0,0 1 0 0 0,0-1 0 0 0,-1 0 0 0 0,1 0 1 0 0,-1 0-1 0 0,0 0 0 0 0,1-3 0 0 0,-1 1 45 0 0,-1 1 0 0 0,1-1-1 0 0,-1 0 1 0 0,0 0 0 0 0,0 1 0 0 0,-1-1-1 0 0,0 0 1 0 0,0 1 0 0 0,0-1 0 0 0,-3-8 0 0 0,-1 0 36 0 0,0 1 0 0 0,-1 0 1 0 0,0 0-1 0 0,-1 0 1 0 0,-1 0-1 0 0,1 1 1 0 0,-2 1-1 0 0,0-1 1 0 0,0 1-1 0 0,-17-13 1 0 0,18 16-310 0 0,0 1 1 0 0,-1 0 0 0 0,0 1 0 0 0,0 0 0 0 0,0 0 0 0 0,0 1 0 0 0,-1 0 0 0 0,0 1 0 0 0,0 0 0 0 0,0 0 0 0 0,0 1 0 0 0,0 0 0 0 0,-17 0 0 0 0,93-1-6107 0 0,-40 0 3678 0 0,45-11 1 0 0,-35 4 767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37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80 11002 0 0,'6'-3'-52'0'0,"11"-7"1799"0"0,-1-1-1 0 0,0 0 1 0 0,26-25 0 0 0,-42 36-1700 0 0,0 0 0 0 0,1 0-1 0 0,-1 0 1 0 0,0 0 0 0 0,0 0-1 0 0,0 0 1 0 0,1-1 0 0 0,-1 1 0 0 0,0 0-1 0 0,0 0 1 0 0,0 0 0 0 0,0 0-1 0 0,1 0 1 0 0,-1-1 0 0 0,0 1 0 0 0,0 0-1 0 0,0 0 1 0 0,0 0 0 0 0,0 0-1 0 0,0-1 1 0 0,0 1 0 0 0,0 0-1 0 0,1 0 1 0 0,-1-1 0 0 0,0 1 0 0 0,0 0-1 0 0,0 0 1 0 0,0 0 0 0 0,0-1-1 0 0,0 1 1 0 0,0 0 0 0 0,0 0 0 0 0,0 0-1 0 0,0-1 1 0 0,0 1 0 0 0,-1 0-1 0 0,1 0 1 0 0,0-1 0 0 0,0 1 0 0 0,0 0-1 0 0,0 0 1 0 0,0 0 0 0 0,0 0-1 0 0,0-1 1 0 0,0 1 0 0 0,-1 0 0 0 0,1 0-1 0 0,-14 0 1024 0 0,-16 9-178 0 0,17-4-791 0 0,0 1 0 0 0,1 0 1 0 0,0 0-1 0 0,0 2 1 0 0,0-1-1 0 0,1 1 0 0 0,0 1 1 0 0,1 0-1 0 0,0 0 0 0 0,-15 20 1 0 0,24-28-100 0 0,0 1 1 0 0,0-1-1 0 0,0 1 1 0 0,0 0-1 0 0,0-1 1 0 0,1 1-1 0 0,-1 0 1 0 0,1 0-1 0 0,0-1 1 0 0,-1 1-1 0 0,1 0 1 0 0,0 0-1 0 0,0 0 1 0 0,0-1-1 0 0,0 1 1 0 0,0 0-1 0 0,0 0 1 0 0,1 2-1 0 0,1 0-14 0 0,-1 0 0 0 0,1-1 0 0 0,-1 0 0 0 0,1 1 0 0 0,0-1 0 0 0,0 0 0 0 0,0 0 0 0 0,5 5 0 0 0,2 1-61 0 0,2 1 0 0 0,-1-1-1 0 0,23 14 1 0 0,63 36-62 0 0,31 21-19 0 0,-113-71 231 0 0,-8-5 100 0 0,1 0 0 0 0,-1 1 0 0 0,0 0 0 0 0,0 0 0 0 0,8 9 0 0 0,-13-12-143 0 0,0 0 0 0 0,0-1 0 0 0,0 1 0 0 0,0 0 0 0 0,-1-1-1 0 0,1 1 1 0 0,0 0 0 0 0,-1 0 0 0 0,1 0 0 0 0,-1-1 0 0 0,0 1 0 0 0,1 0-1 0 0,-1 0 1 0 0,0 0 0 0 0,0 0 0 0 0,0 0 0 0 0,0 0 0 0 0,-1 0-1 0 0,1-1 1 0 0,0 1 0 0 0,-1 0 0 0 0,0 0 0 0 0,1 0 0 0 0,-1 0-1 0 0,0-1 1 0 0,0 1 0 0 0,-1 2 0 0 0,-3 3 103 0 0,0-1 0 0 0,0 0 0 0 0,0 0 0 0 0,-1-1 0 0 0,0 1 0 0 0,0-1 0 0 0,0-1 0 0 0,-1 1 0 0 0,0-1 0 0 0,1 0 0 0 0,-16 6 0 0 0,4-3-6 0 0,0-1 1 0 0,-1 0-1 0 0,-33 4 1 0 0,43-8-147 0 0,-1-1 0 0 0,1 0 0 0 0,-1-1 1 0 0,1 0-1 0 0,-1 0 0 0 0,0-1 0 0 0,1-1 1 0 0,0 0-1 0 0,-1 0 0 0 0,-11-4 0 0 0,15 3-1308 0 0,-1 0 0 0 0,1 0 0 0 0,0-1 0 0 0,0 0 0 0 0,-7-5 0 0 0,-3-5-6748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38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 3225 0 0,'-4'-3'3040'0'0,"3"3"-2063"0"0,-1 2-817 0 0,1-2-160 0 0,-1 1 0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39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72 8498 0 0,'8'-9'5578'0'0,"4"1"-4414"0"0,-10 7-1305 0 0,2-1 485 0 0,0 0-1 0 0,0 0 0 0 0,0 0 1 0 0,0 1-1 0 0,8-2 1 0 0,-11 2-206 0 0,0 1 0 0 0,1 0 1 0 0,-1-1-1 0 0,0 1 1 0 0,1 0-1 0 0,-1 0 1 0 0,1 0-1 0 0,-1 0 0 0 0,0 0 1 0 0,1 0-1 0 0,-1 0 1 0 0,1 1-1 0 0,-1-1 1 0 0,0 1-1 0 0,1-1 1 0 0,-1 1-1 0 0,0-1 0 0 0,0 1 1 0 0,2 0-1 0 0,-65-3-1464 0 0,21 1-1609 0 0,29 0 1987 0 0,0 1-1 0 0,0 0 1 0 0,1 1 0 0 0,-1 1-1 0 0,0 0 1 0 0,0 0-1 0 0,-13 5 1 0 0,12-2 600 0 0,1 0 0 0 0,1 1 0 0 0,-20 13 0 0 0,28-17 384 0 0,-5 3 799 0 0,0 1 1 0 0,-1-1-1 0 0,1-1 0 0 0,-1 0 1 0 0,-9 4-1 0 0,35-11 5653 0 0,24 0-4086 0 0,22-2-2096 0 0,292-46 1554 0 0,-23-2-1343 0 0,-263 44-684 0 0,-107 27-8943 0 0,20-13 6793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39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17 127 11835 0 0,'-15'-7'1419'0'0,"15"7"-1307"0"0,0 0-1 0 0,0 0 0 0 0,0 0 1 0 0,0 0-1 0 0,0-1 0 0 0,-1 1 1 0 0,1 0-1 0 0,0 0 0 0 0,0-1 1 0 0,0 1-1 0 0,0 0 0 0 0,0 0 1 0 0,0-1-1 0 0,0 1 1 0 0,0 0-1 0 0,0 0 0 0 0,0-1 1 0 0,0 1-1 0 0,0 0 0 0 0,0 0 1 0 0,0-1-1 0 0,0 1 0 0 0,0 0 1 0 0,0 0-1 0 0,0-1 0 0 0,0 1 1 0 0,0 0-1 0 0,0 0 0 0 0,0 0 1 0 0,0-1-1 0 0,1 1 0 0 0,0-1 190 0 0,0 0 0 0 0,0 0-1 0 0,0 0 1 0 0,1 0 0 0 0,-1 0-1 0 0,0 0 1 0 0,0 0-1 0 0,1 1 1 0 0,-1-1 0 0 0,1 1-1 0 0,-1-1 1 0 0,1 1-1 0 0,-1-1 1 0 0,0 1 0 0 0,3 0-1 0 0,30-3 561 0 0,0 2 0 0 0,52 6 0 0 0,-56-2-802 0 0,0-2 0 0 0,1 0-1 0 0,52-8 1 0 0,-35-3 96 0 0,0-3 0 0 0,48-19-1 0 0,-74 25-72 0 0,33-15-1628 0 0,-42 11-2039 0 0,-8 5 1497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39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139 340 10138 0 0,'-14'2'800'0'0,"1"1"0"0"0,0 0 0 0 0,0 1 0 0 0,0 1 0 0 0,-14 7 0 0 0,14-4-18 0 0,10-6-377 0 0,1 0-1 0 0,-1-1 1 0 0,0 1-1 0 0,0 0 1 0 0,0-1 0 0 0,0 0-1 0 0,0 0 1 0 0,-4 2-1 0 0,7-4-318 0 0,-1 1-1 0 0,1-1 1 0 0,0 1-1 0 0,0 0 1 0 0,0-1-1 0 0,-1 1 1 0 0,1 0-1 0 0,0-1 1 0 0,0 1-1 0 0,0-1 1 0 0,0 1-1 0 0,0 0 1 0 0,0-1-1 0 0,0 1 1 0 0,0-1-1 0 0,0 1 1 0 0,0-1-1 0 0,0 1 1 0 0,0 0-1 0 0,0-1 1 0 0,0 1-1 0 0,0-1 1 0 0,1 1-1 0 0,-1 0 1 0 0,0-1-1 0 0,0 1 1 0 0,0 0-1 0 0,1-1 1 0 0,-1 1-1 0 0,0 0 1 0 0,0-1-1 0 0,1 1 1 0 0,-1 0-1 0 0,1-1 1 0 0,9-16 393 0 0,11-5-394 0 0,1 0 0 0 0,0 1-1 0 0,2 2 1 0 0,0 0 0 0 0,1 2 0 0 0,1 0 0 0 0,1 2 0 0 0,29-12 0 0 0,38-13-93 0 0,103-27 1 0 0,-170 58 46 0 0,35-8-2 0 0,0 2 1 0 0,1 2-1 0 0,1 4 0 0 0,122-3 1 0 0,-176 12 14 0 0,25 1 274 0 0,-33-1-310 0 0,1 1 1 0 0,-1-1-1 0 0,0 0 0 0 0,0 1 0 0 0,0-1 1 0 0,0 1-1 0 0,0 0 0 0 0,0 0 0 0 0,0 0 1 0 0,0 0-1 0 0,0 0 0 0 0,3 2 0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40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26 170 9674 0 0,'-3'-3'63'0'0,"-17"-17"1314"0"0,20 20-1291 0 0,0-1 0 0 0,-1 1 0 0 0,1-1-1 0 0,0 1 1 0 0,0-1 0 0 0,-1 1 0 0 0,1-1 0 0 0,0 1 0 0 0,0-1-1 0 0,0 1 1 0 0,0-1 0 0 0,0 1 0 0 0,-1-1 0 0 0,1 1 0 0 0,0-1-1 0 0,0 1 1 0 0,0-1 0 0 0,0 1 0 0 0,1-1 0 0 0,-1 1 0 0 0,0-1-1 0 0,0 1 1 0 0,0-1 0 0 0,0 1 0 0 0,0-1 0 0 0,1 1 0 0 0,-1-1-1 0 0,0 1 1 0 0,1 0 0 0 0,-1-1 0 0 0,0 1 0 0 0,0-1-1 0 0,1 1 1 0 0,-1 0 0 0 0,1-1 0 0 0,-1 1 0 0 0,0 0 0 0 0,1-1-1 0 0,-1 1 1 0 0,1 0 0 0 0,-1 0 0 0 0,1-1 0 0 0,-1 1 0 0 0,1 0-1 0 0,-1 0 1 0 0,1 0 0 0 0,0 0 0 0 0,0-1-28 0 0,1 1 0 0 0,-1 0 0 0 0,1 0 0 0 0,-1 0 0 0 0,1 0 0 0 0,-1 0 0 0 0,1 0 1 0 0,-1 1-1 0 0,0-1 0 0 0,1 0 0 0 0,-1 1 0 0 0,1-1 0 0 0,-1 1 0 0 0,0-1 0 0 0,1 1 0 0 0,-1 0 0 0 0,0 0 0 0 0,0 0 0 0 0,0-1 0 0 0,0 1 1 0 0,1 0-1 0 0,-1 0 0 0 0,0 0 0 0 0,-1 1 0 0 0,1-1 0 0 0,0 0 0 0 0,1 2 0 0 0,21 37 503 0 0,-22-38-521 0 0,71 181 1188 0 0,-70-182-1171 0 0,1-8 2 0 0,2-17 30 0 0,-4 16-80 0 0,13-40 712 0 0,26-64 0 0 0,-13 41-78 0 0,-24 63-579 0 0,0 0-1 0 0,0 0 1 0 0,1 0-1 0 0,0 1 0 0 0,0 0 1 0 0,0 0-1 0 0,1 0 0 0 0,1 0 1 0 0,-1 0-1 0 0,1 1 0 0 0,10-9 1 0 0,-14 14-44 0 0,-1 1 0 0 0,1-1 0 0 0,-1 0 0 0 0,0 1 0 0 0,1-1 0 0 0,-1 1 0 0 0,1 0 0 0 0,-1-1 0 0 0,1 1 0 0 0,-1 0 0 0 0,1 0 0 0 0,0 0 0 0 0,-1 0 0 0 0,1 0 0 0 0,-1 0 0 0 0,1 0 0 0 0,-1 1 1 0 0,1-1-1 0 0,1 1 0 0 0,0 0 9 0 0,0 1 0 0 0,0 0-1 0 0,0-1 1 0 0,0 1 0 0 0,0 0 0 0 0,-1 0 0 0 0,1 1 0 0 0,3 3 0 0 0,3 4 60 0 0,-1 1-1 0 0,-1 0 0 0 0,10 16 0 0 0,-16-25-70 0 0,6 10 78 0 0,-1 1 0 0 0,-1-1 0 0 0,7 21 0 0 0,-10-27-86 0 0,-1 0 0 0 0,0 0 0 0 0,0 0 0 0 0,0-1 0 0 0,-1 1 0 0 0,0 0 0 0 0,0 0 0 0 0,0 0 0 0 0,-1 0 1 0 0,-2 10-1 0 0,0 2-1167 0 0,5-7-6930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41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35 443 6913 0 0,'11'-2'1959'0'0,"-1"0"0"0"0,19-7 0 0 0,-21 5-1511 0 0,0 0 0 0 0,0 0-1 0 0,0-1 1 0 0,-1 0 0 0 0,1 0 0 0 0,-1 0 0 0 0,-1-1 0 0 0,1 0-1 0 0,-1-1 1 0 0,0 1 0 0 0,5-9 0 0 0,-8 12-421 0 0,8-11 364 0 0,0-1 1 0 0,-2 0-1 0 0,1 0 1 0 0,12-31-1 0 0,-20 41-324 0 0,0 0-1 0 0,-1 0 1 0 0,0 0-1 0 0,0 0 1 0 0,0 0-1 0 0,-1 0 1 0 0,0 0-1 0 0,0 0 0 0 0,0 0 1 0 0,0 0-1 0 0,-1 0 1 0 0,0 0-1 0 0,0 0 1 0 0,0 0-1 0 0,0 1 1 0 0,-1-1-1 0 0,0 0 0 0 0,0 1 1 0 0,-1-1-1 0 0,1 1 1 0 0,-1 0-1 0 0,-4-6 1 0 0,4 6-71 0 0,1 1 1 0 0,-1 0-1 0 0,0 0 1 0 0,0 0-1 0 0,0 0 1 0 0,0 1-1 0 0,-1-1 1 0 0,1 1-1 0 0,-1 0 1 0 0,1 0-1 0 0,-1 0 1 0 0,0 1-1 0 0,0-1 1 0 0,0 1-1 0 0,-5-1 1 0 0,6 1-2 0 0,0 1 0 0 0,-1 0 0 0 0,1 0 0 0 0,0 0 0 0 0,0 0 0 0 0,-1 1 0 0 0,1-1 0 0 0,0 1 0 0 0,0 0 0 0 0,0 0 0 0 0,0 0 0 0 0,0 1 0 0 0,0-1-1 0 0,0 1 1 0 0,0-1 0 0 0,1 1 0 0 0,-1 0 0 0 0,0 0 0 0 0,1 0 0 0 0,-4 4 0 0 0,-4 5-41 0 0,1 1 0 0 0,0 0-1 0 0,0 0 1 0 0,1 1 0 0 0,0 0 0 0 0,2 1-1 0 0,-1 0 1 0 0,2 0 0 0 0,0 0 0 0 0,-4 19-1 0 0,5-16 27 0 0,0 0-1 0 0,2 0 0 0 0,0 0 1 0 0,1 1-1 0 0,1-1 0 0 0,1 0 1 0 0,0 1-1 0 0,7 28 0 0 0,-7-41 20 0 0,0 0-1 0 0,1-1 1 0 0,0 0-1 0 0,0 1 0 0 0,0-1 1 0 0,1 0-1 0 0,-1 0 0 0 0,1 0 1 0 0,0-1-1 0 0,0 1 0 0 0,1-1 1 0 0,-1 1-1 0 0,1-1 0 0 0,-1 0 1 0 0,1 0-1 0 0,0-1 0 0 0,0 1 1 0 0,0-1-1 0 0,1 0 0 0 0,-1 0 1 0 0,5 1-1 0 0,-2-1 5 0 0,-1 0-1 0 0,0 0 0 0 0,1-1 1 0 0,0 0-1 0 0,-1 0 1 0 0,1-1-1 0 0,0 0 1 0 0,-1 0-1 0 0,1 0 0 0 0,0-1 1 0 0,-1 0-1 0 0,1-1 1 0 0,-1 1-1 0 0,11-5 0 0 0,-4 0 61 0 0,1 0 0 0 0,-1-1 0 0 0,0-1 0 0 0,-1 0 0 0 0,0-1 0 0 0,0 0 0 0 0,15-16 0 0 0,-20 17-15 0 0,0 1-1 0 0,-1-2 1 0 0,0 1-1 0 0,-1-1 1 0 0,0 1-1 0 0,0-2 1 0 0,-1 1-1 0 0,0 0 1 0 0,0-1-1 0 0,-1 0 1 0 0,3-18-1 0 0,-3 0 365 0 0,0-52 0 0 0,-3 17 79 0 0,0 61-477 0 0,0 0-1 0 0,1 0 1 0 0,-1 0-1 0 0,0 0 1 0 0,1 0-1 0 0,-1 0 1 0 0,1 0-1 0 0,0 0 1 0 0,0 1-1 0 0,1-4 1 0 0,-2 5-12 0 0,0 0 0 0 0,0 0 1 0 0,1-1-1 0 0,-1 1 0 0 0,0 0 0 0 0,0 0 0 0 0,0 0 1 0 0,0 0-1 0 0,0 0 0 0 0,1 0 0 0 0,-1-1 1 0 0,0 1-1 0 0,0 0 0 0 0,0 0 0 0 0,0 0 0 0 0,1 0 1 0 0,-1 0-1 0 0,0 0 0 0 0,0 0 0 0 0,0 0 0 0 0,1 0 1 0 0,-1 0-1 0 0,0 0 0 0 0,0 0 0 0 0,0 0 1 0 0,1 0-1 0 0,-1 0 0 0 0,0 0 0 0 0,0 0 0 0 0,0 0 1 0 0,1 0-1 0 0,-1 0 0 0 0,0 0 0 0 0,0 1 1 0 0,8 10 30 0 0,-1 13-33 0 0,0-1 0 0 0,3 28 0 0 0,-7-34 0 0 0,0 0 0 0 0,2 1 0 0 0,-1-1 0 0 0,2-1 0 0 0,0 1 0 0 0,10 17 0 0 0,-14-32-5 0 0,-1 1 0 0 0,1-1 0 0 0,-1 1 0 0 0,1-1 0 0 0,0 1 0 0 0,0-1 0 0 0,0 0 0 0 0,0 0 0 0 0,1 0 0 0 0,-1 0 0 0 0,0-1 0 0 0,1 1 0 0 0,-1 0 0 0 0,1-1 0 0 0,0 0 0 0 0,-1 0-1 0 0,1 0 1 0 0,0 0 0 0 0,0 0 0 0 0,0 0 0 0 0,4 0 0 0 0,-4-1 1 0 0,0-1-1 0 0,0 1 0 0 0,0-1 0 0 0,0 0 1 0 0,0 1-1 0 0,0-2 0 0 0,0 1 0 0 0,0 0 1 0 0,0 0-1 0 0,0-1 0 0 0,0 0 1 0 0,-1 1-1 0 0,1-1 0 0 0,0 0 0 0 0,-1 0 1 0 0,0-1-1 0 0,0 1 0 0 0,1 0 0 0 0,2-5 1 0 0,3-4 101 0 0,-1 0 1 0 0,0 0 0 0 0,0-1 0 0 0,-1 0 0 0 0,-1 0 0 0 0,0 0 0 0 0,-1-1-1 0 0,0 1 1 0 0,-1-1 0 0 0,3-16 0 0 0,-7 32-36 0 0,-1 13 7 0 0,1-1 0 0 0,0 1 1 0 0,2 20-1 0 0,-1-32-70 0 0,1-1 0 0 0,-1 1 0 0 0,0 0-1 0 0,1-1 1 0 0,0 1 0 0 0,0-1 0 0 0,0 1 0 0 0,0-1 0 0 0,1 1 0 0 0,-1-1 0 0 0,1 0 0 0 0,0 0 0 0 0,0 0 0 0 0,0 0 0 0 0,0 0 0 0 0,0 0 0 0 0,1-1 0 0 0,-1 1 0 0 0,1-1 0 0 0,0 1-1 0 0,0-1 1 0 0,0 0 0 0 0,4 3 0 0 0,-3-5-4 0 0,0 1 0 0 0,-1 0 0 0 0,1-1-1 0 0,0 0 1 0 0,0 0 0 0 0,0 0 0 0 0,-1 0-1 0 0,1-1 1 0 0,0 1 0 0 0,-1-1 0 0 0,1 0-1 0 0,4-2 1 0 0,42-18 23 0 0,-40 16 94 0 0,-1-1 1 0 0,0 0-1 0 0,-1-1 1 0 0,1 0-1 0 0,-1 0 1 0 0,-1 0-1 0 0,11-14 1 0 0,-14 16 23 0 0,0-1 1 0 0,0 1-1 0 0,-1-1 1 0 0,0 0-1 0 0,0 0 1 0 0,-1 0-1 0 0,1 0 1 0 0,-1 0-1 0 0,-1-1 1 0 0,1 1-1 0 0,-1-1 1 0 0,0 1-1 0 0,-1-12 1 0 0,0 5-146 0 0,-1-1 0 0 0,0 1 0 0 0,-1-1 1 0 0,0 1-1 0 0,-2 0 0 0 0,1 0 0 0 0,-2 0 0 0 0,0 0 0 0 0,0 1 1 0 0,-1-1-1 0 0,0 2 0 0 0,-1-1 0 0 0,-1 1 0 0 0,0 0 0 0 0,-16-17 0 0 0,47 35-6545 0 0,-9-1 4536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41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 15091 0 0,'-1'-1'90'0'0,"0"1"0"0"0,0 0-1 0 0,1-1 1 0 0,-1 1-1 0 0,0 0 1 0 0,0 0 0 0 0,0-1-1 0 0,0 1 1 0 0,0 0 0 0 0,0 0-1 0 0,0 0 1 0 0,0 0 0 0 0,0 0-1 0 0,0 1 1 0 0,1-1 0 0 0,-1 0-1 0 0,0 0 1 0 0,0 1 0 0 0,0-1-1 0 0,0 0 1 0 0,0 1-1 0 0,0-1 1 0 0,1 1 0 0 0,-1-1-1 0 0,0 1 1 0 0,0-1 0 0 0,1 1-1 0 0,-2 1 1 0 0,0 1 79 0 0,1 0 0 0 0,0 0 0 0 0,0-1-1 0 0,0 1 1 0 0,0 1 0 0 0,1-1 0 0 0,-1 4 0 0 0,-1 1-32 0 0,-1 23 306 0 0,0 0 1 0 0,2 0 0 0 0,4 33-1 0 0,-1-14-225 0 0,-2-3-27 0 0,3 0 0 0 0,15 84-1 0 0,-16-122-167 0 0,1 0 1 0 0,0 0-1 0 0,1 0 0 0 0,0-1 0 0 0,0 1 0 0 0,1-1 0 0 0,0 0 0 0 0,0 0 0 0 0,1-1 0 0 0,0 0 0 0 0,1 0 0 0 0,12 11 1 0 0,-16-15-48 0 0,1 0 1 0 0,0-1-1 0 0,0 1 1 0 0,0-1-1 0 0,0 0 1 0 0,0 0-1 0 0,0 0 1 0 0,1 0 0 0 0,-1-1-1 0 0,1 0 1 0 0,-1 0-1 0 0,1 0 1 0 0,-1-1-1 0 0,1 1 1 0 0,0-1 0 0 0,-1 0-1 0 0,1 0 1 0 0,0-1-1 0 0,-1 0 1 0 0,1 1-1 0 0,-1-1 1 0 0,1-1-1 0 0,-1 1 1 0 0,0-1 0 0 0,1 0-1 0 0,-1 0 1 0 0,7-4-1 0 0,-5 2-156 0 0,-2 2-163 0 0,-1 0 0 0 0,1-1 0 0 0,-1 1 0 0 0,1-1-1 0 0,-1 0 1 0 0,3-3 0 0 0,4-6-1674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41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22 6449 0 0,'-1'-12'919'0'0,"-5"3"5199"0"0,5 9-5893 0 0,1 0 0 0 0,-1 0 0 0 0,1 0 0 0 0,-1 0 1 0 0,1 0-1 0 0,0 0 0 0 0,-1 0 0 0 0,1 0 1 0 0,-1 0-1 0 0,1 0 0 0 0,-1 0 0 0 0,1 0 1 0 0,0 0-1 0 0,-1 1 0 0 0,1-1 0 0 0,-1 0 0 0 0,1 0 1 0 0,0 0-1 0 0,-1 1 0 0 0,1-1 0 0 0,-1 0 1 0 0,1 1-1 0 0,0-1 0 0 0,-9 10-573 0 0,6-4 485 0 0,0 0 0 0 0,1 0 0 0 0,0 0 1 0 0,-1 0-1 0 0,2 1 0 0 0,-1-1 1 0 0,1 0-1 0 0,0 1 0 0 0,0-1 0 0 0,1 1 1 0 0,0-1-1 0 0,0 1 0 0 0,1 7 0 0 0,0-10-208 0 0,-1 1-1 0 0,1-1 0 0 0,0 0 1 0 0,0 0-1 0 0,0 0 0 0 0,0 0 0 0 0,1 0 1 0 0,0-1-1 0 0,0 1 0 0 0,0 0 1 0 0,0-1-1 0 0,0 1 0 0 0,1-1 0 0 0,-1 0 1 0 0,1 0-1 0 0,0 0 0 0 0,0 0 1 0 0,1 0-1 0 0,-1 0 0 0 0,0-1 0 0 0,7 4 1 0 0,-4-5-1139 0 0,1-1-55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41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13 14283 0 0,'-3'-7'1272'0'0,"0"3"-1016"0"0,2 2-256 0 0,1 5 224 0 0,-2-3 0 0 0,0-1 1 0 0,-2-1-1 0 0,-3 5 40 0 0,-2 3 8 0 0,3 5 0 0 0,-3 2 0 0 0,2 7-600 0 0,1 2-120 0 0,1 0-32 0 0,1 3-1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42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97 11522 0 0,'-2'56'2160'0'0,"1"-30"-2107"0"0,0 0 1 0 0,2 0 0 0 0,5 27-1 0 0,-6-52-13 0 0,0 0 0 0 0,0 0 0 0 0,0-1 0 0 0,0 1 0 0 0,0 0 1 0 0,0 0-1 0 0,0-1 0 0 0,1 1 0 0 0,-1 0 0 0 0,0 0 0 0 0,1-1 0 0 0,-1 1 0 0 0,1 0 0 0 0,-1-1 0 0 0,1 1 0 0 0,-1 0 0 0 0,1-1 0 0 0,-1 1 0 0 0,1-1 0 0 0,1 2 0 0 0,-2-2 29 0 0,1 0-1 0 0,-1 0 1 0 0,1 0-1 0 0,-1 0 1 0 0,1 0-1 0 0,-1-1 1 0 0,1 1-1 0 0,-1 0 1 0 0,0 0-1 0 0,1 0 1 0 0,-1 0-1 0 0,1-1 1 0 0,-1 1-1 0 0,1 0 1 0 0,-1 0-1 0 0,1-1 1 0 0,-1 1-1 0 0,0 0 1 0 0,1-1-1 0 0,-1 1 1 0 0,0 0-1 0 0,1-1 1 0 0,-1 0-1 0 0,3-2 176 0 0,-1 0 0 0 0,0 0 0 0 0,-1 0 0 0 0,1 0-1 0 0,-1-1 1 0 0,1 1 0 0 0,1-7 0 0 0,4-29 984 0 0,-4 12-507 0 0,2 0 0 0 0,1 0 0 0 0,1 1 0 0 0,2 0-1 0 0,11-27 1 0 0,-18 51-667 0 0,-1-1-1 0 0,1 0 0 0 0,0 0 1 0 0,0 1-1 0 0,0-1 1 0 0,0 1-1 0 0,0-1 1 0 0,0 1-1 0 0,1 0 0 0 0,-1 0 1 0 0,1 0-1 0 0,-1 0 1 0 0,5-1-1 0 0,-6 2-48 0 0,1 1 0 0 0,-1-1-1 0 0,0 1 1 0 0,1 0 0 0 0,-1 0-1 0 0,1 0 1 0 0,-1-1 0 0 0,1 1-1 0 0,-1 1 1 0 0,1-1 0 0 0,-1 0-1 0 0,1 0 1 0 0,-1 0 0 0 0,1 1-1 0 0,-1-1 1 0 0,1 1 0 0 0,-1-1-1 0 0,0 1 1 0 0,1 0 0 0 0,-1-1-1 0 0,0 1 1 0 0,1 0 0 0 0,-1 0-1 0 0,0 0 1 0 0,0 0 0 0 0,0 0-1 0 0,0 0 1 0 0,0 0 0 0 0,1 2-1 0 0,9 10 1 0 0,-1 0-1 0 0,-1 0 0 0 0,0 1 0 0 0,0 0 0 0 0,-2 1 1 0 0,8 20-1 0 0,-12-27-71 0 0,0 1-1 0 0,-1 0 1 0 0,0-1 0 0 0,-1 1 0 0 0,0 0-1 0 0,0 0 1 0 0,-1 0 0 0 0,0 0-1 0 0,0 0 1 0 0,-1-1 0 0 0,-1 1 0 0 0,1 0-1 0 0,-5 12 1 0 0,6-21 5 0 0,0-1 0 0 0,0 1 0 0 0,0 0 0 0 0,1 0 0 0 0,-1 0 0 0 0,0 0 1 0 0,0 0-1 0 0,0 0 0 0 0,0 0 0 0 0,0 0 0 0 0,0 0 0 0 0,0 0 0 0 0,0 0 0 0 0,0 0 0 0 0,1 0 0 0 0,-1 0 0 0 0,0 0 0 0 0,0 0 0 0 0,0 0 0 0 0,0 0 0 0 0,0 0 1 0 0,0 0-1 0 0,0 0 0 0 0,0 0 0 0 0,1 0 0 0 0,-1 0 0 0 0,0 0 0 0 0,0 0 0 0 0,0 0 0 0 0,0 1 0 0 0,0-1 0 0 0,0 0 0 0 0,0 0-124 0 0,0 0 124 0 0,0 0 1 0 0,0 0-1 0 0,1 0 0 0 0,-1 0 0 0 0,0 0 0 0 0,0 0 0 0 0,0 1 0 0 0,0-1 0 0 0,0 0 0 0 0,0 0 0 0 0,0 0 0 0 0,0 0 0 0 0,0 0 0 0 0,0 0 0 0 0,0 0 0 0 0,0 0 1 0 0,0 1-1 0 0,0-1 0 0 0,0 0 0 0 0,0 0 0 0 0,0 0 0 0 0,8-6-4538 0 0,-8 5 4142 0 0,4-2-1622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42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86 318 5529 0 0,'49'-35'8766'0'0,"0"-5"-5219"0"0,-39 32-3131 0 0,-2-1 0 0 0,1 0 0 0 0,-1-1 0 0 0,0 0 1 0 0,-1 0-1 0 0,0 0 0 0 0,10-21 0 0 0,-15 24-287 0 0,0 1 0 0 0,0-1 0 0 0,-1 0 0 0 0,0 1 0 0 0,0-1 0 0 0,0 0 0 0 0,-1 0 1 0 0,0 0-1 0 0,0 0 0 0 0,-1 1 0 0 0,0-1 0 0 0,0 0 0 0 0,-3-7 0 0 0,4 11-97 0 0,-1 1 1 0 0,0 0-1 0 0,0-1 1 0 0,0 1-1 0 0,0 0 0 0 0,0 0 1 0 0,0 0-1 0 0,-1 0 1 0 0,1 0-1 0 0,-1 0 1 0 0,1 0-1 0 0,-1 0 1 0 0,0 1-1 0 0,0-1 1 0 0,0 1-1 0 0,0-1 0 0 0,0 1 1 0 0,0 0-1 0 0,0-1 1 0 0,0 1-1 0 0,-1 0 1 0 0,1 0-1 0 0,0 1 1 0 0,-1-1-1 0 0,1 1 1 0 0,0-1-1 0 0,-1 1 0 0 0,1-1 1 0 0,-1 1-1 0 0,1 0 1 0 0,-1 0-1 0 0,1 1 1 0 0,0-1-1 0 0,-1 0 1 0 0,1 1-1 0 0,-1-1 0 0 0,1 1 1 0 0,0 0-1 0 0,-3 1 1 0 0,-4 2-29 0 0,0 1 0 0 0,0-1 0 0 0,1 1 0 0 0,0 1 0 0 0,0 0-1 0 0,0 0 1 0 0,1 0 0 0 0,0 1 0 0 0,0 0 0 0 0,0 1 0 0 0,1-1 0 0 0,0 1 0 0 0,-8 17 0 0 0,3-6-39 0 0,1 1 0 0 0,1 1-1 0 0,1-1 1 0 0,1 1 0 0 0,-5 25 0 0 0,8-27-5 0 0,1 1 1 0 0,0 0-1 0 0,2-1 0 0 0,0 1 1 0 0,1 0-1 0 0,1 0 0 0 0,6 30 1 0 0,-6-44 34 0 0,1 1-1 0 0,0-1 1 0 0,0 0 0 0 0,1 0 0 0 0,-1 0 0 0 0,1 0-1 0 0,1 0 1 0 0,-1-1 0 0 0,1 0 0 0 0,0 1 0 0 0,7 6-1 0 0,-7-9 4 0 0,0 0 0 0 0,0 0 0 0 0,0 0-1 0 0,1 0 1 0 0,-1-1 0 0 0,1 0-1 0 0,0 0 1 0 0,0 0 0 0 0,0-1-1 0 0,0 1 1 0 0,0-1 0 0 0,0 0-1 0 0,0 0 1 0 0,0-1 0 0 0,0 0-1 0 0,8 0 1 0 0,3-1 11 0 0,0-1 1 0 0,0-1-1 0 0,0 0 0 0 0,0-1 1 0 0,0-1-1 0 0,27-12 0 0 0,-6-1 238 0 0,52-34 0 0 0,-86 50-198 0 0,0 0-1 0 0,-1 0 1 0 0,1 0 0 0 0,0-1 0 0 0,-1 1 0 0 0,1-1 0 0 0,-1 0-1 0 0,0 0 1 0 0,0 0 0 0 0,0 0 0 0 0,0 0 0 0 0,1-5-1 0 0,-2 7-118 0 0,-1 0 0 0 0,0 0 0 0 0,0 0 0 0 0,1 0 0 0 0,-1 0-1 0 0,0 0 1 0 0,0 0 0 0 0,0-1 0 0 0,0 1 0 0 0,0 0 0 0 0,-1 0-1 0 0,1 0 1 0 0,0 0 0 0 0,0 0 0 0 0,-1 0 0 0 0,1 0 0 0 0,-1 0-1 0 0,1 0 1 0 0,-1 0 0 0 0,1 0 0 0 0,-1 0 0 0 0,0 0 0 0 0,1 0-1 0 0,-1 0 1 0 0,0 0 0 0 0,0 1 0 0 0,0-1 0 0 0,1 0 0 0 0,-1 0-1 0 0,0 1 1 0 0,0-1 0 0 0,0 1 0 0 0,0-1 0 0 0,0 1 0 0 0,0-1-1 0 0,0 1 1 0 0,0 0 0 0 0,-1-1 0 0 0,1 1 0 0 0,0 0 0 0 0,-2 0-1 0 0,-9-3-7865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1:49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95 5985 0 0,'0'-1'163'0'0,"-11"-32"6196"0"0,10 32-6178 0 0,1 0 0 0 0,-1 0-1 0 0,1 0 1 0 0,-1 0 0 0 0,1 0-1 0 0,-1 0 1 0 0,0 0 0 0 0,1 0-1 0 0,-1 0 1 0 0,0 1 0 0 0,0-1-1 0 0,0 0 1 0 0,1 0 0 0 0,-1 1-1 0 0,0-1 1 0 0,0 1 0 0 0,0-1-1 0 0,0 1 1 0 0,0-1 0 0 0,0 1-1 0 0,0 0 1 0 0,0-1 0 0 0,0 1-1 0 0,-1 0 1 0 0,1 0 0 0 0,0 0-1 0 0,0 0 1 0 0,0 0 0 0 0,0 0-1 0 0,-1 0 1 0 0,1 0-124 0 0,0 1 1 0 0,1-1 0 0 0,-1 1-1 0 0,1-1 1 0 0,-1 0-1 0 0,1 1 1 0 0,0-1 0 0 0,-1 1-1 0 0,1-1 1 0 0,-1 1-1 0 0,1-1 1 0 0,0 1-1 0 0,-1 0 1 0 0,1-1 0 0 0,0 1-1 0 0,0-1 1 0 0,0 1-1 0 0,-1 0 1 0 0,1-1 0 0 0,0 1-1 0 0,0 0 1 0 0,0-1-1 0 0,0 1 1 0 0,0 0 0 0 0,0-1-1 0 0,0 1 1 0 0,0-1-1 0 0,0 1 1 0 0,0 0-1 0 0,1-1 1 0 0,-1 1 0 0 0,0 0-1 0 0,0-1 1 0 0,1 1-1 0 0,-1-1 1 0 0,0 1 0 0 0,1 0-1 0 0,12 24 99 0 0,2 0-138 0 0,-1 1 0 0 0,-1 0 0 0 0,15 48-1 0 0,17 86 222 0 0,-37-128-173 0 0,42 132 140 0 0,-49-163-201 0 0,-1-1 0 0 0,0 1 1 0 0,0 0-1 0 0,0-1 0 0 0,0 1 0 0 0,1 0 0 0 0,-1-1 1 0 0,0 1-1 0 0,1 0 0 0 0,-1-1 0 0 0,0 1 1 0 0,1-1-1 0 0,-1 1 0 0 0,1-1 0 0 0,-1 1 0 0 0,1-1 1 0 0,-1 1-1 0 0,1-1 0 0 0,-1 1 0 0 0,1-1 1 0 0,0 1-1 0 0,-1-1 0 0 0,1 0 0 0 0,-1 1 0 0 0,1-1 1 0 0,0 0-1 0 0,-1 0 0 0 0,1 0 0 0 0,1 1 1 0 0,-1-2 1 0 0,0 1 0 0 0,0-1 1 0 0,0 1-1 0 0,0-1 0 0 0,0 1 1 0 0,0-1-1 0 0,0 0 0 0 0,-1 1 1 0 0,1-1-1 0 0,0 0 0 0 0,0 0 1 0 0,0 0-1 0 0,-1 0 0 0 0,1 0 1 0 0,1-1-1 0 0,2-7 84 0 0,1 1-1 0 0,-1-1 1 0 0,3-10-1 0 0,34-131 1244 0 0,3-11-284 0 0,-18 91-729 0 0,-12 35-189 0 0,-2 0 0 0 0,14-62 0 0 0,-26 97-128 0 0,0 0 1 0 0,0 0 0 0 0,1-1 0 0 0,-1 1 0 0 0,0 0-1 0 0,0 0 1 0 0,0 0 0 0 0,0-1 0 0 0,0 1-1 0 0,0 0 1 0 0,0 0 0 0 0,0 0 0 0 0,0-1 0 0 0,0 1-1 0 0,0 0 1 0 0,0 0 0 0 0,0 0 0 0 0,0-1 0 0 0,0 1-1 0 0,-1 0 1 0 0,1 0 0 0 0,0 0 0 0 0,0 0-1 0 0,0-1 1 0 0,0 1 0 0 0,0 0 0 0 0,0 0 0 0 0,0 0-1 0 0,-1 0 1 0 0,1-1 0 0 0,0 1 0 0 0,0 0-1 0 0,0 0 1 0 0,0 0 0 0 0,-1 0 0 0 0,1 0 0 0 0,0 0-1 0 0,0 0 1 0 0,0 0 0 0 0,0 0 0 0 0,-1-1 0 0 0,1 1-1 0 0,0 0 1 0 0,0 0 0 0 0,0 0 0 0 0,-1 0-1 0 0,1 0 1 0 0,0 0 0 0 0,0 0 0 0 0,-1 1-16 0 0,0-1 1 0 0,1 0 0 0 0,-1 1-1 0 0,1-1 1 0 0,-1 0-1 0 0,1 1 1 0 0,-1-1 0 0 0,1 1-1 0 0,0-1 1 0 0,-1 1-1 0 0,1-1 1 0 0,-1 1 0 0 0,1-1-1 0 0,0 1 1 0 0,0-1-1 0 0,-1 1 1 0 0,1-1 0 0 0,0 1-1 0 0,0-1 1 0 0,-1 1-1 0 0,1 0 1 0 0,0 0 0 0 0,0 0-179 0 0,-1 0 81 0 0,1 0 1 0 0,-1 0-1 0 0,1 1 1 0 0,-1-1-1 0 0,1 0 1 0 0,0 0-1 0 0,-1 0 0 0 0,1 1 1 0 0,0-1-1 0 0,0 0 1 0 0,0 0-1 0 0,0 0 1 0 0,0 1-1 0 0,0-1 0 0 0,1 2 1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2:24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178 193 13363 0 0,'-2'0'48'0'0,"-29"-3"934"0"0,30 2-957 0 0,-1 1-1 0 0,1 0 1 0 0,-1 0 0 0 0,1-1-1 0 0,-1 1 1 0 0,1-1-1 0 0,-1 0 1 0 0,1 1-1 0 0,0-1 1 0 0,-1 0 0 0 0,1 0-1 0 0,0 0 1 0 0,0 0-1 0 0,-1 0 1 0 0,1 0 0 0 0,-2-2-1 0 0,1-1 0 0 0,1 1 1 0 0,-1-1-1 0 0,1 0 0 0 0,0 1 0 0 0,0-1 1 0 0,0 0-1 0 0,0 0 0 0 0,1 1 0 0 0,-1-1 1 0 0,1 0-1 0 0,0 0 0 0 0,0 0 0 0 0,1 0 1 0 0,-1 0-1 0 0,1 1 0 0 0,1-8 0 0 0,0 7 36 0 0,1-1 0 0 0,-1 0 0 0 0,0 1 0 0 0,1-1 0 0 0,0 1 1 0 0,0 0-1 0 0,1 0 0 0 0,-1 0 0 0 0,1 0 0 0 0,0 1 0 0 0,5-5 0 0 0,0 2 34 0 0,0 0 0 0 0,1 0 0 0 0,0 1 0 0 0,0 0 1 0 0,0 1-1 0 0,1 0 0 0 0,0 0 0 0 0,-1 1 0 0 0,1 1 0 0 0,21-3 1 0 0,-10 5-54 0 0,0 0 0 0 0,1 2 0 0 0,-1 0 1 0 0,0 2-1 0 0,-1 0 0 0 0,1 2 0 0 0,33 12 1 0 0,-16-2 48 0 0,0 2 0 0 0,70 46 0 0 0,-101-60-90 0 0,-1 1 1 0 0,0 0-1 0 0,-1 0 0 0 0,1 0 1 0 0,-1 1-1 0 0,0 0 1 0 0,-1 0-1 0 0,1 1 0 0 0,-1-1 1 0 0,0 1-1 0 0,-1 0 1 0 0,0 0-1 0 0,0 1 0 0 0,0-1 1 0 0,-1 1-1 0 0,0 0 1 0 0,-1 0-1 0 0,1 0 0 0 0,-2 0 1 0 0,1 1-1 0 0,-1-1 1 0 0,0 17-1 0 0,-2-5 68 0 0,0 1-1 0 0,-1-1 1 0 0,-1 0 0 0 0,-1 0-1 0 0,-1 0 1 0 0,-1-1 0 0 0,0 1-1 0 0,-12 21 1 0 0,5-15-100 0 0,-1-2 1 0 0,-1 1 0 0 0,-1-2-1 0 0,-2 0 1 0 0,-22 23-1 0 0,1-7-263 0 0,-80 62-1 0 0,-49 19-306 0 0,136-99 518 0 0,12-6 58 0 0,-6 3 87 0 0,-29 15 0 0 0,48-29 12 0 0,-1 0 0 0 0,0-1 1 0 0,0 0-1 0 0,0 0 0 0 0,0-1 1 0 0,0 0-1 0 0,0 0 0 0 0,-17 0 1 0 0,24-2-39 0 0,0 0 0 0 0,-1 0-1 0 0,1 0 1 0 0,-1 0 0 0 0,1 0 0 0 0,0 0 0 0 0,-1 0 0 0 0,1-1 0 0 0,0 1 0 0 0,-1-1 0 0 0,1 1 0 0 0,0-1-1 0 0,0 1 1 0 0,0-1 0 0 0,-3-1 0 0 0,4 1-8 0 0,0 1 0 0 0,-1-1 0 0 0,1 0-1 0 0,-1 1 1 0 0,1-1 0 0 0,0 0 0 0 0,-1 1 0 0 0,1-1 0 0 0,0 0-1 0 0,0 1 1 0 0,-1-1 0 0 0,1 0 0 0 0,0 0 0 0 0,0 1-1 0 0,0-1 1 0 0,0 0 0 0 0,0 0 0 0 0,0 1 0 0 0,0-1 0 0 0,0 0-1 0 0,1 0 1 0 0,0-2 29 0 0,0 0-1 0 0,0-1 1 0 0,0 1-1 0 0,1 1 1 0 0,0-1 0 0 0,-1 0-1 0 0,1 0 1 0 0,0 1-1 0 0,0-1 1 0 0,1 1-1 0 0,1-3 1 0 0,6-3-125 0 0,-1 1-1 0 0,1 1 1 0 0,1 0 0 0 0,-1 0 0 0 0,1 1 0 0 0,0 0 0 0 0,0 1 0 0 0,22-6-1 0 0,-2 3 93 0 0,0 2-1 0 0,40-2 1 0 0,-18 4-64 0 0,0 3 1 0 0,96 11-1 0 0,-117-6 21 0 0,0 1 0 0 0,0 2 0 0 0,-1 1-1 0 0,0 1 1 0 0,55 28 0 0 0,-32-11 60 0 0,-23-12-180 0 0,56 35-1 0 0,-80-45 138 0 0,0 0 0 0 0,-1 0 0 0 0,1 1 0 0 0,-1 0 0 0 0,0 0 0 0 0,0 0 0 0 0,-1 1-1 0 0,0 0 1 0 0,0 0 0 0 0,-1 0 0 0 0,0 1 0 0 0,6 14 0 0 0,-9-15 130 0 0,1 0-1 0 0,-1 0 1 0 0,-1 0 0 0 0,0 0 0 0 0,0 0 0 0 0,0 0-1 0 0,-1 0 1 0 0,1 0 0 0 0,-2 0 0 0 0,1 0-1 0 0,-1 0 1 0 0,0 0 0 0 0,-1 0 0 0 0,1-1 0 0 0,-2 1-1 0 0,1-1 1 0 0,-6 9 0 0 0,-6 7 334 0 0,0-2 0 0 0,-1 0 0 0 0,-28 28 0 0 0,-10 2 306 0 0,-70 50 0 0 0,100-82-553 0 0,-2-2 1 0 0,0-1-1 0 0,-1-2 0 0 0,0 0 1 0 0,-51 16-1 0 0,30-16 111 0 0,-1-1 0 0 0,-83 8 1 0 0,112-18-286 0 0,-1-2 1 0 0,0 0 0 0 0,1-1 0 0 0,-1-2 0 0 0,1 0 0 0 0,-1 0 0 0 0,1-2 0 0 0,0-1-1 0 0,-31-13 1 0 0,36 12-600 0 0,0-1-1 0 0,0-1 0 0 0,-26-19 1 0 0,23 12-712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2:25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7 8290 0 0,'0'0'165'0'0,"-1"-1"1"0"0,1 1-1 0 0,0-1 1 0 0,0 1-1 0 0,-1-1 1 0 0,1 1-1 0 0,-1 0 1 0 0,1-1-1 0 0,0 1 1 0 0,-1 0-1 0 0,1-1 1 0 0,-1 1-1 0 0,1 0 1 0 0,-1 0 0 0 0,1-1-1 0 0,-1 1 1 0 0,1 0-1 0 0,-1 0 1 0 0,1 0-1 0 0,-1 0 1 0 0,1 0-1 0 0,-1 0 1 0 0,1 0-1 0 0,-1 0 1 0 0,1 0-1 0 0,-1 0 1 0 0,1 0-1 0 0,-1 0 1 0 0,1 0-1 0 0,-1 0 1 0 0,0 1 35 0 0,0 0-1 0 0,1-1 1 0 0,-1 1 0 0 0,1 0 0 0 0,0 0 0 0 0,-1 0 0 0 0,1 0-1 0 0,-1-1 1 0 0,1 1 0 0 0,0 0 0 0 0,0 0 0 0 0,0 0 0 0 0,0 0 0 0 0,-1 0-1 0 0,1 1 1 0 0,3 44 1874 0 0,-2-41-2149 0 0,24 134 1521 0 0,-2-22-817 0 0,32 407 95 0 0,-54-510-764 0 0,0 9-79 0 0,1-1 0 0 0,1 0 0 0 0,1 0 0 0 0,10 33 0 0 0,-8-46-2663 0 0,-3-7 1133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2:26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13 456 0 0,'-26'1'13459'0'0,"28"-10"-12824"0"0,6 8-424 0 0,1-1-1 0 0,-1 1 1 0 0,1 1 0 0 0,-1 0 0 0 0,1 0 0 0 0,-1 0 0 0 0,1 1-1 0 0,10 3 1 0 0,9-1-2 0 0,-15-2-113 0 0,166 21-22 0 0,-156-17-24 0 0,1 0-1 0 0,-1 2 1 0 0,-1 0 0 0 0,1 2-1 0 0,32 17 1 0 0,-51-24-60 0 0,0 0 1 0 0,0 1-1 0 0,-1-1 0 0 0,1 1 1 0 0,0 0-1 0 0,-1 0 1 0 0,0 1-1 0 0,0-1 1 0 0,0 1-1 0 0,0-1 1 0 0,0 1-1 0 0,-1 0 1 0 0,1 0-1 0 0,-1 0 1 0 0,0 0-1 0 0,-1 1 0 0 0,3 4 1 0 0,-3-3 13 0 0,-1 0 1 0 0,1 0-1 0 0,-1 0 1 0 0,0 0-1 0 0,0 0 0 0 0,0 0 1 0 0,-1 0-1 0 0,0 0 1 0 0,0 0-1 0 0,-1 0 0 0 0,-3 9 1 0 0,-4 5-144 0 0,-1-1 1 0 0,-1 1-1 0 0,0-2 0 0 0,-2 1 0 0 0,-28 32 1 0 0,-108 96 156 0 0,101-102 1087 0 0,1 1 1 0 0,-45 59 0 0 0,88-100-989 0 0,-18 28 730 0 0,20-31-770 0 0,1 0 1 0 0,0 1 0 0 0,0-1 0 0 0,0 0 0 0 0,0 1-1 0 0,0-1 1 0 0,1 1 0 0 0,-1-1 0 0 0,1 1 0 0 0,-1-1 0 0 0,1 1-1 0 0,0 3 1 0 0,0-5-51 0 0,1 0-1 0 0,0 0 1 0 0,-1 0-1 0 0,1 0 1 0 0,-1 0-1 0 0,1 0 1 0 0,0 0-1 0 0,0 0 1 0 0,0 0-1 0 0,0 0 1 0 0,-1-1-1 0 0,1 1 1 0 0,0 0-1 0 0,0-1 1 0 0,0 1-1 0 0,0 0 1 0 0,1-1-1 0 0,-1 1 1 0 0,0-1-1 0 0,0 0 1 0 0,0 1-1 0 0,0-1 1 0 0,0 0 0 0 0,1 0-1 0 0,-1 0 1 0 0,0 0-1 0 0,0 0 1 0 0,0 0-1 0 0,1 0 1 0 0,0 0-1 0 0,39-5 74 0 0,-15-1-61 0 0,0-1 0 0 0,0-1 0 0 0,0-1 0 0 0,43-23 0 0 0,91-65 241 0 0,-28 15 70 0 0,45-9 255 0 0,-35 19-211 0 0,-141 71-436 0 0,0 1-1 0 0,1-1 0 0 0,-1 0 1 0 0,1-1-1 0 0,-1 1 0 0 0,0 0 1 0 0,0 0-1 0 0,0 0 0 0 0,0-1 1 0 0,0 1-1 0 0,0-1 0 0 0,0 1 1 0 0,0 0-1 0 0,0-1 0 0 0,-1 0 1 0 0,2-2-1 0 0,0-17-3535 0 0,-3 14 1888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2:26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413 908 15003 0 0,'12'-42'452'0'0,"-1"0"-1"0"0,-3 0 0 0 0,-1-1 1 0 0,-2-1-1 0 0,-2 1 0 0 0,-2-1 1 0 0,-7-74-1 0 0,1 77-87 0 0,-2-1 1 0 0,-2 1-1 0 0,-1 0 0 0 0,-2 1 0 0 0,-2 0 1 0 0,-2 1-1 0 0,-1 1 0 0 0,-24-37 1 0 0,37 68-379 0 0,-1 0 1 0 0,0 0 0 0 0,0 0 0 0 0,0 1-1 0 0,-1 0 1 0 0,0 1 0 0 0,0-1 0 0 0,0 1-1 0 0,-1 0 1 0 0,0 0 0 0 0,0 1 0 0 0,0 0-1 0 0,0 0 1 0 0,-10-3 0 0 0,10 5 0 0 0,0 1 1 0 0,0-1-1 0 0,0 1 0 0 0,0 1 1 0 0,0-1-1 0 0,0 1 1 0 0,0 0-1 0 0,0 1 0 0 0,0-1 1 0 0,0 2-1 0 0,0-1 0 0 0,0 1 1 0 0,0 0-1 0 0,0 0 1 0 0,1 1-1 0 0,-10 4 0 0 0,9-3-1 0 0,1-1-1 0 0,0 1 1 0 0,1 0 0 0 0,-1 0-1 0 0,1 1 1 0 0,0 0-1 0 0,0 0 1 0 0,0 0-1 0 0,1 0 1 0 0,-1 1 0 0 0,1 0-1 0 0,-6 11 1 0 0,6-7-9 0 0,0-1 0 0 0,1 1 0 0 0,0 0 0 0 0,1 0-1 0 0,0 0 1 0 0,0 1 0 0 0,1-1 0 0 0,0 12 0 0 0,1-4-34 0 0,1 0 1 0 0,1-1-1 0 0,1 1 0 0 0,0 0 0 0 0,1-1 0 0 0,1 0 1 0 0,1 0-1 0 0,0 0 0 0 0,17 29 0 0 0,-10-26-69 0 0,0-1-1 0 0,2 0 1 0 0,0-1 0 0 0,22 20-1 0 0,77 60-772 0 0,-33-29 69 0 0,-6-6 27 0 0,44 42 337 0 0,-100-86 322 0 0,-1 0-1 0 0,-1 2 0 0 0,27 39 0 0 0,-38-50 228 0 0,-1 0-1 0 0,0 0 1 0 0,0 0-1 0 0,-1 1 1 0 0,0-1-1 0 0,-1 1 1 0 0,4 21-1 0 0,-7-26-41 0 0,1 0-1 0 0,-1-1 1 0 0,0 1-1 0 0,-1 0 1 0 0,1-1-1 0 0,-1 1 1 0 0,-1-1-1 0 0,1 1 0 0 0,-1-1 1 0 0,1 1-1 0 0,-2-1 1 0 0,1 0-1 0 0,0 0 1 0 0,-1 0-1 0 0,0 0 1 0 0,0 0-1 0 0,-6 6 1 0 0,-1-1 128 0 0,0 1 0 0 0,-1-1 1 0 0,0-1-1 0 0,0 0 0 0 0,-1-1 1 0 0,0 0-1 0 0,-1-1 0 0 0,1 0 1 0 0,-1-1-1 0 0,-1 0 0 0 0,1-1 1 0 0,-1-1-1 0 0,0 0 0 0 0,0-1 0 0 0,0 0 1 0 0,-1-1-1 0 0,1-1 0 0 0,0 0 1 0 0,-1-1-1 0 0,1-1 0 0 0,-15-2 1 0 0,21 1-49 0 0,1 0 1 0 0,-1-1 0 0 0,1 0 0 0 0,-1 0-1 0 0,1-1 1 0 0,0 0 0 0 0,1 0-1 0 0,-1-1 1 0 0,1 0 0 0 0,-1 0 0 0 0,2 0-1 0 0,-1-1 1 0 0,0 0 0 0 0,1 0 0 0 0,0 0-1 0 0,1-1 1 0 0,0 0 0 0 0,0 0-1 0 0,0 0 1 0 0,0 0 0 0 0,1 0 0 0 0,-2-11-1 0 0,1 9-57 0 0,2 0 0 0 0,-1 0 0 0 0,1 0 0 0 0,1 0 0 0 0,0-1 0 0 0,0 1 0 0 0,1-1 0 0 0,0 1 0 0 0,0 0 0 0 0,1-1 0 0 0,1 1 0 0 0,-1 0 0 0 0,1-1 0 0 0,1 1 0 0 0,0 0 0 0 0,0 1 0 0 0,1-1 0 0 0,7-13 0 0 0,1 6-44 0 0,1 2 0 0 0,0-1 0 0 0,0 2 0 0 0,1-1 0 0 0,1 2 0 0 0,1 0 0 0 0,17-10 0 0 0,-1 3-49 0 0,1 1 0 0 0,59-23-1 0 0,-2 10-49 0 0,1 4-1 0 0,144-23 0 0 0,-204 45 39 0 0,0 2-1 0 0,41 1 0 0 0,-15 7-2928 0 0,-41-2 1304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3T20:50:45.14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35 34 4096,'-8'-4'2048,"13"-11"-2048,-5 7 3456,0 1-3456,-5 7-640,-4 0 128,0 0-384,0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8:27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30 420 6449 0 0,'-2'0'177'0'0,"1"0"-1"0"0,0 0 0 0 0,0 0 0 0 0,-1 0 0 0 0,1 0 0 0 0,0 0 1 0 0,0 0-1 0 0,-1 0 0 0 0,1-1 0 0 0,0 1 0 0 0,0-1 0 0 0,0 1 1 0 0,0-1-1 0 0,-1 1 0 0 0,1-1 0 0 0,0 1 0 0 0,0-1 0 0 0,0 0 1 0 0,0 0-1 0 0,0 1 0 0 0,0-1 0 0 0,1 0 0 0 0,-3-2 0 0 0,3 2-57 0 0,0 0-1 0 0,0-1 0 0 0,0 1 1 0 0,0 0-1 0 0,0 0 1 0 0,0 0-1 0 0,0 0 0 0 0,0-1 1 0 0,1 1-1 0 0,-1 0 0 0 0,0 0 1 0 0,1 0-1 0 0,-1 0 1 0 0,1 0-1 0 0,-1 0 0 0 0,1 0 1 0 0,-1 0-1 0 0,1 0 0 0 0,0 0 1 0 0,-1 0-1 0 0,1 0 0 0 0,0 0 1 0 0,0 0-1 0 0,0 1 1 0 0,2-2-1 0 0,14-14 202 0 0,2 2 1 0 0,0 0-1 0 0,1 1 0 0 0,30-14 1 0 0,90-34 446 0 0,-65 30-439 0 0,-2 1-93 0 0,2 3 0 0 0,150-34 0 0 0,-112 38 6 0 0,-10 0 190 0 0,204-17 0 0 0,-142 41 12 0 0,-146 0-204 0 0,1 1-1 0 0,-1 1 1 0 0,0 1 0 0 0,0 1 0 0 0,0 0 0 0 0,25 12 0 0 0,-38-14-12 0 0,0 1-1 0 0,0 0 1 0 0,-1 0-1 0 0,1 0 1 0 0,-1 0 0 0 0,0 1-1 0 0,0 0 1 0 0,0 0 0 0 0,7 12-1 0 0,-11-15-194 0 0,1 0 0 0 0,-1 0-1 0 0,0 0 1 0 0,0 0 0 0 0,0 0-1 0 0,0 0 1 0 0,0 1 0 0 0,0-1-1 0 0,0 0 1 0 0,-1 1 0 0 0,1-1 0 0 0,-1 0-1 0 0,0 1 1 0 0,0-1 0 0 0,0 1-1 0 0,0-1 1 0 0,0 0 0 0 0,0 1 0 0 0,-1-1-1 0 0,1 1 1 0 0,-1-1 0 0 0,1 0-1 0 0,-1 1 1 0 0,0-1 0 0 0,0 0-1 0 0,0 0 1 0 0,0 0 0 0 0,-1 0 0 0 0,1 0-1 0 0,0 0 1 0 0,-3 2 0 0 0,-15 12-1492 0 0,-2-3-3719 0 0,13-8 3109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8:28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19 122 10226 0 0,'-11'-11'796'0'0,"3"4"2348"0"0,9 17-1279 0 0,9 24-1719 0 0,-1 0 0 0 0,-2 0 0 0 0,4 59 0 0 0,-7 106 525 0 0,-4-135-609 0 0,0-62-62 0 0,2 37 121 0 0,-2-36-114 0 0,0-1 0 0 0,0 0-1 0 0,1 0 1 0 0,-1 0 0 0 0,1 0 0 0 0,0 0 0 0 0,-1 0 0 0 0,1 0 0 0 0,0 0 0 0 0,0-1 0 0 0,0 1 0 0 0,0 0 0 0 0,1 0 0 0 0,-1-1 0 0 0,3 4 0 0 0,-3-5-7 0 0,0 0 1 0 0,0 1-1 0 0,0-1 1 0 0,0 0-1 0 0,0 0 1 0 0,0 0 0 0 0,0 0-1 0 0,0 0 1 0 0,0 0-1 0 0,0 0 1 0 0,0 0-1 0 0,0 0 1 0 0,0-1-1 0 0,0 1 1 0 0,0 0-1 0 0,0 0 1 0 0,-1-1 0 0 0,1 1-1 0 0,0-1 1 0 0,0 1-1 0 0,0-1 1 0 0,0 1-1 0 0,0-1 1 0 0,-1 0-1 0 0,1 1 1 0 0,0-1 0 0 0,-1 0-1 0 0,2-1 1 0 0,21-26 59 0 0,-19 23-35 0 0,136-206 236 0 0,-135 203-255 0 0,32-64-55 0 0,-30 56 134 0 0,0 1 0 0 0,1 0-1 0 0,0 1 1 0 0,1-1 0 0 0,1 2-1 0 0,22-26 1 0 0,-31 39-75 0 0,-1-1-1 0 0,1 0 1 0 0,-1 1 0 0 0,1-1-1 0 0,0 1 1 0 0,-1-1 0 0 0,1 1-1 0 0,0-1 1 0 0,-1 1 0 0 0,1-1 0 0 0,0 1-1 0 0,0 0 1 0 0,0-1 0 0 0,-1 1-1 0 0,1 0 1 0 0,0 0 0 0 0,0-1-1 0 0,0 1 1 0 0,0 0 0 0 0,-1 0-1 0 0,1 0 1 0 0,0 0 0 0 0,0 0-1 0 0,0 0 1 0 0,0 1 0 0 0,-1-1 0 0 0,1 0-1 0 0,0 0 1 0 0,0 1 0 0 0,0-1-1 0 0,-1 0 1 0 0,1 1 0 0 0,0-1-1 0 0,0 0 1 0 0,-1 1 0 0 0,1-1-1 0 0,0 1 1 0 0,-1 0 0 0 0,1-1 0 0 0,0 1-1 0 0,-1-1 1 0 0,1 1 0 0 0,-1 0-1 0 0,1 0 1 0 0,-1-1 0 0 0,0 1-1 0 0,1 0 1 0 0,-1 0 0 0 0,1 0-1 0 0,2 6 46 0 0,-1 0-1 0 0,0-1 0 0 0,0 1 0 0 0,2 11 0 0 0,-3-15-41 0 0,7 53 230 0 0,2 89 0 0 0,-9-91-253 0 0,17 100 1 0 0,-16-148 4 0 0,-1-1 1 0 0,1 1-1 0 0,0-1 1 0 0,1 1-1 0 0,-1-1 1 0 0,1 0-1 0 0,0 0 1 0 0,1 0-1 0 0,-1 0 1 0 0,1 0-1 0 0,0-1 1 0 0,5 5-1 0 0,-8-8 32 0 0,1 1 0 0 0,-1-1-1 0 0,1 1 1 0 0,0-1 0 0 0,0 0-1 0 0,0 0 1 0 0,-1 0 0 0 0,1 0-1 0 0,0 0 1 0 0,0-1 0 0 0,0 1-1 0 0,1-1 1 0 0,-1 1 0 0 0,0-1-1 0 0,0 0 1 0 0,0 1 0 0 0,0-1-1 0 0,0 0 1 0 0,0 0 0 0 0,1-1-1 0 0,-1 1 1 0 0,0 0 0 0 0,0-1-1 0 0,0 1 1 0 0,0-1 0 0 0,0 0-1 0 0,0 0 1 0 0,0 0 0 0 0,0 0-1 0 0,0 0 1 0 0,0 0 0 0 0,-1 0-1 0 0,1-1 1 0 0,0 1 0 0 0,1-2-1 0 0,9-9 127 0 0,-1-1-1 0 0,-1 0 1 0 0,0 0-1 0 0,-1-1 1 0 0,0-1-1 0 0,-1 1 1 0 0,0-1-1 0 0,-1-1 1 0 0,-1 1-1 0 0,-1-1 1 0 0,0 0-1 0 0,3-19 1 0 0,1-24-51 0 0,-2 0-1 0 0,-2-65 1 0 0,-2 46-264 0 0,-1 40 41 0 0,1-29-1173 0 0,1 23-3804 0 0,1 0-1877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8:29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11 409 9674 0 0,'-1'-1'162'0'0,"0"1"0"0"0,0-1-1 0 0,0 0 1 0 0,1 0 0 0 0,-1 0 0 0 0,0 0-1 0 0,0 0 1 0 0,1 0 0 0 0,-1 0 0 0 0,1 0-1 0 0,-1 0 1 0 0,1 0 0 0 0,-1 0 0 0 0,1-1 0 0 0,0 1-1 0 0,0 0 1 0 0,-1 0 0 0 0,1 0 0 0 0,0 0-1 0 0,0-1 1 0 0,0 1 0 0 0,0 0 0 0 0,1 0-1 0 0,-1 0 1 0 0,0-1 0 0 0,0 1 0 0 0,1 0-1 0 0,-1 0 1 0 0,1-1 0 0 0,11-40 772 0 0,-12 41-854 0 0,6-13 101 0 0,0 0 1 0 0,1 0-1 0 0,1 1 0 0 0,0-1 1 0 0,1 2-1 0 0,0-1 1 0 0,1 1-1 0 0,0 1 1 0 0,1 0-1 0 0,0 0 1 0 0,0 1-1 0 0,2 0 1 0 0,-1 1-1 0 0,1 1 0 0 0,26-14 1 0 0,-7 7-153 0 0,0 2 1 0 0,0 1-1 0 0,1 1 1 0 0,1 2-1 0 0,40-5 1 0 0,177-13 440 0 0,-214 24-293 0 0,56 0 467 0 0,-58 4-348 0 0,-1-3 0 0 0,48-7 0 0 0,-61 3-231 0 0,-10 1-153 0 0,-11 5 77 0 0,0 0 1 0 0,0 0 0 0 0,0 0-1 0 0,0 0 1 0 0,0 0-1 0 0,0 0 1 0 0,1 0 0 0 0,-1 0-1 0 0,0 0 1 0 0,0-1-1 0 0,0 1 1 0 0,0 0 0 0 0,0 0-1 0 0,0 0 1 0 0,0 0-1 0 0,0 0 1 0 0,0 0 0 0 0,0 0-1 0 0,1 0 1 0 0,-1 0-1 0 0,0 0 1 0 0,0-1 0 0 0,0 1-1 0 0,0 0 1 0 0,0 0-1 0 0,0 0 1 0 0,0 0 0 0 0,0 0-1 0 0,0 0 1 0 0,0 0-1 0 0,0 0 1 0 0,0-1 0 0 0,0 1-1 0 0,0 0 1 0 0,0 0-1 0 0,0 0 1 0 0,0 0 0 0 0,0 0-1 0 0,0 0 1 0 0,0 0-1 0 0,0-1 1 0 0,0 1 0 0 0,0 0-1 0 0,0 0 1 0 0,0 0-1 0 0,-1 0 1 0 0,1 0 0 0 0,0 0-1 0 0,0 0 1 0 0,0 0 0 0 0,0 0-1 0 0,0-1 1 0 0,-7 0-2324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8:30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43 4145 0 0,'-1'-3'-167'0'0,"-1"-18"1757"0"0,2 20-776 0 0,0-1-1 0 0,0 1 1 0 0,0-1 0 0 0,0 1 0 0 0,1 0-1 0 0,-1-1 1 0 0,0 1 0 0 0,1-1-1 0 0,-1 1 1 0 0,1 0 0 0 0,0-2 0 0 0,3 25 1295 0 0,-9 162-1432 0 0,1-137-700 0 0,2 1 0 0 0,1-1 0 0 0,3 0 0 0 0,9 53 0 0 0,-10-95-10 0 0,1-1 1 0 0,-1 1-1 0 0,1 0 0 0 0,0 0 0 0 0,0-1 1 0 0,0 1-1 0 0,5 6 0 0 0,-7-11 25 0 0,1 1 0 0 0,-1 0-1 0 0,1 0 1 0 0,0-1 0 0 0,-1 1-1 0 0,1-1 1 0 0,0 1 0 0 0,0-1-1 0 0,-1 1 1 0 0,1-1 0 0 0,0 1-1 0 0,0-1 1 0 0,0 1 0 0 0,-1-1-1 0 0,1 0 1 0 0,0 0-1 0 0,0 1 1 0 0,2-1 0 0 0,-2 0 4 0 0,0 0 1 0 0,0-1-1 0 0,0 1 1 0 0,0 0-1 0 0,0-1 1 0 0,1 1-1 0 0,-1-1 0 0 0,0 1 1 0 0,0-1-1 0 0,-1 0 1 0 0,1 1-1 0 0,0-1 1 0 0,0 0-1 0 0,0 0 1 0 0,0 0-1 0 0,0 0 1 0 0,-1 1-1 0 0,1-1 1 0 0,0-2-1 0 0,19-23 331 0 0,-1-1-1 0 0,-2 0 1 0 0,-1-2-1 0 0,-1 0 1 0 0,-1 0-1 0 0,16-55 1 0 0,-19 41 16 0 0,-5 17-78 0 0,0 1 1 0 0,2 0 0 0 0,1 0-1 0 0,1 1 1 0 0,13-23-1 0 0,-22 45-256 0 0,0 0-1 0 0,0 0 0 0 0,0 1 0 0 0,0-1 0 0 0,1 1 1 0 0,-1-1-1 0 0,0 1 0 0 0,1-1 0 0 0,-1 1 0 0 0,1 0 1 0 0,0 0-1 0 0,-1-1 0 0 0,1 1 0 0 0,3-1 1 0 0,-4 2-8 0 0,0 0 1 0 0,0 1-1 0 0,-1-1 1 0 0,1 0 0 0 0,0 0-1 0 0,0 0 1 0 0,0 1-1 0 0,0-1 1 0 0,0 1 0 0 0,0-1-1 0 0,0 0 1 0 0,-1 1-1 0 0,1 0 1 0 0,0-1 0 0 0,0 1-1 0 0,-1-1 1 0 0,1 1-1 0 0,0 0 1 0 0,-1-1 0 0 0,1 1-1 0 0,-1 0 1 0 0,1 0-1 0 0,-1 0 1 0 0,1 0 0 0 0,-1-1-1 0 0,1 1 1 0 0,-1 0-1 0 0,0 0 1 0 0,0 0 0 0 0,1 0-1 0 0,-1 0 1 0 0,0 1-1 0 0,10 33-24 0 0,-2 0-1 0 0,-1 0 0 0 0,3 51 0 0 0,-8-56-38 0 0,1 1 0 0 0,2-1 1 0 0,1 0-1 0 0,2 0 0 0 0,13 35 0 0 0,-20-61 46 0 0,0-1 0 0 0,1 1 0 0 0,0-1 0 0 0,-1 0 0 0 0,1 1 0 0 0,0-1 0 0 0,1 0 0 0 0,-1 0 0 0 0,0 0 0 0 0,1-1 0 0 0,0 1 0 0 0,0-1 0 0 0,0 1 0 0 0,0-1 0 0 0,0 0 0 0 0,0 0 0 0 0,0 0 0 0 0,1 0 0 0 0,-1-1 0 0 0,1 0 0 0 0,-1 1-1 0 0,1-1 1 0 0,-1 0 0 0 0,1-1 0 0 0,0 1 0 0 0,0-1 0 0 0,-1 1 0 0 0,1-1 0 0 0,0 0 0 0 0,0-1 0 0 0,-1 1 0 0 0,1-1 0 0 0,0 1 0 0 0,-1-1 0 0 0,1 0 0 0 0,6-3 0 0 0,-2 1 162 0 0,0 0-1 0 0,0-1 1 0 0,-1 0-1 0 0,1 0 1 0 0,-1 0-1 0 0,0-1 1 0 0,-1 0-1 0 0,1-1 1 0 0,-1 0-1 0 0,0 1 1 0 0,0-2-1 0 0,7-10 1 0 0,-6 7 35 0 0,-1 0 1 0 0,-1-1-1 0 0,0 1 1 0 0,0-1-1 0 0,-1-1 1 0 0,0 1-1 0 0,-1 0 1 0 0,2-16-1 0 0,-3 5-5 0 0,0-1-1 0 0,-1 0 1 0 0,-2 1-1 0 0,0-1 0 0 0,-1 0 1 0 0,-2 1-1 0 0,0 0 1 0 0,-14-43-1 0 0,16 60-190 0 0,0 1-1 0 0,0-1 1 0 0,0 1-1 0 0,0-1 1 0 0,-1 1 0 0 0,-3-4-1 0 0,5 6-59 0 0,0 1 1 0 0,0 0-1 0 0,0 0 0 0 0,0 0 0 0 0,0 0 0 0 0,-1 0 0 0 0,1 0 0 0 0,0 0 1 0 0,-1 0-1 0 0,1 1 0 0 0,-1-1 0 0 0,1 1 0 0 0,0-1 0 0 0,-1 1 0 0 0,0-1 1 0 0,1 1-1 0 0,-1 0 0 0 0,1-1 0 0 0,-1 1 0 0 0,1 0 0 0 0,-1 0 1 0 0,1 0-1 0 0,-3 1 0 0 0,-12 3-1516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8:32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1 230 11290 0 0,'134'2'3742'0'0,"32"-1"-2609"0"0,-156-1-1011 0 0,208-7 967 0 0,-154-1-806 0 0,-1-3 0 0 0,92-27 0 0 0,-136 30 642 0 0,35-17 0 0 0,-40 19-186 0 0,-14 6-706 0 0,0 0 1 0 0,0-1 0 0 0,0 1-1 0 0,0 0 1 0 0,0 0 0 0 0,0 0-1 0 0,1 0 1 0 0,-1 0 0 0 0,0 0-1 0 0,0 0 1 0 0,0 0-1 0 0,0 0 1 0 0,0 0 0 0 0,0-1-1 0 0,0 1 1 0 0,1 0 0 0 0,-1 0-1 0 0,0 0 1 0 0,0 0 0 0 0,0 0-1 0 0,0 0 1 0 0,0-1-1 0 0,0 1 1 0 0,0 0 0 0 0,0 0-1 0 0,0 0 1 0 0,0 0 0 0 0,0 0-1 0 0,0-1 1 0 0,0 1-1 0 0,0 0 1 0 0,0 0 0 0 0,0 0-1 0 0,0 0 1 0 0,0 0 0 0 0,0-1-1 0 0,0 1 1 0 0,0 0 0 0 0,0 0-1 0 0,0 0 1 0 0,0 0-1 0 0,0 0 1 0 0,0-1 0 0 0,0 1-1 0 0,0 0 1 0 0,-1 0 0 0 0,-8-7 966 0 0,-17-5 140 0 0,21 10-822 0 0,-49-19 737 0 0,-84-23 0 0 0,6 12-2969 0 0,108 26 1014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8:33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114 160 5529 0 0,'-10'0'2845'0'0,"-41"1"3565"0"0,46 0-5974 0 0,1-1 0 0 0,-1 1 0 0 0,1 0 0 0 0,-1 0 0 0 0,1 0 0 0 0,-1 1 0 0 0,1 0 0 0 0,-7 3 0 0 0,11-5-414 0 0,0 0 1 0 0,-1 1-1 0 0,1-1 1 0 0,-1 0-1 0 0,1 0 1 0 0,0 1-1 0 0,-1-1 1 0 0,1 0-1 0 0,0 1 1 0 0,0-1-1 0 0,-1 0 1 0 0,1 1-1 0 0,0-1 1 0 0,0 1-1 0 0,-1-1 1 0 0,1 1-1 0 0,0-1 1 0 0,0 0-1 0 0,0 1 1 0 0,0-1-1 0 0,0 1 1 0 0,0-1-1 0 0,0 1 1 0 0,0-1-1 0 0,0 1 1 0 0,0-1-1 0 0,0 0 1 0 0,0 1-1 0 0,0-1 1 0 0,0 1-1 0 0,0 0 1 0 0,12 14 217 0 0,21 6-56 0 0,-22-16-105 0 0,0-1 0 0 0,1-1 0 0 0,-1 1 0 0 0,1-2 0 0 0,20 3 0 0 0,64-2 81 0 0,-63-3-162 0 0,86-1 368 0 0,0-5 0 0 0,153-29 0 0 0,-233 30 653 0 0,78-1 356 0 0,-117 6-1249 0 0,-5-1 31 0 0,0 0-1 0 0,1 0 0 0 0,-1 0 0 0 0,1-1 0 0 0,0 1 0 0 0,-1-1 0 0 0,1 0 1 0 0,0-1-1 0 0,0 1 0 0 0,0-1 0 0 0,-5-4 0 0 0,0 1-357 0 0,-85-59-783 0 0,2-4-4148 0 0,53 38 2949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8:34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10 166 9218 0 0,'-9'3'3668'0'0,"18"-4"627"0"0,17-2-2716 0 0,2 6-1366 0 0,35 11 0 0 0,-25-5-131 0 0,49 8-40 0 0,1-3 0 0 0,171 3-1 0 0,-209-16 407 0 0,0-3 0 0 0,-1-1 0 0 0,72-16 0 0 0,-120 19-397 0 0,0 0-1 0 0,0 0 1 0 0,0 0 0 0 0,-1 0 0 0 0,1-1 0 0 0,0 1 0 0 0,0 0 0 0 0,0-1 0 0 0,-1 1 0 0 0,1-1 0 0 0,0 1 0 0 0,-1 0 0 0 0,1-1 0 0 0,0 0 0 0 0,-1 1 0 0 0,1-1 0 0 0,-1 1 0 0 0,1-1 0 0 0,0-1 0 0 0,-1 1-2 0 0,0 1 0 0 0,0-1 0 0 0,1 1 0 0 0,-1-1 0 0 0,-1 0 0 0 0,1 1 0 0 0,0-1 0 0 0,0 1 0 0 0,0-1 0 0 0,0 0-1 0 0,0 1 1 0 0,0-1 0 0 0,-1 1 0 0 0,1-1 0 0 0,0 1 0 0 0,-1-1 0 0 0,1 0 0 0 0,0 1 0 0 0,-1-1 0 0 0,0 0 0 0 0,-4-4 332 0 0,-1-1 1 0 0,0 1 0 0 0,-12-7 0 0 0,3 0-164 0 0,-86-78 365 0 0,59 49-7800 0 0,20 19-668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36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1895 6913 0 0,'24'-5'3714'0'0,"17"-13"-2689"0"0,-18 8-394 0 0,-10 4-419 0 0,40-15 840 0 0,-2-3-1 0 0,89-54 1 0 0,-81 34-413 0 0,-3-3 0 0 0,-1-2 0 0 0,80-94 1 0 0,-119 126-538 0 0,-1-1 1 0 0,-1 0-1 0 0,0-1 1 0 0,-2-1-1 0 0,0 0 1 0 0,10-24-1 0 0,-8 6 70 0 0,-1-1-1 0 0,-2 0 0 0 0,-2-1 1 0 0,-1 0-1 0 0,-3 0 1 0 0,2-47-1 0 0,-6-7 613 0 0,-4-1 1 0 0,-27-166-1 0 0,17 197-607 0 0,-1 0-1 0 0,-4 2 1 0 0,-51-120 0 0 0,8 58-343 0 0,60 121 163 0 0,0 1 0 0 0,0 0 1 0 0,-1 0-1 0 0,1 0 0 0 0,0 0 0 0 0,-1 1 0 0 0,1-1 0 0 0,-1 0 0 0 0,0 1 0 0 0,1-1 0 0 0,-4-1 0 0 0,5 3-6 0 0,-1 0 0 0 0,0-1-1 0 0,0 1 1 0 0,1 0 0 0 0,-1 0-1 0 0,0 0 1 0 0,0 0 0 0 0,1 1-1 0 0,-1-1 1 0 0,0 0 0 0 0,1 0-1 0 0,-1 0 1 0 0,0 0 0 0 0,1 1-1 0 0,-1-1 1 0 0,0 0 0 0 0,1 1-1 0 0,-1-1 1 0 0,0 1 0 0 0,1-1-1 0 0,-1 1 1 0 0,1-1 0 0 0,-1 1-1 0 0,1-1 1 0 0,-1 1 0 0 0,1-1-1 0 0,-1 1 1 0 0,1-1 0 0 0,0 1-1 0 0,-1 0 1 0 0,1-1 0 0 0,0 1-1 0 0,0 0 1 0 0,-1-1 0 0 0,1 1-1 0 0,0 1 1 0 0,-15 26-25 0 0,-1-1 0 0 0,-2-1 1 0 0,0 0-1 0 0,-29 30 0 0 0,14-9-105 0 0,32-47 23 0 0,6-7-627 0 0,4-8 732 0 0,0 1-1 0 0,1-1 0 0 0,0 2 0 0 0,20-21 1 0 0,-3 7 3 0 0,36-26 0 0 0,-61 51 17 0 0,1 0 0 0 0,0 0 1 0 0,-1 0-1 0 0,1 1 1 0 0,0 0-1 0 0,0-1 0 0 0,0 1 1 0 0,0 0-1 0 0,0 1 1 0 0,1-1-1 0 0,-1 0 0 0 0,0 1 1 0 0,0 0-1 0 0,0 0 1 0 0,1 0-1 0 0,-1 0 1 0 0,0 0-1 0 0,0 0 0 0 0,0 1 1 0 0,0 0-1 0 0,1 0 1 0 0,3 1-1 0 0,6 4 65 0 0,-1 0 0 0 0,0 1 0 0 0,0 0 0 0 0,12 9 1 0 0,17 11 50 0 0,131 70 135 0 0,-172-97-268 0 0,0 0 1 0 0,0 0-1 0 0,0 0 1 0 0,0 0-1 0 0,0 0 1 0 0,0 0-1 0 0,0 0 1 0 0,-1 0-1 0 0,1 0 1 0 0,0 0-1 0 0,0 1 1 0 0,0-1 0 0 0,0 0-1 0 0,0 0 1 0 0,0 0-1 0 0,0 0 1 0 0,0 0-1 0 0,0 0 1 0 0,0 0-1 0 0,0 0 1 0 0,0 1-1 0 0,0-1 1 0 0,0 0-1 0 0,0 0 1 0 0,0 0-1 0 0,0 0 1 0 0,0 0-1 0 0,0 0 1 0 0,0 0-1 0 0,0 1 1 0 0,0-1-1 0 0,0 0 1 0 0,0 0-1 0 0,0 0 1 0 0,0 0-1 0 0,0 0 1 0 0,0 0-1 0 0,0 0 1 0 0,0 0-1 0 0,0 0 1 0 0,0 1 0 0 0,0-1-1 0 0,0 0 1 0 0,0 0-1 0 0,1 0 1 0 0,-1 0-1 0 0,0 0 1 0 0,0 0-1 0 0,0 0 1 0 0,0 0-1 0 0,0 0 1 0 0,0 0-1 0 0,0 0 1 0 0,0 0-1 0 0,0 0 1 0 0,1 0-1 0 0,-1 0 1 0 0,0 0-1 0 0,0 1 1 0 0,0-1-1 0 0,-4 0-1615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37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76 10594 0 0,'-43'-72'3841'0'0,"43"71"-3837"0"0,0 1 0 0 0,0 0 0 0 0,0 0 0 0 0,0 0 0 0 0,0 0 0 0 0,0 0 0 0 0,-1-1 0 0 0,1 1 0 0 0,0 0 0 0 0,0 0 0 0 0,0 0 0 0 0,0 0 0 0 0,0 0 0 0 0,0 0 0 0 0,0 0 0 0 0,-1-1 0 0 0,1 1 0 0 0,0 0 0 0 0,0 0 0 0 0,0 0 0 0 0,0 0 0 0 0,0 0 0 0 0,-1 0 0 0 0,1 0 0 0 0,0 0 0 0 0,0 0 0 0 0,0 0 0 0 0,0 0 0 0 0,-1 0 0 0 0,1 0 0 0 0,0 0 0 0 0,0 0 0 0 0,0 0 0 0 0,0 0 0 0 0,0 0 0 0 0,-1 0 0 0 0,1 0 0 0 0,0 0 0 0 0,0 0 0 0 0,0 0 0 0 0,0 0 0 0 0,0 0 0 0 0,-1 1 0 0 0,1-1 0 0 0,0 0 0 0 0,-4 10 227 0 0,0 16 109 0 0,4-23-327 0 0,-15 155 180 0 0,7 0 0 0 0,7 1 0 0 0,20 162 0 0 0,-18-304 24 0 0,0-5 35 0 0,-1-10-116 0 0,0-4-3 0 0,3-96 380 0 0,23-165 1 0 0,-24 252-451 0 0,9-40 24 0 0,-11 48-51 0 0,1 1 0 0 0,0-1 1 0 0,0 0-1 0 0,0 1 0 0 0,1-1 0 0 0,-1 1 0 0 0,0-1 0 0 0,1 1 0 0 0,0-1 0 0 0,0 1 0 0 0,0 0 1 0 0,0 0-1 0 0,0 0 0 0 0,2-2 0 0 0,-3 4-34 0 0,1-1 0 0 0,-1 1-1 0 0,0 0 1 0 0,0 0 0 0 0,0 0 0 0 0,0 0 0 0 0,0 0-1 0 0,1 0 1 0 0,-1 0 0 0 0,0 0 0 0 0,0 0 0 0 0,0 0-1 0 0,0 1 1 0 0,0-1 0 0 0,0 1 0 0 0,0-1 0 0 0,0 0-1 0 0,0 1 1 0 0,0 0 0 0 0,0-1 0 0 0,0 1 0 0 0,0 0 0 0 0,0-1-1 0 0,0 1 1 0 0,1 1 0 0 0,21 22 27 0 0,2 10 4 0 0,28 50 0 0 0,-29-45-2 0 0,27 36 0 0 0,-36-57-22 0 0,-10-13 3 0 0,0 1 0 0 0,0-1 0 0 0,-1 1-1 0 0,1 1 1 0 0,-1-1 0 0 0,-1 0 0 0 0,1 1 0 0 0,-1 0 0 0 0,2 8 0 0 0,-5-14 250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37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1 360 8754 0 0,'2'-4'555'0'0,"1"0"1"0"0,0 1-1 0 0,1 0 1 0 0,-1-1 0 0 0,0 1-1 0 0,1 1 1 0 0,7-6-1 0 0,-2 1-431 0 0,38-28 450 0 0,-30 23-362 0 0,1-1 0 0 0,-2-1 0 0 0,20-20 0 0 0,-14 8 1 0 0,-2 4 122 0 0,-1 0 0 0 0,21-33 0 0 0,-39 53-303 0 0,0 0 0 0 0,0 0 1 0 0,0 0-1 0 0,0 0 0 0 0,-1 0 0 0 0,1 0 0 0 0,0 0 0 0 0,-1 0 1 0 0,0-1-1 0 0,0 1 0 0 0,0 0 0 0 0,0 0 0 0 0,0 0 0 0 0,0-1 1 0 0,0 1-1 0 0,0 0 0 0 0,-1 0 0 0 0,1 0 0 0 0,-1 0 0 0 0,0 0 1 0 0,0 0-1 0 0,0 0 0 0 0,0 0 0 0 0,0 0 0 0 0,0 0 0 0 0,0 0 1 0 0,0 0-1 0 0,-1 1 0 0 0,1-1 0 0 0,-1 1 0 0 0,0-1 0 0 0,1 1 1 0 0,-1-1-1 0 0,0 1 0 0 0,0 0 0 0 0,-3-2 0 0 0,2 1-31 0 0,-1 0-1 0 0,0 0 0 0 0,0 0 0 0 0,0 0 1 0 0,0 1-1 0 0,0-1 0 0 0,0 1 0 0 0,0 0 1 0 0,0 0-1 0 0,-1 1 0 0 0,1-1 0 0 0,0 1 1 0 0,-1 0-1 0 0,1 0 0 0 0,0 1 0 0 0,-1-1 1 0 0,-7 3-1 0 0,5 0-21 0 0,1 0-1 0 0,0 1 1 0 0,-1 0-1 0 0,1 0 1 0 0,1 0-1 0 0,-1 1 1 0 0,1 0-1 0 0,-1 0 1 0 0,2 0-1 0 0,-1 1 1 0 0,0 0-1 0 0,1-1 1 0 0,0 2-1 0 0,1-1 1 0 0,-1 0 0 0 0,-2 9-1 0 0,-4 11 3 0 0,1 1 0 0 0,-9 53 0 0 0,11-46-28 0 0,5-26 47 0 0,-3 13-7 0 0,2 0 1 0 0,-3 27-1 0 0,6-43 12 0 0,0 0 0 0 0,0 0 0 0 0,0 0 0 0 0,0 0 0 0 0,1 0 0 0 0,0 0 0 0 0,0 0 0 0 0,1 0 0 0 0,-1 0 0 0 0,1-1 0 0 0,0 1 0 0 0,0 0 0 0 0,0-1 0 0 0,1 1 0 0 0,4 5 0 0 0,-4-8 13 0 0,0 0 0 0 0,0 0 0 0 0,0 0 0 0 0,0 0 0 0 0,0 0 0 0 0,1-1 0 0 0,-1 0 0 0 0,0 1 0 0 0,1-1 0 0 0,-1-1 0 0 0,1 1 0 0 0,0 0 0 0 0,5-1 0 0 0,2 1 61 0 0,0 0 0 0 0,0-1 0 0 0,14-3 0 0 0,-6-1-285 0 0,-1-1 1 0 0,0-1 0 0 0,34-15 0 0 0,-24 9-4157 0 0,-10 5-858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38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227 255 9362 0 0,'2'-4'213'0'0,"-1"0"-1"0"0,0 1 1 0 0,0-1 0 0 0,0 0 0 0 0,0 0-1 0 0,0 0 1 0 0,-1 1 0 0 0,1-1 0 0 0,-1 0-1 0 0,0 0 1 0 0,-1 0 0 0 0,1 0 0 0 0,-1 0-1 0 0,1 0 1 0 0,-1 1 0 0 0,0-1 0 0 0,-2-4-1 0 0,-3-8 339 0 0,0 1 0 0 0,-13-23 1 0 0,12 27-536 0 0,-1 0 1 0 0,0 1 0 0 0,0 0-1 0 0,-1 0 1 0 0,0 1 0 0 0,-1 0-1 0 0,0 0 1 0 0,0 1 0 0 0,-20-11-1 0 0,29 18-5 0 0,-1 0-1 0 0,0 0 1 0 0,1 1-1 0 0,-1-1 0 0 0,0 0 1 0 0,1 1-1 0 0,-1-1 1 0 0,0 1-1 0 0,0 0 1 0 0,1-1-1 0 0,-1 1 0 0 0,0 0 1 0 0,0 0-1 0 0,0 0 1 0 0,0 0-1 0 0,1 0 1 0 0,-1 1-1 0 0,0-1 0 0 0,0 1 1 0 0,-3 0-1 0 0,3 1 28 0 0,0-1-1 0 0,0 1 0 0 0,-1-1 0 0 0,1 1 0 0 0,0 0 1 0 0,0 0-1 0 0,1 0 0 0 0,-1 0 0 0 0,0 0 0 0 0,1 1 1 0 0,-1-1-1 0 0,-1 4 0 0 0,-1 3 66 0 0,1 0-1 0 0,0 1 1 0 0,0-1 0 0 0,0 1-1 0 0,2-1 1 0 0,-2 16 0 0 0,1-1-43 0 0,2 0 0 0 0,0 0 0 0 0,6 35 0 0 0,-5-52-45 0 0,1 0-1 0 0,-1 1 1 0 0,1-1 0 0 0,1 0-1 0 0,-1 0 1 0 0,1 0 0 0 0,0-1-1 0 0,1 1 1 0 0,0-1 0 0 0,0 0-1 0 0,0 0 1 0 0,1 0 0 0 0,0 0-1 0 0,0-1 1 0 0,9 8 0 0 0,-13-12-23 0 0,1 1 0 0 0,0-1 0 0 0,0 0 0 0 0,0 0 0 0 0,0 0 1 0 0,0 0-1 0 0,0-1 0 0 0,1 1 0 0 0,-1 0 0 0 0,0-1 0 0 0,0 0 0 0 0,0 1 1 0 0,1-1-1 0 0,-1 0 0 0 0,0 0 0 0 0,0 0 0 0 0,1-1 0 0 0,2 0 0 0 0,-1 0 12 0 0,0 0 0 0 0,-1-1-1 0 0,1 1 1 0 0,0-1 0 0 0,0 0-1 0 0,-1 0 1 0 0,1-1 0 0 0,-1 1-1 0 0,5-4 1 0 0,-1-1 16 0 0,-1 0 0 0 0,1-1 0 0 0,-1 1 0 0 0,0-1 0 0 0,-1 0 0 0 0,0-1 1 0 0,7-15-1 0 0,-9 15-65 0 0,0-1 0 0 0,-1 1 0 0 0,0-1 0 0 0,1-16 0 0 0,5-23 38 0 0,-8 61 27 0 0,1 0 0 0 0,1 0 0 0 0,4 17 0 0 0,-1-2-256 0 0,-2-14-149 0 0,-1 0 0 0 0,2 0 0 0 0,0 0 0 0 0,0-1 0 0 0,11 20 0 0 0,-7-17-374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38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335 643 14227 0 0,'-2'-9'298'0'0,"-1"0"-1"0"0,0 0 1 0 0,0 1-1 0 0,-1-1 1 0 0,0 1-1 0 0,0 0 1 0 0,-11-14-1 0 0,13 19-267 0 0,0 1 0 0 0,1 0 0 0 0,-1 0 0 0 0,0 1 0 0 0,0-1 0 0 0,0 0 0 0 0,-1 1 0 0 0,1-1 0 0 0,0 1 0 0 0,-1 0 0 0 0,1-1 0 0 0,-1 1 0 0 0,1 0 0 0 0,-1 1 0 0 0,1-1 0 0 0,-1 0 0 0 0,0 1 0 0 0,1 0 0 0 0,-1-1 0 0 0,0 1 0 0 0,1 0 0 0 0,-1 0 0 0 0,0 1 0 0 0,1-1 0 0 0,-1 0 0 0 0,0 1 0 0 0,1 0-1 0 0,-1-1 1 0 0,1 1 0 0 0,-1 0 0 0 0,-3 2 0 0 0,-3 3-63 0 0,0 0-1 0 0,0 0 0 0 0,0 0 0 0 0,1 1 0 0 0,0 1 1 0 0,0-1-1 0 0,1 1 0 0 0,0 1 0 0 0,0-1 1 0 0,1 1-1 0 0,-8 14 0 0 0,0 4-90 0 0,0 1-1 0 0,-16 51 1 0 0,18-43 130 0 0,-25 84 71 0 0,35-109-69 0 0,0 0 1 0 0,0 0-1 0 0,1 1 1 0 0,1-1-1 0 0,0 0 1 0 0,0 0 0 0 0,1 0-1 0 0,5 21 1 0 0,-6-30 4 0 0,1 0 0 0 0,-1 0 0 0 0,1 0 0 0 0,0 0 1 0 0,0 0-1 0 0,0 0 0 0 0,0 0 0 0 0,1 0 0 0 0,-1 0 1 0 0,0 0-1 0 0,1-1 0 0 0,-1 1 0 0 0,1 0 0 0 0,0-1 1 0 0,-1 0-1 0 0,1 1 0 0 0,0-1 0 0 0,4 2 1 0 0,-3-1 8 0 0,1-1 0 0 0,-1 0 0 0 0,1-1 0 0 0,-1 1 1 0 0,1 0-1 0 0,0-1 0 0 0,-1 0 0 0 0,1 0 1 0 0,-1 0-1 0 0,8-2 0 0 0,2 0 33 0 0,-1-2 1 0 0,1 0-1 0 0,-1 0 0 0 0,0-1 0 0 0,17-10 0 0 0,-13 6-34 0 0,0-1 0 0 0,-1-1 0 0 0,0 0 0 0 0,-1-1 0 0 0,-1-1 0 0 0,1 0 0 0 0,-2-1 0 0 0,0 0-1 0 0,11-18 1 0 0,-11 13-11 0 0,0-2 0 0 0,-2 1-1 0 0,0-1 1 0 0,-1-1-1 0 0,-1 0 1 0 0,9-42 0 0 0,-6-8 44 0 0,-2-1 1 0 0,-4 0 0 0 0,-3 0 0 0 0,-3 0 0 0 0,-13-91 0 0 0,-11-34 185 0 0,22 190-182 0 0,0 13-14 0 0,-2 14 6 0 0,5-18-47 0 0,-15 87-53 0 0,4 1 1 0 0,0 148 0 0 0,12-117 110 0 0,5-1 1 0 0,37 199 0 0 0,-42-312-36 0 0,10 42 36 0 0,-10-45-66 0 0,1 1 1 0 0,-1-1 0 0 0,0 1 0 0 0,1-1-1 0 0,0 1 1 0 0,0-1 0 0 0,0 0 0 0 0,0 0 0 0 0,0 0-1 0 0,5 4 1 0 0,-6-7-52 0 0,0 1 0 0 0,-1-1-1 0 0,1 0 1 0 0,0 0 0 0 0,0 0 0 0 0,0 0-1 0 0,0 0 1 0 0,0 0 0 0 0,0 0 0 0 0,0 0-1 0 0,-1 0 1 0 0,1 0 0 0 0,0 0 0 0 0,0-1-1 0 0,0 1 1 0 0,0 0 0 0 0,0-1 0 0 0,-1 1-1 0 0,1 0 1 0 0,0-1 0 0 0,0 1 0 0 0,-1-1-1 0 0,1 0 1 0 0,0 1 0 0 0,-1-1 0 0 0,1 1-1 0 0,0-1 1 0 0,-1 0 0 0 0,1 1 0 0 0,-1-1-1 0 0,1 0 1 0 0,0-1 0 0 0,6-6-478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39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14 18172 0 0,'-1'-1'103'0'0,"0"0"1"0"0,0 0-1 0 0,0-1 1 0 0,0 1 0 0 0,0 0-1 0 0,-1 0 1 0 0,1 0-1 0 0,0 0 1 0 0,-1 0-1 0 0,1 1 1 0 0,-3-2-1 0 0,4 2-69 0 0,-1 0-1 0 0,0 0 0 0 0,1-1 0 0 0,-1 1 0 0 0,0 0 1 0 0,1 0-1 0 0,-1 0 0 0 0,0 0 0 0 0,1 1 1 0 0,-1-1-1 0 0,0 0 0 0 0,1 0 0 0 0,-1 0 1 0 0,0 0-1 0 0,1 1 0 0 0,-1-1 0 0 0,1 0 1 0 0,-1 1-1 0 0,1-1 0 0 0,-2 1 0 0 0,-1 2 5 0 0,0 0 1 0 0,0 1-1 0 0,0 0 0 0 0,1 0 0 0 0,-1-1 0 0 0,1 1 1 0 0,-2 5-1 0 0,-6 13-72 0 0,1 0 0 0 0,1 0 1 0 0,1 1-1 0 0,1 0 0 0 0,1 1 0 0 0,-4 47 1 0 0,6 145 301 0 0,4-194-210 0 0,0-6 201 0 0,0 1-1 0 0,1-1 0 0 0,0 0 1 0 0,2 0-1 0 0,0 0 0 0 0,11 28 1 0 0,-11-31-49 0 0,-4-12-257 0 0,0 0 0 0 0,1 1 0 0 0,-1-1 0 0 0,0 0 0 0 0,1 0 0 0 0,-1 1 0 0 0,1-1 0 0 0,0 0 0 0 0,-1 0-1 0 0,1 0 1 0 0,0 0 0 0 0,0 0 0 0 0,0 0 0 0 0,0 0 0 0 0,0 0 0 0 0,0 0 0 0 0,0 0 0 0 0,0 0 0 0 0,0-1 0 0 0,1 2 0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15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1840 0 0,'3'3'455'0'0,"-1"0"-1"0"0,1 0 0 0 0,-1 1 0 0 0,0 0 1 0 0,0-1-1 0 0,0 1 0 0 0,-1 0 0 0 0,1 0 1 0 0,-1 0-1 0 0,0 0 0 0 0,0 0 1 0 0,1 5-1 0 0,0 52-363 0 0,-2-52 276 0 0,-1 27 352 0 0,-7 37-1 0 0,-2 22 155 0 0,2 67-124 0 0,-2 71-618 0 0,46 380 294 0 0,-23-406-119 0 0,-4-52-74 0 0,-3 141-53 0 0,-1-8 640 0 0,13 133-420 0 0,-4-69-126 0 0,-14-268 39 0 0,-3 0 1 0 0,-23 132-1 0 0,5-56-49 0 0,6 29-119 0 0,6-66 95 0 0,3-23-51 0 0,-13 247 345 0 0,20-140-84 0 0,5-103-345 0 0,4-111-58 0 0,0 1 0 0 0,1 0 0 0 0,18-7 0 0 0,8 1-46 0 0,0 2 0 0 0,0 1 0 0 0,61-6 0 0 0,114-17 283 0 0,-31 3-62 0 0,113 12 219 0 0,-190 21-395 0 0,-51-2 99 0 0,76-5 0 0 0,104-14 189 0 0,-181 17-317 0 0,1 2 0 0 0,75 11 1 0 0,-54-2 33 0 0,149 2 1 0 0,108-18 189 0 0,-87 3-240 0 0,-152 2 0 0 0,62-8 23 0 0,27 0 34 0 0,177 12 100 0 0,-293-3-103 0 0,0 4-1 0 0,74 14 0 0 0,193 16 910 0 0,-331-35-972 0 0,19 1 31 0 0,-19-1-33 0 0,-1 0-1 0 0,1 0 0 0 0,0 0 0 0 0,-1 0 0 0 0,1 0 0 0 0,0 0 0 0 0,-1 0 1 0 0,1 0-1 0 0,0 0 0 0 0,-1 0 0 0 0,1-1 0 0 0,0 1 0 0 0,-1 0 0 0 0,1 0 0 0 0,0-1 1 0 0,-1 1-1 0 0,1 0 0 0 0,-1-1 0 0 0,1 1 0 0 0,-1-1 0 0 0,2 0 0 0 0,-17-13-1581 0 0,1-1 1010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17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10594 0 0,'2'-2'190'0'0,"0"1"-1"0"0,0-1 1 0 0,0 0-1 0 0,0 1 1 0 0,0-1-1 0 0,0 1 1 0 0,0 0-1 0 0,1 0 1 0 0,-1 0-1 0 0,0 0 0 0 0,1 0 1 0 0,-1 0-1 0 0,1 1 1 0 0,-1-1-1 0 0,5 0 1 0 0,0 0-32 0 0,7-2-7 0 0,-1 1 0 0 0,0 1-1 0 0,0 0 1 0 0,18 1 0 0 0,14 0 127 0 0,-16 0-202 0 0,-1 2-1 0 0,1 0 0 0 0,-1 2 1 0 0,0 1-1 0 0,37 13 0 0 0,-25-8 277 0 0,67 9-1 0 0,132-3 482 0 0,-51-5-481 0 0,149-4 483 0 0,-148-6-382 0 0,240 30-196 0 0,-304-18-194 0 0,-52-10-7 0 0,-1-4 0 0 0,128-16 0 0 0,25-2 32 0 0,60 30-88 0 0,30-1 0 0 0,101-29 128 0 0,-184 1-128 0 0,-175 10 0 0 0,-58 10-33 0 0,0 0-1 0 0,1 0 0 0 0,-1 1 1 0 0,1-1-1 0 0,-1 0 1 0 0,1 0-1 0 0,0 5 1 0 0,0-7 32 0 0,1 6-8 0 0,0 0 0 0 0,-1 0 0 0 0,2 0 0 0 0,-1-1 0 0 0,1 1 0 0 0,4 9 0 0 0,2 11-3 0 0,29 200-91 0 0,-25-137 78 0 0,21 305-1 0 0,-28 1-36 0 0,-12-71-218 0 0,2-96 136 0 0,-2-51 192 0 0,1 107-4 0 0,-2-57-482 0 0,0-43 381 0 0,1-6-89 0 0,2-89 105 0 0,5-1 234 0 0,16 122 0 0 0,-12-168-80 0 0,-2-7-87 0 0,-1 0-1 0 0,-2 0 1 0 0,-7 50-1 0 0,-28 102 145 0 0,26-140-159 0 0,-3 31 133 0 0,-3 89 0 0 0,11-103-88 0 0,2 16 617 0 0,9 106-1 0 0,-1-104-451 0 0,-4-58-102 0 0,2 76 540 0 0,-4-85-661 0 0,0 0 0 0 0,-1 0 0 0 0,0-1 0 0 0,-8 23 0 0 0,10-36-70 0 0,0 0 0 0 0,0 0 0 0 0,-1 0 0 0 0,1 0 0 0 0,0 0 0 0 0,-1 0 0 0 0,1 0 0 0 0,-1-1 0 0 0,1 1 0 0 0,-1 0 0 0 0,1 0 0 0 0,-1-1 0 0 0,0 1 0 0 0,1 0 0 0 0,-1-1 0 0 0,0 1 0 0 0,1-1 0 0 0,-1 1 0 0 0,0-1 0 0 0,0 1 0 0 0,0-1-1 0 0,0 1 1 0 0,0-1 0 0 0,1 0 0 0 0,-1 1 0 0 0,0-1 0 0 0,-2 0 0 0 0,-2-1-1285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17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2761 0 0,'1'9'7574'0'0,"-1"6"-4224"0"0,0 4-2695 0 0,1-8-395 0 0,-1-1-1 0 0,0 1 0 0 0,-1-1 0 0 0,0 0 0 0 0,-1 1 0 0 0,-5 19 0 0 0,-28 62 503 0 0,10-28-338 0 0,-20 79-245 0 0,31-81-2585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1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0 507 3681 0 0,'22'-22'381'0'0,"22"-20"2940"0"0,-3-2 1 0 0,47-65 0 0 0,-69 82-3350 0 0,-4 8-56 0 0,-1-2 0 0 0,-1 0 0 0 0,11-24-1 0 0,-22 40 71 0 0,0 0 0 0 0,0 0 0 0 0,0 0 0 0 0,0-1-1 0 0,-1 1 1 0 0,0 0 0 0 0,0-1 0 0 0,-1 0 0 0 0,1 1 0 0 0,-1-1-1 0 0,0 1 1 0 0,-1-1 0 0 0,1 1 0 0 0,-1-1 0 0 0,0 1 0 0 0,-1-1-1 0 0,1 1 1 0 0,-1 0 0 0 0,-2-6 0 0 0,2 8 33 0 0,1 0 0 0 0,-1 0 0 0 0,0 1-1 0 0,0-1 1 0 0,0 1 0 0 0,0-1 0 0 0,0 1 0 0 0,0-1 0 0 0,-1 1 0 0 0,1 0 0 0 0,-1 0 0 0 0,0 0 0 0 0,1 1-1 0 0,-1-1 1 0 0,0 1 0 0 0,0-1 0 0 0,0 1 0 0 0,0 0 0 0 0,0 0 0 0 0,0 0 0 0 0,0 1 0 0 0,-1-1-1 0 0,1 1 1 0 0,0-1 0 0 0,0 1 0 0 0,-1 0 0 0 0,1 1 0 0 0,0-1 0 0 0,0 0 0 0 0,0 1 0 0 0,-1 0 0 0 0,1 0-1 0 0,0 0 1 0 0,-5 2 0 0 0,1 0 50 0 0,-1 1-1 0 0,1 0 1 0 0,0 0-1 0 0,0 0 1 0 0,0 1-1 0 0,1 0 1 0 0,-1 1 0 0 0,1-1-1 0 0,0 1 1 0 0,1 1-1 0 0,0-1 1 0 0,-7 11-1 0 0,8-11-35 0 0,0 1 0 0 0,1 0 0 0 0,0 0 0 0 0,1 0 0 0 0,-1 0 0 0 0,1 0 0 0 0,1 1-1 0 0,-1-1 1 0 0,1 1 0 0 0,0-1 0 0 0,1 1 0 0 0,0-1 0 0 0,0 1 0 0 0,1-1 0 0 0,0 1 0 0 0,0-1 0 0 0,4 15 0 0 0,-1-13-41 0 0,0 1 0 0 0,1-1 1 0 0,0 0-1 0 0,0 0 1 0 0,0-1-1 0 0,1 1 0 0 0,1-1 1 0 0,0 0-1 0 0,0-1 0 0 0,0 0 1 0 0,1 0-1 0 0,13 9 1 0 0,172 109 185 0 0,-183-118-133 0 0,-1-1 0 0 0,0 1-1 0 0,-1 1 1 0 0,0 0 0 0 0,0 0-1 0 0,0 0 1 0 0,11 18 0 0 0,-19-24-34 0 0,1-1-1 0 0,-1 0 1 0 0,0 0 0 0 0,0 1 0 0 0,0-1 0 0 0,0 0 0 0 0,0 0 0 0 0,0 1 0 0 0,0-1 0 0 0,0 0-1 0 0,0 0 1 0 0,-1 1 0 0 0,1-1 0 0 0,-1 0 0 0 0,1 0 0 0 0,-1 0 0 0 0,1 0 0 0 0,-1 1-1 0 0,1-1 1 0 0,-1 0 0 0 0,0 0 0 0 0,0 0 0 0 0,1 0 0 0 0,-1-1 0 0 0,0 1 0 0 0,0 0-1 0 0,0 0 1 0 0,-2 1 0 0 0,-33 24 172 0 0,31-23-156 0 0,-10 5-14 0 0,0 1 1 0 0,-1-2-1 0 0,0 0 0 0 0,0-1 0 0 0,0-1 0 0 0,-28 6 0 0 0,35-9 7 0 0,0-1 0 0 0,0 0 0 0 0,0 0 0 0 0,0-1 0 0 0,0 0 0 0 0,0 0 0 0 0,0-1 0 0 0,0-1 0 0 0,0 1 0 0 0,0-1 0 0 0,1-1 0 0 0,-1 0 0 0 0,1 0 0 0 0,-13-6 0 0 0,17 5 12 0 0,-1 0-1 0 0,1 0 0 0 0,-1 0 0 0 0,1 0 0 0 0,0 0 1 0 0,1-1-1 0 0,-1 0 0 0 0,1 0 0 0 0,0 0 1 0 0,0 0-1 0 0,-3-7 0 0 0,3 4-62 0 0,0-1 0 0 0,0 1 0 0 0,1 0-1 0 0,0-1 1 0 0,0 1 0 0 0,1-1 0 0 0,0-10 0 0 0,1 18 36 0 0,0-1 0 0 0,0 0 0 0 0,0 1 0 0 0,0-1 0 0 0,1 1-1 0 0,-1-1 1 0 0,1 0 0 0 0,-1 1 0 0 0,1-1 0 0 0,0 1 0 0 0,0 0 0 0 0,-1-1 0 0 0,1 1 0 0 0,0-1 0 0 0,0 1 0 0 0,0 0 0 0 0,0 0 0 0 0,1 0 0 0 0,-1 0 0 0 0,0 0 0 0 0,0 0 0 0 0,1 0 0 0 0,-1 0 0 0 0,1 0 0 0 0,2-1 0 0 0,4-1 163 0 0,0 0 0 0 0,0 1 1 0 0,18-3-1 0 0,5-2-9 0 0,-26 5-180 0 0,38-16 219 0 0,-40 17-293 0 0,0-1-1 0 0,-1 0 1 0 0,1 1-1 0 0,0-1 0 0 0,-1 0 1 0 0,1-1-1 0 0,-1 1 1 0 0,1 0-1 0 0,-1-1 1 0 0,0 1-1 0 0,3-6 1 0 0,-3-9-2857 0 0,-2 10 1461 0 0,0-2 20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19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11779 0 0,'-4'6'3838'0'0,"1"-2"-3919"0"0,0-1-1 0 0,0 1 1 0 0,0-1 0 0 0,0 0 0 0 0,0 0 0 0 0,-1 0 0 0 0,1-1 0 0 0,-1 1 0 0 0,0-1 0 0 0,0 0 0 0 0,0 0 0 0 0,0 0-1 0 0,0 0 1 0 0,-8 2 0 0 0,-19 9 8 0 0,31-13 94 0 0,1 0 0 0 0,-1 0 1 0 0,0 0-1 0 0,0 0 0 0 0,0 0 0 0 0,0 0 0 0 0,0 0 1 0 0,0 0-1 0 0,0 0 0 0 0,0 0 0 0 0,0 1 0 0 0,0-1 1 0 0,1 0-1 0 0,-1 0 0 0 0,0 0 0 0 0,0 0 0 0 0,0 0 0 0 0,0 0 1 0 0,0 0-1 0 0,0 1 0 0 0,0-1 0 0 0,0 0 0 0 0,0 0 1 0 0,0 0-1 0 0,0 0 0 0 0,0 0 0 0 0,0 0 0 0 0,0 1 1 0 0,0-1-1 0 0,0 0 0 0 0,0 0 0 0 0,0 0 0 0 0,0 0 1 0 0,0 0-1 0 0,-1 0 0 0 0,1 1 0 0 0,0-1 0 0 0,0 0 0 0 0,0 0 1 0 0,0 0-1 0 0,0 0 0 0 0,0 0 0 0 0,0 0 0 0 0,0 0 1 0 0,0 0-1 0 0,0 0 0 0 0,-1 0 0 0 0,1 1 0 0 0,0-1 1 0 0,0 0-1 0 0,0 0 0 0 0,0 0 0 0 0,0 0 0 0 0,0 0 0 0 0,0 0 1 0 0,-1 0-1 0 0,1 0 0 0 0,0 0 0 0 0,0 0 0 0 0,0 0 1 0 0,19 1 773 0 0,37-3 169 0 0,-50 1-794 0 0,113-12 241 0 0,-118 13-408 0 0,-1 0 0 0 0,1 0 1 0 0,-1 0-1 0 0,1-1 0 0 0,-1 1 1 0 0,1 0-1 0 0,0 0 0 0 0,-1 0 0 0 0,1 0 1 0 0,-1 0-1 0 0,1 0 0 0 0,-1 0 0 0 0,1 1 1 0 0,-1-1-1 0 0,1 0 0 0 0,0 0 1 0 0,-1 0-1 0 0,1 1 0 0 0,-1-1 0 0 0,1 0 1 0 0,-1 0-1 0 0,1 1 0 0 0,0 0 1 0 0,-4 9 130 0 0,-16 11 49 0 0,-131 100 557 0 0,107-85-536 0 0,-52 41 668 0 0,95-77-875 0 0,0 0 0 0 0,0 0 0 0 0,0 0 0 0 0,-1 1 0 0 0,1-1 0 0 0,0 0 0 0 0,0 0 0 0 0,0 0-1 0 0,0 0 1 0 0,-1 0 0 0 0,1 0 0 0 0,0 1 0 0 0,0-1 0 0 0,0 0 0 0 0,0 0 0 0 0,0 0 0 0 0,0 0 0 0 0,0 0-1 0 0,-1 1 1 0 0,1-1 0 0 0,0 0 0 0 0,0 0 0 0 0,0 0 0 0 0,0 1 0 0 0,0-1 0 0 0,0 0 0 0 0,0 0 0 0 0,0 0-1 0 0,0 1 1 0 0,0-1 0 0 0,0 0 0 0 0,0 0 0 0 0,0 0 0 0 0,0 0 0 0 0,0 1 0 0 0,0-1 0 0 0,0 0 0 0 0,0 0-1 0 0,1 0 1 0 0,-1 1 0 0 0,0-1 0 0 0,0 0 0 0 0,0 0 0 0 0,0 0 0 0 0,0 0 0 0 0,1 1 0 0 0,11 3-90 0 0,14-2 9 0 0,-9-4 29 0 0,0 0 1 0 0,-1 0 0 0 0,0-2 0 0 0,0 0 0 0 0,0-1 0 0 0,0 0 0 0 0,-1-1 0 0 0,30-17 0 0 0,-31 14-1926 0 0,-1 0 0 0 0,23-21 0 0 0,-15 10-3801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28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7370 0 0,'4'-3'795'0'0,"1"-1"1"0"0,0 1-1 0 0,0 0 1 0 0,0 0 0 0 0,1 0-1 0 0,5-1 1 0 0,17-1-530 0 0,33-1 0 0 0,-41 4-77 0 0,0 1 1 0 0,0-2 0 0 0,-1-1-1 0 0,26-8 1 0 0,-14 2 102 0 0,0 1-1 0 0,1 2 1 0 0,0 1-1 0 0,0 1 1 0 0,47 0 0 0 0,163 14 236 0 0,-39 2-197 0 0,229 1 1458 0 0,-131 1-1286 0 0,-270-11-419 0 0,186 1 640 0 0,12 0 134 0 0,-144-1-556 0 0,99-9 0 0 0,-102 2 13 0 0,118 7 1 0 0,27 12-84 0 0,-74-12-226 0 0,98 9-36 0 0,-77 6 202 0 0,55 7 88 0 0,-204-20-228 0 0,186 21 253 0 0,-106-14-101 0 0,-80-2-45 0 0,-25-9-170 0 0,0 0 1 0 0,0 0-1 0 0,0 1 1 0 0,0-1-1 0 0,1 0 0 0 0,-1 0 1 0 0,0 1-1 0 0,0-1 1 0 0,0 0-1 0 0,0 0 0 0 0,0 1 1 0 0,0-1-1 0 0,0 0 1 0 0,0 1-1 0 0,0-1 0 0 0,0 0 1 0 0,0 0-1 0 0,0 1 1 0 0,-1-1-1 0 0,1 0 0 0 0,0 1 1 0 0,0-1-1 0 0,0 0 1 0 0,0 0-1 0 0,0 1 0 0 0,0-1 1 0 0,-1 0-1 0 0,1 0 0 0 0,0 0 1 0 0,0 1-1 0 0,0-1 1 0 0,-1 0-1 0 0,1 0 0 0 0,0 0 1 0 0,0 1-1 0 0,-1-1 1 0 0,1 0-1 0 0,0 0 0 0 0,-15 5-5418 0 0,5-4-1807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31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 14403 0 0,'-1'0'49'0'0,"1"-1"0"0"0,-1 1 0 0 0,0 0 0 0 0,1 0 0 0 0,-1 0 0 0 0,0 0 1 0 0,1 0-1 0 0,-1 0 0 0 0,0 1 0 0 0,0-1 0 0 0,1 0 0 0 0,-1 0 0 0 0,0 0 0 0 0,1 1 0 0 0,-1-1 0 0 0,0 0 0 0 0,1 1 0 0 0,-1-1 0 0 0,1 0 0 0 0,-1 1 0 0 0,1-1 1 0 0,-1 1-1 0 0,1-1 0 0 0,-1 1 0 0 0,1-1 0 0 0,-1 1 0 0 0,1-1 0 0 0,-1 1 0 0 0,1 0 0 0 0,0-1 0 0 0,-1 1 0 0 0,1 0 0 0 0,0-1 0 0 0,0 1 0 0 0,-1 0 0 0 0,1-1 0 0 0,0 2 1 0 0,-8 38-214 0 0,3-13-74 0 0,-24 55-348 0 0,-67 127 0 0 0,91-196 198 0 0,0-2-11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31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642 965 12899 0 0,'16'-3'2210'0'0,"10"-5"-2039"0"0,-1-2 1 0 0,0 0 0 0 0,-1-2-1 0 0,0 0 1 0 0,-1-2-1 0 0,34-26 1 0 0,-43 30-168 0 0,-1-2 0 0 0,0 1 0 0 0,-1-2 0 0 0,0 1 0 0 0,-1-2-1 0 0,0 0 1 0 0,-1 0 0 0 0,-1-1 0 0 0,0 0 0 0 0,-1 0 0 0 0,8-22 0 0 0,-12 24 189 0 0,0 0 0 0 0,-1 0 0 0 0,-1 1 0 0 0,0-2 0 0 0,0 1 0 0 0,-1 0 0 0 0,-1 0 0 0 0,-2-21 0 0 0,-1 15 29 0 0,-1 0-1 0 0,0 0 1 0 0,-1 1 0 0 0,-1 0-1 0 0,-11-22 1 0 0,-6-5 115 0 0,-3 2-1 0 0,-1 1 1 0 0,-53-63 0 0 0,67 89-291 0 0,-1 0-1 0 0,0 1 1 0 0,-1 1-1 0 0,-1 1 1 0 0,0 0-1 0 0,-1 1 1 0 0,-36-20-1 0 0,39 26-51 0 0,0 0-1 0 0,0 0 0 0 0,-1 2 0 0 0,0 0 0 0 0,0 0 1 0 0,0 2-1 0 0,-1 0 0 0 0,1 0 0 0 0,-1 1 0 0 0,1 1 1 0 0,-22 3-1 0 0,16 0-27 0 0,0 0 1 0 0,-1 1-1 0 0,2 2 1 0 0,-1 0 0 0 0,0 1-1 0 0,1 1 1 0 0,1 1-1 0 0,0 1 1 0 0,0 0-1 0 0,0 1 1 0 0,1 2-1 0 0,1 0 1 0 0,0 0-1 0 0,1 2 1 0 0,1 0 0 0 0,0 0-1 0 0,1 2 1 0 0,1 0-1 0 0,0 0 1 0 0,1 1-1 0 0,1 1 1 0 0,-9 20-1 0 0,8-11 16 0 0,2 1-1 0 0,1 1 1 0 0,1-1-1 0 0,1 1 1 0 0,2 1-1 0 0,1-1 1 0 0,0 38-1 0 0,4-31-11 0 0,2 0 0 0 0,1-1 0 0 0,2 1 0 0 0,1-1 0 0 0,19 60 0 0 0,-20-82 20 0 0,1 0 0 0 0,0-1 0 0 0,1 1-1 0 0,0-1 1 0 0,1 0 0 0 0,0-1 0 0 0,2 0-1 0 0,-1-1 1 0 0,1 1 0 0 0,1-2 0 0 0,0 1-1 0 0,0-2 1 0 0,1 1 0 0 0,0-2 0 0 0,1 1-1 0 0,-1-2 1 0 0,2 0 0 0 0,-1 0 0 0 0,1-1-1 0 0,0-1 1 0 0,0 0 0 0 0,1-1 0 0 0,0-1-1 0 0,17 2 1 0 0,3-1 113 0 0,1-1 0 0 0,0-2-1 0 0,0-2 1 0 0,-1-1 0 0 0,1-2-1 0 0,-1-1 1 0 0,0-2 0 0 0,0-1-1 0 0,-1-2 1 0 0,0-1 0 0 0,57-28-1 0 0,-73 29-813 0 0,-3 2-1527 0 0,-24 19-1263 0 0,1-2-2731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32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31 11146 0 0,'-45'-13'3729'0'0,"51"14"-3449"0"0,1 0 0 0 0,0-1 0 0 0,0 0 0 0 0,12-2-1 0 0,2 0-75 0 0,229-12 1506 0 0,-238 13-1640 0 0,4 1-17 0 0,29 1-1 0 0,-42-1-53 0 0,0 1 0 0 0,0-1 0 0 0,0 1 0 0 0,0-1 0 0 0,0 1 0 0 0,0 0 0 0 0,0 0 0 0 0,0 1 0 0 0,0-1 0 0 0,-1 0 0 0 0,1 1-1 0 0,-1 0 1 0 0,1 0 0 0 0,-1 0 0 0 0,1 0 0 0 0,1 2 0 0 0,-3-3-8 0 0,0 1-1 0 0,-1-1 1 0 0,1 0-1 0 0,-1 0 0 0 0,0 1 1 0 0,1-1-1 0 0,-1 0 1 0 0,0 0-1 0 0,0 1 1 0 0,0-1-1 0 0,0 0 1 0 0,0 1-1 0 0,0-1 1 0 0,0 0-1 0 0,0 1 0 0 0,0-1 1 0 0,-1 0-1 0 0,1 1 1 0 0,-1-1-1 0 0,1 0 1 0 0,-1 0-1 0 0,1 1 1 0 0,-1-1-1 0 0,0 0 0 0 0,0 1 1 0 0,-25 31-86 0 0,19-24 165 0 0,-37 41 315 0 0,-3-2 1 0 0,-63 51-1 0 0,110-99-372 0 0,-1 0-1 0 0,0 1 1 0 0,0-1-1 0 0,1 1 1 0 0,-1 0 0 0 0,1-1-1 0 0,-1 1 1 0 0,0-1-1 0 0,1 1 1 0 0,-1 0-1 0 0,1 0 1 0 0,-1-1 0 0 0,1 1-1 0 0,0 0 1 0 0,-1 0-1 0 0,1-1 1 0 0,0 1 0 0 0,-1 0-1 0 0,1 0 1 0 0,0 0-1 0 0,0 0 1 0 0,0 0-1 0 0,0-1 1 0 0,0 1 0 0 0,0 0-1 0 0,0 0 1 0 0,0 0-1 0 0,0 0 1 0 0,1 1-1 0 0,0-1-10 0 0,0 1 0 0 0,0-1-1 0 0,0 0 1 0 0,0 1 0 0 0,0-1-1 0 0,1 0 1 0 0,-1 0 0 0 0,1 0-1 0 0,-1 0 1 0 0,1 0 0 0 0,-1 0-1 0 0,1 0 1 0 0,2 0-1 0 0,5 2-22 0 0,0 0-1 0 0,0 0 0 0 0,0-1 0 0 0,17 1 0 0 0,-7-3 79 0 0,-1-1 1 0 0,0-1-1 0 0,1-1 1 0 0,-1 0-1 0 0,0-1 1 0 0,-1-1-1 0 0,1-1 1 0 0,-1 0-1 0 0,31-17 1 0 0,-46 22-154 0 0,0-1 1 0 0,0 1 0 0 0,0 0 0 0 0,0-1-1 0 0,-1 1 1 0 0,1-1 0 0 0,0 1-1 0 0,-1-1 1 0 0,0 0 0 0 0,1 0 0 0 0,-1 0-1 0 0,0 0 1 0 0,0 0 0 0 0,0 0 0 0 0,1-3-1 0 0,-5 0-2271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33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850 999 11522 0 0,'0'1'170'0'0,"1"0"0"0"0,-1 0 0 0 0,1 0-1 0 0,-1 0 1 0 0,1 0 0 0 0,0 0-1 0 0,-1 0 1 0 0,1-1 0 0 0,0 1-1 0 0,0 0 1 0 0,0 0 0 0 0,0-1-1 0 0,-1 1 1 0 0,1-1 0 0 0,0 1-1 0 0,0 0 1 0 0,0-1 0 0 0,0 0 0 0 0,0 1-1 0 0,0-1 1 0 0,0 0 0 0 0,1 0-1 0 0,1 1 1 0 0,28 5 1229 0 0,-30-6-1440 0 0,13 1 105 0 0,0 0 0 0 0,0-2 0 0 0,0 1 0 0 0,0-2 0 0 0,0 0 0 0 0,0 0 0 0 0,0-1 0 0 0,-1-1 0 0 0,1 0 0 0 0,13-7 0 0 0,-10 3-10 0 0,0 0 0 0 0,-1-1 0 0 0,-1-1 0 0 0,1 0 0 0 0,-1-1 0 0 0,-1-1 0 0 0,16-17 0 0 0,-16 14 72 0 0,0-1 1 0 0,-2 0-1 0 0,0-1 0 0 0,0-1 1 0 0,-2 1-1 0 0,0-2 0 0 0,11-30 0 0 0,-16 34-63 0 0,-1 0 0 0 0,0 0-1 0 0,-2 0 1 0 0,1 0 0 0 0,-2-1-1 0 0,0 1 1 0 0,-1-1-1 0 0,0 1 1 0 0,-1-1 0 0 0,-6-27-1 0 0,-2 7-27 0 0,-2 0 0 0 0,-2 1 0 0 0,0 0 0 0 0,-3 1 0 0 0,-1 1 0 0 0,-1 0 0 0 0,-2 2 0 0 0,-1 0-1 0 0,-1 1 1 0 0,-37-38 0 0 0,45 55-43 0 0,-1 0 0 0 0,-1 0 0 0 0,0 2 0 0 0,-1 0 0 0 0,0 0 0 0 0,0 2-1 0 0,-1 0 1 0 0,0 1 0 0 0,-1 1 0 0 0,0 1 0 0 0,0 0 0 0 0,0 2 0 0 0,-1 0 0 0 0,1 1-1 0 0,-1 1 1 0 0,0 0 0 0 0,0 2 0 0 0,0 1 0 0 0,0 0 0 0 0,-30 6 0 0 0,15 0-22 0 0,1 1-1 0 0,0 2 1 0 0,0 1 0 0 0,1 1 0 0 0,0 2 0 0 0,2 1 0 0 0,-49 32 0 0 0,55-30 12 0 0,0 2-1 0 0,1 1 1 0 0,1 0 0 0 0,1 2-1 0 0,1 1 1 0 0,1 0 0 0 0,1 2-1 0 0,-31 52 1 0 0,26-33 20 0 0,2 0-1 0 0,2 1 0 0 0,2 1 1 0 0,2 1-1 0 0,2 1 0 0 0,2 0 1 0 0,-7 64-1 0 0,16-81 47 0 0,0 1 1 0 0,3-1-1 0 0,0 1 1 0 0,9 54-1 0 0,-6-73-17 0 0,0 0 0 0 0,0-1-1 0 0,1 1 1 0 0,1-1-1 0 0,0 0 1 0 0,1-1 0 0 0,0 1-1 0 0,0-1 1 0 0,2 0-1 0 0,-1 0 1 0 0,1-1 0 0 0,1 0-1 0 0,0-1 1 0 0,12 11-1 0 0,-10-12-19 0 0,0 0 0 0 0,0 0 0 0 0,1-2 0 0 0,0 1 0 0 0,0-2 0 0 0,0 1-1 0 0,1-2 1 0 0,17 5 0 0 0,-11-5 3 0 0,0-1 0 0 0,0 0 0 0 0,0-2 1 0 0,0 0-1 0 0,24-3 0 0 0,3-4 54 0 0,-1-2-1 0 0,0-2 1 0 0,0-2 0 0 0,45-19 0 0 0,-8-3 257 0 0,119-68 1 0 0,-35 15 46 0 0,-99 54-212 0 0,51-23 433 0 0,-118 56-593 0 0,0 0-1 0 0,0 0 1 0 0,0 0-1 0 0,0 0 1 0 0,0 0-1 0 0,0 0 1 0 0,0 0-1 0 0,0 0 1 0 0,0 0-1 0 0,0 0 0 0 0,0 0 1 0 0,0 0-1 0 0,0 0 1 0 0,0 0-1 0 0,0 0 1 0 0,0 0-1 0 0,0 0 1 0 0,0 1-1 0 0,0-1 1 0 0,0 0-1 0 0,1 0 1 0 0,-1 0-1 0 0,0 0 1 0 0,0 0-1 0 0,0 0 1 0 0,0 0-1 0 0,0 0 1 0 0,0 0-1 0 0,0 0 1 0 0,0 0-1 0 0,0 0 1 0 0,0 0-1 0 0,0 0 1 0 0,0 0-1 0 0,0 0 1 0 0,0 0-1 0 0,0 0 1 0 0,0 0-1 0 0,0 0 0 0 0,1 0 1 0 0,-9 7 88 0 0,-14 9-91 0 0,16-13-284 0 0,0 0-1 0 0,0-1 1 0 0,0 0-1 0 0,0 1 1 0 0,-1-2-1 0 0,1 1 1 0 0,-1-1 0 0 0,1 0-1 0 0,-1-1 1 0 0,-7 1-1 0 0,-8-2-1192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46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0 15523 0 0,'-6'0'83'0'0,"-1"1"0"0"0,0-1 1 0 0,1 1-1 0 0,-1 1 0 0 0,0-1 0 0 0,1 1 0 0 0,0 0 0 0 0,-1 1 0 0 0,1-1 0 0 0,0 1 0 0 0,0 1 0 0 0,1-1 0 0 0,-1 1 0 0 0,1 0 0 0 0,-1 0 0 0 0,1 0 0 0 0,0 1 0 0 0,1 0 1 0 0,-1 0-1 0 0,-4 7 0 0 0,2-3-97 0 0,0 1-1 0 0,0-1 1 0 0,1 1 0 0 0,1 0 0 0 0,-7 15 0 0 0,10-20 10 0 0,1 0 0 0 0,-1 0 0 0 0,1 0 1 0 0,0 0-1 0 0,1 1 0 0 0,-1-1 0 0 0,1 0 0 0 0,0 0 0 0 0,0 1 0 0 0,1-1 1 0 0,-1 0-1 0 0,1 0 0 0 0,3 10 0 0 0,0-5-4 0 0,0 0-1 0 0,1 1 1 0 0,0-2 0 0 0,1 1-1 0 0,0-1 1 0 0,8 10 0 0 0,48 48 17 0 0,-15-18 71 0 0,-37-38-50 0 0,0 0 0 0 0,1 0 1 0 0,1-1-1 0 0,0 0 0 0 0,0-1 1 0 0,0 0-1 0 0,2-1 0 0 0,-1-1 1 0 0,1 0-1 0 0,0-1 0 0 0,0 0 0 0 0,0-1 1 0 0,1-1-1 0 0,27 5 0 0 0,-24-5 191 0 0,-18-2 165 0 0,-11-1-35 0 0,-271 16 1161 0 0,93-19-8596 0 0,157 1 1478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46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16588 0 0,'6'-2'4529'0'0,"11"4"-3844"0"0,-15-2-488 0 0,72 7 144 0 0,-31-4-455 0 0,81 16-1 0 0,-73-2-2201 0 0,-19-1-3925 0 0,-28-13 4482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46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10 115 5985 0 0,'8'6'8341'0'0,"-2"7"-6198"0"0,2 15-2919 0 0,-8-26 1326 0 0,12 73-219 0 0,-11-59-249 0 0,1-1-1 0 0,0 1 1 0 0,1-1-1 0 0,1 0 1 0 0,0 0-1 0 0,1 0 1 0 0,1 0-1 0 0,9 17 1 0 0,-13-29-34 0 0,0-1 1 0 0,0 1 0 0 0,0-1 0 0 0,0 1 0 0 0,0-1-1 0 0,0 0 1 0 0,1 0 0 0 0,-1 0 0 0 0,1 0 0 0 0,0 0 0 0 0,-1-1-1 0 0,1 1 1 0 0,0-1 0 0 0,0 1 0 0 0,0-1 0 0 0,0 0-1 0 0,0 0 1 0 0,0-1 0 0 0,0 1 0 0 0,1-1 0 0 0,-1 1-1 0 0,0-1 1 0 0,0 0 0 0 0,0 0 0 0 0,1-1 0 0 0,-1 1-1 0 0,0 0 1 0 0,0-1 0 0 0,0 0 0 0 0,0 0 0 0 0,0 0-1 0 0,0 0 1 0 0,0 0 0 0 0,0-1 0 0 0,0 0 0 0 0,0 1-1 0 0,-1-1 1 0 0,1 0 0 0 0,-1 0 0 0 0,1 0 0 0 0,-1 0-1 0 0,0-1 1 0 0,0 1 0 0 0,0-1 0 0 0,0 1 0 0 0,0-1-1 0 0,-1 0 1 0 0,1 0 0 0 0,-1 0 0 0 0,1 1 0 0 0,-1-1-1 0 0,0-1 1 0 0,1-4 0 0 0,-1-2 130 0 0,1 0-1 0 0,-1-1 1 0 0,-1 1-1 0 0,0 0 1 0 0,0-1-1 0 0,-1 1 1 0 0,0 0 0 0 0,-1 0-1 0 0,0-1 1 0 0,-1 2-1 0 0,0-1 1 0 0,0 0 0 0 0,-9-16-1 0 0,-6-6 209 0 0,-1 0 0 0 0,-35-43-1 0 0,28 40-275 0 0,23 31-115 0 0,0 0 0 0 0,0 0 0 0 0,0 0 0 0 0,-1 0 0 0 0,1 1 0 0 0,-8-6 0 0 0,10 8-8 0 0,0 1 0 0 0,1 0-1 0 0,-1-1 1 0 0,0 1 0 0 0,0 0-1 0 0,1 0 1 0 0,-1-1 0 0 0,0 1-1 0 0,0 0 1 0 0,1 0 0 0 0,-1 0-1 0 0,0 0 1 0 0,0 0 0 0 0,1 0 0 0 0,-1 0-1 0 0,0 0 1 0 0,0 0 0 0 0,1 0-1 0 0,-1 1 1 0 0,-1-1 0 0 0,1 1-28 0 0,-1 0 1 0 0,1 0 0 0 0,0 0 0 0 0,0 0 0 0 0,0 0 0 0 0,0 1 0 0 0,0-1-1 0 0,0 0 1 0 0,0 0 0 0 0,0 1 0 0 0,0-1 0 0 0,0 1 0 0 0,0 2 0 0 0,-12 40-2154 0 0,7-8-5275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47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14747 0 0,'-5'3'416'0'0,"-1"1"-1"0"0,1 0 1 0 0,0 1-1 0 0,1-1 1 0 0,-1 1-1 0 0,1 0 1 0 0,-6 8-1 0 0,-24 42-341 0 0,21-34-152 0 0,6-8 34 0 0,0 0 0 0 0,0 0 1 0 0,1 1-1 0 0,1 0 1 0 0,0 0-1 0 0,1 0 0 0 0,1 1 1 0 0,0-1-1 0 0,-1 16 1 0 0,4-19 28 0 0,0 1 0 0 0,0-1 0 0 0,1 1 1 0 0,1-1-1 0 0,0 0 0 0 0,1 0 0 0 0,0 0 0 0 0,0 0 1 0 0,1 0-1 0 0,1-1 0 0 0,-1 1 0 0 0,10 12 0 0 0,-6-10 40 0 0,0-1 0 0 0,1-1-1 0 0,1 1 1 0 0,0-1-1 0 0,0-1 1 0 0,1 0-1 0 0,1-1 1 0 0,-1 0 0 0 0,1 0-1 0 0,1-1 1 0 0,0-1-1 0 0,0 0 1 0 0,16 6-1 0 0,33 9 32 0 0,-44-17-56 0 0,0 1 0 0 0,-1 1-1 0 0,0 0 1 0 0,0 1-1 0 0,19 13 1 0 0,-35-20-6 0 0,1 0 0 0 0,-1 1 1 0 0,1-1-1 0 0,-1 0 0 0 0,0 1 0 0 0,1-1 1 0 0,-1 0-1 0 0,0 1 0 0 0,0 0 1 0 0,0-1-1 0 0,0 1 0 0 0,1 2 0 0 0,-2-3 16 0 0,0 0-1 0 0,1 0 0 0 0,-1-1 0 0 0,0 1 0 0 0,0 0 1 0 0,0 0-1 0 0,0 0 0 0 0,0 0 0 0 0,-1-1 1 0 0,1 1-1 0 0,0 0 0 0 0,0 0 0 0 0,0 0 0 0 0,-1-1 1 0 0,1 1-1 0 0,0 0 0 0 0,-1 0 0 0 0,1-1 0 0 0,-1 1 1 0 0,0 1-1 0 0,-3 1 57 0 0,0 1-1 0 0,-1 0 1 0 0,1-1-1 0 0,-1 0 1 0 0,1 0 0 0 0,-1 0-1 0 0,-6 2 1 0 0,-10 4-498 0 0,0-1 1 0 0,0-1-1 0 0,0-1 0 0 0,-1 0 1 0 0,-34 3-1 0 0,23-5-5336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47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17972 0 0,'0'0'1632'0'0,"13"2"211"0"0,18 0-1466 0 0,0-1 1 0 0,0-1-1 0 0,0-2 0 0 0,52-11 0 0 0,-61 10-289 0 0,25-5-252 0 0,54-6-1682 0 0,-96 15 1203 0 0,-1-1-1 0 0,1 0 0 0 0,-1 1 0 0 0,1 0 1 0 0,8 3-1 0 0,9 2-2782 0 0,-12-5 2210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48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76 9674 0 0,'-3'4'764'0'0,"-1"1"0"0"0,1-1 0 0 0,0 1 1 0 0,0 0-1 0 0,1 0 0 0 0,-1 0 0 0 0,1 0 0 0 0,0 0 0 0 0,-1 7 0 0 0,-10 53 143 0 0,11-53-973 0 0,-1 3 73 0 0,2 0-1 0 0,0-1 1 0 0,0 1 0 0 0,2 0-1 0 0,2 19 1 0 0,-2-29-17 0 0,0 0-1 0 0,0 1 1 0 0,1-1-1 0 0,0 0 1 0 0,0 0-1 0 0,0 0 1 0 0,6 9-1 0 0,-6-12-6 0 0,-1 0 1 0 0,1 1-1 0 0,0-1 0 0 0,0 0 0 0 0,1 0 0 0 0,-1 0 0 0 0,0-1 0 0 0,1 1 0 0 0,-1 0 0 0 0,1-1 0 0 0,-1 0 0 0 0,1 1 0 0 0,0-1 0 0 0,-1 0 0 0 0,6 1 0 0 0,-4-2 96 0 0,1 1 0 0 0,-1-1 0 0 0,0 0 0 0 0,1-1 0 0 0,-1 1 0 0 0,1-1 0 0 0,-1 0 0 0 0,0 0 0 0 0,0 0-1 0 0,1 0 1 0 0,-1-1 0 0 0,0 0 0 0 0,0 0 0 0 0,-1 0 0 0 0,1 0 0 0 0,0-1 0 0 0,-1 1 0 0 0,1-1 0 0 0,4-5 0 0 0,5-4 391 0 0,-2-1 0 0 0,1 0 0 0 0,14-23 1 0 0,-21 30-409 0 0,-1-1 1 0 0,0 1 0 0 0,-1-1 0 0 0,1 0-1 0 0,-1 0 1 0 0,-1 0 0 0 0,1 0 0 0 0,-1 0-1 0 0,-1-1 1 0 0,1 1 0 0 0,-1-1 0 0 0,-1 1-1 0 0,1-1 1 0 0,-1 1 0 0 0,0-1 0 0 0,-1 1-1 0 0,0-1 1 0 0,0 1 0 0 0,-1-1 0 0 0,1 1-1 0 0,-2 0 1 0 0,1-1 0 0 0,-1 1 0 0 0,0 0-1 0 0,-1 1 1 0 0,1-1 0 0 0,-1 1 0 0 0,-1-1-1 0 0,1 1 1 0 0,-1 1 0 0 0,0-1 0 0 0,0 0-1 0 0,-1 1 1 0 0,0 0 0 0 0,0 1 0 0 0,0-1-1 0 0,-13-6 1 0 0,10 6-54 0 0,-1 1-1 0 0,-1 0 1 0 0,1 0-1 0 0,0 1 1 0 0,-1 0-1 0 0,0 1 1 0 0,0 0-1 0 0,0 1 1 0 0,0 0-1 0 0,0 0 1 0 0,-17 3-1 0 0,11 0-422 0 0,1 0 1 0 0,0 2-1 0 0,0 0 0 0 0,0 1 1 0 0,0 0-1 0 0,1 1 0 0 0,-16 9 1 0 0,4 0-7014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4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2388 4301 7514 0 0,'-5'2'281'0'0,"-1"0"0"0"0,1 0 0 0 0,0 0 0 0 0,-1-1 0 0 0,1 0 0 0 0,-1 0 0 0 0,1-1 0 0 0,-11 0 0 0 0,-48-6 2557 0 0,25 1-2135 0 0,-183-10 771 0 0,-244-26-1121 0 0,425 34-105 0 0,1-1 0 0 0,0-2 0 0 0,0-2 1 0 0,1-2-1 0 0,1-1 0 0 0,0-2 0 0 0,1-2 0 0 0,-58-39 0 0 0,35 18-108 0 0,-6-4-84 0 0,-66-58 1 0 0,61 35 277 0 0,-111-135-1 0 0,98 101-146 0 0,-138-185 145 0 0,187 229-274 0 0,2-1-1 0 0,3-2 1 0 0,-38-108 0 0 0,-34-203-120 0 0,86 286 96 0 0,3 0-1 0 0,-2-133 1 0 0,29-174 68 0 0,2 261-22 0 0,6 1 1 0 0,49-164-1 0 0,-50 227-27 0 0,3 1 0 0 0,60-121 0 0 0,-36 103 117 0 0,89-122 1 0 0,-31 80-40 0 0,-65 80 12 0 0,61-88-1 0 0,-40 39 12 0 0,-61 93-90 0 0,0 1-1 0 0,0-1 1 0 0,0 0 0 0 0,0 0 0 0 0,0 0 0 0 0,0 0 0 0 0,-1 0-1 0 0,1 0 1 0 0,-1 0 0 0 0,1 0 0 0 0,-1 0 0 0 0,0 0-1 0 0,0 0 1 0 0,0 0 0 0 0,0 0 0 0 0,0 0 0 0 0,-1 0 0 0 0,1 0-1 0 0,0-1 1 0 0,-1 1 0 0 0,0 0 0 0 0,1 1 0 0 0,-1-1-1 0 0,0 0 1 0 0,-2-3 0 0 0,-1 1-74 0 0,0-1 1 0 0,-1 0-1 0 0,0 1 0 0 0,0 0 1 0 0,0 0-1 0 0,0 1 0 0 0,-8-5 0 0 0,8 5-61 0 0,1-1 0 0 0,-1 0-1 0 0,1 0 1 0 0,0 0-1 0 0,0 0 1 0 0,1-1 0 0 0,-1 1-1 0 0,-3-8 1 0 0,-17-19-271 0 0,19 26 220 0 0,-8-6-109 0 0,12 11 233 0 0,1 0 0 0 0,-1 0-1 0 0,0 0 1 0 0,1 0 0 0 0,-1 0-1 0 0,0 0 1 0 0,1 0 0 0 0,-1 0-1 0 0,0 0 1 0 0,1 0 0 0 0,-1 0 0 0 0,0 1-1 0 0,1-1 1 0 0,-1 0 0 0 0,0 0-1 0 0,1 1 1 0 0,-1-1 0 0 0,1 0-1 0 0,-1 1 1 0 0,1-1 0 0 0,-1 1-1 0 0,1-1 1 0 0,-1 1 0 0 0,0 0-1 0 0,-34 16 218 0 0,-120 116-37 0 0,134-114-182 0 0,6-7 0 0 0,1 1 0 0 0,-22 26 0 0 0,49-56-109 0 0,1 2 0 0 0,1-1 0 0 0,1 2 1 0 0,0 0-1 0 0,0 1 0 0 0,22-12 0 0 0,-23 15 34 0 0,0 1 0 0 0,1 1 0 0 0,0 1 0 0 0,0 0 0 0 0,1 1 0 0 0,0 1 0 0 0,0 1 0 0 0,22-3 0 0 0,-26 6 152 0 0,0 0-1 0 0,-1 2 0 0 0,1-1 0 0 0,-1 2 1 0 0,1 0-1 0 0,-1 0 0 0 0,1 1 1 0 0,-1 1-1 0 0,0 0 0 0 0,-1 0 1 0 0,19 10-1 0 0,4 6 259 0 0,-1 2 0 0 0,41 33 1 0 0,-53-38-309 0 0,-11-9-690 0 0,-30-26-3866 0 0,10 2 2926 0 0,-2-8-12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5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 14659 0 0,'-3'0'74'0'0,"0"1"0"0"0,0 0-1 0 0,1 0 1 0 0,-1 0 0 0 0,0 0-1 0 0,1 1 1 0 0,-1-1 0 0 0,1 0 0 0 0,-1 1-1 0 0,1 0 1 0 0,0 0 0 0 0,0 0 0 0 0,0 0-1 0 0,0 0 1 0 0,0 0 0 0 0,0 0-1 0 0,0 1 1 0 0,1-1 0 0 0,-1 0 0 0 0,1 1-1 0 0,0 0 1 0 0,0-1 0 0 0,0 1-1 0 0,-1 4 1 0 0,-17 71 638 0 0,-17 155-1 0 0,32-177-603 0 0,3 0 1 0 0,2 0-1 0 0,14 94 1 0 0,-14-141-124 0 0,1 0 0 0 0,1 1 0 0 0,5 14 0 0 0,-7-21 22 0 0,1-1 0 0 0,-1 1 0 0 0,0-1 0 0 0,1 1 1 0 0,-1-1-1 0 0,1 1 0 0 0,0-1 0 0 0,0 0 0 0 0,0 0 0 0 0,0 0 0 0 0,0 0 0 0 0,0 0 0 0 0,1 0 1 0 0,-1 0-1 0 0,0-1 0 0 0,6 3 0 0 0,-7-4-4 0 0,0 0 0 0 0,0 0 0 0 0,-1 0 1 0 0,1 0-1 0 0,0 0 0 0 0,0-1 0 0 0,0 1 0 0 0,0 0 0 0 0,0 0 0 0 0,0-1 1 0 0,0 1-1 0 0,0 0 0 0 0,0-1 0 0 0,-1 1 0 0 0,1-1 0 0 0,0 1 1 0 0,0-1-1 0 0,0 0 0 0 0,-1 1 0 0 0,1-1 0 0 0,0 0 0 0 0,-1 1 0 0 0,1-1 1 0 0,-1 0-1 0 0,1 0 0 0 0,-1 0 0 0 0,1 1 0 0 0,-1-1 0 0 0,1 0 1 0 0,-1 0-1 0 0,1-1 0 0 0,10-31 75 0 0,-11 33-76 0 0,7-35-3 0 0,-1 1-1 0 0,2-62 0 0 0,-6 59 4 0 0,1-1 0 0 0,10-41-1 0 0,-12 75 17 0 0,-1 0 0 0 0,2 1 0 0 0,-1-1 0 0 0,0 0 0 0 0,1 1 0 0 0,0-1 0 0 0,0 1 0 0 0,0 0 0 0 0,0-1 0 0 0,3-2 0 0 0,-4 5 1 0 0,-1 0-1 0 0,1 1 1 0 0,0-1-1 0 0,-1 1 1 0 0,1 0-1 0 0,0-1 1 0 0,0 1-1 0 0,-1-1 1 0 0,1 1-1 0 0,0 0 1 0 0,0 0-1 0 0,-1-1 0 0 0,1 1 1 0 0,0 0-1 0 0,0 0 1 0 0,0 0-1 0 0,-1 0 1 0 0,1 0-1 0 0,0 0 1 0 0,1 0-1 0 0,-1 1 12 0 0,1-1-1 0 0,-1 1 0 0 0,1 0 1 0 0,-1-1-1 0 0,1 1 1 0 0,-1 0-1 0 0,0 0 0 0 0,1 0 1 0 0,-1 0-1 0 0,0 0 1 0 0,0 0-1 0 0,0 1 0 0 0,0-1 1 0 0,1 2-1 0 0,11 16 31 0 0,-1 0-1 0 0,-1 1 1 0 0,-1 1-1 0 0,-1 0 0 0 0,0 0 1 0 0,7 33-1 0 0,38 161 344 0 0,-54-214-450 0 0,0 0 1 0 0,0 0-1 0 0,0 0 1 0 0,0 1-1 0 0,1-1 1 0 0,-1 0-1 0 0,0 0 1 0 0,1 0-1 0 0,-1 0 0 0 0,1 0 1 0 0,-1-1-1 0 0,1 1 1 0 0,-1 0-1 0 0,1 0 1 0 0,0 0-1 0 0,-1 0 1 0 0,1-1-1 0 0,0 1 0 0 0,0 0 1 0 0,0 0-1 0 0,0 0 1 0 0,5-5-2306 0 0,-2-12-285 0 0,-4 7 1420 0 0,1 1 0 0 0,0-1 1 0 0,1 1-1 0 0,0-1 0 0 0,1 1 0 0 0,4-12 1 0 0,-5 17 1149 0 0,-1 0 1 0 0,1 0 0 0 0,0 0 0 0 0,0 0-1 0 0,1 0 1 0 0,-1 0 0 0 0,5-4 0 0 0,-5 6 493 0 0,0-1 0 0 0,1 0-1 0 0,-1 1 1 0 0,1-1 0 0 0,-1 1 0 0 0,1 0 0 0 0,0 0 0 0 0,-1 0-1 0 0,1 0 1 0 0,5-1 0 0 0,6-1 883 0 0,1 0 0 0 0,0-2 0 0 0,-1 1 0 0 0,21-11 0 0 0,-19 7-712 0 0,0-1 1 0 0,-1-1 0 0 0,26-21 0 0 0,-32 24-498 0 0,0-1 0 0 0,-1 0 0 0 0,0-1 0 0 0,-1 0 0 0 0,1 0 0 0 0,-2-1 0 0 0,1 1 0 0 0,-1-1 1 0 0,-1-1-1 0 0,0 1 0 0 0,0-1 0 0 0,-1 0 0 0 0,-1 0 0 0 0,0 0 0 0 0,3-16 0 0 0,-6 21-116 0 0,0 1 0 0 0,0-1 0 0 0,-1 0 0 0 0,1 1 0 0 0,-1-1 0 0 0,0 1 0 0 0,-1-1-1 0 0,1 1 1 0 0,-1-1 0 0 0,0 1 0 0 0,-1 0 0 0 0,1 0 0 0 0,-1 0 0 0 0,0 0 0 0 0,0 0-1 0 0,-1 1 1 0 0,1-1 0 0 0,-1 1 0 0 0,0 0 0 0 0,0 0 0 0 0,-1 0 0 0 0,1 1 0 0 0,-1 0-1 0 0,1 0 1 0 0,-8-4 0 0 0,4 3-2 0 0,0 0-1 0 0,0 0 0 0 0,-1 1 0 0 0,1 0 1 0 0,-1 1-1 0 0,1 0 0 0 0,-1 0 1 0 0,0 1-1 0 0,0 0 0 0 0,0 1 1 0 0,1-1-1 0 0,-1 2 0 0 0,0-1 1 0 0,0 1-1 0 0,-13 4 0 0 0,14-3 2 0 0,1 1 0 0 0,-1 0 0 0 0,1 0 0 0 0,0 1 0 0 0,0 0 0 0 0,0 1-1 0 0,1-1 1 0 0,0 1 0 0 0,0 0 0 0 0,0 1 0 0 0,0-1 0 0 0,-5 8 0 0 0,4-4 24 0 0,1 1 1 0 0,0-1-1 0 0,1 1 1 0 0,-1 0-1 0 0,2 0 1 0 0,0 1-1 0 0,0 0 1 0 0,-3 12-1 0 0,5-10 9 0 0,-1 0 0 0 0,2-1 0 0 0,-1 1 0 0 0,2 0 0 0 0,0 0 0 0 0,0-1 0 0 0,1 1 0 0 0,1 0 0 0 0,0-1 0 0 0,1 1 0 0 0,0-1 0 0 0,1 1 0 0 0,0-1 0 0 0,1 0 0 0 0,0-1 0 0 0,8 12 0 0 0,-11-19-15 0 0,1-1-1 0 0,0 0 1 0 0,-1 0 0 0 0,2 0-1 0 0,-1 0 1 0 0,0 0-1 0 0,0-1 1 0 0,1 1 0 0 0,0-1-1 0 0,-1 0 1 0 0,1 0-1 0 0,0 0 1 0 0,0-1 0 0 0,0 1-1 0 0,0-1 1 0 0,0 0-1 0 0,1 0 1 0 0,-1 0 0 0 0,0-1-1 0 0,0 1 1 0 0,1-1-1 0 0,6-1 1 0 0,8-1-92 0 0,0-1-1 0 0,0 0 1 0 0,34-13-1 0 0,-15 5-576 0 0,9-5-1500 0 0,-27 6 197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5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411 81 11058 0 0,'-4'-7'827'0'0,"1"0"-1"0"0,-1 1 1 0 0,0-1 0 0 0,-1 1-1 0 0,1 0 1 0 0,-1 1-1 0 0,-9-9 1 0 0,12 12-820 0 0,0 0 0 0 0,-1 1 0 0 0,1-1 0 0 0,-1 1 0 0 0,1-1 0 0 0,-1 1 0 0 0,0 0 0 0 0,1 0 0 0 0,-1 0 0 0 0,0 1 0 0 0,0-1 1 0 0,0 1-1 0 0,0-1 0 0 0,1 1 0 0 0,-1 0 0 0 0,0 0 0 0 0,0 0 0 0 0,0 0 0 0 0,0 1 0 0 0,0-1 0 0 0,0 1 0 0 0,-3 1 0 0 0,-14 6-127 0 0,1 2 1 0 0,0 0-1 0 0,1 1 0 0 0,0 1 1 0 0,1 1-1 0 0,0 0 0 0 0,-20 21 1 0 0,21-16 83 0 0,1 0 1 0 0,1 2 0 0 0,0-1 0 0 0,-18 37 0 0 0,25-41 164 0 0,0 0 0 0 0,0 1-1 0 0,1 0 1 0 0,1 0 0 0 0,-3 20 0 0 0,6-26-43 0 0,0 0 0 0 0,1 1 0 0 0,1 0 0 0 0,0-1 0 0 0,0 1 0 0 0,1-1 0 0 0,0 1 0 0 0,1-1 0 0 0,4 15 0 0 0,-5-22-61 0 0,0 0 0 0 0,0 0-1 0 0,0 0 1 0 0,1 0 0 0 0,-1 0 0 0 0,1-1-1 0 0,0 1 1 0 0,-1 0 0 0 0,1-1 0 0 0,1 1-1 0 0,-1-1 1 0 0,0 0 0 0 0,0 0 0 0 0,1 0-1 0 0,-1 0 1 0 0,1 0 0 0 0,0 0 0 0 0,-1-1-1 0 0,1 1 1 0 0,0-1 0 0 0,0 0 0 0 0,0 0-1 0 0,0 0 1 0 0,6 1 0 0 0,-4-2-29 0 0,0 0-1 0 0,0 0 1 0 0,0 0 0 0 0,0 0 0 0 0,-1-1 0 0 0,1 0 0 0 0,0 0 0 0 0,0-1-1 0 0,0 1 1 0 0,-1-1 0 0 0,1 0 0 0 0,0 0 0 0 0,-1-1 0 0 0,0 1 0 0 0,5-4-1 0 0,9-8-68 0 0,0-1-1 0 0,-1-1 0 0 0,-1-1 0 0 0,16-20 0 0 0,51-80-689 0 0,-71 97 732 0 0,-1-1 0 0 0,0 0 0 0 0,-2 0 0 0 0,0-1 0 0 0,-2 0 0 0 0,0-1 0 0 0,-2 0 0 0 0,0 0 0 0 0,-2 0 0 0 0,0 0 0 0 0,-1-36 0 0 0,-9 110 1638 0 0,8-22-2222 0 0,2-1-1 0 0,0 1 0 0 0,14 48 1 0 0,-14-65 173 0 0,2 0 0 0 0,-1 0 0 0 0,2 0 0 0 0,0 0 0 0 0,0-1 1 0 0,1 0-1 0 0,0 0 0 0 0,1-1 0 0 0,0 0 0 0 0,16 16 0 0 0,-11-15-4598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6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343 793 7370 0 0,'12'-37'2643'0'0,"-2"-1"1"0"0,7-53-1 0 0,-15 72-2387 0 0,0 0-1 0 0,-1 0 1 0 0,-1 0-1 0 0,-1 0 1 0 0,-1-1-1 0 0,-7-32 1 0 0,8 48-218 0 0,0 0 0 0 0,0 0 0 0 0,0 0 1 0 0,-1 0-1 0 0,0 0 0 0 0,0 1 0 0 0,0-1 0 0 0,0 1 0 0 0,0-1 1 0 0,-1 1-1 0 0,1 0 0 0 0,-1 0 0 0 0,0 0 0 0 0,0 0 0 0 0,0 0 1 0 0,-5-2-1 0 0,5 3-36 0 0,0 1 0 0 0,0 0 1 0 0,-1 0-1 0 0,1 0 0 0 0,0 0 0 0 0,-1 0 0 0 0,1 1 1 0 0,-1 0-1 0 0,1-1 0 0 0,-1 1 0 0 0,1 1 1 0 0,-1-1-1 0 0,1 0 0 0 0,-1 1 0 0 0,1 0 1 0 0,0-1-1 0 0,-1 1 0 0 0,1 1 0 0 0,-4 1 0 0 0,-7 3-32 0 0,1 1 1 0 0,0 1-1 0 0,0 0 0 0 0,1 1 0 0 0,0 0 0 0 0,1 1 0 0 0,-1 0 0 0 0,2 1 0 0 0,0 1 0 0 0,0-1 0 0 0,-9 16 0 0 0,4-4 67 0 0,1 0-1 0 0,2 1 1 0 0,0 1 0 0 0,1 0 0 0 0,-9 34 0 0 0,12-30 180 0 0,1 1 1 0 0,2 0-1 0 0,-4 56 1 0 0,9-69-128 0 0,0 0 0 0 0,1 0 0 0 0,1 0 0 0 0,1-1 0 0 0,0 1 0 0 0,1-1 0 0 0,1 1 0 0 0,9 21 0 0 0,-13-35-100 0 0,0 0 1 0 0,1 0-1 0 0,-1 0 0 0 0,1-1 1 0 0,0 1-1 0 0,-1 0 0 0 0,1-1 1 0 0,0 0-1 0 0,0 1 0 0 0,1-1 1 0 0,-1 0-1 0 0,0 0 0 0 0,1 0 1 0 0,0-1-1 0 0,-1 1 0 0 0,1 0 0 0 0,0-1 1 0 0,5 2-1 0 0,-6-2 0 0 0,1-1-1 0 0,0 0 0 0 0,0 0 1 0 0,-1 0-1 0 0,1-1 1 0 0,0 1-1 0 0,0 0 1 0 0,-1-1-1 0 0,1 0 1 0 0,0 0-1 0 0,-1 0 1 0 0,1 0-1 0 0,-1 0 0 0 0,1 0 1 0 0,-1-1-1 0 0,1 1 1 0 0,-1-1-1 0 0,0 1 1 0 0,0-1-1 0 0,0 0 1 0 0,3-3-1 0 0,11-13-103 0 0,0 0 0 0 0,-1-1 0 0 0,-1-1 0 0 0,-1 0 0 0 0,0-1 0 0 0,-2-1 0 0 0,0 1 0 0 0,-2-2 0 0 0,12-38 0 0 0,-8 9-63 0 0,-1 0 0 0 0,-3 0 0 0 0,3-73 0 0 0,-8 9 145 0 0,-6 0 0 0 0,-23-158 0 0 0,24 266 123 0 0,1 5-43 0 0,0 1-1 0 0,0 0 1 0 0,0 0-1 0 0,0-1 0 0 0,-1 1 1 0 0,1 0-1 0 0,-1 0 1 0 0,1 0-1 0 0,-1-1 0 0 0,0 1 1 0 0,0 0-1 0 0,0 0 1 0 0,0 0-1 0 0,-3-3 0 0 0,0 39 1343 0 0,40 403-838 0 0,-32-401-478 0 0,40 250 382 0 0,-6-41-835 0 0,-37-222-926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6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4 17972 0 0,'26'-3'1896'0'0,"1"3"-1781"0"0,32 4-1 0 0,-51-3-89 0 0,0 0 0 0 0,-1 1-1 0 0,1 0 1 0 0,-1 0 0 0 0,1 1 0 0 0,-1 0-1 0 0,0 0 1 0 0,0 0 0 0 0,8 6-1 0 0,-13-7-28 0 0,0-1-1 0 0,-1 1 1 0 0,1 0-1 0 0,0 0 1 0 0,-1 0-1 0 0,1 0 1 0 0,-1 0-1 0 0,1 0 1 0 0,-1 0-1 0 0,0 0 1 0 0,0 0-1 0 0,0 1 1 0 0,0-1-1 0 0,-1 0 1 0 0,1 1-1 0 0,0 4 1 0 0,0-2-31 0 0,-1 0 0 0 0,0 1 0 0 0,-1-1 0 0 0,1 0 1 0 0,-1 1-1 0 0,0-1 0 0 0,-2 8 0 0 0,-3 1-69 0 0,1 1 0 0 0,-2-1 0 0 0,0 0-1 0 0,-13 19 1 0 0,-4-1 79 0 0,-1-1 0 0 0,-52 48-1 0 0,20-22 1145 0 0,53-53-913 0 0,1 1-1 0 0,-1-1 1 0 0,1 1 0 0 0,0-1-1 0 0,0 1 1 0 0,1 0-1 0 0,-1 0 1 0 0,1 0 0 0 0,-1 6-1 0 0,2-9-190 0 0,1-1-1 0 0,-1 1 1 0 0,1-1-1 0 0,0 1 1 0 0,0-1-1 0 0,0 0 1 0 0,0 1-1 0 0,0-1 1 0 0,0 1-1 0 0,0-1 0 0 0,0 1 1 0 0,0-1-1 0 0,1 1 1 0 0,-1-1-1 0 0,1 0 1 0 0,-1 1-1 0 0,1-1 1 0 0,-1 1-1 0 0,1-1 1 0 0,0 0-1 0 0,0 0 1 0 0,0 1-1 0 0,-1-1 0 0 0,1 0 1 0 0,0 0-1 0 0,1 0 1 0 0,-1 0-1 0 0,0 0 1 0 0,0 0-1 0 0,0-1 1 0 0,0 1-1 0 0,1 0 1 0 0,-1 0-1 0 0,0-1 1 0 0,1 1-1 0 0,-1-1 0 0 0,3 1 1 0 0,4 1-122 0 0,-1-1-1 0 0,1 0 1 0 0,0 0 0 0 0,-1 0 0 0 0,1-1-1 0 0,0-1 1 0 0,-1 1 0 0 0,9-2-1 0 0,3-2-1592 0 0,37-12 0 0 0,-38 10 385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7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572 1404 10594 0 0,'3'-1'273'0'0,"0"0"1"0"0,1 0-1 0 0,-1 1 0 0 0,0-1 0 0 0,1 1 0 0 0,-1 0 1 0 0,0 0-1 0 0,1 0 0 0 0,5 1 0 0 0,8 0 35 0 0,-16-1-298 0 0,-1 0 0 0 0,1 1 0 0 0,-1-1 0 0 0,1 0 0 0 0,0 0 1 0 0,-1 0-1 0 0,1 0 0 0 0,0 0 0 0 0,-1 0 0 0 0,1-1 1 0 0,0 1-1 0 0,-1 0 0 0 0,1 0 0 0 0,0 0 0 0 0,-1-1 0 0 0,1 1 1 0 0,-1 0-1 0 0,1 0 0 0 0,-1-1 0 0 0,1 1 0 0 0,-1-1 0 0 0,1 1 1 0 0,-1 0-1 0 0,1-1 0 0 0,-1 1 0 0 0,1-1 0 0 0,-1 1 1 0 0,1-1-1 0 0,-1 1 0 0 0,0-1 0 0 0,0 0 0 0 0,1 1 0 0 0,-1-1 1 0 0,0 1-1 0 0,0-1 0 0 0,1 0 0 0 0,-1 1 0 0 0,0-1 0 0 0,0-1 1 0 0,-1-1 64 0 0,0 0 1 0 0,0 0-1 0 0,0 0 1 0 0,0 0-1 0 0,-1 1 1 0 0,1-1-1 0 0,-3-3 1 0 0,-4-7 517 0 0,-192-424 4143 0 0,172 364-3828 0 0,4-2 1 0 0,3-1 0 0 0,3 0 0 0 0,-9-87-1 0 0,26 154-908 0 0,-9-152-87 0 0,10 141 75 0 0,1 1 1 0 0,1-1-1 0 0,0 1 1 0 0,2 0-1 0 0,0 0 1 0 0,10-23-1 0 0,-14 40 0 0 0,0 1-1 0 0,1 0 1 0 0,-1-1 0 0 0,1 1-1 0 0,-1-1 1 0 0,1 1-1 0 0,0 0 1 0 0,-1-1 0 0 0,1 1-1 0 0,0 0 1 0 0,0 0-1 0 0,0-1 1 0 0,0 1 0 0 0,0 0-1 0 0,1 0 1 0 0,-1 0-1 0 0,0 0 1 0 0,0 1 0 0 0,3-2-1 0 0,-2 2-11 0 0,0 0 0 0 0,1 0 0 0 0,-1 0 0 0 0,0 1 0 0 0,0-1 0 0 0,1 1 0 0 0,-1-1 0 0 0,0 1 0 0 0,0 0 0 0 0,0 0 0 0 0,3 1 0 0 0,-1 0-330 0 0,18 7 794 0 0,-15-9-2263 0 0,-8-7-3824 0 0,-1 3 3829 0 0,-1-5 1530 0 0,0-1-1 0 0,-1 2 1 0 0,0-1-1 0 0,-1 0 1 0 0,0 1 0 0 0,0 0-1 0 0,-8-9 1 0 0,11 15 405 0 0,1 0 0 0 0,-1 0 0 0 0,0 0 0 0 0,0 0 0 0 0,0 0 0 0 0,-1 1 0 0 0,1-1 1 0 0,0 1-1 0 0,-1 0 0 0 0,1 0 0 0 0,-1-1 0 0 0,1 2 0 0 0,-1-1 0 0 0,1 0 0 0 0,-1 0 1 0 0,0 1-1 0 0,1-1 0 0 0,-1 1 0 0 0,0 0 0 0 0,1 0 0 0 0,-1 0 0 0 0,0 0 0 0 0,1 1 0 0 0,-1-1 1 0 0,0 1-1 0 0,1-1 0 0 0,-1 1 0 0 0,1 0 0 0 0,-1 0 0 0 0,1 0 0 0 0,-5 3 0 0 0,-26 15 493 0 0,1 2-1 0 0,0 2 1 0 0,2 1-1 0 0,1 1 1 0 0,-33 37-1 0 0,54-51-642 0 0,0 0 1 0 0,1 0-1 0 0,1 1 0 0 0,0 0 0 0 0,1 0 0 0 0,0 1 1 0 0,0 0-1 0 0,1-1 0 0 0,-3 22 0 0 0,7-34 20 0 0,0 0-1 0 0,0 0 1 0 0,0 1 0 0 0,0-1-1 0 0,0 0 1 0 0,0 0 0 0 0,0 0-1 0 0,0 0 1 0 0,0 0 0 0 0,0 0-1 0 0,0 0 1 0 0,0 0-1 0 0,0 1 1 0 0,0-1 0 0 0,0 0-1 0 0,0 0 1 0 0,0 0 0 0 0,0 0-1 0 0,0 0 1 0 0,0 0 0 0 0,1 0-1 0 0,-1 0 1 0 0,0 0 0 0 0,0 1-1 0 0,0-1 1 0 0,0 0 0 0 0,0 0-1 0 0,0 0 1 0 0,0 0-1 0 0,0 0 1 0 0,0 0 0 0 0,0 0-1 0 0,0 0 1 0 0,0 0 0 0 0,1 0-1 0 0,-1 0 1 0 0,0 0 0 0 0,0 0-1 0 0,0 0 1 0 0,0 0 0 0 0,0 0-1 0 0,0 0 1 0 0,0 0-1 0 0,0 0 1 0 0,1 0 0 0 0,-1 0-1 0 0,0 0 1 0 0,0 0 0 0 0,0 0-1 0 0,0 0 1 0 0,0 0 0 0 0,0 0-1 0 0,9-3-325 0 0,8-7-20 0 0,78-69-1027 0 0,-60 48 1213 0 0,43-30 0 0 0,-76 60 252 0 0,-1 0 0 0 0,0 1 0 0 0,1-1 0 0 0,-1 0 0 0 0,1 1 0 0 0,0-1 0 0 0,-1 1 1 0 0,1-1-1 0 0,-1 1 0 0 0,1-1 0 0 0,0 1 0 0 0,-1 0 0 0 0,1 0 0 0 0,0 0 0 0 0,-1 0 0 0 0,1 0 0 0 0,0 1 0 0 0,-1-1 0 0 0,1 0 0 0 0,0 1 0 0 0,-1-1 0 0 0,1 1 0 0 0,-1 0 0 0 0,4 1 0 0 0,1 2 305 0 0,0 1-1 0 0,0-1 0 0 0,0 1 1 0 0,7 9-1 0 0,9 6-12 0 0,164 124 87 0 0,-133-99-1811 0 0,-51-43-170 0 0,-11-11-2325 0 0,0-5 2107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0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7 12643 0 0,'-1'0'57'0'0,"0"-1"0"0"0,0 0 0 0 0,0 0 0 0 0,-1 1 0 0 0,1-1 0 0 0,0 1 1 0 0,0-1-1 0 0,-1 1 0 0 0,1 0 0 0 0,0-1 0 0 0,-1 1 0 0 0,1 0 0 0 0,0 0 1 0 0,-1 0-1 0 0,1 0 0 0 0,0 0 0 0 0,-1 0 0 0 0,1 0 0 0 0,0 1 0 0 0,-1-1 0 0 0,1 0 1 0 0,0 1-1 0 0,0-1 0 0 0,-3 2 0 0 0,1 1-70 0 0,0-1 1 0 0,0 1-1 0 0,0 1 0 0 0,0-1 1 0 0,0 0-1 0 0,-3 7 0 0 0,5-9 25 0 0,-17 26-39 0 0,-16 29 1 0 0,29-44 43 0 0,0-1 1 0 0,0 1-1 0 0,1-1 1 0 0,1 1-1 0 0,-4 24 1 0 0,4-13 42 0 0,1 0 0 0 0,1-1 1 0 0,1 1-1 0 0,6 42 0 0 0,-4-54-22 0 0,0 1 0 0 0,1-1 0 0 0,1 0-1 0 0,-1 0 1 0 0,2 0 0 0 0,0-1 0 0 0,0 1-1 0 0,1-1 1 0 0,0-1 0 0 0,1 1 0 0 0,10 11-1 0 0,-6-9 89 0 0,1-2-1 0 0,0 1 1 0 0,1-2-1 0 0,0 1 1 0 0,1-2-1 0 0,0 0 1 0 0,0 0-1 0 0,18 6 1 0 0,15 2 411 0 0,63 14 0 0 0,-67-19-491 0 0,-19-6 47 0 0,-16-3-64 0 0,0-1 1 0 0,-1 1-1 0 0,1 0 0 0 0,-1 1 0 0 0,1 0 1 0 0,-1 0-1 0 0,13 8 0 0 0,-23-9 17 0 0,-1 0 1 0 0,0-1-1 0 0,0 1 0 0 0,0-1 1 0 0,0 0-1 0 0,0 0 0 0 0,-6 0 1 0 0,-42 9-233 0 0,-79 26 1 0 0,44-10-1158 0 0,59-19 800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0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17972 0 0,'2'-4'194'0'0,"0"0"1"0"0,0 0-1 0 0,1 0 1 0 0,-1 0-1 0 0,1 1 1 0 0,0-1-1 0 0,0 1 1 0 0,0 0-1 0 0,0 0 1 0 0,1 0-1 0 0,-1 0 1 0 0,4-2 0 0 0,52-29-121 0 0,-48 28 75 0 0,-1 1-128 0 0,0 0 0 0 0,0 1-1 0 0,1 0 1 0 0,0 0-1 0 0,-1 1 1 0 0,1 1-1 0 0,0 0 1 0 0,0 0 0 0 0,1 1-1 0 0,13 1 1 0 0,-15 0-671 0 0,0 1 0 0 0,0 1 0 0 0,20 5 0 0 0,-18-3-912 0 0,0-2-344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0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86 8754 0 0,'-18'121'4281'0'0,"8"61"-2728"0"0,10-177-1517 0 0,3 51 301 0 0,-3-53-297 0 0,0 0 0 0 0,1 0-1 0 0,-1 0 1 0 0,1 0-1 0 0,0 0 1 0 0,0 0 0 0 0,0 0-1 0 0,0 0 1 0 0,1-1 0 0 0,-1 1-1 0 0,1-1 1 0 0,-1 1-1 0 0,1-1 1 0 0,0 1 0 0 0,3 2-1 0 0,-3-4 4 0 0,0 0 0 0 0,0-1-1 0 0,-1 1 1 0 0,1-1 0 0 0,0 1 0 0 0,0-1-1 0 0,0 0 1 0 0,0 1 0 0 0,0-1-1 0 0,0 0 1 0 0,0 0 0 0 0,0 0-1 0 0,0-1 1 0 0,0 1 0 0 0,0 0-1 0 0,-1-1 1 0 0,1 1 0 0 0,0-1 0 0 0,0 0-1 0 0,0 0 1 0 0,-1 0 0 0 0,1 0-1 0 0,0 0 1 0 0,-1 0 0 0 0,3-2-1 0 0,5-3 227 0 0,-1 0 0 0 0,0-1-1 0 0,10-10 1 0 0,-13 11-192 0 0,0-1 0 0 0,0 1 0 0 0,-1-1 0 0 0,0 0 0 0 0,0 0 0 0 0,-1-1 0 0 0,1 1 0 0 0,-1-1 0 0 0,-1 0 1 0 0,0 1-1 0 0,0-1 0 0 0,0 0 0 0 0,-1 0 0 0 0,-1 0 0 0 0,1-1 0 0 0,-1 1 0 0 0,0 0 0 0 0,-1 0 0 0 0,0 0 0 0 0,-3-12 0 0 0,-4-13 367 0 0,-2 0 0 0 0,-1 0 0 0 0,-24-46 1 0 0,24 53-391 0 0,-24-51-2486 0 0,39 75-442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0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1 17052 0 0,'-2'-1'121'0'0,"0"1"0"0"0,1 0 0 0 0,-1 1 0 0 0,0-1 0 0 0,1 0 0 0 0,-1 0 0 0 0,0 1 1 0 0,1-1-1 0 0,-1 1 0 0 0,1-1 0 0 0,-1 1 0 0 0,1 0 0 0 0,-1-1 0 0 0,1 1 0 0 0,-1 0 1 0 0,1 0-1 0 0,-2 2 0 0 0,-22 24 11 0 0,10-10-44 0 0,-22 24-83 0 0,1 3-1 0 0,-51 81 0 0 0,63-84 97 0 0,-32 78-1 0 0,36-73-1325 0 0,-34 58 1 0 0,52-100 948 0 0,0-1 1 0 0,0 0-1 0 0,-1-1 0 0 0,1 1 1 0 0,-1 0-1 0 0,1-1 0 0 0,-1 1 0 0 0,0-1 1 0 0,0 0-1 0 0,-4 3 0 0 0,-5 1-1209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1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16964 0 0,'0'2'138'0'0,"1"0"0"0"0,0-1 1 0 0,0 1-1 0 0,0 0 0 0 0,0-1 0 0 0,1 1 1 0 0,-1-1-1 0 0,0 1 0 0 0,1-1 1 0 0,-1 0-1 0 0,1 1 0 0 0,2 0 1 0 0,4 6-13 0 0,52 60 90 0 0,28 28 96 0 0,-74-83-253 0 0,1 0 1 0 0,0-1 0 0 0,1-1-1 0 0,33 18 1 0 0,-23-16-146 0 0,-15-9-165 0 0,0 1 0 0 0,0 1 0 0 0,0 0 0 0 0,-1 0 0 0 0,0 1 0 0 0,0 0 0 0 0,-1 1 0 0 0,14 14 0 0 0,-19-15-1731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1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17140 0 0,'-1'0'56'0'0,"1"0"0"0"0,-1 0 0 0 0,1 0 0 0 0,-1 1 0 0 0,1-1 0 0 0,-1 0 0 0 0,1 0 0 0 0,-1 1 0 0 0,1-1 0 0 0,0 0 0 0 0,-1 1 0 0 0,1-1 0 0 0,-1 0 0 0 0,1 1 0 0 0,0-1 0 0 0,0 0 0 0 0,-1 1 1 0 0,1-1-1 0 0,0 1 0 0 0,-1-1 0 0 0,1 1 0 0 0,0-1 0 0 0,0 0 0 0 0,0 1 0 0 0,0-1 0 0 0,-1 1 0 0 0,1-1 0 0 0,0 1 0 0 0,0-1 0 0 0,0 1 0 0 0,0-1 0 0 0,0 1 0 0 0,0-1 0 0 0,0 1 0 0 0,1 0 0 0 0,-3 29-349 0 0,2-21 428 0 0,-4 137-309 0 0,18 180 1 0 0,18-40 230 0 0,-31-276-187 0 0,1 11-562 0 0,0-1 0 0 0,7 23 1 0 0,-8-37-74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1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17540 0 0,'9'6'157'0'0,"0"0"-1"0"0,0 0 1 0 0,0-1 0 0 0,1 0 0 0 0,15 4 0 0 0,-12-4-39 0 0,0 0 0 0 0,-1 1 1 0 0,1 0-1 0 0,-1 1 1 0 0,0 0-1 0 0,-1 1 1 0 0,20 17-1 0 0,-28-21-162 0 0,-1-1 0 0 0,0 1 0 0 0,0-1 0 0 0,-1 1 0 0 0,1 0 0 0 0,-1 0-1 0 0,0 0 1 0 0,0 0 0 0 0,0 0 0 0 0,0 0 0 0 0,-1 0 0 0 0,1 0 0 0 0,-1 0 0 0 0,0 0 0 0 0,0 0-1 0 0,-1 1 1 0 0,1-1 0 0 0,-1 0 0 0 0,0 0 0 0 0,-2 4 0 0 0,-3 12-372 0 0,-1-1 0 0 0,-16 32 1 0 0,18-40 340 0 0,-5 7-47 0 0,0-1 0 0 0,-2 0 0 0 0,0-1 1 0 0,-16 17-1 0 0,-18 23 1714 0 0,46-56-1536 0 0,0 1 1 0 0,0-1 0 0 0,-1 0 0 0 0,1 0 0 0 0,0 1 0 0 0,0-1-1 0 0,-1 0 1 0 0,1 1 0 0 0,0-1 0 0 0,0 0 0 0 0,0 1 0 0 0,0-1-1 0 0,-1 0 1 0 0,1 1 0 0 0,0-1 0 0 0,0 0 0 0 0,0 1 0 0 0,0-1 0 0 0,0 0-1 0 0,0 1 1 0 0,0-1 0 0 0,0 1 0 0 0,0-1 0 0 0,0 0 0 0 0,0 1-1 0 0,0-1 1 0 0,0 0 0 0 0,1 1 0 0 0,-1-1 0 0 0,0 0 0 0 0,0 1-1 0 0,0-1 1 0 0,0 0 0 0 0,1 1 0 0 0,-1-1 0 0 0,0 0 0 0 0,0 1-1 0 0,0-1 1 0 0,1 0 0 0 0,17 4 643 0 0,24-9-709 0 0,-15-3-247 0 0,1-1 0 0 0,-2-2-1 0 0,38-20 1 0 0,-42 18-1567 0 0,42-33 0 0 0,-42 29-4223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2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161 416 15523 0 0,'4'-7'278'0'0,"1"-1"0"0"0,0 1-1 0 0,0 0 1 0 0,1 1-1 0 0,-1-1 1 0 0,1 1 0 0 0,1 1-1 0 0,-1-1 1 0 0,12-7-1 0 0,-7 5-82 0 0,-1 0 0 0 0,17-18 0 0 0,-22 19-164 0 0,-1 1 0 0 0,0-1-1 0 0,0 1 1 0 0,-1-1 0 0 0,0 0 0 0 0,0-1-1 0 0,-1 1 1 0 0,0 0 0 0 0,0-1 0 0 0,0 1-1 0 0,-1-1 1 0 0,0 0 0 0 0,-1 1 0 0 0,0-1-1 0 0,0 0 1 0 0,0 1 0 0 0,-1-1 0 0 0,0 0-1 0 0,-3-8 1 0 0,2 7-114 0 0,-1 0-1 0 0,0 0 1 0 0,0 0-1 0 0,-1 1 1 0 0,0-1-1 0 0,0 1 1 0 0,-1 0-1 0 0,0 0 1 0 0,-1 0 0 0 0,0 1-1 0 0,0 0 1 0 0,0 0-1 0 0,-1 1 1 0 0,0-1-1 0 0,-12-7 1 0 0,16 12 5 0 0,-1 0 0 0 0,1 0 0 0 0,0 1 0 0 0,-1 0 0 0 0,0 0 0 0 0,1-1-1 0 0,-1 2 1 0 0,1-1 0 0 0,-1 0 0 0 0,0 1 0 0 0,0 0 0 0 0,1 0 0 0 0,-1 0 0 0 0,-6 1 0 0 0,4 0-14 0 0,0 1 1 0 0,0-1-1 0 0,0 2 1 0 0,0-1-1 0 0,1 0 0 0 0,-1 1 1 0 0,0 0-1 0 0,-6 5 1 0 0,4-2 77 0 0,0 1 1 0 0,0 0-1 0 0,0 0 1 0 0,1 1-1 0 0,0 0 1 0 0,1 0 0 0 0,0 0-1 0 0,0 1 1 0 0,1 0-1 0 0,-7 14 1 0 0,8-11 80 0 0,1-1 1 0 0,0 1-1 0 0,1-1 1 0 0,0 1-1 0 0,1 0 1 0 0,0 0-1 0 0,1-1 1 0 0,1 1 0 0 0,0 0-1 0 0,0 0 1 0 0,1 0-1 0 0,0-1 1 0 0,1 1-1 0 0,1-1 1 0 0,-1 0-1 0 0,12 21 1 0 0,0-2 18 0 0,3 0 1 0 0,0-2-1 0 0,2 0 1 0 0,37 41-1 0 0,-38-50-64 0 0,1-1 0 0 0,1-1-1 0 0,0-1 1 0 0,40 22 0 0 0,-31-19 53 0 0,49 38 0 0 0,-61-37 46 0 0,-18-20-117 0 0,0 0 0 0 0,0 1 1 0 0,0-1-1 0 0,0 0 0 0 0,0 0 0 0 0,0 0 0 0 0,0 0 1 0 0,0 1-1 0 0,0-1 0 0 0,0 0 0 0 0,0 0 0 0 0,0 0 1 0 0,0 1-1 0 0,0-1 0 0 0,0 0 0 0 0,0 0 0 0 0,0 0 1 0 0,0 1-1 0 0,0-1 0 0 0,0 0 0 0 0,0 0 0 0 0,0 0 0 0 0,0 1 1 0 0,0-1-1 0 0,0 0 0 0 0,-1 0 0 0 0,1 0 0 0 0,0 0 1 0 0,0 0-1 0 0,0 1 0 0 0,0-1 0 0 0,0 0 0 0 0,-1 0 1 0 0,1 0-1 0 0,0 0 0 0 0,-15 2 120 0 0,-4-4 169 0 0,0-2 0 0 0,0 0 0 0 0,0 0 0 0 0,0-2 0 0 0,1 0 0 0 0,0-2 0 0 0,0 0 0 0 0,1 0 0 0 0,0-2 0 0 0,1 0 0 0 0,-1-1 0 0 0,2-1 0 0 0,-20-18 0 0 0,28 22-161 0 0,-1-1-1 0 0,1-1 1 0 0,1 0-1 0 0,0 1 1 0 0,0-2-1 0 0,1 1 1 0 0,0-1-1 0 0,1 0 1 0 0,0 0-1 0 0,-3-17 1 0 0,5 20-249 0 0,0 1 0 0 0,1-1 0 0 0,1 0 0 0 0,-1 1 0 0 0,1-1 0 0 0,1 0 1 0 0,-1 0-1 0 0,1 1 0 0 0,0-1 0 0 0,1 0 0 0 0,0 1 0 0 0,0 0 0 0 0,1-1 1 0 0,0 1-1 0 0,0 0 0 0 0,7-11 0 0 0,-1 8-1054 0 0,0 3-48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8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43 11522 0 0,'0'-3'176'0'0,"-1"-1"0"0"0,1 1 0 0 0,-1 0 0 0 0,0 0 0 0 0,0-1-1 0 0,-1 1 1 0 0,1 0 0 0 0,-1 0 0 0 0,1 0 0 0 0,-3-3 0 0 0,3 6-154 0 0,0-1 1 0 0,1 1-1 0 0,-1-1 1 0 0,1 1-1 0 0,-1-1 0 0 0,0 1 1 0 0,1 0-1 0 0,-1-1 1 0 0,0 1-1 0 0,1 0 1 0 0,-1 0-1 0 0,0 0 1 0 0,1-1-1 0 0,-1 1 1 0 0,0 0-1 0 0,0 0 1 0 0,1 0-1 0 0,-1 0 1 0 0,0 0-1 0 0,-1 0 1 0 0,0 1 3 0 0,0 0 0 0 0,0-1 0 0 0,0 1 0 0 0,0 0 0 0 0,0 0 0 0 0,0 0 0 0 0,0 0 0 0 0,1 1 0 0 0,-1-1 0 0 0,-2 2 0 0 0,-19 19 111 0 0,1 2-1 0 0,0 0 1 0 0,2 1-1 0 0,1 1 1 0 0,1 1-1 0 0,1 1 1 0 0,-20 46-1 0 0,29-54-138 0 0,0 1 0 0 0,2 0 0 0 0,0 0 0 0 0,2 0 0 0 0,0 1 0 0 0,1 0 0 0 0,2-1 0 0 0,0 1 0 0 0,1 0 0 0 0,1 0 0 0 0,1 0 0 0 0,6 26 0 0 0,-6-40-34 0 0,1 0 0 0 0,-1 0 1 0 0,1 0-1 0 0,1 0 0 0 0,0-1 0 0 0,0 1 1 0 0,0-1-1 0 0,1 0 0 0 0,0 0 1 0 0,0-1-1 0 0,1 1 0 0 0,0-1 1 0 0,0 0-1 0 0,0-1 0 0 0,1 0 0 0 0,11 8 1 0 0,-4-6 142 0 0,0 0 0 0 0,0-1 0 0 0,0 0 0 0 0,1-1 0 0 0,0-1 0 0 0,0 0 0 0 0,1-1 0 0 0,16 1 0 0 0,38-2 696 0 0,-51-3-340 0 0,0 2-1 0 0,32 4 1 0 0,-50-5-441 0 0,-1 0 0 0 0,1 0 1 0 0,-1 0-1 0 0,0 0 0 0 0,1 0 1 0 0,-1 0-1 0 0,1 0 0 0 0,-1 0 1 0 0,0 0-1 0 0,1 0 0 0 0,-1 1 0 0 0,1-1 1 0 0,-1 0-1 0 0,0 0 0 0 0,1 0 1 0 0,-1 1-1 0 0,0-1 0 0 0,1 0 0 0 0,-1 1 1 0 0,0-1-1 0 0,0 0 0 0 0,1 0 1 0 0,-1 1-1 0 0,0-1 0 0 0,0 0 1 0 0,0 1-1 0 0,1-1 0 0 0,-1 1 0 0 0,0-1 1 0 0,0 1-1 0 0,-6 9 312 0 0,-22 11-153 0 0,24-19-150 0 0,-174 95-76 0 0,-45-1-3150 0 0,170-78 1525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8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0 335 14083 0 0,'9'-8'273'0'0,"0"0"0"0"0,1 1 0 0 0,0 0 0 0 0,0 0 0 0 0,0 1 0 0 0,20-8 0 0 0,89-33 766 0 0,247-60 0 0 0,-287 87-1527 0 0,115-46 1 0 0,-171 57-495 0 0,-14 6-445 0 0,0 0-1 0 0,0-1 0 0 0,8-5 1 0 0,-3 0-3073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8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92 4609 0 0,'-2'5'777'0'0,"0"-1"1"0"0,0 0-1 0 0,0 0 0 0 0,1 1 0 0 0,-1-1 1 0 0,1 1-1 0 0,0-1 0 0 0,0 8 0 0 0,-1 42-166 0 0,2-32-155 0 0,-1 33 112 0 0,8 70 0 0 0,-4-106-606 0 0,0 0 0 0 0,0-1-1 0 0,2 1 1 0 0,0-1-1 0 0,1 0 1 0 0,1-1 0 0 0,14 26-1 0 0,-18-38 61 0 0,1 0 1 0 0,-1 0-1 0 0,1-1 0 0 0,0 1 0 0 0,1-1 0 0 0,-1 0 0 0 0,1 0 1 0 0,0 0-1 0 0,0 0 0 0 0,0-1 0 0 0,0 0 0 0 0,0 0 1 0 0,1-1-1 0 0,-1 1 0 0 0,1-1 0 0 0,0 0 0 0 0,0-1 0 0 0,0 1 1 0 0,0-1-1 0 0,0 0 0 0 0,0-1 0 0 0,11 0 0 0 0,-9 0 121 0 0,0-1 0 0 0,0 0-1 0 0,0 0 1 0 0,0-1 0 0 0,0 0-1 0 0,0-1 1 0 0,-1 0 0 0 0,1 0-1 0 0,-1-1 1 0 0,1 1 0 0 0,-1-1-1 0 0,-1-1 1 0 0,1 0 0 0 0,0 0-1 0 0,-1 0 1 0 0,8-9 0 0 0,-8 6 67 0 0,0 1 0 0 0,0-1 0 0 0,0 0 0 0 0,-1-1 0 0 0,-1 0 0 0 0,1 1 1 0 0,-1-1-1 0 0,-1-1 0 0 0,0 1 0 0 0,0 0 0 0 0,-1-1 0 0 0,2-12 1 0 0,-3 8-20 0 0,-1 1-1 0 0,0-1 1 0 0,-1 1 0 0 0,0-1 0 0 0,-1 1 0 0 0,-1 0 0 0 0,0 0 0 0 0,-6-16 0 0 0,0 6-73 0 0,-1 0 1 0 0,-1 1-1 0 0,-1 1 1 0 0,-1 0 0 0 0,-1 0-1 0 0,-1 2 1 0 0,0-1-1 0 0,-2 2 1 0 0,-27-25-1 0 0,29 31-109 0 0,0 0-1 0 0,-1 1 0 0 0,-26-15 0 0 0,37 24-48 0 0,0-1-1 0 0,0 1 0 0 0,0 0 1 0 0,-1 0-1 0 0,1 0 0 0 0,0 1 0 0 0,-1-1 1 0 0,1 1-1 0 0,-1 1 0 0 0,1-1 1 0 0,-1 1-1 0 0,0 0 0 0 0,1 0 1 0 0,-1 1-1 0 0,1 0 0 0 0,-10 2 1 0 0,12-2-55 0 0,0 1 0 0 0,0 0 1 0 0,1-1-1 0 0,-1 1 1 0 0,1 0-1 0 0,0 0 0 0 0,0 1 1 0 0,-1-1-1 0 0,1 0 0 0 0,0 1 1 0 0,1-1-1 0 0,-1 1 1 0 0,0 0-1 0 0,1-1 0 0 0,0 1 1 0 0,-1 0-1 0 0,1 0 1 0 0,0 0-1 0 0,1 0 0 0 0,-1 0 1 0 0,0 0-1 0 0,1 0 1 0 0,0 0-1 0 0,0 4 0 0 0,-1 5-859 0 0,1 0-1 0 0,1 0 1 0 0,0 0-1 0 0,0 0 1 0 0,4 12-1 0 0,5 8-1307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9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9 14283 0 0,'0'0'42'0'0,"0"-1"1"0"0,0 1-1 0 0,-1-1 1 0 0,1 1-1 0 0,0-1 1 0 0,-1 1-1 0 0,1 0 1 0 0,0-1-1 0 0,-1 1 0 0 0,1-1 1 0 0,-1 1-1 0 0,1 0 1 0 0,0-1-1 0 0,-1 1 1 0 0,1 0-1 0 0,-1-1 1 0 0,1 1-1 0 0,-1 0 0 0 0,1 0 1 0 0,-1 0-1 0 0,1-1 1 0 0,-1 1-1 0 0,0 0 1 0 0,1 0-1 0 0,-1 0 0 0 0,1 0 1 0 0,-1 0-1 0 0,1 0 1 0 0,-1 0-1 0 0,1 0 1 0 0,-1 0-1 0 0,0 0 1 0 0,1 0-1 0 0,-1 1 0 0 0,0-1 1 0 0,-11 18 314 0 0,6-7 8 0 0,-107 153 592 0 0,-3 4-339 0 0,73-101-298 0 0,15-26-144 0 0,2 1 1 0 0,-21 48-1 0 0,43-82-218 0 0,1 1-200 0 0,0 0 0 0 0,-1 0 0 0 0,-1 0 0 0 0,0-1 1 0 0,0 0-1 0 0,0 0 0 0 0,-1 0 0 0 0,-13 13 0 0 0,9-13-493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9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12443 0 0,'49'66'4436'0'0,"-10"-12"-4046"0"0,85 100-330 0 0,-105-134-55 0 0,0-2-1 0 0,1 0 1 0 0,1-1-1 0 0,0 0 0 0 0,33 17 1 0 0,71 38-1443 0 0,-104-59-4278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3:59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 11058 0 0,'-9'-2'569'0'0,"7"2"-534"0"0,1 0-1 0 0,-1-1 1 0 0,0 1-1 0 0,1 0 1 0 0,-1 0-1 0 0,1 0 1 0 0,-1 0-1 0 0,0 0 1 0 0,1 1-1 0 0,-1-1 1 0 0,-1 1-1 0 0,3-1 48 0 0,-1 1 1 0 0,0 0-1 0 0,1-1 0 0 0,-1 1 1 0 0,0 0-1 0 0,1-1 0 0 0,-1 1 1 0 0,1 0-1 0 0,-1 0 0 0 0,1 0 0 0 0,0 0 1 0 0,-1 0-1 0 0,1-1 0 0 0,0 1 1 0 0,0 0-1 0 0,0 0 0 0 0,-1 0 1 0 0,1 0-1 0 0,0 0 0 0 0,0 0 0 0 0,0 0 1 0 0,0 0-1 0 0,1 1 0 0 0,4 119 6326 0 0,4-46-6441 0 0,31 129 0 0 0,-34-184-337 0 0,1 0 1 0 0,1 0 0 0 0,1-1 0 0 0,18 27 0 0 0,-9-14-4417 0 0,-8-12-1122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4:00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0 268 25349 0 0,'1'-13'2714'0'0,"6"8"-5115"0"0,15 9-5110 0 0,-12-1 7797 0 0,13 4-394 0 0,64 20-144 0 0,-79-24 250 0 0,0 1 0 0 0,0 0 0 0 0,-1 0-1 0 0,0 0 1 0 0,1 1 0 0 0,-2 0 0 0 0,1 1-1 0 0,8 8 1 0 0,-12-10-5 0 0,0-1-1 0 0,0 1 1 0 0,-1 0-1 0 0,1 0 1 0 0,-1 1-1 0 0,0-1 1 0 0,0 0-1 0 0,0 1 1 0 0,-1-1-1 0 0,1 1 1 0 0,-1 0-1 0 0,0-1 1 0 0,-1 1-1 0 0,1 6 1 0 0,-1-2-59 0 0,-1-1 1 0 0,0 0-1 0 0,0 1 1 0 0,0-1-1 0 0,-1 0 0 0 0,-1 0 1 0 0,-5 12-1 0 0,-4 4-82 0 0,0 0 0 0 0,-2-2-1 0 0,-1 0 1 0 0,-19 23-1 0 0,19-28 120 0 0,0 2 371 0 0,-17 25 0 0 0,29-39-163 0 0,0 0 0 0 0,0 0-1 0 0,1 1 1 0 0,-1-1 0 0 0,1 1 0 0 0,0 0 0 0 0,1 0 0 0 0,-1-1-1 0 0,1 1 1 0 0,0 9 0 0 0,1-14-167 0 0,0 0 1 0 0,0 0-1 0 0,0 0 0 0 0,1 1 0 0 0,-1-1 1 0 0,1 0-1 0 0,-1 0 0 0 0,0 0 0 0 0,1 0 1 0 0,0 0-1 0 0,-1 0 0 0 0,1 0 0 0 0,0 0 1 0 0,-1 0-1 0 0,1-1 0 0 0,0 1 0 0 0,0 0 0 0 0,0 0 1 0 0,0-1-1 0 0,0 1 0 0 0,0 0 0 0 0,0-1 1 0 0,0 1-1 0 0,0-1 0 0 0,0 1 0 0 0,0-1 1 0 0,0 1-1 0 0,0-1 0 0 0,0 0 0 0 0,0 0 1 0 0,0 0-1 0 0,1 0 0 0 0,-1 1 0 0 0,0-1 1 0 0,0-1-1 0 0,2 1 0 0 0,4 0 8 0 0,1 0 0 0 0,-1-1 0 0 0,0 0-1 0 0,10-2 1 0 0,30-12-85 0 0,0-1-1 0 0,-2-2 0 0 0,0-3 1 0 0,47-28-1 0 0,-52 23 15 0 0,-2-1 0 0 0,0-3 1 0 0,36-36-1 0 0,-49 44 57 0 0,-8 6 33 0 0,-1-1 0 0 0,-1 0 0 0 0,0-1 0 0 0,-1-1 0 0 0,-1 0 1 0 0,-1-1-1 0 0,-1 0 0 0 0,0-1 0 0 0,10-30 0 0 0,-16 38 7 0 0,-2 1 1 0 0,1 0-1 0 0,-2-1 0 0 0,1 1 0 0 0,-2-1 0 0 0,0 0 1 0 0,0 0-1 0 0,-1 0 0 0 0,-1 1 0 0 0,0-1 1 0 0,-1 0-1 0 0,0 0 0 0 0,-1 1 0 0 0,0 0 0 0 0,-1-1 1 0 0,-1 1-1 0 0,0 0 0 0 0,-10-17 0 0 0,14 27-42 0 0,0 0 0 0 0,-1-1 0 0 0,0 1 0 0 0,1 0 1 0 0,-1 0-1 0 0,0 0 0 0 0,0 1 0 0 0,0-1 0 0 0,0 0 0 0 0,-1 1 0 0 0,1-1 0 0 0,0 1 0 0 0,-1 0 0 0 0,1 0 0 0 0,-1-1 0 0 0,1 2 0 0 0,-5-2 0 0 0,3 1-18 0 0,0 1-1 0 0,0 0 1 0 0,0 0 0 0 0,0 0 0 0 0,0 0 0 0 0,0 1 0 0 0,0-1-1 0 0,0 1 1 0 0,0 0 0 0 0,-6 3 0 0 0,-2 1-42 0 0,1 0 1 0 0,0 1-1 0 0,0 1 1 0 0,1 0-1 0 0,0 0 1 0 0,-15 15-1 0 0,14-11 41 0 0,0 2-1 0 0,1-1 0 0 0,0 1 0 0 0,1 1 1 0 0,0 0-1 0 0,1 0 0 0 0,1 1 0 0 0,0 0 1 0 0,1 0-1 0 0,1 0 0 0 0,0 1 0 0 0,1 0 1 0 0,0 0-1 0 0,2 0 0 0 0,0 0 0 0 0,1 0 1 0 0,0 1-1 0 0,1-1 0 0 0,1 0 0 0 0,1 1 1 0 0,0-1-1 0 0,1 0 0 0 0,1 0 0 0 0,1 0 1 0 0,0-1-1 0 0,0 0 0 0 0,2 0 0 0 0,0 0 1 0 0,1 0-1 0 0,12 16 0 0 0,-11-19 16 0 0,1 0 0 0 0,1 0-1 0 0,0-2 1 0 0,0 1 0 0 0,1-1-1 0 0,0-1 1 0 0,1 0 0 0 0,18 10 0 0 0,11 2 17 0 0,62 21-1 0 0,-61-26 185 0 0,62 32-1 0 0,-103-47-191 0 0,0 0 0 0 0,0 1 0 0 0,0-1 0 0 0,0 0 0 0 0,0 1-1 0 0,0-1 1 0 0,0 1 0 0 0,-1 0 0 0 0,1-1 0 0 0,-1 1 0 0 0,1 0 0 0 0,-1 0-1 0 0,1 0 1 0 0,-1 0 0 0 0,0 0 0 0 0,0 0 0 0 0,1 4 0 0 0,-2-5-4 0 0,0 0 1 0 0,0 1-1 0 0,-1-1 1 0 0,1 0-1 0 0,0 1 1 0 0,0-1-1 0 0,-1 0 0 0 0,1 1 1 0 0,-1-1-1 0 0,0 0 1 0 0,1 0-1 0 0,-1 1 1 0 0,0-1-1 0 0,1 0 1 0 0,-1 0-1 0 0,0 0 1 0 0,0 0-1 0 0,0 0 1 0 0,0 0-1 0 0,0 0 1 0 0,0 0-1 0 0,0-1 1 0 0,-1 1-1 0 0,1 0 1 0 0,0-1-1 0 0,0 1 1 0 0,-1 0-1 0 0,1-1 1 0 0,0 0-1 0 0,0 1 1 0 0,-3-1-1 0 0,-15 7 138 0 0,-2-1 0 0 0,1-1 1 0 0,0-2-1 0 0,-1 1 0 0 0,0-2 0 0 0,0-1 1 0 0,0-1-1 0 0,1 0 0 0 0,-1-2 0 0 0,0 0 1 0 0,-32-8-1 0 0,38 6 20 0 0,1-1 0 0 0,0 0 0 0 0,1-1 0 0 0,-1 0 0 0 0,1-1 1 0 0,0 0-1 0 0,-17-14 0 0 0,22 14-88 0 0,-1-1 0 0 0,1 0 0 0 0,1 0 0 0 0,-1 0 0 0 0,2-1 1 0 0,-1 0-1 0 0,1 0 0 0 0,0-1 0 0 0,1 0 0 0 0,-7-17 0 0 0,11 23-62 0 0,-1 0 0 0 0,1 0 0 0 0,0 0 0 0 0,0 0-1 0 0,1 1 1 0 0,-1-1 0 0 0,1 0 0 0 0,0 0 0 0 0,0 0 0 0 0,0 0 0 0 0,0 0-1 0 0,1 0 1 0 0,-1 0 0 0 0,1 0 0 0 0,0 0 0 0 0,1 0 0 0 0,2-6-1 0 0,-2 6-33 0 0,1 0 0 0 0,0-1 0 0 0,1 1 0 0 0,-1 1 0 0 0,1-1 0 0 0,-1 0 0 0 0,1 1 0 0 0,0 0 0 0 0,0 0 0 0 0,1 0-1 0 0,-1 0 1 0 0,1 1 0 0 0,6-3 0 0 0,1 0-322 0 0,-1 1 0 0 0,1 1 0 0 0,12-3 0 0 0,18-1-5205 0 0,2 1-1871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4:02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2 965 12443 0 0,'0'-1'68'0'0,"-1"-1"0"0"0,1 1 0 0 0,0 0 1 0 0,0 0-1 0 0,0 0 0 0 0,0-1 0 0 0,0 1 1 0 0,0 0-1 0 0,0 0 0 0 0,0-1 1 0 0,0 1-1 0 0,1 0 0 0 0,-1 0 0 0 0,0 0 1 0 0,1-1-1 0 0,-1 1 0 0 0,1 0 0 0 0,0 0 1 0 0,-1 0-1 0 0,1 0 0 0 0,0 0 0 0 0,0-1 1 0 0,2 0 38 0 0,0 0 0 0 0,0 0 0 0 0,0 1 0 0 0,0-1 0 0 0,0 1-1 0 0,7-2 1 0 0,-6 1 55 0 0,52-16 210 0 0,0 2-1 0 0,63-9 0 0 0,120-5-87 0 0,-3 26-36 0 0,-36 2 77 0 0,-9-13 196 0 0,113-4 212 0 0,338 14 345 0 0,249-8-84 0 0,-177-64-52 0 0,-357 29-291 0 0,-120 20-235 0 0,447-47 360 0 0,204-49-461 0 0,-814 111-278 0 0,266-44 219 0 0,89-15 140 0 0,-394 65-364 0 0,207-39 95 0 0,337-51 446 0 0,-560 95-573 0 0,136-18 0 0 0,-132 15 0 0 0,-1 0 0 0 0,1-1 0 0 0,-2-2 0 0 0,37-16 0 0 0,-56 23-10 0 0,0 0-1 0 0,0 0 1 0 0,1-1-1 0 0,-1 1 0 0 0,0 0 1 0 0,0-1-1 0 0,0 0 1 0 0,-1 1-1 0 0,1-1 0 0 0,0 0 1 0 0,-1 0-1 0 0,1 0 1 0 0,1-2-1 0 0,-3 3-108 0 0,0 0 0 0 0,0 0 0 0 0,0-1 0 0 0,0 1-1 0 0,0 0 1 0 0,0 0 0 0 0,0 0 0 0 0,0 0 0 0 0,0 0 0 0 0,-1 0 0 0 0,1 0 0 0 0,0 0 0 0 0,-1 0-1 0 0,1 0 1 0 0,-1 0 0 0 0,1 0 0 0 0,-1 0 0 0 0,1 0 0 0 0,-1 0 0 0 0,0 1 0 0 0,1-1 0 0 0,-1 0-1 0 0,0 0 1 0 0,0 0 0 0 0,0 1 0 0 0,1-1 0 0 0,-1 1 0 0 0,0-1 0 0 0,0 1 0 0 0,-2-2-1 0 0,-9-6-7473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4:03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186 937 11346 0 0,'-24'-20'5569'0'0,"19"17"-5251"0"0,1 0 1 0 0,-1-1-1 0 0,1 1 1 0 0,0-1-1 0 0,0 0 1 0 0,1 0-1 0 0,-1 0 1 0 0,1-1-1 0 0,0 1 1 0 0,0-1-1 0 0,-3-7 0 0 0,-4-17 379 0 0,1-1 0 0 0,1 0-1 0 0,-7-55 1 0 0,2-96-392 0 0,11 141-192 0 0,-38-302-1005 0 0,33 309 588 0 0,5 24 103 0 0,-1 0 1 0 0,2 0-1 0 0,-1-1 0 0 0,1 1 1 0 0,1-1-1 0 0,0-14 1 0 0,1 23 79 0 0,-1 0 0 0 0,0 1 0 0 0,0-1 0 0 0,1 1 0 0 0,-1-1 0 0 0,0 0 0 0 0,1 1 0 0 0,-1-1 0 0 0,1 1 0 0 0,-1-1 0 0 0,1 1 0 0 0,-1-1 0 0 0,1 1 0 0 0,-1-1 0 0 0,1 1 0 0 0,-1 0 0 0 0,1-1 0 0 0,0 1 0 0 0,-1 0 0 0 0,1 0 0 0 0,-1-1 0 0 0,1 1 0 0 0,0 0 0 0 0,-1 0 0 0 0,1 0 0 0 0,0 0 0 0 0,-1 0 0 0 0,1 0 0 0 0,0 0 0 0 0,0 0 0 0 0,-1 0 0 0 0,1 0 0 0 0,0 0 0 0 0,-1 0 0 0 0,1 0 0 0 0,0 0 0 0 0,-1 1 0 0 0,1-1 0 0 0,-1 0 0 0 0,1 0 0 0 0,1 1 0 0 0,1 0-289 0 0,11 2-1340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4:03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149 854 14283 0 0,'14'41'1462'0'0,"-5"-18"-1409"0"0,-5-11 199 0 0,1 0 0 0 0,1 0 1 0 0,0-1-1 0 0,12 18 1 0 0,-17-35 467 0 0,0-1 1 0 0,-1 1 0 0 0,0-1 0 0 0,0 1 0 0 0,-1-12 0 0 0,-11-42 335 0 0,-38-116 0 0 0,-5-15-533 0 0,-11-202-1176 0 0,65 381 599 0 0,0 9 20 0 0,-2-18-486 0 0,0 0-1 0 0,-2 0 1 0 0,-8-22 0 0 0,10 41-1581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4:04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22 6449 0 0,'-19'-13'1699'0'0,"17"12"-1071"0"0,-1 0 1 0 0,1 0-1 0 0,0 0 0 0 0,-1 1 0 0 0,1-1 0 0 0,-1 1 0 0 0,0-1 0 0 0,1 1 0 0 0,-1 0 1 0 0,1 0-1 0 0,-1 0 0 0 0,1 0 0 0 0,-1 0 0 0 0,0 1 0 0 0,1-1 0 0 0,-4 2 0 0 0,2-1-713 0 0,1 1-1 0 0,-1-1 0 0 0,1 1 1 0 0,0 0-1 0 0,-1 0 0 0 0,-4 5 1 0 0,2-1 176 0 0,1-1 1 0 0,0 2-1 0 0,0-1 1 0 0,1 1 0 0 0,-1-1-1 0 0,1 1 1 0 0,1 0-1 0 0,-1 1 1 0 0,-3 11-1 0 0,1 2 167 0 0,0 0 0 0 0,-3 28 0 0 0,-3 59-567 0 0,6 0-1 0 0,11 183 1 0 0,-5-291 229 0 0,1 25-661 0 0,-1-24 572 0 0,0 0-1 0 0,0 0 1 0 0,0 0-1 0 0,0 0 1 0 0,0-1-1 0 0,0 1 1 0 0,0 0-1 0 0,0 0 1 0 0,0 0 0 0 0,-1 0-1 0 0,1 0 1 0 0,0-1-1 0 0,-1 1 1 0 0,1 0-1 0 0,0 0 1 0 0,-1 0-1 0 0,1-1 1 0 0,-1 1-1 0 0,1 0 1 0 0,-1 0 0 0 0,0 0-1 0 0,0-2-119 0 0,0-1 1 0 0,0 1-1 0 0,0-1 0 0 0,1 1 1 0 0,-1-1-1 0 0,0 1 0 0 0,1-1 1 0 0,-1 1-1 0 0,1-1 0 0 0,-1 0 1 0 0,1 1-1 0 0,0-1 0 0 0,0 0 0 0 0,0 1 1 0 0,0-1-1 0 0,0-1 0 0 0,0 0-80 0 0,-5-91-1658 0 0,5-49 3986 0 0,2 45 540 0 0,-3 82-2104 0 0,2 0-1 0 0,-1 0 1 0 0,2 0 0 0 0,0 1-1 0 0,1-1 1 0 0,1 1 0 0 0,0 0-1 0 0,1-1 1 0 0,1 2 0 0 0,0-1-1 0 0,1 1 1 0 0,0 0 0 0 0,1 0-1 0 0,19-23 1 0 0,-13 20-51 0 0,0 0 0 0 0,1 1 0 0 0,0 1 0 0 0,20-15 0 0 0,-30 26-275 0 0,1 0-1 0 0,0 1 0 0 0,0-1 1 0 0,0 1-1 0 0,1 1 1 0 0,-1-1-1 0 0,1 1 1 0 0,-1 0-1 0 0,1 0 1 0 0,0 1-1 0 0,0 0 1 0 0,-1 0-1 0 0,1 1 1 0 0,0 0-1 0 0,0 0 1 0 0,0 0-1 0 0,7 2 1 0 0,22 6 143 0 0,-1 2 0 0 0,0 1 0 0 0,-1 1-1 0 0,0 2 1 0 0,-1 1 0 0 0,0 2 0 0 0,-2 1 0 0 0,0 2 0 0 0,-1 1 0 0 0,-1 1 0 0 0,-1 1 0 0 0,48 53 0 0 0,-25-21-8 0 0,92 77 0 0 0,-123-118 150 0 0,-20-13-330 0 0,1-1 1 0 0,0 1-1 0 0,0 0 1 0 0,0-1-1 0 0,0 1 0 0 0,0-1 1 0 0,0 1-1 0 0,0-1 1 0 0,0 1-1 0 0,0-1 1 0 0,0 0-1 0 0,0 1 0 0 0,0-1 1 0 0,0 0-1 0 0,0 0 1 0 0,0 0-1 0 0,2 0 1 0 0,-21-22 1132 0 0,3 5-1655 0 0,2 3-1367 0 0,1 0-3526 0 0,-2-3-2281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4:07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84 4609 0 0,'-10'-13'48'0'0,"-4"-11"6016"0"0,23 56-5340 0 0,-1-1 1 0 0,6 62-1 0 0,-3 79-897 0 0,-3-39 604 0 0,0-56-161 0 0,2 0-1 0 0,27 94 0 0 0,16 92-390 0 0,-21 4 776 0 0,-7-50-439 0 0,-10-97-132 0 0,35 234 301 0 0,-41-300-367 0 0,23 116 197 0 0,-23-128-146 0 0,3-2 0 0 0,19 45 0 0 0,-11-30 218 0 0,-1 1-1 0 0,-4 0 1 0 0,-2 1-1 0 0,-2 1 1 0 0,-3 0 0 0 0,1 71-1 0 0,-7-79-235 0 0,2 0-1 0 0,3-1 1 0 0,1 0 0 0 0,22 72-1 0 0,-8-73 15 0 0,-16-35 76 0 0,1 1-1 0 0,6 24 1 0 0,-12-34-114 0 0,-1-1-1 0 0,0 1 1 0 0,0-1-1 0 0,0 1 0 0 0,0-1 1 0 0,0 1-1 0 0,-1-1 1 0 0,-1 4-1 0 0,-1 23 135 0 0,3-29-150 0 0,1-1 42 0 0,-1 0 139 0 0,4 1-128 0 0,39 2-47 0 0,1-1-1 0 0,80-7 0 0 0,236-22-78 0 0,-237 15 49 0 0,-24 1 46 0 0,149 2 0 0 0,40 4 212 0 0,-26-1-349 0 0,326-25 228 0 0,-362 12 62 0 0,-83 10-130 0 0,-30 3-31 0 0,113-21 1 0 0,-26-1 104 0 0,39-8 224 0 0,-103 4 901 0 0,-133 32-1241 0 0,1-1 0 0 0,-1 0 0 0 0,1 0 0 0 0,-1 0 0 0 0,1 0 0 0 0,-1 0 0 0 0,0-1 0 0 0,0 1 0 0 0,0-1 0 0 0,0 0 0 0 0,0 0 0 0 0,0 0 0 0 0,0 0 0 0 0,-1-1 0 0 0,1 1 0 0 0,-1-1 0 0 0,0 1 0 0 0,1-1 0 0 0,-1 0 0 0 0,0 0 0 0 0,-1 0 0 0 0,1 0 0 0 0,0 0 0 0 0,-1-1 0 0 0,0 1 0 0 0,0 0 0 0 0,0-1 0 0 0,0 1 0 0 0,0-1 0 0 0,-1 1 0 0 0,1-5 0 0 0,36-164 82 0 0,5-29 25 0 0,-27 55-158 0 0,-10-286 1 0 0,-38 45 134 0 0,0 8-68 0 0,36 89-45 0 0,-2-36-204 0 0,-7 258 41 0 0,-4 0 0 0 0,-25-96 0 0 0,23 116 124 0 0,-5-54 0 0 0,15 79 76 0 0,0 1-1 0 0,2-1 1 0 0,1 0-1 0 0,6-38 1 0 0,4 14-311 0 0,3-16-243 0 0,-8 44 356 0 0,-6 18 159 0 0,0 1 0 0 0,0-1 1 0 0,1 0-1 0 0,-1 1 0 0 0,0-1 0 0 0,1 0 0 0 0,-1 1 0 0 0,1-1 1 0 0,-1 1-1 0 0,1-1 0 0 0,-1 1 0 0 0,1-1 0 0 0,-1 1 1 0 0,1-1-1 0 0,0 1 0 0 0,-1-1 0 0 0,1 1 0 0 0,0 0 0 0 0,-1-1 1 0 0,1 1-1 0 0,0 0 0 0 0,-1 0 0 0 0,2-1 0 0 0,-2 1-49 0 0,1 2 53 0 0,-6 1-14 0 0,1 1 23 0 0,0-1 0 0 0,-1-1 0 0 0,1 1 0 0 0,-1-1 1 0 0,0 0-1 0 0,1 0 0 0 0,-1 0 0 0 0,-7 1 0 0 0,-50 10 29 0 0,27-7-165 0 0,-59 10 22 0 0,-129 4-1 0 0,18-4 20 0 0,-102 12 64 0 0,32-5 6 0 0,-221 24 29 0 0,-126 15 0 0 0,413-40 0 0 0,-103 15 0 0 0,101-9 0 0 0,-183 36 0 0 0,-64 28-128 0 0,434-90 270 0 0,-35-1 1 0 0,37-1-108 0 0,9-5-496 0 0,4 1-214 0 0,8 4 663 0 0,1 0 0 0 0,0 0 0 0 0,0 0 0 0 0,0 0 0 0 0,0 0 0 0 0,0 0 0 0 0,0 0 0 0 0,0 0 0 0 0,0 0 0 0 0,0 0 0 0 0,-1 0 0 0 0,1 0 0 0 0,0 0 0 0 0,0 0 0 0 0,0 0 0 0 0,0 0 0 0 0,0 0 0 0 0,0 0 0 0 0,0 0 0 0 0,0 0 0 0 0,-1 0 0 0 0,1 0 0 0 0,0 0 0 0 0,0 0 0 0 0,0 0-1 0 0,0 0 1 0 0,0 0 0 0 0,0 0 0 0 0,0 0 0 0 0,0 0 0 0 0,0 0 0 0 0,0 1 0 0 0,0-1 0 0 0,-1 0 0 0 0,1 0 0 0 0,0 0 0 0 0,0 0 0 0 0,0 0 0 0 0,0 0 0 0 0,0 0 0 0 0,0 0 0 0 0,0 0 0 0 0,0 1 0 0 0,0-1 0 0 0,0 0 0 0 0,0 0 0 0 0,0 0 0 0 0,0 0 0 0 0,0 0 0 0 0,0 0 0 0 0,0 0 0 0 0,0 0 0 0 0,0 1 0 0 0,0-1 0 0 0,0 0-1 0 0,0 0 1 0 0,1 6-1030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4:08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 13827 0 0,'-1'-1'49'0'0,"0"1"0"0"0,0 0 0 0 0,0-1 0 0 0,0 1 0 0 0,0 0 0 0 0,0-1 0 0 0,1 1 0 0 0,-1 0 0 0 0,0 0 0 0 0,0 0 0 0 0,0 0 0 0 0,0 0 0 0 0,0 0 0 0 0,0 0 0 0 0,0 0 0 0 0,0 0 0 0 0,0 0 0 0 0,0 1 0 0 0,0-1 0 0 0,0 0 0 0 0,0 1 0 0 0,1-1 0 0 0,-1 1 0 0 0,0-1 0 0 0,0 1 0 0 0,0-1 0 0 0,1 1 0 0 0,-2 0 0 0 0,1 2-123 0 0,0 0-1 0 0,1-1 1 0 0,-1 1-1 0 0,1 0 0 0 0,0-1 1 0 0,0 1-1 0 0,0 0 1 0 0,0 0-1 0 0,1 3 0 0 0,-1-5 81 0 0,7 49-150 0 0,2 0 0 0 0,2-1 0 0 0,27 75 0 0 0,-4-17 319 0 0,-22-51 66 0 0,-10-42-465 0 0,0-1 0 0 0,1 0-1 0 0,1 0 1 0 0,0 0 0 0 0,1-1 0 0 0,7 15 0 0 0,-5-16-560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4:09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70 10594 0 0,'-1'-1'84'0'0,"1"1"0"0"0,-1-1 0 0 0,0 0 0 0 0,0 0 0 0 0,0 1 0 0 0,0-1 0 0 0,0 0 0 0 0,0 1 0 0 0,0-1-1 0 0,0 1 1 0 0,0-1 0 0 0,0 1 0 0 0,0-1 0 0 0,0 1 0 0 0,0 0 0 0 0,0 0 0 0 0,0-1 0 0 0,-2 1 0 0 0,2 0 26 0 0,0 1-1 0 0,0-1 1 0 0,1 0 0 0 0,-1 1 0 0 0,0-1-1 0 0,0 0 1 0 0,0 1 0 0 0,1-1 0 0 0,-1 1-1 0 0,0 0 1 0 0,1-1 0 0 0,-1 1 0 0 0,1-1-1 0 0,-1 1 1 0 0,1 0 0 0 0,-1-1 0 0 0,1 1 0 0 0,-1 0-1 0 0,0 0 1 0 0,-2 6 190 0 0,1-1 0 0 0,0 1 0 0 0,0 0 0 0 0,-2 12 0 0 0,3-14-705 0 0,-2 13 350 0 0,0 0 0 0 0,1 0 0 0 0,1 0 0 0 0,2 27 0 0 0,-1-39 77 0 0,1 0 1 0 0,0 0-1 0 0,0 0 0 0 0,0-1 0 0 0,0 1 0 0 0,1 0 0 0 0,0-1 1 0 0,0 1-1 0 0,1-1 0 0 0,0 0 0 0 0,0 0 0 0 0,0 0 0 0 0,0 0 1 0 0,1 0-1 0 0,0-1 0 0 0,0 0 0 0 0,8 8 0 0 0,-10-11-11 0 0,0 0-1 0 0,-1 1 1 0 0,1-1-1 0 0,0-1 1 0 0,-1 1-1 0 0,1 0 1 0 0,0 0-1 0 0,0-1 1 0 0,0 1-1 0 0,0-1 1 0 0,-1 1-1 0 0,1-1 1 0 0,0 0-1 0 0,0 0 1 0 0,0 0-1 0 0,0 0 1 0 0,0 0-1 0 0,0 0 0 0 0,0 0 1 0 0,3-2-1 0 0,-3 1 21 0 0,1 0-1 0 0,0 0 1 0 0,-1-1 0 0 0,0 1-1 0 0,1-1 1 0 0,-1 0-1 0 0,0 0 1 0 0,0 0-1 0 0,0 0 1 0 0,0 0-1 0 0,0 0 1 0 0,2-4-1 0 0,0-1 133 0 0,0 0 1 0 0,-1 0-1 0 0,1-1 0 0 0,-2 1 0 0 0,1 0 0 0 0,-1-1 0 0 0,0 0 1 0 0,0 0-1 0 0,0-8 0 0 0,-2 7 32 0 0,-1-1 1 0 0,0 1-1 0 0,0-1 1 0 0,-1 1-1 0 0,0 0 1 0 0,-1-1-1 0 0,0 1 1 0 0,0 0-1 0 0,-1 1 1 0 0,0-1-1 0 0,0 1 1 0 0,-1 0-1 0 0,-1 0 1 0 0,-6-9-1 0 0,3 6-139 0 0,-1 0 0 0 0,0 1-1 0 0,-1 0 1 0 0,0 1 0 0 0,0 0 0 0 0,-1 0-1 0 0,0 1 1 0 0,-22-10 0 0 0,33 18-89 0 0,-1-1 0 0 0,1 1 0 0 0,-1-1 0 0 0,0 1 1 0 0,1 0-1 0 0,-1-1 0 0 0,0 1 0 0 0,1 0 0 0 0,-1 0 0 0 0,-3 1 0 0 0,-3 3-1667 0 0,7 7-3888 0 0,5-2-294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4:09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12035 0 0,'0'-1'32'0'0,"-1"1"0"0"0,1 0 0 0 0,0 0 0 0 0,-1 0 0 0 0,1 0 0 0 0,0 0 0 0 0,-1 0 0 0 0,1 0 0 0 0,-1 0 0 0 0,1 0 0 0 0,0 1 0 0 0,-1-1 0 0 0,1 0 0 0 0,0 0 0 0 0,-1 0 0 0 0,1 0 0 0 0,0 0 0 0 0,-1 1 0 0 0,1-1 0 0 0,0 0 0 0 0,-1 0 0 0 0,1 1 0 0 0,0-1 0 0 0,-1 0 0 0 0,1 0 0 0 0,0 1 0 0 0,0-1 0 0 0,0 0 0 0 0,-1 1 0 0 0,1-1 0 0 0,0 0 0 0 0,0 1 0 0 0,0-1 0 0 0,0 0 0 0 0,0 1 0 0 0,-1-1 0 0 0,1 0 0 0 0,0 1 0 0 0,0-1 0 0 0,0 1 0 0 0,0-1 0 0 0,0 0 0 0 0,0 1 0 0 0,0-1 0 0 0,1 1 0 0 0,-3 26-7 0 0,2-20 223 0 0,-2 233 175 0 0,4-218-344 0 0,0 0 0 0 0,6 27 1 0 0,-7-43 0 0 0,1 0 0 0 0,-1-1 0 0 0,1 1 0 0 0,0-1 0 0 0,0 0 0 0 0,1 1 0 0 0,0-1 0 0 0,0 0 0 0 0,0 0 1 0 0,0-1-1 0 0,1 1 0 0 0,0-1 0 0 0,8 8 0 0 0,-11-11-34 0 0,0 0 0 0 0,0 0 0 0 0,1-1 0 0 0,-1 1-1 0 0,0 0 1 0 0,1 0 0 0 0,-1-1 0 0 0,0 1 0 0 0,1-1 0 0 0,-1 1 0 0 0,1-1 0 0 0,-1 0 0 0 0,1 0 0 0 0,-1 0-1 0 0,1 1 1 0 0,-1-1 0 0 0,1-1 0 0 0,-1 1 0 0 0,1 0 0 0 0,-1 0 0 0 0,1 0 0 0 0,2-2 0 0 0,-2 1 82 0 0,0 0 1 0 0,0 0 0 0 0,0-1 0 0 0,0 1 0 0 0,0-1-1 0 0,-1 0 1 0 0,1 0 0 0 0,0 0 0 0 0,-1 1 0 0 0,1-1-1 0 0,-1-1 1 0 0,2-2 0 0 0,2-5 373 0 0,0-1 0 0 0,-2 1 1 0 0,1-1-1 0 0,3-22 0 0 0,-5 22-348 0 0,-1-1-1 0 0,0 0 1 0 0,-1 1-1 0 0,-1-1 1 0 0,0 1-1 0 0,-1-1 1 0 0,0 0-1 0 0,0 1 1 0 0,-1 0-1 0 0,-1 0 1 0 0,0 0-1 0 0,0 0 1 0 0,-1 0-1 0 0,0 1 1 0 0,-10-14-1 0 0,2 5-118 0 0,-2 1 0 0 0,0 0 0 0 0,0 1 0 0 0,-2 0 0 0 0,0 1 0 0 0,-34-23 0 0 0,43 35-714 0 0,22 0-6415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4:10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169 194 5265 0 0,'-144'-183'5563'0'0,"144"182"-5476"0"0,-1 0 0 0 0,1 1 1 0 0,-1-1-1 0 0,1 0 1 0 0,-1 1-1 0 0,0-1 0 0 0,1 1 1 0 0,-1-1-1 0 0,0 1 0 0 0,1-1 1 0 0,-1 1-1 0 0,0-1 0 0 0,0 1 1 0 0,1-1-1 0 0,-1 1 1 0 0,0 0-1 0 0,0-1 0 0 0,0 1 1 0 0,1 0-1 0 0,-1 0 0 0 0,0 0 1 0 0,-1 0-1 0 0,1 0-25 0 0,1 0-1 0 0,-1 1 1 0 0,1-1-1 0 0,-1 1 1 0 0,1-1-1 0 0,-1 1 1 0 0,1-1-1 0 0,0 1 1 0 0,-1-1-1 0 0,1 1 1 0 0,-1-1-1 0 0,1 1 1 0 0,0 0-1 0 0,0-1 1 0 0,-1 1-1 0 0,1 0 1 0 0,0-1-1 0 0,0 1 1 0 0,0 0-1 0 0,0-1 1 0 0,0 2-1 0 0,1 41 368 0 0,9 28-398 0 0,23 82 1 0 0,31 66 46 0 0,-51-178-75 0 0,12 62-687 0 0,-23-99 272 0 0,-1-2-4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4:10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12443 0 0,'0'-2'80'0'0,"0"1"1"0"0,0 0-1 0 0,0 0 1 0 0,0-1-1 0 0,1 1 1 0 0,-1 0-1 0 0,0 0 0 0 0,1-1 1 0 0,-1 1-1 0 0,0 0 1 0 0,1 0-1 0 0,0 0 1 0 0,-1 0-1 0 0,1 0 1 0 0,0 0-1 0 0,-1 0 1 0 0,1 0-1 0 0,0 0 1 0 0,0 0-1 0 0,0 0 1 0 0,2-1-1 0 0,-1 1-41 0 0,0 1 1 0 0,0 0-1 0 0,1-1 0 0 0,-1 1 1 0 0,0 0-1 0 0,0 0 0 0 0,1 0 1 0 0,-1 0-1 0 0,5 1 0 0 0,7 1-58 0 0,178 17 598 0 0,-188-18-524 0 0,0-1-1 0 0,0 1 1 0 0,-1 0 0 0 0,1 0 0 0 0,0 0 0 0 0,0 0-1 0 0,-1 1 1 0 0,1-1 0 0 0,-1 1 0 0 0,0 0-1 0 0,1 0 1 0 0,-1 0 0 0 0,0 1 0 0 0,5 4-1 0 0,-7-5-53 0 0,0-1 0 0 0,0 1 0 0 0,0-1 0 0 0,0 1 0 0 0,0 0 0 0 0,-1 0 0 0 0,1-1 0 0 0,0 1 0 0 0,-1 0 0 0 0,0 0 0 0 0,1 0 0 0 0,-1 0 0 0 0,0-1 0 0 0,0 1 0 0 0,0 0 0 0 0,0 0 0 0 0,0 0 0 0 0,-1 0 0 0 0,1 0 0 0 0,-1-1 0 0 0,1 1 0 0 0,-1 0 0 0 0,1 0 0 0 0,-1 0 0 0 0,0-1 0 0 0,0 1 0 0 0,0-1 0 0 0,0 1 0 0 0,0 0 0 0 0,0-1 0 0 0,-2 2 0 0 0,-97 124-174 0 0,93-119 239 0 0,0 2 0 0 0,1-1 0 0 0,-9 19 0 0 0,13-26-48 0 0,1 1 1 0 0,0 0 0 0 0,0-1 0 0 0,0 1 0 0 0,0 0 0 0 0,1 0-1 0 0,-1 0 1 0 0,1 0 0 0 0,0 0 0 0 0,-1 0 0 0 0,1 0 0 0 0,1 0-1 0 0,-1 0 1 0 0,0 0 0 0 0,1 0 0 0 0,-1 0 0 0 0,1 0 0 0 0,0-1-1 0 0,2 5 1 0 0,-2-6 24 0 0,0 1 0 0 0,0-1 0 0 0,1 0 0 0 0,-1 0 0 0 0,0 0 0 0 0,1 0 1 0 0,-1 0-1 0 0,1 0 0 0 0,-1 0 0 0 0,1 0 0 0 0,0 0 0 0 0,-1-1 0 0 0,1 1 0 0 0,0-1 0 0 0,0 1 0 0 0,-1-1 0 0 0,1 0 0 0 0,0 0 0 0 0,0 0 0 0 0,0 0 0 0 0,-1 0 0 0 0,1 0 0 0 0,0 0 0 0 0,0 0 0 0 0,0-1 0 0 0,-1 1 0 0 0,3-2 1 0 0,8-1 242 0 0,-1 0 1 0 0,19-9 0 0 0,-29 12-259 0 0,11-6 104 0 0,-1 1-1 0 0,0-1 1 0 0,0-1-1 0 0,-1 0 1 0 0,1 0-1 0 0,-2-1 1 0 0,1 0 0 0 0,-1-1-1 0 0,0 0 1 0 0,-1 0-1 0 0,11-17 1 0 0,-16 22-103 0 0,-1 0 1 0 0,-1 0-1 0 0,1 0 0 0 0,-1 0 1 0 0,1-1-1 0 0,-1 1 0 0 0,0 0 1 0 0,-1-1-1 0 0,1 1 0 0 0,-1-8 1 0 0,-1-1 0 0 0,0 1 0 0 0,-5-18 0 0 0,1 4-442 0 0,5 25 324 0 0,0 1 0 0 0,0 0 1 0 0,0-1-1 0 0,0 1 0 0 0,0 0 0 0 0,0 0 0 0 0,0-1 0 0 0,0 1 0 0 0,0 0 0 0 0,0-1 0 0 0,0 1 0 0 0,0 0 0 0 0,0 0 0 0 0,0-1 0 0 0,0 1 0 0 0,0 0 0 0 0,0-1 1 0 0,0 1-1 0 0,0 0 0 0 0,0 0 0 0 0,1-1 0 0 0,-1 1 0 0 0,0 0 0 0 0,0 0 0 0 0,0-1 0 0 0,0 1 0 0 0,1 0 0 0 0,-1 0 0 0 0,0 0 0 0 0,1-1 0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34:11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90 382 5065 0 0,'10'-16'1827'0'0,"2"1"0"0"0,-1 0-1 0 0,2 1 1 0 0,16-14 0 0 0,-14 14-1252 0 0,-1-1 0 0 0,-1 0 1 0 0,0-1-1 0 0,13-21 0 0 0,-23 32-502 0 0,0 0 0 0 0,-1 0 1 0 0,0 0-1 0 0,0 0 0 0 0,0 0 0 0 0,-1-1 0 0 0,0 1 1 0 0,0-1-1 0 0,0 1 0 0 0,0-1 0 0 0,-1 0 0 0 0,0 1 0 0 0,0-1 1 0 0,-1 1-1 0 0,0-1 0 0 0,1 0 0 0 0,-2 1 0 0 0,1-1 0 0 0,-4-8 1 0 0,3 9-73 0 0,0 0 0 0 0,-1 0 0 0 0,1 0 1 0 0,-1 1-1 0 0,0-1 0 0 0,0 1 0 0 0,0-1 1 0 0,-1 1-1 0 0,1 0 0 0 0,-1 0 0 0 0,0 1 1 0 0,-1-1-1 0 0,1 1 0 0 0,0 0 0 0 0,-1 0 1 0 0,0 0-1 0 0,-6-2 0 0 0,6 3-48 0 0,0 1-1 0 0,0 0 1 0 0,1 0-1 0 0,-1 1 1 0 0,0-1-1 0 0,0 1 1 0 0,0 0-1 0 0,0 0 1 0 0,0 1-1 0 0,0-1 1 0 0,0 1 0 0 0,0 0-1 0 0,0 1 1 0 0,1-1-1 0 0,-1 1 1 0 0,0 0-1 0 0,1 0 1 0 0,0 0-1 0 0,-6 4 1 0 0,2-1-4 0 0,0 0-1 0 0,1 1 1 0 0,-1 0 0 0 0,1 0 0 0 0,0 0-1 0 0,1 1 1 0 0,-10 12 0 0 0,14-15 41 0 0,0-1 1 0 0,0 0-1 0 0,0 1 0 0 0,1-1 0 0 0,-1 1 1 0 0,1-1-1 0 0,0 1 0 0 0,0 0 0 0 0,0-1 1 0 0,0 1-1 0 0,1 0 0 0 0,0 0 0 0 0,0 0 1 0 0,0-1-1 0 0,0 1 0 0 0,0 0 0 0 0,1 0 1 0 0,-1 0-1 0 0,1-1 0 0 0,0 1 0 0 0,2 5 1 0 0,1-1 3 0 0,1 1 0 0 0,0 0 1 0 0,0-1-1 0 0,1 0 1 0 0,0 0-1 0 0,0-1 0 0 0,0 0 1 0 0,1 0-1 0 0,13 10 1 0 0,9 4 21 0 0,41 24 0 0 0,-28-21-8 0 0,150 91 2 0 0,-164-98 43 0 0,-22-15-34 0 0,0 1 1 0 0,-1 0-1 0 0,1 1 0 0 0,-1-1 0 0 0,0 1 1 0 0,0 0-1 0 0,0 0 0 0 0,-1 1 0 0 0,9 9 1 0 0,-13-13-11 0 0,0 0 1 0 0,1 0 0 0 0,-1 0 0 0 0,0 0 0 0 0,0 0 0 0 0,0 0-1 0 0,0 0 1 0 0,0 0 0 0 0,0 0 0 0 0,0 0 0 0 0,0 0-1 0 0,0 1 1 0 0,-1-1 0 0 0,1 0 0 0 0,0 0 0 0 0,-1 0-1 0 0,1 0 1 0 0,0 0 0 0 0,-1-1 0 0 0,0 1 0 0 0,1 0 0 0 0,-1 0-1 0 0,1 0 1 0 0,-1 0 0 0 0,0 0 0 0 0,0-1 0 0 0,1 1-1 0 0,-1 0 1 0 0,0-1 0 0 0,0 1 0 0 0,-1 0 0 0 0,-29 18 276 0 0,15-12-175 0 0,1-1 0 0 0,-2-1 0 0 0,1 0 0 0 0,-1-1 0 0 0,1-1 0 0 0,-1-1 1 0 0,0 0-1 0 0,-18-1 0 0 0,23-2 0 0 0,1 0 1 0 0,0 0-1 0 0,0-1 1 0 0,0 0-1 0 0,0-1 1 0 0,1-1-1 0 0,-1 1 1 0 0,1-2-1 0 0,0 1 0 0 0,0-2 1 0 0,0 1-1 0 0,0-1 1 0 0,-10-9-1 0 0,14 9 22 0 0,-1 0 0 0 0,1-1 0 0 0,1 0 0 0 0,-1 0 0 0 0,1 0 0 0 0,0 0 0 0 0,1-1 0 0 0,-7-15 0 0 0,8 16-54 0 0,1 0 0 0 0,-1 1 0 0 0,2-1-1 0 0,-1 0 1 0 0,1 0 0 0 0,0 0 0 0 0,0 0-1 0 0,1-1 1 0 0,0 1 0 0 0,0 0-1 0 0,2-11 1 0 0,-1 14-80 0 0,1 0 1 0 0,0 0-1 0 0,0 0 0 0 0,0 1 1 0 0,0-1-1 0 0,0 0 0 0 0,1 1 1 0 0,-1-1-1 0 0,1 1 0 0 0,0 0 1 0 0,0 0-1 0 0,0 0 0 0 0,1 1 1 0 0,-1-1-1 0 0,1 1 0 0 0,-1-1 1 0 0,1 1-1 0 0,0 0 0 0 0,7-2 1 0 0,2-1-161 0 0,1 1 1 0 0,-1 0 0 0 0,1 0 0 0 0,24-1-1 0 0,-27 5-456 0 0,0 0-1 0 0,0 1 0 0 0,-1 1 0 0 0,1 0 0 0 0,0 0 1 0 0,-1 1-1 0 0,1 0 0 0 0,19 10 0 0 0,-24-11 200 0 0,21 8-1524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8:24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1410 172 8786 0 0,'-9'-5'5837'0'0,"-5"-14"-4946"0"0,1 1-274 0 0,3 9-486 0 0,-1 0 0 0 0,0 1 0 0 0,0 1-1 0 0,-1-1 1 0 0,0 2 0 0 0,0 0 0 0 0,-1 0-1 0 0,-20-6 1 0 0,-112-23 268 0 0,115 29-213 0 0,-12-1-103 0 0,1 2 0 0 0,-1 1 0 0 0,0 2 0 0 0,0 2 0 0 0,0 2 0 0 0,0 2 0 0 0,0 2 0 0 0,1 1 0 0 0,0 2 0 0 0,0 2 0 0 0,1 2 0 0 0,-75 35 0 0 0,81-31-83 0 0,0 2 0 0 0,2 1 0 0 0,0 2 0 0 0,1 1 0 0 0,2 1 0 0 0,0 2 0 0 0,-41 47 0 0 0,22-16 16 0 0,-58 70 336 0 0,106-127-379 0 0,0 0 0 0 0,0 1 0 0 0,-1-1 0 0 0,1 0 0 0 0,0 0 0 0 0,-1 1 0 0 0,1-1-1 0 0,0 0 1 0 0,-1 0 0 0 0,1 1 0 0 0,-1-1 0 0 0,1 0 0 0 0,0 0 0 0 0,-1 0 0 0 0,1 0 0 0 0,-1 0 0 0 0,1 0 0 0 0,0 1 0 0 0,-1-1-1 0 0,1 0 1 0 0,-1 0 0 0 0,1 0 0 0 0,0 0 0 0 0,-1-1 0 0 0,1 1 0 0 0,-1 0 0 0 0,1 0 0 0 0,0 0 0 0 0,-1 0 0 0 0,1 0-1 0 0,-1 0 1 0 0,1-1 0 0 0,0 1 0 0 0,-1 0 0 0 0,1 0 0 0 0,0-1 0 0 0,-1 1 0 0 0,1 0 0 0 0,0 0 0 0 0,-1-1 0 0 0,1 0 0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28:26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19 168 5065 0 0,'-3'-10'1282'0'0,"-1"-1"0"0"0,1 0 0 0 0,1 0 0 0 0,0-1 0 0 0,0 1 0 0 0,1-21 0 0 0,0 32-1237 0 0,1 0-1 0 0,0 0 1 0 0,0 0 0 0 0,0 0-1 0 0,0-1 1 0 0,0 1 0 0 0,0 0-1 0 0,0 0 1 0 0,0 0 0 0 0,0 0-1 0 0,0 0 1 0 0,0-1 0 0 0,0 1-1 0 0,0 0 1 0 0,0 0 0 0 0,0 0-1 0 0,0 0 1 0 0,0 0 0 0 0,0-1-1 0 0,0 1 1 0 0,0 0 0 0 0,0 0-1 0 0,0 0 1 0 0,0 0 0 0 0,0 0-1 0 0,0 0 1 0 0,0-1 0 0 0,0 1-1 0 0,0 0 1 0 0,1 0 0 0 0,-1 0-1 0 0,0 0 1 0 0,0 0 0 0 0,0 0 0 0 0,0 0-1 0 0,0-1 1 0 0,0 1 0 0 0,0 0-1 0 0,0 0 1 0 0,1 0 0 0 0,-1 0-1 0 0,0 0 1 0 0,0 0 0 0 0,0 0-1 0 0,0 0 1 0 0,0 0 0 0 0,1 0-1 0 0,-1 0 1 0 0,0 0 0 0 0,6 7 575 0 0,3 15-559 0 0,2 12-39 0 0,-2 1 0 0 0,-2 0 0 0 0,6 58 1 0 0,-6 110 33 0 0,-7-188-55 0 0,1 65 31 0 0,4 123 144 0 0,-5-200-159 0 0,0 2 28 0 0,0-1 0 0 0,0 1 1 0 0,1-1-1 0 0,-1 0 0 0 0,1 0 0 0 0,0 1 1 0 0,1-1-1 0 0,-1 0 0 0 0,0 0 0 0 0,1 0 1 0 0,3 4-1 0 0,-5-8-36 0 0,0 1 1 0 0,1-1-1 0 0,-1 0 0 0 0,0 0 1 0 0,1 0-1 0 0,-1 1 0 0 0,0-1 1 0 0,1 0-1 0 0,-1 0 1 0 0,1 0-1 0 0,-1 0 0 0 0,0 0 1 0 0,1 0-1 0 0,-1 0 0 0 0,1 0 1 0 0,-1 0-1 0 0,0 0 1 0 0,1 0-1 0 0,-1 0 0 0 0,1 0 1 0 0,-1 0-1 0 0,0 0 0 0 0,1 0 1 0 0,-1-1-1 0 0,1 1 1 0 0,-1 0-1 0 0,0 0 0 0 0,1 0 1 0 0,-1-1-1 0 0,0 1 0 0 0,1 0 1 0 0,-1 0-1 0 0,0-1 1 0 0,0 1-1 0 0,1 0 0 0 0,-1-1 1 0 0,0 1-1 0 0,0 0 1 0 0,1-1-1 0 0,-1 1 0 0 0,0 0 1 0 0,0-1-1 0 0,0 1 0 0 0,0 0 1 0 0,1-1-1 0 0,-1 1 1 0 0,0-1-1 0 0,9-19 117 0 0,5-27 161 0 0,11-70-1 0 0,-14 59-52 0 0,13-104 195 0 0,-5 25 534 0 0,-19 134-906 0 0,1 1 1 0 0,-1-1-1 0 0,1 1 0 0 0,-1-1 1 0 0,1 1-1 0 0,0-1 0 0 0,0 1 1 0 0,0-1-1 0 0,1 1 1 0 0,-1 0-1 0 0,0 0 0 0 0,3-4 1 0 0,-3 6-44 0 0,-1 0 1 0 0,0 0-1 0 0,1 0 1 0 0,-1 0-1 0 0,0 0 1 0 0,1 0 0 0 0,-1 1-1 0 0,1-1 1 0 0,-1 0-1 0 0,0 0 1 0 0,1 0-1 0 0,-1 0 1 0 0,0 0-1 0 0,0 0 1 0 0,1 1 0 0 0,-1-1-1 0 0,0 0 1 0 0,1 0-1 0 0,-1 0 1 0 0,0 1-1 0 0,0-1 1 0 0,1 0 0 0 0,-1 0-1 0 0,0 1 1 0 0,0-1-1 0 0,0 0 1 0 0,1 1-1 0 0,-1-1 1 0 0,0 0 0 0 0,0 1-1 0 0,0-1 1 0 0,0 0-1 0 0,1 1 1 0 0,5 12 146 0 0,10 39-169 0 0,-2 0 0 0 0,10 70 0 0 0,-11-53 8 0 0,1 13 2 0 0,-7-35-219 0 0,26 89 0 0 0,-32-132 196 0 0,1 1 1 0 0,0-1 0 0 0,0 0 0 0 0,0 0-1 0 0,0 0 1 0 0,1 0 0 0 0,-1 0 0 0 0,1 0-1 0 0,0 0 1 0 0,0-1 0 0 0,0 0 0 0 0,1 0-1 0 0,-1 1 1 0 0,1-2 0 0 0,0 1 0 0 0,5 3 0 0 0,-5-5 10 0 0,-1 0 0 0 0,0 0 1 0 0,1 0-1 0 0,-1 0 0 0 0,0-1 1 0 0,1 0-1 0 0,-1 1 0 0 0,1-1 1 0 0,-1-1-1 0 0,0 1 0 0 0,1 0 1 0 0,-1-1-1 0 0,1 1 0 0 0,-1-1 1 0 0,0 0-1 0 0,0 0 0 0 0,1-1 1 0 0,-1 1-1 0 0,0-1 0 0 0,0 1 1 0 0,0-1-1 0 0,-1 0 0 0 0,4-2 0 0 0,4-5 90 0 0,1 0 0 0 0,-2-1 0 0 0,1 0-1 0 0,-2 0 1 0 0,1-1 0 0 0,-1 0 0 0 0,-1 0-1 0 0,0-1 1 0 0,8-19 0 0 0,-4 6 151 0 0,-1-1 1 0 0,-2 0 0 0 0,9-48 0 0 0,-10 29 197 0 0,-3 0 1 0 0,-1 0-1 0 0,-5-62 0 0 0,-24-133-1627 0 0,11 130-4380 0 0,13 78-2018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16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746 1244 1376 0 0,'4'2'416'0'0,"0"0"0"0"0,-1-1 1 0 0,1 1-1 0 0,0-1 0 0 0,0 0 0 0 0,0 1 0 0 0,1-2 0 0 0,-1 1 0 0 0,0-1 0 0 0,0 1 0 0 0,0-1 0 0 0,1 0 0 0 0,-1-1 1 0 0,5 0-1 0 0,0 0-189 0 0,0 0 0 0 0,0-1 0 0 0,0-1 0 0 0,-1 1 0 0 0,14-7 1 0 0,-10 2 203 0 0,-2 0 0 0 0,1 0 0 0 0,-1-1 0 0 0,0 0 1 0 0,0-1-1 0 0,-1-1 0 0 0,0 1 0 0 0,-1-1 1 0 0,0 0-1 0 0,13-23 0 0 0,-5 4 343 0 0,-1-2 0 0 0,-2 0 0 0 0,11-34 0 0 0,-19 43-571 0 0,0-1 1 0 0,-1 0 0 0 0,-1 0 0 0 0,-1 0 0 0 0,-1 0-1 0 0,-1 0 1 0 0,-1 0 0 0 0,-1 0 0 0 0,-1 0 0 0 0,-1 0 0 0 0,-1 1-1 0 0,-13-36 1 0 0,-3 2 264 0 0,-2 2 0 0 0,-3 0 0 0 0,-56-85 0 0 0,54 95-320 0 0,-2 1 1 0 0,-2 2 0 0 0,-2 1 0 0 0,-58-53 0 0 0,83 85-147 0 0,-1 1 1 0 0,1 1-1 0 0,-1-1 1 0 0,0 1-1 0 0,-1 1 1 0 0,0 0-1 0 0,1 0 1 0 0,-2 1-1 0 0,1 1 1 0 0,0 0-1 0 0,-1 0 1 0 0,1 1 0 0 0,-1 1-1 0 0,0 0 1 0 0,0 0-1 0 0,1 1 1 0 0,-1 1-1 0 0,0 0 1 0 0,0 0-1 0 0,1 1 1 0 0,-1 1-1 0 0,-17 6 1 0 0,11-2-24 0 0,-1 1 1 0 0,1 1 0 0 0,0 0-1 0 0,1 1 1 0 0,0 1 0 0 0,1 1-1 0 0,0 0 1 0 0,1 1-1 0 0,0 1 1 0 0,1 0 0 0 0,1 1-1 0 0,-18 26 1 0 0,10-8-31 0 0,1 1-1 0 0,2 2 1 0 0,-20 50 0 0 0,17-24-99 0 0,-18 81 0 0 0,29-91 144 0 0,2 0 0 0 0,3 0 0 0 0,2 1 0 0 0,3 0 0 0 0,1-1 0 0 0,3 1 0 0 0,17 82 0 0 0,-16-113 5 0 0,1 0 1 0 0,1 0 0 0 0,1 0 0 0 0,1-1 0 0 0,1 0 0 0 0,0-1 0 0 0,23 32 0 0 0,-24-39 1 0 0,1-1 0 0 0,0 0 0 0 0,1-1 0 0 0,1 0 0 0 0,0-1 0 0 0,0 0 0 0 0,0-1 0 0 0,2 0 0 0 0,-1-1 0 0 0,1-1 0 0 0,0 0 0 0 0,15 5 0 0 0,-6-4 63 0 0,-1-2 1 0 0,1 0 0 0 0,0-2 0 0 0,0 0 0 0 0,0-2 0 0 0,0 0 0 0 0,1-2-1 0 0,-1 0 1 0 0,0-2 0 0 0,1 0 0 0 0,-1-2 0 0 0,0 0 0 0 0,-1-2 0 0 0,1 0-1 0 0,-1-2 1 0 0,0 0 0 0 0,-1-2 0 0 0,31-17 0 0 0,73-60 951 0 0,-109 74-942 0 0,-1 0 0 0 0,0-1 0 0 0,-1-1 0 0 0,0 0 0 0 0,16-25 0 0 0,-27 36-108 0 0,-1-1 0 0 0,0 1 0 0 0,1-1 0 0 0,-2 1 0 0 0,1-1 0 0 0,0 0 0 0 0,-1 0 0 0 0,0 0 0 0 0,0 0 0 0 0,0 0 0 0 0,-1-10 0 0 0,0 12-947 0 0,0-1 1 0 0,-1 1 0 0 0,1-1-1 0 0,-1 1 1 0 0,0 0 0 0 0,-2-6-1 0 0,-4-2-6223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17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647 1129 8290 0 0,'34'-19'832'0'0,"0"-1"1"0"0,-1-1-1 0 0,-1-2 0 0 0,-2-2 1 0 0,0 0-1 0 0,33-38 1 0 0,-33 28-271 0 0,-1 0 1 0 0,-2-2-1 0 0,-1-1 1 0 0,-3-1-1 0 0,22-46 1 0 0,-37 66-358 0 0,-1-1 0 0 0,0 0 0 0 0,-2 0 0 0 0,0-1 0 0 0,-1 0 0 0 0,-1 0 1 0 0,-1 0-1 0 0,-1 0 0 0 0,-1 0 0 0 0,-1 0 0 0 0,0 0 0 0 0,-2 0 0 0 0,0 0 0 0 0,-2 1 1 0 0,-10-32-1 0 0,8 33-151 0 0,-1 0 1 0 0,0 1-1 0 0,-2 0 1 0 0,0 0-1 0 0,-1 1 1 0 0,0 0-1 0 0,-2 1 1 0 0,0 1-1 0 0,0 0 1 0 0,-2 0-1 0 0,0 1 1 0 0,0 1 0 0 0,-1 1-1 0 0,-1 0 1 0 0,0 1-1 0 0,-24-11 1 0 0,26 16-42 0 0,0 0 1 0 0,-1 1 0 0 0,0 1 0 0 0,0 1-1 0 0,0 0 1 0 0,-1 1 0 0 0,1 0-1 0 0,-1 2 1 0 0,1 0 0 0 0,-1 0 0 0 0,1 2-1 0 0,-1 0 1 0 0,1 1 0 0 0,-19 6 0 0 0,9-2-44 0 0,1 2 1 0 0,1 1 0 0 0,-1 1 0 0 0,1 1 0 0 0,1 2 0 0 0,1 0 0 0 0,0 1 0 0 0,-23 20 0 0 0,9-3 28 0 0,2 1 1 0 0,1 2 0 0 0,1 2-1 0 0,2 1 1 0 0,-34 57 0 0 0,44-61 4 0 0,2 2 1 0 0,1 0 0 0 0,2 1 0 0 0,2 0 0 0 0,1 2 0 0 0,-13 76 0 0 0,20-79-11 0 0,2 2 1 0 0,1-1 0 0 0,2 0 0 0 0,5 42 0 0 0,-2-57 0 0 0,0-1-1 0 0,2 0 1 0 0,0 0 0 0 0,1-1-1 0 0,2 1 1 0 0,0-1 0 0 0,1-1 0 0 0,17 29-1 0 0,-19-37-7 0 0,1-1-1 0 0,0-1 0 0 0,1 1 0 0 0,-1-1 1 0 0,2-1-1 0 0,-1 1 0 0 0,1-2 0 0 0,0 1 1 0 0,22 11-1 0 0,-16-12 12 0 0,0-1-1 0 0,0 0 0 0 0,1 0 1 0 0,-1-2-1 0 0,1 0 1 0 0,27 2-1 0 0,-7-4 40 0 0,1-2 0 0 0,-1-2 0 0 0,0-1 0 0 0,0-2-1 0 0,0-2 1 0 0,37-11 0 0 0,-37 8-397 0 0,-1-3-1 0 0,0 0 1 0 0,35-20-1 0 0,-19 2-6900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09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39 1376 0 0,'-1'-2'664'0'0,"0"0"-1"0"0,0-1 1 0 0,0 1 0 0 0,0 0-1 0 0,0 0 1 0 0,1 0-1 0 0,-1-1 1 0 0,1 1 0 0 0,-1 0-1 0 0,1 0 1 0 0,0-1-1 0 0,0 1 1 0 0,0-1 0 0 0,0-1-1 0 0,0 1 76 0 0,-1 18 119 0 0,-1-1 0 0 0,0 0-1 0 0,-7 24 1 0 0,-5 23-848 0 0,1 224 845 0 0,-1-5-526 0 0,-22 220 566 0 0,29-371-664 0 0,6 19 17 0 0,28 245 0 0 0,-19-295-157 0 0,-7 161-1 0 0,-2-116 230 0 0,27 229 0 0 0,8 12 945 0 0,-34-383-1265 0 0,10 82 265 0 0,-4 0 0 0 0,-4 91 0 0 0,-6-159-195 0 0,4-14-108 0 0,0-1 0 0 0,0 0-1 0 0,0 0 1 0 0,0 0 0 0 0,0 0 0 0 0,0 0-1 0 0,0 0 1 0 0,0 0 0 0 0,0 0 0 0 0,0 0-1 0 0,-1 1 1 0 0,1-1 0 0 0,0 0 0 0 0,0 0-1 0 0,0 0 1 0 0,0 0 0 0 0,0 0 0 0 0,0 0-1 0 0,-1 0 1 0 0,1 0 0 0 0,0 0 0 0 0,0 0-1 0 0,0 0 1 0 0,0 0 0 0 0,0 0 0 0 0,0 0-1 0 0,-1 0 1 0 0,1 0 0 0 0,0 0 0 0 0,0 0-1 0 0,0 0 1 0 0,0 0 0 0 0,0 0 0 0 0,0 0-1 0 0,0 0 1 0 0,-1 0 0 0 0,1 0-1 0 0,0-1 1 0 0,0 1 0 0 0,0 0 0 0 0,0 0-1 0 0,0 0 1 0 0,0 0 0 0 0,0 0 0 0 0,0 0-1 0 0,0 0 1 0 0,-1 0 0 0 0,1 0 0 0 0,0-1-1 0 0,-12-25-4122 0 0,7 3 2347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10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70 1840 0 0,'-10'0'9612'0'0,"26"-5"-4588"0"0,-1 2-6401 0 0,78-1 2333 0 0,1 4 0 0 0,101 12 0 0 0,19 15-666 0 0,-67-7 191 0 0,218 2 1 0 0,45-18 384 0 0,-124-13-280 0 0,-85-1-157 0 0,20 2-105 0 0,118 1 216 0 0,-180 9-513 0 0,216 8 92 0 0,-309-10 21 0 0,121-15-1 0 0,-75 3-120 0 0,-97 12-127 0 0,-8-1-360 0 0,-20-8-12 0 0,9 7 357 0 0,0 0 17 0 0,0 0 0 0 0,0 0 0 0 0,0 0 1 0 0,0-1-1 0 0,0 1 0 0 0,1-1 0 0 0,-1 0 0 0 0,1 0 1 0 0,0 0-1 0 0,-1-1 0 0 0,2 1 0 0 0,-1-1 0 0 0,0 1 1 0 0,1-1-1 0 0,-1 0 0 0 0,1 0 0 0 0,-3-8 0 0 0,4-7 487 0 0,-2 44-290 0 0,0 35 0 0 0,2-31-13 0 0,-4 34 0 0 0,-2-11 100 0 0,0 106-1 0 0,18 52-330 0 0,-8-179 151 0 0,13 263-630 0 0,-12-35 823 0 0,1 30 133 0 0,25 246 1175 0 0,-30-424-1048 0 0,-23 171-1 0 0,12-170-452 0 0,3-21 52 0 0,-35 237-108 0 0,28-244 7 0 0,-4 96 1 0 0,-2 21 119 0 0,7-145-40 0 0,10-45-22 0 0,1-1 0 0 0,0 1 0 0 0,1 0 0 0 0,0 1 0 0 0,1-1 0 0 0,0 0 0 0 0,1 1 0 0 0,1 14 0 0 0,1-21-625 0 0,-3-11-2124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11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12643 0 0,'0'1'47'0'0,"0"-1"0"0"0,0 0 0 0 0,0 1 0 0 0,0-1 0 0 0,0 0 0 0 0,0 0 0 0 0,0 1 0 0 0,0-1 0 0 0,0 0 0 0 0,0 0 1 0 0,0 1-1 0 0,0-1 0 0 0,0 0 0 0 0,0 1 0 0 0,0-1 0 0 0,0 0 0 0 0,0 0 0 0 0,0 1 0 0 0,0-1 0 0 0,1 0 0 0 0,-1 0 0 0 0,0 1 0 0 0,0-1 0 0 0,0 0 1 0 0,0 0-1 0 0,1 0 0 0 0,-1 1 0 0 0,0-1 0 0 0,0 0 0 0 0,0 0 0 0 0,1 0 0 0 0,-1 0 0 0 0,0 1 0 0 0,15 10 582 0 0,16 7 36 0 0,-21-14-428 0 0,1 0-1 0 0,1 0 1 0 0,-1-1 0 0 0,0 0 0 0 0,1-1 0 0 0,0 0 0 0 0,-1-1 0 0 0,19 0 0 0 0,13-3 449 0 0,42-7 0 0 0,-47 4-467 0 0,32-1-59 0 0,1 3 0 0 0,-1 3 0 0 0,87 12 0 0 0,216 1 428 0 0,-172-10 90 0 0,25-6-80 0 0,-1-1-101 0 0,147-4 686 0 0,-151 0-819 0 0,258-3 543 0 0,1-6-702 0 0,-445 17 71 0 0,-23 1-194 0 0,1-2-1 0 0,0 1 1 0 0,23-6 0 0 0,-36 6-103 0 0,0 0 0 0 0,1 0 0 0 0,-1 0 1 0 0,0 0-1 0 0,0 0 0 0 0,1 0 0 0 0,-1 0 0 0 0,0 0 0 0 0,0 0 1 0 0,0 0-1 0 0,0 0 0 0 0,1 0 0 0 0,-1-1 0 0 0,0 1 0 0 0,0 0 1 0 0,0 0-1 0 0,0 0 0 0 0,1 0 0 0 0,-1 0 0 0 0,0-1 1 0 0,0 1-1 0 0,0 0 0 0 0,0 0 0 0 0,0 0 0 0 0,0-1 0 0 0,0 1 1 0 0,1 0-1 0 0,-1 0 0 0 0,0 0 0 0 0,0-1 0 0 0,0 1 1 0 0,0 0-1 0 0,0 0 0 0 0,0-1 0 0 0,0 1 0 0 0,0 0 0 0 0,0 0 1 0 0,0 0-1 0 0,0-1 0 0 0,0 1 0 0 0,-1 0 0 0 0,1 0 0 0 0,0 0 1 0 0,0-1-1 0 0,0 1 0 0 0,0 0 0 0 0,0 0 0 0 0,0 0 1 0 0,-1-1-1 0 0,-7-9-4620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12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69 8842 0 0,'0'0'92'0'0,"-1"0"1"0"0,1 0-1 0 0,-1 0 0 0 0,1 0 1 0 0,0 0-1 0 0,-1 0 0 0 0,1 0 1 0 0,-1 1-1 0 0,1-1 0 0 0,-1 0 1 0 0,1-1-1 0 0,0 1 0 0 0,-1 0 1 0 0,1 0-1 0 0,-1 0 0 0 0,1 0 1 0 0,-1 0-1 0 0,1 0 0 0 0,0 0 1 0 0,-1-1-1 0 0,1 1 0 0 0,0 0 1 0 0,-1 0-1 0 0,1 0 1 0 0,-1-1-1 0 0,1 1 0 0 0,0 0 1 0 0,0-1-1 0 0,-1 1 0 0 0,1 0 1 0 0,0-1-1 0 0,-1 1 0 0 0,1 0 1 0 0,0-1-1 0 0,0 1 0 0 0,0-1 1 0 0,-1 1-1 0 0,1-1 0 0 0,1 0 177 0 0,-1-1-1 0 0,1 1 0 0 0,0 0 1 0 0,-1 0-1 0 0,1 0 0 0 0,0 0 0 0 0,0 0 1 0 0,0 0-1 0 0,0 0 0 0 0,0 0 1 0 0,2-2-1 0 0,33-22 2120 0 0,-29 21-2218 0 0,-1 1 1 0 0,1 1 0 0 0,0-1-1 0 0,0 1 1 0 0,0 0 0 0 0,0 1 0 0 0,0-1-1 0 0,9 1 1 0 0,62 0 352 0 0,-32 1-410 0 0,225 8 137 0 0,29-2 60 0 0,133 2 264 0 0,-300-2-236 0 0,-92-5-323 0 0,439 6 384 0 0,151-41 1108 0 0,-295 48-779 0 0,-179-2-705 0 0,162-3 223 0 0,-405-4-7237 0 0,61-3 339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13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6913 0 0,'0'0'529'0'0,"6"-2"4262"0"0,21-8-2697 0 0,-9 3-1469 0 0,1 2 0 0 0,0 0 0 0 0,-1 1-1 0 0,2 1 1 0 0,31-1 0 0 0,100 7 120 0 0,-111 0-466 0 0,321 27 708 0 0,-132-9-591 0 0,-23-2 159 0 0,333 5 1165 0 0,-32-27-681 0 0,-2-40-441 0 0,-134 10-198 0 0,-234 29-201 0 0,-88 5-65 0 0,91-12-1 0 0,-104 6-2121 0 0,-68-8-2130 0 0,23 7-3026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15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6 3225 0 0,'0'0'170'0'0,"-1"-1"0"0"0,1 1 0 0 0,-1-1 0 0 0,0 1 0 0 0,1-1 0 0 0,-1 1 0 0 0,1 0 0 0 0,-1-1 0 0 0,0 1 1 0 0,0 0-1 0 0,1-1 0 0 0,-1 1 0 0 0,0 0 0 0 0,1 0 0 0 0,-1 0 0 0 0,0-1 0 0 0,0 1 0 0 0,1 0 0 0 0,-1 0 0 0 0,0 0 0 0 0,0 0 0 0 0,1 0 1 0 0,-1 1-1 0 0,0-1 0 0 0,0 0 0 0 0,1 0 0 0 0,-1 0 0 0 0,0 1 0 0 0,1-1 0 0 0,-1 0 0 0 0,0 1 0 0 0,1-1 0 0 0,-1 1 0 0 0,0-1 1 0 0,0 1-1 0 0,0 0 32 0 0,0 0 0 0 0,0 0 0 0 0,0 0 1 0 0,0 1-1 0 0,0-1 0 0 0,0 0 0 0 0,1 0 0 0 0,-1 1 1 0 0,0-1-1 0 0,1 0 0 0 0,-1 1 0 0 0,1-1 1 0 0,-1 1-1 0 0,1-1 0 0 0,-1 1 0 0 0,1 2 0 0 0,-4 279 2560 0 0,-1-24-2312 0 0,3 161 365 0 0,-11-85-820 0 0,0-32 2 0 0,6-48 354 0 0,2 14 66 0 0,16-47-161 0 0,-4-60-207 0 0,2 112 998 0 0,-15-115-399 0 0,1-83-461 0 0,8 105 0 0 0,-2-159-221 0 0,0 0 0 0 0,-1-1 0 0 0,-5 32 0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15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9 9506 0 0,'0'0'75'0'0,"0"-1"-1"0"0,0 1 1 0 0,0-1-1 0 0,0 1 1 0 0,0 0-1 0 0,0-1 1 0 0,0 1-1 0 0,0 0 1 0 0,0-1 0 0 0,0 1-1 0 0,0 0 1 0 0,1-1-1 0 0,-1 1 1 0 0,0 0-1 0 0,0-1 1 0 0,0 1-1 0 0,1 0 1 0 0,-1 0-1 0 0,0-1 1 0 0,0 1 0 0 0,1 0-1 0 0,-1 0 1 0 0,0-1-1 0 0,1 1 1 0 0,-1 0-1 0 0,0 0 1 0 0,1 0-1 0 0,-1 0 1 0 0,0 0-1 0 0,1-1 1 0 0,-1 1 0 0 0,0 0-1 0 0,1 0 1 0 0,-1 0-1 0 0,0 0 1 0 0,1 0-1 0 0,-1 0 1 0 0,0 0-1 0 0,1 0 1 0 0,-1 0-1 0 0,0 0 1 0 0,1 0 0 0 0,-1 0-1 0 0,1 0 1 0 0,-1 1-1 0 0,0-1 1 0 0,1 0-1 0 0,-1 0 1 0 0,0 0-1 0 0,0 0 1 0 0,1 1 0 0 0,-1-1-1 0 0,0 0 1 0 0,1 0-1 0 0,-1 1 1 0 0,0-1-1 0 0,0 0 1 0 0,1 0-1 0 0,-1 1 1 0 0,0-1-1 0 0,0 0 1 0 0,0 1 0 0 0,0-1-1 0 0,1 0 1 0 0,-1 1-1 0 0,0-1 1 0 0,0 1-1 0 0,11 31 1538 0 0,-9-23-1586 0 0,6 17 253 0 0,-2 0 1 0 0,3 36 0 0 0,-4-29-128 0 0,7 80 198 0 0,-6 209 0 0 0,-7-196-227 0 0,11 333 237 0 0,-8-401-367 0 0,-4 248 7 0 0,1 5 0 0 0,4-133 287 0 0,-38 351-1 0 0,27-445 154 0 0,4 109 0 0 0,2-15-181 0 0,-10 20 375 0 0,8-172-796 0 0,4-25 87 0 0,0 0 0 0 0,0-1 0 0 0,0 1 0 0 0,-1 0 0 0 0,1 0 0 0 0,0-1 0 0 0,-1 1 0 0 0,1 0 1 0 0,0 0-1 0 0,-1-1 0 0 0,1 1 0 0 0,-1-1 0 0 0,1 1 0 0 0,-1 0 0 0 0,1-1 0 0 0,-1 1 0 0 0,1-1 0 0 0,-1 1 0 0 0,0-1 0 0 0,1 1 0 0 0,-1-1 0 0 0,0 0 0 0 0,0 1 1 0 0,1-1-1 0 0,-1 0 0 0 0,0 1 0 0 0,0-1 0 0 0,1 0 0 0 0,-3 0 0 0 0,-6-2-6526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22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73 180 9730 0 0,'1'1'297'0'0,"-1"0"0"0"0,1 0 0 0 0,0-1 0 0 0,-1 1 0 0 0,1-1 0 0 0,0 1 0 0 0,-1 0 0 0 0,1-1 0 0 0,0 1 0 0 0,0-1 0 0 0,-1 0 0 0 0,1 1 0 0 0,0-1 0 0 0,0 0 0 0 0,0 1 0 0 0,1-1 0 0 0,13 5 629 0 0,-15-5-1048 0 0,3 1 204 0 0,1 0-1 0 0,0-1 0 0 0,0 1 0 0 0,-1-1 0 0 0,1 0 1 0 0,0 0-1 0 0,0 0 0 0 0,0 0 0 0 0,-1-1 1 0 0,1 1-1 0 0,0-1 0 0 0,-1 0 0 0 0,1 0 0 0 0,0 0 1 0 0,-1-1-1 0 0,1 0 0 0 0,-1 1 0 0 0,0-1 0 0 0,0 0 1 0 0,1 0-1 0 0,-1-1 0 0 0,-1 1 0 0 0,1-1 1 0 0,0 1-1 0 0,-1-1 0 0 0,1 0 0 0 0,-1 0 0 0 0,0 0 1 0 0,2-4-1 0 0,0 2-62 0 0,-1 0 1 0 0,-1 0-1 0 0,1 0 1 0 0,-1 0-1 0 0,0-1 0 0 0,0 1 1 0 0,0-1-1 0 0,-1 1 1 0 0,0-1-1 0 0,0 0 0 0 0,0 1 1 0 0,-1-1-1 0 0,0 0 1 0 0,0 0-1 0 0,0 0 0 0 0,-1 1 1 0 0,-2-12-1 0 0,2 15-19 0 0,0-1-1 0 0,0 1 1 0 0,0-1-1 0 0,0 1 1 0 0,-1-1-1 0 0,1 1 0 0 0,-1 0 1 0 0,0 0-1 0 0,1-1 1 0 0,-1 1-1 0 0,0 0 1 0 0,0 1-1 0 0,0-1 1 0 0,-1 0-1 0 0,1 1 0 0 0,0-1 1 0 0,-4-1-1 0 0,4 3-11 0 0,0-1 0 0 0,0 0-1 0 0,0 1 1 0 0,-1 0 0 0 0,1-1-1 0 0,0 1 1 0 0,0 0 0 0 0,-1 0-1 0 0,1 0 1 0 0,0 1 0 0 0,0-1-1 0 0,-1 0 1 0 0,1 1 0 0 0,0 0-1 0 0,0-1 1 0 0,0 1 0 0 0,0 0-1 0 0,0 0 1 0 0,0 0 0 0 0,0 0-1 0 0,0 1 1 0 0,-2 1 0 0 0,-3 3-5 0 0,0 0 1 0 0,1 1 0 0 0,0 0-1 0 0,0 0 1 0 0,0 1-1 0 0,1-1 1 0 0,-5 10-1 0 0,-2 8-38 0 0,-11 27 0 0 0,11-22-8 0 0,2 1-1 0 0,-7 35 1 0 0,13-48 84 0 0,2 0 0 0 0,0 0 0 0 0,1 0 0 0 0,0 0 0 0 0,4 26 0 0 0,-3-42 4 0 0,0 1 0 0 0,1 0-1 0 0,-1 0 1 0 0,1 0 0 0 0,0-1-1 0 0,0 1 1 0 0,0 0 0 0 0,0-1-1 0 0,0 1 1 0 0,1-1 0 0 0,-1 1-1 0 0,1-1 1 0 0,-1 1-1 0 0,1-1 1 0 0,0 0 0 0 0,0 0-1 0 0,0 0 1 0 0,0 0 0 0 0,1 0-1 0 0,2 1 1 0 0,-2-1 16 0 0,0-1-1 0 0,1 0 1 0 0,-1 0 0 0 0,0 0-1 0 0,1 0 1 0 0,-1-1 0 0 0,1 0 0 0 0,-1 1-1 0 0,1-1 1 0 0,-1 0 0 0 0,1-1-1 0 0,-1 1 1 0 0,1-1 0 0 0,-1 1 0 0 0,0-1-1 0 0,6-2 1 0 0,6-2 56 0 0,-1-1 1 0 0,1-1-1 0 0,-1-1 0 0 0,0 0 1 0 0,20-15-1 0 0,-11 5-92 0 0,-2-1 1 0 0,25-27-1 0 0,-40 39-59 0 0,-1 0-1 0 0,0 0 1 0 0,-1-1-1 0 0,1 1 0 0 0,-1-1 1 0 0,-1 0-1 0 0,0 0 1 0 0,4-14-1 0 0,-3 8 87 0 0,-1-1 0 0 0,-1 0 0 0 0,0 0 0 0 0,-1-16 0 0 0,-1 30-7 0 0,0 1 0 0 0,1 0 0 0 0,-1 0 0 0 0,0-1 0 0 0,0 1 0 0 0,0 0 0 0 0,0 0 0 0 0,0-1-1 0 0,0 1 1 0 0,0 0 0 0 0,0 0 0 0 0,0-1 0 0 0,0 1 0 0 0,0 0 0 0 0,0-1 0 0 0,0 1 0 0 0,0 0 0 0 0,0 0-1 0 0,0-1 1 0 0,0 1 0 0 0,0 0 0 0 0,-1 0 0 0 0,1-1 0 0 0,0 1 0 0 0,0 0 0 0 0,0 0 0 0 0,0 0-1 0 0,0-1 1 0 0,-1 1 0 0 0,1 0 0 0 0,0 0 0 0 0,0 0 0 0 0,0 0 0 0 0,-1-1 0 0 0,1 1 0 0 0,0 0 0 0 0,0 0-1 0 0,0 0 1 0 0,-1 0 0 0 0,1 0 0 0 0,0 0 0 0 0,0-1 0 0 0,-1 1 0 0 0,1 0 0 0 0,-10 11 423 0 0,-7 19-275 0 0,12-17-179 0 0,2-1-1 0 0,-1 1 1 0 0,2 1-1 0 0,0-1 1 0 0,0 0-1 0 0,2 0 1 0 0,-1 1-1 0 0,2-1 1 0 0,0 1-1 0 0,0-1 1 0 0,1 0-1 0 0,1 0 1 0 0,0 0-1 0 0,1 0 1 0 0,5 12-1 0 0,-7-21-9 0 0,1 0-1 0 0,-1 0 1 0 0,1 0-1 0 0,-1 0 1 0 0,1 0-1 0 0,0-1 1 0 0,1 1-1 0 0,-1-1 1 0 0,0 0 0 0 0,1 0-1 0 0,0 0 1 0 0,0-1-1 0 0,0 1 1 0 0,0-1-1 0 0,5 2 1 0 0,-6-3 4 0 0,0 0 1 0 0,1 0-1 0 0,-1 0 0 0 0,1-1 1 0 0,-1 1-1 0 0,1-1 1 0 0,-1 0-1 0 0,1 0 0 0 0,-1 0 1 0 0,1-1-1 0 0,-1 1 1 0 0,1-1-1 0 0,-1 0 0 0 0,1 0 1 0 0,-1 0-1 0 0,0 0 1 0 0,0-1-1 0 0,1 1 1 0 0,-1-1-1 0 0,4-3 0 0 0,5-4 25 0 0,0-1-1 0 0,-1 0 1 0 0,0-1-1 0 0,-1 0 0 0 0,0-1 1 0 0,-1 0-1 0 0,0-1 1 0 0,-1 0-1 0 0,0 0 1 0 0,-1 0-1 0 0,10-28 0 0 0,-8 16 12 0 0,-2 0 0 0 0,-1-1 0 0 0,0 1 0 0 0,-2-1 0 0 0,-1 0 0 0 0,-1-30-1 0 0,-4 40 132 0 0,2 16-143 0 0,-1 0 0 0 0,1 0 0 0 0,0 0 0 0 0,0 0 0 0 0,0 0 0 0 0,-1 0 0 0 0,1 0 0 0 0,0 0 0 0 0,0 0 0 0 0,0 0 0 0 0,0 0-1 0 0,-1 0 1 0 0,1 0 0 0 0,0 0 0 0 0,0 0 0 0 0,0 0 0 0 0,0 0 0 0 0,-1 1 0 0 0,1-1 0 0 0,0 0 0 0 0,0 0 0 0 0,0 0 0 0 0,0 0 0 0 0,0 0 0 0 0,-1 0 0 0 0,1 0 0 0 0,0 1 0 0 0,0-1 0 0 0,0 0 0 0 0,0 0 0 0 0,0 0 0 0 0,0 0 0 0 0,0 1 0 0 0,0-1 0 0 0,-1 0 0 0 0,1 0 0 0 0,0 0 0 0 0,0 0 0 0 0,0 1 0 0 0,-10 27 591 0 0,5-2-339 0 0,-4 52-1 0 0,8-69-261 0 0,1 0 0 0 0,0 0-1 0 0,1 1 1 0 0,0-1 0 0 0,1 0-1 0 0,0 0 1 0 0,0 0 0 0 0,1-1-1 0 0,4 12 1 0 0,-4-16-2 0 0,0 0-1 0 0,0-1 1 0 0,0 1 0 0 0,0-1-1 0 0,0 0 1 0 0,1 0 0 0 0,-1 0 0 0 0,1 0-1 0 0,0-1 1 0 0,0 1 0 0 0,0-1 0 0 0,0 0-1 0 0,0 0 1 0 0,0-1 0 0 0,8 3 0 0 0,15 7-148 0 0,-27-11 123 0 0,1 0 0 0 0,-1 0 0 0 0,0 1 1 0 0,0-1-1 0 0,0 0 0 0 0,0 0 0 0 0,1 0 0 0 0,-1 0 1 0 0,0 0-1 0 0,0 0 0 0 0,0 1 0 0 0,0-1 0 0 0,1 0 1 0 0,-1 0-1 0 0,0 0 0 0 0,0 0 0 0 0,0 1 0 0 0,0-1 1 0 0,0 0-1 0 0,0 0 0 0 0,0 0 0 0 0,0 1 0 0 0,0-1 1 0 0,1 0-1 0 0,-1 0 0 0 0,0 0 0 0 0,0 1 0 0 0,0-1 1 0 0,0 0-1 0 0,0 0 0 0 0,0 0 0 0 0,0 1 0 0 0,0-1 1 0 0,-1 0-1 0 0,1 0 0 0 0,0 0 0 0 0,0 1 0 0 0,0-1 0 0 0,0 0 1 0 0,0 0-1 0 0,0 0 0 0 0,0 1 0 0 0,0-1 0 0 0,0 0 1 0 0,-1 0-1 0 0,1 0 0 0 0,0 0 0 0 0,0 1 0 0 0,0-1 1 0 0,-10 8-3879 0 0,10-8 3775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24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199 159 2761 0 0,'-21'-59'9015'0'0,"15"44"-7986"0"0,0 2 1 0 0,-1-1-1 0 0,0 1 1 0 0,-13-17 0 0 0,19 29-1003 0 0,1 0 1 0 0,-1 0 0 0 0,0 0 0 0 0,1 0 0 0 0,-1 0-1 0 0,0 0 1 0 0,0 1 0 0 0,0-1 0 0 0,0 0 0 0 0,0 1-1 0 0,0-1 1 0 0,0 0 0 0 0,0 1 0 0 0,0-1 0 0 0,0 1 0 0 0,0-1-1 0 0,0 1 1 0 0,-1 0 0 0 0,1-1 0 0 0,0 1 0 0 0,0 0-1 0 0,0 0 1 0 0,-1 0 0 0 0,1 0 0 0 0,0 0 0 0 0,-2 1-1 0 0,1-1-26 0 0,0 1-1 0 0,0 1 0 0 0,0-1 0 0 0,0 0 0 0 0,0 0 0 0 0,0 1 0 0 0,1-1 1 0 0,-1 1-1 0 0,0-1 0 0 0,1 1 0 0 0,0 0 0 0 0,-1 0 0 0 0,0 2 1 0 0,-5 8 32 0 0,1 0 0 0 0,0 0 0 0 0,-6 20 0 0 0,2 6-70 0 0,1 1 0 0 0,2 0 0 0 0,-2 50-1 0 0,3-25 35 0 0,1 5-52 0 0,5-63 54 0 0,0 0 0 0 0,0 1 0 0 0,1-1 0 0 0,0 0 0 0 0,0 0 0 0 0,1 0 0 0 0,-1 0 0 0 0,6 11 0 0 0,-7-16-3 0 0,1 0 0 0 0,-1-1 1 0 0,1 1-1 0 0,-1 0 0 0 0,1 0 0 0 0,-1-1 0 0 0,1 1 0 0 0,0 0 1 0 0,-1-1-1 0 0,1 1 0 0 0,0 0 0 0 0,-1-1 0 0 0,1 1 0 0 0,0-1 1 0 0,0 1-1 0 0,0-1 0 0 0,-1 0 0 0 0,1 1 0 0 0,0-1 0 0 0,0 0 1 0 0,0 0-1 0 0,0 1 0 0 0,0-1 0 0 0,0 0 0 0 0,1 0 0 0 0,0 0-14 0 0,0-1 0 0 0,0 1-1 0 0,0-1 1 0 0,0 0-1 0 0,0 0 1 0 0,0 0-1 0 0,0 1 1 0 0,0-2-1 0 0,0 1 1 0 0,-1 0 0 0 0,3-2-1 0 0,4-4-106 0 0,0-1 0 0 0,0 0 0 0 0,8-12 0 0 0,-15 18 106 0 0,19-24 82 0 0,-2-1 0 0 0,0-1 0 0 0,-2 0 0 0 0,-1-1 1 0 0,-2-1-1 0 0,-1 0 0 0 0,-1-1 0 0 0,8-37 0 0 0,-19 68-44 0 0,3-19 101 0 0,-3 18-91 0 0,0 1 0 0 0,1-1 1 0 0,-1 1-1 0 0,0-1 0 0 0,0 1 1 0 0,0-1-1 0 0,0 1 0 0 0,0 0 1 0 0,0-1-1 0 0,0 1 0 0 0,0-1 0 0 0,0 1 1 0 0,0-1-1 0 0,0 1 0 0 0,-1-1 1 0 0,1 1-1 0 0,0-1 0 0 0,0 1 0 0 0,0-1 1 0 0,-1 1-1 0 0,1-1 0 0 0,0 1 1 0 0,0 0-1 0 0,-1-1 0 0 0,1 1 0 0 0,0 0 1 0 0,-1-1-1 0 0,1 1 0 0 0,0 0 1 0 0,-1-1-1 0 0,-1 3 100 0 0,0 0 0 0 0,0 0 0 0 0,0 0 0 0 0,0 0 1 0 0,0 0-1 0 0,1 0 0 0 0,-1 1 0 0 0,1-1 0 0 0,0 1 0 0 0,-2 2 0 0 0,-13 33 72 0 0,2 0 0 0 0,2 1 0 0 0,-13 65 0 0 0,3-8-125 0 0,5-27-178 0 0,3 1 0 0 0,-8 103 0 0 0,22-171 62 0 0,-1 4-159 0 0,0 0 0 0 0,1 1 0 0 0,0-1 0 0 0,0 0-1 0 0,1 0 1 0 0,-1 0 0 0 0,2 0 0 0 0,-1 0 0 0 0,3 9 0 0 0,-4-15 75 0 0,1 1 1 0 0,-1-1-1 0 0,0 0 1 0 0,0 0-1 0 0,1 1 1 0 0,-1-1-1 0 0,0 0 1 0 0,0 0-1 0 0,1 1 1 0 0,-1-1-1 0 0,0 0 1 0 0,1 0-1 0 0,-1 0 1 0 0,0 1-1 0 0,1-1 1 0 0,-1 0-1 0 0,0 0 1 0 0,1 0-1 0 0,-1 0 1 0 0,1 0-1 0 0,-1 0 1 0 0,0 0-1 0 0,1 0 1 0 0,-1 0-1 0 0,0 0 1 0 0,1 0-1 0 0,-1 0 1 0 0,0 0 0 0 0,1 0-1 0 0,-1 0 1 0 0,1 0-1 0 0,3-5-1708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25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12067 0 0,'-3'3'292'0'0,"-1"0"0"0"0,1 1 0 0 0,0-1 0 0 0,0 1 0 0 0,1 0 1 0 0,-1 0-1 0 0,1 0 0 0 0,0 0 0 0 0,-3 6 0 0 0,-14 46 577 0 0,12-32-620 0 0,-2 0-75 0 0,2 2-1 0 0,0-1 1 0 0,2 1-1 0 0,1 0 1 0 0,1 1-1 0 0,1-1 1 0 0,3 51-1 0 0,0-74-174 0 0,-1 0 0 0 0,1 0 0 0 0,0-1-1 0 0,-1 1 1 0 0,1 0 0 0 0,1 0-1 0 0,-1-1 1 0 0,0 1 0 0 0,1 0 0 0 0,-1-1-1 0 0,1 0 1 0 0,2 3 0 0 0,-3-4-18 0 0,-1 0 1 0 0,1 0-1 0 0,0-1 1 0 0,0 1-1 0 0,0-1 1 0 0,0 1-1 0 0,0-1 1 0 0,0 1-1 0 0,0-1 1 0 0,0 1-1 0 0,0-1 1 0 0,0 0-1 0 0,0 0 1 0 0,0 1-1 0 0,0-1 1 0 0,0 0-1 0 0,0 0 1 0 0,0 0-1 0 0,0 0 1 0 0,0 0-1 0 0,0 0 1 0 0,0-1-1 0 0,0 1 1 0 0,0 0-1 0 0,0 0 1 0 0,0-1-1 0 0,0 1 1 0 0,0-1-1 0 0,0 1 1 0 0,0-1-1 0 0,0 1 1 0 0,0-1-1 0 0,0 0 1 0 0,-1 1-1 0 0,2-2 1 0 0,15-12-59 0 0,-2 0 1 0 0,0-2 0 0 0,-1 0 0 0 0,0 0 0 0 0,-1-1 0 0 0,-1-1-1 0 0,19-37 1 0 0,-18 28 215 0 0,-2-1 0 0 0,0-1 0 0 0,-3 1 0 0 0,0-1 0 0 0,4-32 0 0 0,-13 49 727 0 0,-6 16 39 0 0,-7 19 35 0 0,2 14-794 0 0,3 0 1 0 0,0 1-1 0 0,-3 47 0 0 0,12-44-488 0 0,0-39 134 0 0,1 1 1 0 0,-1-1 0 0 0,1 1-1 0 0,-1-1 1 0 0,1 0 0 0 0,0 0-1 0 0,0 1 1 0 0,0-1 0 0 0,0 0-1 0 0,0 0 1 0 0,0 0 0 0 0,1 0-1 0 0,-1 0 1 0 0,3 2 0 0 0,-1-1-1542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26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1 271 1840 0 0,'2'0'6925'0'0,"3"-1"-3501"0"0,11-3-1598 0 0,-8-1-1486 0 0,0 1-1 0 0,0-1 1 0 0,-1-1-1 0 0,1 1 1 0 0,-1-1-1 0 0,9-11 1 0 0,35-44 1475 0 0,-48 57-1768 0 0,-1-1-1 0 0,0 0 1 0 0,1 1 0 0 0,-2-1 0 0 0,1 0 0 0 0,0 0 0 0 0,-1 0 0 0 0,0 0 0 0 0,0 0 0 0 0,-1 0 0 0 0,1 0 0 0 0,-1-1 0 0 0,-1-7 0 0 0,1 9-12 0 0,0 0 1 0 0,-1-1 0 0 0,0 1-1 0 0,1 0 1 0 0,-2 0-1 0 0,1-1 1 0 0,0 1-1 0 0,-1 0 1 0 0,0 0-1 0 0,0 1 1 0 0,0-1-1 0 0,0 0 1 0 0,-1 1 0 0 0,1-1-1 0 0,-1 1 1 0 0,-5-5-1 0 0,7 7-24 0 0,0 0 0 0 0,0 0-1 0 0,0 0 1 0 0,0 1 0 0 0,0-1-1 0 0,0 1 1 0 0,0-1 0 0 0,-1 1 0 0 0,1-1-1 0 0,0 1 1 0 0,0-1 0 0 0,0 1-1 0 0,-1 0 1 0 0,1 0 0 0 0,0 0 0 0 0,0-1-1 0 0,-1 1 1 0 0,1 1 0 0 0,0-1-1 0 0,-1 0 1 0 0,1 0 0 0 0,0 0 0 0 0,-3 1-1 0 0,2 1 22 0 0,0-1 0 0 0,0 0 0 0 0,0 1-1 0 0,0-1 1 0 0,1 1 0 0 0,-1-1 0 0 0,0 1-1 0 0,1 0 1 0 0,-1 0 0 0 0,1 0 0 0 0,-3 4 0 0 0,-1 4-13 0 0,0 0 0 0 0,1 1 0 0 0,0-1 0 0 0,-3 16 0 0 0,-2 17-94 0 0,2 1 1 0 0,1-1 0 0 0,1 66-1 0 0,5-106 37 0 0,1 0 0 0 0,-1 1 0 0 0,0-1-1 0 0,1 0 1 0 0,0 0 0 0 0,-1 1 0 0 0,1-1 0 0 0,1 0 0 0 0,-1 0-1 0 0,0 0 1 0 0,1 0 0 0 0,-1 0 0 0 0,5 5 0 0 0,-5-7 6 0 0,0 0 1 0 0,0 0 0 0 0,0-1 0 0 0,0 1 0 0 0,0 0 0 0 0,0 0 0 0 0,0-1 0 0 0,0 1 0 0 0,1-1 0 0 0,-1 1-1 0 0,0-1 1 0 0,0 1 0 0 0,1-1 0 0 0,-1 0 0 0 0,0 0 0 0 0,0 0 0 0 0,1 1 0 0 0,-1-1 0 0 0,0 0 0 0 0,1-1 0 0 0,-1 1-1 0 0,0 0 1 0 0,1 0 0 0 0,-1 0 0 0 0,0-1 0 0 0,0 1 0 0 0,1-1 0 0 0,-1 1 0 0 0,0-1 0 0 0,0 1 0 0 0,0-1-1 0 0,0 0 1 0 0,0 0 0 0 0,0 1 0 0 0,0-1 0 0 0,0 0 0 0 0,1-2 0 0 0,10-7-35 0 0,-2 0-1 0 0,1-2 1 0 0,-2 1 0 0 0,1-1-1 0 0,-2 0 1 0 0,15-26 0 0 0,31-89-324 0 0,-17 39 558 0 0,-33 82-77 0 0,-1 10 100 0 0,1 22 354 0 0,-4 38 226 0 0,-8 94-1118 0 0,8-138 272 0 0,1-17 78 0 0,-1-12 200 0 0,0 8-107 0 0,0-3 5 0 0,0-13 102 0 0,1 0-1 0 0,6-28 0 0 0,-6 38-172 0 0,1-1-1 0 0,0 1 0 0 0,1 0 1 0 0,-1 0-1 0 0,1 0 0 0 0,1 0 1 0 0,-1 0-1 0 0,1 1 0 0 0,6-7 1 0 0,-8 10-110 0 0,1 0 0 0 0,1 1 0 0 0,-1-1 0 0 0,0 1 0 0 0,1 0 0 0 0,-1 0 0 0 0,1 0 1 0 0,0 0-1 0 0,-1 1 0 0 0,5-2 0 0 0,44-9-1263 0 0,-35 9 1163 0 0,-16 2 185 0 0,-1 1 1 0 0,1 0 0 0 0,0-1 0 0 0,-1 1-1 0 0,1 0 1 0 0,0 0 0 0 0,-1 0-1 0 0,1-1 1 0 0,0 1 0 0 0,-1 0 0 0 0,1 0-1 0 0,0 0 1 0 0,-1 0 0 0 0,1 0-1 0 0,0 0 1 0 0,-1 0 0 0 0,1 1 0 0 0,-1-1-1 0 0,1 0 1 0 0,0 0 0 0 0,-1 0-1 0 0,1 1 1 0 0,0-1 0 0 0,-1 0 0 0 0,1 1-1 0 0,-1-1 1 0 0,1 0 0 0 0,-1 1-1 0 0,1-1 1 0 0,-1 1 0 0 0,1-1-1 0 0,-1 1 1 0 0,1-1 0 0 0,-1 1 0 0 0,0-1-1 0 0,1 1 1 0 0,-1-1 0 0 0,0 1-1 0 0,1 0 1 0 0,-1-1 0 0 0,0 1 0 0 0,0 0-1 0 0,1 0 1 0 0,-1 3 50 0 0,-1 0-1 0 0,1 0 1 0 0,-1 0 0 0 0,1 0-1 0 0,-1-1 1 0 0,-2 6 0 0 0,0 1 7 0 0,-5 21 93 0 0,4-19-142 0 0,0 0 1 0 0,1 0 0 0 0,1 0 0 0 0,0 0-1 0 0,1 1 1 0 0,0-1 0 0 0,1 0-1 0 0,1 19 1 0 0,-1-29-14 0 0,1-1 0 0 0,-1 1-1 0 0,0 0 1 0 0,1-1 0 0 0,-1 1 0 0 0,1-1 0 0 0,0 1 0 0 0,0-1-1 0 0,-1 1 1 0 0,1-1 0 0 0,0 1 0 0 0,0-1 0 0 0,0 0 0 0 0,0 1-1 0 0,1-1 1 0 0,-1 0 0 0 0,0 0 0 0 0,0 0 0 0 0,1 0 0 0 0,-1 0-1 0 0,1 0 1 0 0,-1 0 0 0 0,1-1 0 0 0,-1 1 0 0 0,1 0 0 0 0,-1-1-1 0 0,1 1 1 0 0,0-1 0 0 0,-1 0 0 0 0,1 1 0 0 0,0-1 0 0 0,-1 0-1 0 0,1 0 1 0 0,0 0 0 0 0,0 0 0 0 0,-1-1 0 0 0,1 1 0 0 0,2-1-1 0 0,7-1 73 0 0,-1-1-1 0 0,1-1 1 0 0,-1 1-1 0 0,16-10 0 0 0,-20 10-2 0 0,6-4 112 0 0,0 0 0 0 0,-1-1 0 0 0,0 0 1 0 0,0-1-1 0 0,-1-1 0 0 0,0 0 0 0 0,-1 0 0 0 0,0 0 0 0 0,0-2 0 0 0,-1 1 1 0 0,-1-1-1 0 0,0 0 0 0 0,8-19 0 0 0,-14 27-89 0 0,1-1-1 0 0,-1 1 1 0 0,0-1-1 0 0,-1 1 1 0 0,1-1 0 0 0,-1 1-1 0 0,0-1 1 0 0,0 0-1 0 0,0 1 1 0 0,-1-1-1 0 0,0 1 1 0 0,1-1 0 0 0,-2 1-1 0 0,1 0 1 0 0,0-1-1 0 0,-1 1 1 0 0,0 0 0 0 0,0 0-1 0 0,0 0 1 0 0,0 0-1 0 0,-1 0 1 0 0,0 0 0 0 0,0 1-1 0 0,0-1 1 0 0,0 1-1 0 0,0 0 1 0 0,-1 0 0 0 0,1 0-1 0 0,-1 0 1 0 0,-5-2-1 0 0,3 1-147 0 0,0 0-1 0 0,-1 1 0 0 0,1 0 0 0 0,-1 0 1 0 0,0 1-1 0 0,0 0 0 0 0,0 0 0 0 0,0 1 1 0 0,0-1-1 0 0,0 1 0 0 0,0 1 0 0 0,0 0 1 0 0,0 0-1 0 0,0 0 0 0 0,-1 1 0 0 0,1 0 1 0 0,0 0-1 0 0,-12 4 0 0 0,-28 17-1349 0 0,18-3-2981 0 0,19-12-2170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27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8290 0 0,'-1'2'360'0'0,"-1"1"0"0"0,1 0 0 0 0,0 0 0 0 0,1 0 0 0 0,-1 0 1 0 0,0 0-1 0 0,1 0 0 0 0,0 0 0 0 0,-1 0 0 0 0,1 1 0 0 0,0-1 0 0 0,1 0 1 0 0,0 5-1 0 0,0 7 102 0 0,-8 212 277 0 0,1 79-733 0 0,12-247-549 0 0,-3-41-774 0 0,-2 0 1 0 0,0 30-1 0 0,-2-38 1041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27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15 11835 0 0,'-1'0'25'0'0,"1"0"1"0"0,0 0-1 0 0,0 0 1 0 0,0 0 0 0 0,0 0-1 0 0,0 0 1 0 0,0 0-1 0 0,-1 0 1 0 0,1 0-1 0 0,0 0 1 0 0,0 0 0 0 0,0 0-1 0 0,0 0 1 0 0,0 0-1 0 0,0 0 1 0 0,0 0 0 0 0,0 0-1 0 0,-1-1 1 0 0,1 1-1 0 0,0 0 1 0 0,0 0 0 0 0,0 0-1 0 0,0 0 1 0 0,0 0-1 0 0,0 0 1 0 0,0 0 0 0 0,0-1-1 0 0,0 1 1 0 0,0 0-1 0 0,0 0 1 0 0,0 0 0 0 0,0 0-1 0 0,0 0 1 0 0,0 0-1 0 0,0 0 1 0 0,0-1 0 0 0,0 1-1 0 0,0 0 1 0 0,0 0-1 0 0,0 0 1 0 0,0 0 0 0 0,0 0-1 0 0,0 0 1 0 0,0-1-1 0 0,0 1 1 0 0,0 0 0 0 0,0 0-1 0 0,0 0 1 0 0,0 0-1 0 0,0 0 1 0 0,0 0 0 0 0,0 0-1 0 0,1-1 1 0 0,-1 1-1 0 0,0 0 1 0 0,0 0 0 0 0,0 0-1 0 0,0 0 1 0 0,0 0-1 0 0,0 0 1 0 0,0 0 0 0 0,0 0-1 0 0,1 0 1 0 0,12-5 962 0 0,19 0 298 0 0,-2 7-412 0 0,-1 2-1 0 0,1 0 1 0 0,33 10-1 0 0,-53-11-766 0 0,-8-3-71 0 0,1 0-1 0 0,-1 1 1 0 0,0-1-1 0 0,0 1 1 0 0,0 0-1 0 0,0 0 1 0 0,0-1-1 0 0,0 1 0 0 0,0 1 1 0 0,0-1-1 0 0,0 0 1 0 0,0 0-1 0 0,-1 1 1 0 0,1-1-1 0 0,0 1 1 0 0,-1-1-1 0 0,1 1 1 0 0,-1 0-1 0 0,0 0 1 0 0,1-1-1 0 0,-1 1 1 0 0,0 0-1 0 0,0 0 1 0 0,0 0-1 0 0,-1 0 1 0 0,1 1-1 0 0,0-1 1 0 0,0 2-1 0 0,-1 1 3 0 0,0 0 0 0 0,-1 0 0 0 0,1 0 0 0 0,-1 0 0 0 0,0 0 0 0 0,0 0 1 0 0,-1 0-1 0 0,1-1 0 0 0,-1 1 0 0 0,0 0 0 0 0,-4 6 0 0 0,-61 93-132 0 0,47-76-158 0 0,2 1 0 0 0,1 0 0 0 0,-23 52 0 0 0,40-80 223 0 0,-9 26-470 0 0,9-26 342 0 0,-1 0 0 0 0,1 0 1 0 0,0 1-1 0 0,0-1 0 0 0,-1 0 1 0 0,1 0-1 0 0,0 0 0 0 0,0 0 1 0 0,0 0-1 0 0,0 0 0 0 0,0 0 1 0 0,0 0-1 0 0,1 0 0 0 0,-1 0 1 0 0,0 1-1 0 0,1-1 0 0 0,-1 0 0 0 0,0 0 1 0 0,1 0-1 0 0,-1 0 0 0 0,2 1 1 0 0,0-2-775 0 0,1 0-12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27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11146 0 0,'0'0'115'0'0,"1"0"-1"0"0,-1 1 0 0 0,1-1 1 0 0,-1 0-1 0 0,1 1 0 0 0,-1-1 1 0 0,0 1-1 0 0,1-1 0 0 0,-1 1 0 0 0,0-1 1 0 0,1 1-1 0 0,-1-1 0 0 0,0 1 1 0 0,0-1-1 0 0,1 1 0 0 0,-1-1 1 0 0,0 1-1 0 0,0 0 0 0 0,0-1 1 0 0,0 1-1 0 0,0-1 0 0 0,0 1 1 0 0,0 0-1 0 0,0-1 0 0 0,0 1 0 0 0,0-1 1 0 0,0 1-1 0 0,0-1 0 0 0,0 2 1 0 0,-3 23 885 0 0,2-20-819 0 0,-12 172-887 0 0,13-174-699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28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13307 0 0,'2'1'1296'0'0,"-1"1"-1152"0"0,1-1-144 0 0,-1 0 0 0 0,0 1 0 0 0,1-1 304 0 0,2 3 32 0 0,0 3 8 0 0,3 3 0 0 0,1 4-344 0 0,0 1 0 0 0,1 0 0 0 0,-1 0-4320 0 0,-1-1-810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28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12787 0 0,'-9'3'671'0'0,"7"-2"-516"0"0,0-1-1 0 0,1 1 1 0 0,-1-1 0 0 0,0 1-1 0 0,0 0 1 0 0,0 0 0 0 0,1 0-1 0 0,-1 0 1 0 0,1 0 0 0 0,-1 0-1 0 0,0 0 1 0 0,1 0 0 0 0,0 1-1 0 0,-1-1 1 0 0,1 1 0 0 0,-2 2-1 0 0,41-4 1739 0 0,-19-1-1600 0 0,-1-1-149 0 0,0 1 0 0 0,-1 1 0 0 0,1 1 0 0 0,0 0 0 0 0,25 5 0 0 0,-42-5-152 0 0,-1-1 0 0 0,1 0 0 0 0,-1 1-1 0 0,1-1 1 0 0,-1 0 0 0 0,1 1 0 0 0,0-1-1 0 0,-1 1 1 0 0,0-1 0 0 0,1 1 0 0 0,-1-1-1 0 0,1 1 1 0 0,-1-1 0 0 0,1 1 0 0 0,-1 0-1 0 0,0-1 1 0 0,0 1 0 0 0,1-1-1 0 0,-1 1 1 0 0,0 0 0 0 0,0-1 0 0 0,0 1-1 0 0,1 0 1 0 0,-1-1 0 0 0,0 1 0 0 0,0 0-1 0 0,0-1 1 0 0,0 1 0 0 0,0 0 0 0 0,-1 0-1 0 0,1-1 1 0 0,0 1 0 0 0,0 0 0 0 0,0-1-1 0 0,0 1 1 0 0,-1-1 0 0 0,1 1-1 0 0,0 0 1 0 0,-1-1 0 0 0,1 1 0 0 0,-1 0-1 0 0,-18 32-438 0 0,16-27 340 0 0,-22 28-62 0 0,19-26 218 0 0,0-1 0 0 0,1 1 1 0 0,0-1-1 0 0,0 2 0 0 0,1-1 0 0 0,0 0 0 0 0,0 1 0 0 0,-3 14 0 0 0,6-23-33 0 0,1 1 1 0 0,0-1-1 0 0,0 1 0 0 0,0-1 0 0 0,0 1 0 0 0,0-1 0 0 0,0 1 0 0 0,0-1 1 0 0,0 1-1 0 0,0-1 0 0 0,0 1 0 0 0,0-1 0 0 0,0 1 0 0 0,1-1 1 0 0,-1 1-1 0 0,0-1 0 0 0,0 1 0 0 0,0-1 0 0 0,1 1 0 0 0,-1-1 0 0 0,0 1 1 0 0,0-1-1 0 0,1 1 0 0 0,-1-1 0 0 0,1 0 0 0 0,-1 1 0 0 0,0-1 0 0 0,2 1 1 0 0,15 0 162 0 0,26-14-443 0 0,-34 9 60 0 0,-3 2-31 0 0,-1 0-1 0 0,1 0 1 0 0,-1-1-1 0 0,11-6 0 0 0,4-11-3935 0 0,-15 12-871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29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2304 0 0,'-8'9'1332'0'0,"-11"18"10990"0"0,14-10-12287 0 0,5-16 21 0 0,0 0 1 0 0,1 0 0 0 0,-1-1 0 0 0,0 1-1 0 0,0 0 1 0 0,1-1 0 0 0,-1 1 0 0 0,1 0-1 0 0,-1-1 1 0 0,1 1 0 0 0,-1-1 0 0 0,1 1-1 0 0,-1-1 1 0 0,1 1 0 0 0,-1-1 0 0 0,1 1-1 0 0,0-1 1 0 0,-1 1 0 0 0,1-1 0 0 0,0 0-1 0 0,-1 1 1 0 0,1-1 0 0 0,0 0 0 0 0,-1 0-1 0 0,1 0 1 0 0,0 1 0 0 0,1-1 0 0 0,24 4 844 0 0,-22-4-845 0 0,15 2 244 0 0,-12-2-194 0 0,0 1 1 0 0,0-1-1 0 0,0 1 0 0 0,0 1 1 0 0,0-1-1 0 0,0 1 0 0 0,13 6 1 0 0,-19-7-113 0 0,-1-1 0 0 0,1 1 0 0 0,0 0 0 0 0,-1-1 0 0 0,1 1 0 0 0,-1 0 0 0 0,1 0 0 0 0,-1 0 1 0 0,1 0-1 0 0,-1-1 0 0 0,1 1 0 0 0,-1 0 0 0 0,0 0 0 0 0,1 0 0 0 0,-1 0 0 0 0,0 0 0 0 0,0 0 1 0 0,0 0-1 0 0,0 0 0 0 0,0 0 0 0 0,0 0 0 0 0,0 0 0 0 0,0 0 0 0 0,0 0 0 0 0,0 0 0 0 0,-1 0 1 0 0,1 0-1 0 0,0 0 0 0 0,-1 1 0 0 0,-16 31-463 0 0,11-21 522 0 0,-6 11-32 0 0,7-15-16 0 0,1-1 1 0 0,1 1-1 0 0,-1-1 0 0 0,1 1 0 0 0,0 0 0 0 0,1 1 0 0 0,0-1 0 0 0,-1 10 0 0 0,2-17-23 0 0,1-1 1 0 0,1 1-1 0 0,-1 0 0 0 0,0 0 1 0 0,0-1-1 0 0,0 1 0 0 0,0 0 1 0 0,0 0-1 0 0,1-1 0 0 0,-1 1 1 0 0,0 0-1 0 0,1 0 0 0 0,-1-1 1 0 0,0 1-1 0 0,1 0 0 0 0,-1-1 0 0 0,1 1 1 0 0,-1-1-1 0 0,1 1 0 0 0,0 0 1 0 0,-1-1-1 0 0,1 1 0 0 0,-1-1 1 0 0,1 0-1 0 0,0 1 0 0 0,-1-1 1 0 0,1 1-1 0 0,0-1 0 0 0,0 0 1 0 0,-1 0-1 0 0,1 1 0 0 0,0-1 0 0 0,0 0 1 0 0,-1 0-1 0 0,2 0 0 0 0,33-2-1090 0 0,-18 0 714 0 0,-5 1-85 0 0,0 0-1 0 0,0-1 1 0 0,0 0 0 0 0,-1-1-1 0 0,1 0 1 0 0,13-6 0 0 0,4-4 361 0 0,30-17 1 0 0,-46 23 462 0 0,-1-1 1 0 0,0-1-1 0 0,0 0 0 0 0,-1 0 1 0 0,11-13-1 0 0,-16 16-120 0 0,0-1 0 0 0,-1 1 0 0 0,0-2 0 0 0,0 1-1 0 0,-1 0 1 0 0,0-1 0 0 0,0 0 0 0 0,-1 0 0 0 0,5-16 0 0 0,-8 24-198 0 0,1-1 1 0 0,-1 0 0 0 0,0 1-1 0 0,0-1 1 0 0,1 0 0 0 0,-1 0-1 0 0,0 1 1 0 0,0-1 0 0 0,0 0-1 0 0,0 0 1 0 0,0 1 0 0 0,0-1-1 0 0,0 0 1 0 0,0 0 0 0 0,0 0-1 0 0,0 1 1 0 0,-1-1 0 0 0,1 0-1 0 0,0 1 1 0 0,0-1 0 0 0,-1 0-1 0 0,1 0 1 0 0,0 1 0 0 0,-1-1-1 0 0,1 0 1 0 0,-1 1 0 0 0,1-1-1 0 0,-1 1 1 0 0,1-1 0 0 0,-1 1-1 0 0,1-1 1 0 0,-1 1 0 0 0,0-1-1 0 0,1 1 1 0 0,-1-1 0 0 0,0 1-1 0 0,1 0 1 0 0,-1-1 0 0 0,0 1-1 0 0,0 0 1 0 0,1 0 0 0 0,-1 0-1 0 0,0-1 1 0 0,0 1 0 0 0,1 0-1 0 0,-1 0 1 0 0,0 0 0 0 0,0 0-1 0 0,1 0 1 0 0,-1 0 0 0 0,0 1-1 0 0,0-1 1 0 0,1 0 0 0 0,-3 1-1 0 0,-1 0 109 0 0,0 0 0 0 0,0 0 0 0 0,-1 0-1 0 0,1 1 1 0 0,0 0 0 0 0,0 0 0 0 0,0 0-1 0 0,-4 4 1 0 0,-9 8-79 0 0,2 0 0 0 0,0 1 1 0 0,0 1-1 0 0,-14 21 0 0 0,24-31-58 0 0,1 0 0 0 0,0 1 0 0 0,1-1 0 0 0,0 1-1 0 0,0-1 1 0 0,0 1 0 0 0,1 0 0 0 0,0 0 0 0 0,0 0 0 0 0,0 0 0 0 0,1 1 0 0 0,0-1-1 0 0,1 0 1 0 0,0 1 0 0 0,1 13 0 0 0,-1-19-29 0 0,0-1 1 0 0,1 0-1 0 0,-1 0 0 0 0,0 0 0 0 0,1 1 1 0 0,-1-1-1 0 0,1 0 0 0 0,-1 0 0 0 0,1 0 1 0 0,-1 0-1 0 0,1 0 0 0 0,0 0 0 0 0,0 0 1 0 0,-1 0-1 0 0,1 0 0 0 0,0 0 1 0 0,0-1-1 0 0,0 1 0 0 0,0 0 0 0 0,0 0 1 0 0,0-1-1 0 0,0 1 0 0 0,0-1 0 0 0,2 1 1 0 0,-1 0-46 0 0,0-1 0 0 0,1 1 0 0 0,-1-1 0 0 0,1 0 0 0 0,-1 0 0 0 0,1 0 0 0 0,-1 0 0 0 0,1-1 0 0 0,-1 1 0 0 0,0-1 1 0 0,4 0-1 0 0,3-2-23 0 0,-1-1 1 0 0,0 1-1 0 0,0-1 1 0 0,0-1-1 0 0,13-9 1 0 0,84-85-1353 0 0,-105 99 1457 0 0,1 0-1 0 0,-1 0 0 0 0,0 0 1 0 0,0-1-1 0 0,0 1 0 0 0,0 0 0 0 0,0 0 1 0 0,1 0-1 0 0,-1 0 0 0 0,0 0 1 0 0,0 0-1 0 0,0 0 0 0 0,0 0 1 0 0,1-1-1 0 0,-1 1 0 0 0,0 0 1 0 0,0 0-1 0 0,0 0 0 0 0,1 0 0 0 0,-1 0 1 0 0,0 0-1 0 0,0 0 0 0 0,0 0 1 0 0,1 0-1 0 0,-1 0 0 0 0,0 0 1 0 0,0 0-1 0 0,0 0 0 0 0,1 0 1 0 0,-1 1-1 0 0,0-1 0 0 0,0 0 0 0 0,0 0 1 0 0,0 0-1 0 0,1 0 0 0 0,-1 0 1 0 0,0 0-1 0 0,0 0 0 0 0,0 1 1 0 0,0-1-1 0 0,1 0 0 0 0,2 11 700 0 0,-1 22 798 0 0,-2-25-1306 0 0,11 56 511 0 0,-12-59-1964 0 0,1-4 514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30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34 274 6913 0 0,'0'1'121'0'0,"0"-1"0"0"0,0 1-1 0 0,0-1 1 0 0,0 1 0 0 0,0-1-1 0 0,0 1 1 0 0,0-1-1 0 0,0 0 1 0 0,0 1 0 0 0,0-1-1 0 0,0 1 1 0 0,0-1 0 0 0,0 1-1 0 0,0-1 1 0 0,1 1-1 0 0,-1-1 1 0 0,0 1 0 0 0,0-1-1 0 0,0 0 1 0 0,1 1-1 0 0,-1-1 1 0 0,0 1 0 0 0,1-1-1 0 0,-1 0 1 0 0,0 1 0 0 0,1-1-1 0 0,-1 0 1 0 0,0 1-1 0 0,1-1 1 0 0,-1 0 0 0 0,0 0-1 0 0,2 1 1 0 0,12 8 342 0 0,-10-8-319 0 0,-1-1 0 0 0,1 0 0 0 0,-1 0 0 0 0,1 0 0 0 0,0 0 1 0 0,-1 0-1 0 0,1-1 0 0 0,-1 0 0 0 0,1 1 0 0 0,-1-1 0 0 0,1-1 0 0 0,-1 1 0 0 0,6-4 0 0 0,43-28 1166 0 0,-36 22-871 0 0,-5 3-142 0 0,0-1 1 0 0,0 0-1 0 0,0-1 0 0 0,-1-1 1 0 0,13-18-1 0 0,-18 24-218 0 0,-1-1 1 0 0,0 0 0 0 0,-1 0-1 0 0,1 0 1 0 0,-1-1-1 0 0,-1 1 1 0 0,1-1 0 0 0,-1 0-1 0 0,0 0 1 0 0,-1 0-1 0 0,1 0 1 0 0,-1 0 0 0 0,0-9-1 0 0,-2 13-60 0 0,1 0 1 0 0,0 0-1 0 0,-1 0 0 0 0,1 1 0 0 0,-1-1 0 0 0,0 0 1 0 0,0 0-1 0 0,0 1 0 0 0,0-1 0 0 0,-1 1 0 0 0,1-1 0 0 0,-1 1 1 0 0,1-1-1 0 0,-1 1 0 0 0,0 0 0 0 0,0 0 0 0 0,0 0 1 0 0,0 0-1 0 0,0 0 0 0 0,-1 0 0 0 0,1 1 0 0 0,-1-1 1 0 0,1 1-1 0 0,-1-1 0 0 0,1 1 0 0 0,-5-1 0 0 0,3 1-34 0 0,0-1 0 0 0,-1 2 0 0 0,1-1 0 0 0,0 0 0 0 0,-1 1 0 0 0,1 0 0 0 0,-1 0 0 0 0,1 0 0 0 0,-1 0 0 0 0,1 1 0 0 0,-1 0 0 0 0,1 0 0 0 0,0 0 0 0 0,-1 0 0 0 0,1 1 0 0 0,-5 2 0 0 0,-2 3-40 0 0,0 0 0 0 0,0 1 0 0 0,1 0 0 0 0,0 1 0 0 0,0 0 0 0 0,1 1 0 0 0,0 0-1 0 0,1 0 1 0 0,0 1 0 0 0,0 0 0 0 0,1 1 0 0 0,1-1 0 0 0,0 1 0 0 0,-7 19 0 0 0,7-13 31 0 0,0 0-1 0 0,1 0 1 0 0,1 1 0 0 0,1 0-1 0 0,1-1 1 0 0,0 1-1 0 0,1 0 1 0 0,1 0 0 0 0,4 32-1 0 0,-3-46 36 0 0,0 0-1 0 0,0 1 1 0 0,1-1-1 0 0,-1 0 1 0 0,1 0-1 0 0,0 0 0 0 0,1-1 1 0 0,-1 1-1 0 0,1 0 1 0 0,0-1-1 0 0,0 0 1 0 0,0 1-1 0 0,0-1 1 0 0,1-1-1 0 0,0 1 1 0 0,0 0-1 0 0,0-1 0 0 0,0 0 1 0 0,0 0-1 0 0,1 0 1 0 0,-1 0-1 0 0,1-1 1 0 0,0 0-1 0 0,5 2 1 0 0,-3-2 21 0 0,-1-1 0 0 0,1 1 0 0 0,-1-2 0 0 0,1 1 0 0 0,-1-1 0 0 0,1 0 0 0 0,0 0 0 0 0,-1 0 0 0 0,1-1 0 0 0,-1 0 0 0 0,1-1 0 0 0,-1 0 0 0 0,0 1 0 0 0,1-2 0 0 0,-1 1 0 0 0,0-1 0 0 0,0 0 0 0 0,10-7 0 0 0,0-2 34 0 0,0 0 0 0 0,-1 0 0 0 0,-1-1 0 0 0,0-1 0 0 0,23-30-1 0 0,-29 33-40 0 0,-1 0-1 0 0,-1-1 0 0 0,0 1 0 0 0,0-1 0 0 0,-1-1 1 0 0,-1 1-1 0 0,0-1 0 0 0,-1 0 0 0 0,4-22 0 0 0,-6 24-9 0 0,2-22 149 0 0,-2 31-137 0 0,-1 0 0 0 0,0 0 0 0 0,-1 1 0 0 0,1-1 0 0 0,0 0 0 0 0,0 0 0 0 0,-1 1 0 0 0,1-1 0 0 0,-1 0 0 0 0,0 1 0 0 0,1-1 0 0 0,-1 1 0 0 0,0-1 0 0 0,0 1 0 0 0,-1-3 0 0 0,1 4-4 0 0,0-1 0 0 0,0 1 0 0 0,1 0 0 0 0,-1-1 0 0 0,0 1 0 0 0,0 0 0 0 0,1 0 0 0 0,-1-1 0 0 0,0 1 0 0 0,0 0 0 0 0,0 0 0 0 0,1 0 0 0 0,-1 0 0 0 0,0 0 0 0 0,0 0 0 0 0,0 0 0 0 0,1 0 0 0 0,-1 1 0 0 0,0-1 0 0 0,0 0 0 0 0,0 0 0 0 0,1 1 0 0 0,-1-1 0 0 0,0 0 0 0 0,0 1 0 0 0,1-1 0 0 0,-1 1-1 0 0,0-1 1 0 0,1 1 0 0 0,-1-1 0 0 0,1 1 0 0 0,-1-1 0 0 0,1 1 0 0 0,-1 0 0 0 0,0 0 0 0 0,-19 25 342 0 0,9-7-332 0 0,1-1 0 0 0,2 1 0 0 0,-12 35 0 0 0,17-45-29 0 0,0 1 0 0 0,1 0-1 0 0,0 0 1 0 0,0 0-1 0 0,1 0 1 0 0,1 1 0 0 0,0-1-1 0 0,0 0 1 0 0,3 17-1 0 0,-2-23-27 0 0,0-1-1 0 0,-1 0 1 0 0,2 0-1 0 0,-1 1 1 0 0,0-1-1 0 0,1 0 1 0 0,-1 0-1 0 0,1 0 1 0 0,0-1-1 0 0,0 1 1 0 0,0 0-1 0 0,0-1 1 0 0,1 1-1 0 0,-1-1 1 0 0,1 1-1 0 0,-1-1 1 0 0,1 0-1 0 0,0 0 1 0 0,0-1-1 0 0,0 1 1 0 0,0 0-1 0 0,0-1 1 0 0,0 0-1 0 0,1 0 1 0 0,-1 0-1 0 0,0 0 1 0 0,0 0-1 0 0,1-1 1 0 0,-1 1-1 0 0,1-1 1 0 0,-1 0-1 0 0,0 0 1 0 0,6-1-1 0 0,-1 0-40 0 0,1 0-1 0 0,-1-1 1 0 0,0 0-1 0 0,1-1 1 0 0,-1 1-1 0 0,0-2 1 0 0,-1 1-1 0 0,1-1 1 0 0,0 0-1 0 0,-1-1 1 0 0,0 0 0 0 0,9-7-1 0 0,-7 2 46 0 0,1 0 0 0 0,-2 0 0 0 0,0 0 0 0 0,0-1 0 0 0,-1 0 0 0 0,0-1 0 0 0,-1 1 0 0 0,0-1 0 0 0,-1 0 0 0 0,0-1 0 0 0,5-24 0 0 0,-7 22 140 0 0,-1-1 1 0 0,0 0 0 0 0,-1-1 0 0 0,0 1-1 0 0,-1 0 1 0 0,-1 0 0 0 0,-1 0 0 0 0,-1 0-1 0 0,-5-22 1 0 0,8 37-76 0 0,-1 0-1 0 0,1-1 1 0 0,0 1 0 0 0,-1-1-1 0 0,1 1 1 0 0,-1 0-1 0 0,0-1 1 0 0,1 1 0 0 0,-1 0-1 0 0,0 0 1 0 0,0-1 0 0 0,0 1-1 0 0,0 0 1 0 0,0 0 0 0 0,-2-2-1 0 0,3 3-20 0 0,0 0-1 0 0,-1 0 0 0 0,1 0 1 0 0,-1 0-1 0 0,1 0 0 0 0,-1 0 1 0 0,1 0-1 0 0,-1 0 1 0 0,1 0-1 0 0,-1 0 0 0 0,1 0 1 0 0,-1 0-1 0 0,1 1 0 0 0,-1-1 1 0 0,1 0-1 0 0,-1 0 0 0 0,1 0 1 0 0,-1 1-1 0 0,1-1 0 0 0,0 0 1 0 0,-1 0-1 0 0,1 1 0 0 0,-1-1 1 0 0,1 0-1 0 0,0 1 1 0 0,-1-1-1 0 0,1 1 0 0 0,0-1 1 0 0,-1 1-1 0 0,-2 3 70 0 0,1 1 1 0 0,-1-1 0 0 0,1 1-1 0 0,0 0 1 0 0,0 0-1 0 0,-3 10 1 0 0,-3 23 34 0 0,-7 66 0 0 0,14-83-167 0 0,0-1 0 0 0,2 0 0 0 0,0 0 0 0 0,1 0 0 0 0,5 23 0 0 0,-5-36-428 0 0,1 0 0 0 0,-1 0-1 0 0,1 0 1 0 0,7 12 0 0 0,-2-5-444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32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188 102 9586 0 0,'1'-1'123'0'0,"0"-1"1"0"0,0 1-1 0 0,0-1 1 0 0,0 0-1 0 0,0 0 1 0 0,0 1-1 0 0,0-1 1 0 0,-1 0-1 0 0,1 0 0 0 0,-1 0 1 0 0,1 0-1 0 0,-1 0 1 0 0,0 0-1 0 0,1 0 1 0 0,-1 0-1 0 0,0 0 0 0 0,-1 0 1 0 0,1 0-1 0 0,0 0 1 0 0,0 0-1 0 0,-1 0 1 0 0,1 0-1 0 0,-1 0 0 0 0,0 0 1 0 0,0 0-1 0 0,0 1 1 0 0,1-1-1 0 0,-1 0 1 0 0,-1 0-1 0 0,-1-1 1 0 0,1-1-9 0 0,0 1 1 0 0,-1 0-1 0 0,1 0 1 0 0,-1 0-1 0 0,0 0 1 0 0,0 0-1 0 0,0 0 1 0 0,0 1 0 0 0,-1 0-1 0 0,1 0 1 0 0,0 0-1 0 0,-1 0 1 0 0,0 0-1 0 0,-6-2 1 0 0,8 4-83 0 0,-1-1 1 0 0,0 1-1 0 0,1 0 0 0 0,-1 0 1 0 0,1 0-1 0 0,-1 0 0 0 0,0 0 1 0 0,1 1-1 0 0,-1-1 0 0 0,1 1 1 0 0,-1 0-1 0 0,1-1 0 0 0,-1 1 1 0 0,1 0-1 0 0,-1 1 1 0 0,1-1-1 0 0,-3 2 0 0 0,1 0-8 0 0,0 0 0 0 0,1 1 0 0 0,-1-1-1 0 0,1 1 1 0 0,0 0 0 0 0,0 0 0 0 0,0 0 0 0 0,-3 7 0 0 0,-2 7 30 0 0,1-1 0 0 0,1 1 0 0 0,-7 31 0 0 0,13-48-50 0 0,-7 30-124 0 0,-5 61-1 0 0,11-76 77 0 0,1 0-1 0 0,1 0 0 0 0,0 0 0 0 0,1 0 1 0 0,6 26-1 0 0,-7-38 32 0 0,0-1 1 0 0,0 1-1 0 0,1-1 1 0 0,-1 1-1 0 0,1-1 1 0 0,0 0-1 0 0,0 1 1 0 0,0-1-1 0 0,0 0 1 0 0,0 0-1 0 0,1 0 1 0 0,-1-1-1 0 0,1 1 1 0 0,3 2-1 0 0,-4-4-6 0 0,-1-1 0 0 0,1 1 0 0 0,0 0 0 0 0,-1-1 0 0 0,1 1 0 0 0,0-1 0 0 0,0 1 0 0 0,-1-1 0 0 0,1 0 0 0 0,0 0 0 0 0,0 0 0 0 0,0 0 0 0 0,-1 0 0 0 0,1 0 0 0 0,0-1 0 0 0,0 1 0 0 0,0 0 0 0 0,-1-1 0 0 0,1 1 0 0 0,0-1 0 0 0,-1 0 0 0 0,1 0 0 0 0,-1 0 0 0 0,1 1 0 0 0,-1-2 0 0 0,1 1 0 0 0,-1 0 0 0 0,1 0 0 0 0,-1 0 0 0 0,2-3 0 0 0,11-11 203 0 0,-1 0 0 0 0,-1-1 1 0 0,0 0-1 0 0,-1-1 0 0 0,-1 0 0 0 0,-1-1 0 0 0,0 0 0 0 0,-1-1 0 0 0,-1 0 0 0 0,-1 0 0 0 0,-1 0 0 0 0,0-1 1 0 0,-2 1-1 0 0,2-22 0 0 0,-5 41-180 0 0,0-30 843 0 0,0 29-788 0 0,0-1 1 0 0,0 1 0 0 0,-1 0 0 0 0,1 0-1 0 0,0 0 1 0 0,0-1 0 0 0,-1 1 0 0 0,1 0-1 0 0,0 0 1 0 0,-1 0 0 0 0,1 0 0 0 0,-1 0-1 0 0,0 0 1 0 0,1 0 0 0 0,-1 0 0 0 0,0 0-1 0 0,0 0 1 0 0,0 0 0 0 0,1 0 0 0 0,-3-1-1 0 0,3 2-35 0 0,-1 0-1 0 0,0 0 1 0 0,1 0 0 0 0,-1 0-1 0 0,1 0 1 0 0,-1 0-1 0 0,1 1 1 0 0,-1-1 0 0 0,0 0-1 0 0,1 0 1 0 0,-1 1-1 0 0,1-1 1 0 0,-1 0 0 0 0,1 0-1 0 0,0 1 1 0 0,-1-1-1 0 0,1 1 1 0 0,-1-1 0 0 0,1 0-1 0 0,-1 1 1 0 0,1-1-1 0 0,0 1 1 0 0,-1-1 0 0 0,1 1-1 0 0,0-1 1 0 0,0 1-1 0 0,-1-1 1 0 0,1 2 0 0 0,-9 18 73 0 0,7-17-46 0 0,-9 29 39 0 0,2 0-1 0 0,-11 65 0 0 0,10-39-218 0 0,-3 8-554 0 0,3 0 1 0 0,3 1-1 0 0,4 125 0 0 0,3-191 608 0 0,-1 0 1 0 0,1-1-1 0 0,0 1 0 0 0,0 0 1 0 0,0-1-1 0 0,0 1 0 0 0,0 0 1 0 0,0-1-1 0 0,0 1 1 0 0,1 0-1 0 0,-1-1 0 0 0,0 1 1 0 0,0 0-1 0 0,0-1 0 0 0,1 1 1 0 0,-1 0-1 0 0,0-1 1 0 0,1 1-1 0 0,-1-1 0 0 0,0 1 1 0 0,1-1-1 0 0,-1 1 0 0 0,1-1 1 0 0,-1 1-1 0 0,1-1 1 0 0,-1 1-1 0 0,1-1 0 0 0,-1 1 1 0 0,1-1-1 0 0,-1 0 0 0 0,2 1 1 0 0,0-1-58 0 0,-1-1 0 0 0,0 1 1 0 0,0 0-1 0 0,1-1 0 0 0,-1 1 0 0 0,0-1 1 0 0,0 0-1 0 0,0 1 0 0 0,0-1 0 0 0,0 0 1 0 0,1 0-1 0 0,-2 0 0 0 0,1 0 0 0 0,2-2 0 0 0,29-39-2165 0 0,-19 17 1283 0 0,0 1 0 0 0,-2-2-1 0 0,0 1 1 0 0,11-49-1 0 0,15-113-1652 0 0,-19 82 4797 0 0,1-23 5700 0 0,-20 122-5353 0 0,-3 14-1378 0 0,-4 14-237 0 0,-2 18-537 0 0,2 0 0 0 0,-3 59 0 0 0,10-82-381 0 0,0 0-1 0 0,2 0 1 0 0,0 1 0 0 0,1-1-1 0 0,1 0 1 0 0,0-1 0 0 0,1 1-1 0 0,10 24 1 0 0,-14-39 27 0 0,1-1 0 0 0,0 1 0 0 0,-1 0 0 0 0,1-1 0 0 0,0 0 0 0 0,0 1 0 0 0,-1-1 0 0 0,1 1-1 0 0,0-1 1 0 0,0 0 0 0 0,1 0 0 0 0,-1 0 0 0 0,0 0 0 0 0,0 0 0 0 0,0 0 0 0 0,1 0 0 0 0,-1 0 0 0 0,1 0 0 0 0,2 1 0 0 0,-3-2 10 0 0,1 0 1 0 0,-1-1 0 0 0,1 1-1 0 0,-1 0 1 0 0,1-1-1 0 0,-1 1 1 0 0,0-1 0 0 0,1 1-1 0 0,-1-1 1 0 0,0 0-1 0 0,0 0 1 0 0,1 1 0 0 0,-1-1-1 0 0,0 0 1 0 0,0 0-1 0 0,0 0 1 0 0,0 0-1 0 0,0-1 1 0 0,0 1 0 0 0,0 0-1 0 0,0 0 1 0 0,0-2-1 0 0,11-14-65 0 0,0-2-1 0 0,-2 1 0 0 0,0-1 1 0 0,-1-1-1 0 0,-1 0 0 0 0,-1 0 1 0 0,7-28-1 0 0,-7 12 440 0 0,-1 0-1 0 0,-2-1 1 0 0,0-51 0 0 0,-6 81 325 0 0,-4 14-213 0 0,-2 14-50 0 0,-1 21-61 0 0,3-23-369 0 0,2 1 0 0 0,0-1 0 0 0,2 1 0 0 0,0 0 0 0 0,1 0 0 0 0,3 33 0 0 0,-2-51-70 0 0,0 0 0 0 0,1 0 0 0 0,-1 0 0 0 0,1 0 0 0 0,-1 0 0 0 0,1 0 0 0 0,0 0 0 0 0,0 0 1 0 0,0 0-1 0 0,0 0 0 0 0,0 0 0 0 0,0 0 0 0 0,0-1 0 0 0,1 1 0 0 0,-1 0 0 0 0,1-1 0 0 0,-1 0 0 0 0,1 1 0 0 0,2 1 0 0 0,-3-3-50 0 0,1 1 0 0 0,-1-1 0 0 0,0 0 1 0 0,1 0-1 0 0,-1 1 0 0 0,1-1 0 0 0,-1 0 1 0 0,1 0-1 0 0,-1 0 0 0 0,0 0 0 0 0,1-1 0 0 0,-1 1 1 0 0,1 0-1 0 0,-1-1 0 0 0,0 1 0 0 0,1-1 1 0 0,-1 1-1 0 0,0-1 0 0 0,1 1 0 0 0,-1-1 1 0 0,0 0-1 0 0,0 0 0 0 0,0 0 0 0 0,0 0 1 0 0,0 1-1 0 0,0-2 0 0 0,2-1 0 0 0,1-1-818 0 0,1 1 1 0 0,-1-1-1 0 0,1 1 0 0 0,0-1 0 0 0,10-4 1 0 0,-13 7-82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33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24 182 6449 0 0,'12'-8'5785'0'0,"-1"-2"-4619"0"0,-11 9-1315 0 0,10-6 752 0 0,-1-1-1 0 0,0 1 1 0 0,-1-2 0 0 0,0 0 0 0 0,12-16 0 0 0,-17 22-541 0 0,-1-1 0 0 0,0 1 0 0 0,0-1 0 0 0,-1 0 0 0 0,1 1 0 0 0,-1-1 0 0 0,1 0 0 0 0,-1 0 0 0 0,0 0 0 0 0,-1 0 0 0 0,1 0 0 0 0,-1 0 0 0 0,0 0 0 0 0,0-1 0 0 0,0 1 0 0 0,0 0 0 0 0,-1 0 0 0 0,1 0 0 0 0,-3-4 0 0 0,3 7-57 0 0,0 0 1 0 0,0 0-1 0 0,0 0 1 0 0,-1 1-1 0 0,1-1 0 0 0,0 0 1 0 0,-1 1-1 0 0,1-1 1 0 0,-1 0-1 0 0,1 1 1 0 0,0-1-1 0 0,-1 0 1 0 0,0 1-1 0 0,1-1 0 0 0,-1 1 1 0 0,1-1-1 0 0,-1 1 1 0 0,0-1-1 0 0,1 1 1 0 0,-1-1-1 0 0,0 1 0 0 0,1 0 1 0 0,-1-1-1 0 0,0 1 1 0 0,0 0-1 0 0,1 0 1 0 0,-1-1-1 0 0,0 1 0 0 0,-1 0 1 0 0,0 0 14 0 0,0 1 0 0 0,1-1 0 0 0,-1 1 0 0 0,0-1 0 0 0,0 1-1 0 0,0 0 1 0 0,0-1 0 0 0,1 1 0 0 0,-1 0 0 0 0,0 0 0 0 0,-2 3 0 0 0,-2 1 42 0 0,-1 1 0 0 0,2-1 0 0 0,-1 1 0 0 0,-8 13 0 0 0,7-8-67 0 0,0 2 1 0 0,2-1-1 0 0,-1 1 1 0 0,2 0-1 0 0,0 0 1 0 0,0 0-1 0 0,1 0 0 0 0,1 1 1 0 0,0-1-1 0 0,1 1 1 0 0,0 0-1 0 0,1-1 1 0 0,4 28-1 0 0,-3-36-17 0 0,0 0 0 0 0,1 0 0 0 0,-1 0 0 0 0,1 0 0 0 0,0 0 0 0 0,1 0 1 0 0,-1-1-1 0 0,1 1 0 0 0,0-1 0 0 0,0 0 0 0 0,0 0 0 0 0,8 7 0 0 0,-9-9 9 0 0,1 0 0 0 0,-1 0-1 0 0,1 0 1 0 0,-1 0 0 0 0,1-1 0 0 0,0 0 0 0 0,0 1 0 0 0,0-1-1 0 0,-1 0 1 0 0,1 0 0 0 0,0-1 0 0 0,0 1 0 0 0,0-1-1 0 0,1 1 1 0 0,-1-1 0 0 0,0 0 0 0 0,0 0 0 0 0,0 0 0 0 0,0-1-1 0 0,0 1 1 0 0,0-1 0 0 0,5-1 0 0 0,0-1-2 0 0,1-1 0 0 0,-1 0 1 0 0,0 0-1 0 0,-1-1 0 0 0,1 0 0 0 0,-1-1 1 0 0,0 1-1 0 0,0-1 0 0 0,-1-1 1 0 0,0 1-1 0 0,0-1 0 0 0,0 0 0 0 0,-1 0 1 0 0,6-10-1 0 0,5-13-111 0 0,-2 0 0 0 0,17-47 1 0 0,-20 47 53 0 0,-8 14 199 0 0,-5 25 589 0 0,3 37-490 0 0,14 87 0 0 0,-14-99-315 0 0,-2-17-120 0 0,1-30 205 0 0,1 0 0 0 0,0 0 0 0 0,0 1 0 0 0,2-1 0 0 0,0 1 0 0 0,0-1 0 0 0,1 1 0 0 0,0 0 0 0 0,1 0 0 0 0,1 0 0 0 0,-1 1 0 0 0,2 0 1 0 0,0 0-1 0 0,0 1 0 0 0,1 0 0 0 0,0 0 0 0 0,1 0 0 0 0,19-15 0 0 0,-21 18-158 0 0,-6 6 106 0 0,1-1 1 0 0,0 0 0 0 0,0 0-1 0 0,-1 1 1 0 0,1-1 0 0 0,0 0 0 0 0,0 1-1 0 0,0 0 1 0 0,1 0 0 0 0,-1 0 0 0 0,0 0-1 0 0,0 0 1 0 0,6-2 0 0 0,-8 7 13 0 0,-1-1 1 0 0,1 0 0 0 0,0 0 0 0 0,-1 0-1 0 0,1 0 1 0 0,-1 0 0 0 0,0 0-1 0 0,-1 4 1 0 0,1-5 18 0 0,-6 20 16 0 0,-21 84 0 0 0,25-91 7 0 0,0 0 0 0 0,2 0 0 0 0,0 1 0 0 0,0-1 0 0 0,3 16 1 0 0,-2-28-5 0 0,0 0-1 0 0,0 0 1 0 0,1 0 0 0 0,-1 0 0 0 0,1-1 0 0 0,0 1 0 0 0,0 0 0 0 0,0-1 0 0 0,0 1-1 0 0,0 0 1 0 0,0-1 0 0 0,1 1 0 0 0,0-1 0 0 0,-1 0 0 0 0,1 0 0 0 0,0 1 0 0 0,0-1-1 0 0,0 0 1 0 0,0-1 0 0 0,0 1 0 0 0,1 0 0 0 0,-1 0 0 0 0,5 1 0 0 0,-4-2 1 0 0,0 0 1 0 0,0-1-1 0 0,0 1 1 0 0,0-1-1 0 0,0 0 0 0 0,0 0 1 0 0,0 0-1 0 0,0 0 1 0 0,0-1-1 0 0,0 1 1 0 0,0-1-1 0 0,0 0 1 0 0,0 0-1 0 0,0 0 1 0 0,0 0-1 0 0,0 0 1 0 0,-1-1-1 0 0,1 1 0 0 0,0-1 1 0 0,-1 0-1 0 0,1 0 1 0 0,1-2-1 0 0,7-5 303 0 0,0-1 1 0 0,-1 0-1 0 0,0 0 0 0 0,-1-1 0 0 0,0 0 1 0 0,-1-1-1 0 0,0 0 0 0 0,11-24 0 0 0,-16 32-245 0 0,-1-1-1 0 0,-1 0 1 0 0,1 0-1 0 0,-1 0 1 0 0,0 0-1 0 0,0 0 1 0 0,0 0-1 0 0,-1 0 1 0 0,1 0-1 0 0,-1 0 1 0 0,0 0-1 0 0,-1-1 1 0 0,0 1-1 0 0,1 0 1 0 0,-2 0-1 0 0,1 0 0 0 0,0 0 1 0 0,-1 0-1 0 0,0 1 1 0 0,0-1-1 0 0,-1 0 1 0 0,1 1-1 0 0,-1 0 1 0 0,0-1-1 0 0,0 1 1 0 0,0 0-1 0 0,-7-6 1 0 0,5 6-320 0 0,1 0 0 0 0,-1 0 0 0 0,0 1 0 0 0,0 0 0 0 0,-1 0 0 0 0,1 0-1 0 0,-10-3 1 0 0,-6-1-6589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34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7370 0 0,'-2'4'664'0'0,"0"1"-1"0"0,0 0 1 0 0,1-1 0 0 0,-1 1 0 0 0,1 0 0 0 0,0-1 0 0 0,0 1 0 0 0,1 0 0 0 0,-1 0 0 0 0,1 9 0 0 0,8 53 335 0 0,-3-37-797 0 0,12 87 179 0 0,40 146 0 0 0,-45-205-1285 0 0,-11-54 809 0 0,0 0 0 0 0,-1 0 0 0 0,0 1 0 0 0,0-1 1 0 0,0 0-1 0 0,-1 0 0 0 0,1 0 0 0 0,-1 1 0 0 0,0-1 0 0 0,0 0 1 0 0,-3 7-1 0 0,0-7-1247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34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10594 0 0,'35'0'3973'0'0,"2"-1"-3265"0"0,-1 2 0 0 0,44 6 1 0 0,-76-6-676 0 0,0-1 0 0 0,-1 1 0 0 0,1 0 0 0 0,0 1 0 0 0,-1-1 0 0 0,1 1 0 0 0,-1-1 0 0 0,1 1 0 0 0,-1 0 0 0 0,0 1 0 0 0,0-1 0 0 0,0 0 1 0 0,0 1-1 0 0,0 0 0 0 0,-1-1 0 0 0,5 6 0 0 0,-5-3-2 0 0,1 0 0 0 0,0 0 0 0 0,-1 0 0 0 0,0 0 0 0 0,0 0 0 0 0,-1 0 0 0 0,0 1 0 0 0,1-1 0 0 0,-2 0 0 0 0,1 9 0 0 0,-1 2-1 0 0,0-1 0 0 0,-2 0 0 0 0,0 0 0 0 0,0 0 0 0 0,-2 0 1 0 0,0 0-1 0 0,-9 21 0 0 0,4-15-84 0 0,0 0 0 0 0,-2-1 1 0 0,-1 0-1 0 0,0 0 0 0 0,-1-2 0 0 0,-25 27 1 0 0,64-76-4542 0 0,-16 19 3757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34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10338 0 0,'0'23'1230'0'0,"-6"202"3180"0"0,7-215-4201 0 0,-1-4-5175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34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9218 0 0,'0'-8'816'0'0,"0"4"-656"0"0,0-3 2505 0 0,1 7-1713 0 0,2 0-544 0 0,-1 1-112 0 0,1 3 256 0 0,8 21-968 0 0,-8-11 152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35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11026 0 0,'0'4'194'0'0,"0"0"-1"0"0,1 1 1 0 0,-1-1-1 0 0,1 0 0 0 0,0 0 1 0 0,0 0-1 0 0,0 0 1 0 0,0 0-1 0 0,1 0 0 0 0,-1-1 1 0 0,1 1-1 0 0,0 0 0 0 0,0-1 1 0 0,1 1-1 0 0,-1-1 1 0 0,1 0-1 0 0,4 5 0 0 0,0-3 27 0 0,0 1 0 0 0,0-1 0 0 0,1-1 0 0 0,-1 1 0 0 0,1-1 0 0 0,0-1 0 0 0,9 4 0 0 0,-15-7-188 0 0,0 1 1 0 0,0-1-1 0 0,0 1 0 0 0,-1 0 0 0 0,1 0 0 0 0,0 0 0 0 0,-1 0 0 0 0,1 0 0 0 0,-1 0 0 0 0,1 0 0 0 0,-1 0 0 0 0,1 1 0 0 0,-1-1 0 0 0,0 1 0 0 0,0-1 0 0 0,1 1 0 0 0,-1-1 0 0 0,0 1 0 0 0,-1 0 0 0 0,1-1 0 0 0,0 1 0 0 0,0 0 0 0 0,0 2 0 0 0,-1 0-14 0 0,0 0 0 0 0,0 0 0 0 0,0 0 0 0 0,-1 0-1 0 0,1 0 1 0 0,-1 0 0 0 0,0 0 0 0 0,0-1 0 0 0,-1 1 0 0 0,-1 5 0 0 0,-6 10 15 0 0,-11 27 402 0 0,20-45-363 0 0,-1 1 0 0 0,1 0 0 0 0,-1 0 0 0 0,1 0 0 0 0,-1 0 0 0 0,1 0 0 0 0,0-1 0 0 0,0 1 0 0 0,0 0 0 0 0,0 0 0 0 0,0 0-1 0 0,1 0 1 0 0,-1 0 0 0 0,1 0 0 0 0,-1 0 0 0 0,1-1 0 0 0,-1 1 0 0 0,1 0 0 0 0,0 0 0 0 0,1 1 0 0 0,-1-2-57 0 0,0 0 0 0 0,-1 0 0 0 0,1 0 0 0 0,0-1 0 0 0,0 1 0 0 0,0 0 0 0 0,0-1 0 0 0,0 1 0 0 0,0 0 0 0 0,0-1 1 0 0,0 1-1 0 0,0-1 0 0 0,0 0 0 0 0,0 1 0 0 0,0-1 0 0 0,1 0 0 0 0,-1 0 0 0 0,0 0 0 0 0,0 0 0 0 0,0 1 0 0 0,0-2 0 0 0,0 1 0 0 0,2 0 0 0 0,0-1-43 0 0,0 1-1 0 0,0-1 1 0 0,-1-1-1 0 0,1 1 1 0 0,0 0-1 0 0,0 0 1 0 0,-1-1 0 0 0,5-3-1 0 0,0 0-176 0 0,-1-1 0 0 0,0 0 0 0 0,0 0 0 0 0,-1 0 0 0 0,9-13 0 0 0,-11 13-237 0 0,1 0 0 0 0,-1-1 0 0 0,0 0 0 0 0,-1 0 1 0 0,1 0-1 0 0,-2 0 0 0 0,1 0 0 0 0,0-8 0 0 0,-1-4-850 0 0,-2-35 0 0 0,1 49 1395 0 0,-1 1 193 0 0,1 0 1 0 0,0 0-1 0 0,0 0 0 0 0,0 0 1 0 0,1 0-1 0 0,-1 0 0 0 0,1 0 1 0 0,0 0-1 0 0,0 0 0 0 0,3-5 1 0 0,17 29 3162 0 0,24 3-2911 0 0,-37-20-495 0 0,0 0-1 0 0,0 1 0 0 0,0 0 1 0 0,-1 1-1 0 0,0 0 0 0 0,10 7 1 0 0,-15-10-54 0 0,-1 0-1 0 0,1 0 1 0 0,0 0 0 0 0,-1 0 0 0 0,0 0 0 0 0,1 1 0 0 0,-1-1-1 0 0,0 0 1 0 0,0 1 0 0 0,0-1 0 0 0,-1 0 0 0 0,1 1-1 0 0,-1-1 1 0 0,1 1 0 0 0,-1-1 0 0 0,0 1 0 0 0,0-1 0 0 0,0 1-1 0 0,0 0 1 0 0,0-1 0 0 0,0 1 0 0 0,-1-1 0 0 0,0 4-1 0 0,-3 5-36 0 0,-1 0-1 0 0,1 0 0 0 0,-1-1 1 0 0,-8 11-1 0 0,7-11 13 0 0,1 0 1 0 0,-7 18-1 0 0,8-20 22 0 0,4-6 1 0 0,-1 0 1 0 0,0-1-1 0 0,0 1 1 0 0,1 0-1 0 0,-1 0 1 0 0,1-1-1 0 0,-1 1 1 0 0,1 0 0 0 0,0 0-1 0 0,0 0 1 0 0,0 0-1 0 0,0 0 1 0 0,0-1-1 0 0,0 1 1 0 0,0 0-1 0 0,1 0 1 0 0,-1 0 0 0 0,1-1-1 0 0,0 4 1 0 0,2-5-17 0 0,0 0 0 0 0,0 0 0 0 0,0 0 0 0 0,0 0 1 0 0,0-1-1 0 0,-1 1 0 0 0,1-1 0 0 0,0 1 0 0 0,4-3 0 0 0,-4 2 4 0 0,20-4-123 0 0,0-2 1 0 0,0-1-1 0 0,-1-1 1 0 0,33-18-1 0 0,-47 23 193 0 0,0-1 0 0 0,-1 0 0 0 0,0-1 0 0 0,0 1 0 0 0,0-1 0 0 0,-1 0 0 0 0,0-1 1 0 0,0 0-1 0 0,0 0 0 0 0,-1 0 0 0 0,0-1 0 0 0,-1 1 0 0 0,0-1 0 0 0,0 0 0 0 0,4-13 0 0 0,-7 18 26 0 0,-1 1 0 0 0,1-1 0 0 0,-1 0 0 0 0,0 1 0 0 0,0-1 0 0 0,0 0 0 0 0,-1 1 0 0 0,1-1 0 0 0,-1 0 0 0 0,1 1 1 0 0,-1-1-1 0 0,0 1 0 0 0,0-1 0 0 0,0 1 0 0 0,-2-4 0 0 0,3 5-35 0 0,-1 0 0 0 0,1 0 0 0 0,-1 1 0 0 0,1-1 1 0 0,-1 0-1 0 0,0 0 0 0 0,1 1 0 0 0,-1-1 0 0 0,0 0 1 0 0,0 1-1 0 0,0-1 0 0 0,1 0 0 0 0,-1 1 0 0 0,0-1 0 0 0,0 1 1 0 0,0 0-1 0 0,0-1 0 0 0,0 1 0 0 0,0 0 0 0 0,0-1 1 0 0,0 1-1 0 0,0 0 0 0 0,0 0 0 0 0,0 0 0 0 0,0 0 0 0 0,0 0 1 0 0,0 0-1 0 0,0 0 0 0 0,0 0 0 0 0,0 1 0 0 0,0-1 1 0 0,0 0-1 0 0,1 0 0 0 0,-1 1 0 0 0,0-1 0 0 0,0 1 0 0 0,0-1 1 0 0,0 1-1 0 0,0-1 0 0 0,0 1 0 0 0,1-1 0 0 0,-1 1 1 0 0,-1 1-1 0 0,-6 6 17 0 0,-1 1 0 0 0,1 0 0 0 0,1 0 0 0 0,-1 1 0 0 0,2 0 0 0 0,-1 0 0 0 0,1 1 0 0 0,1 0 0 0 0,0 0 0 0 0,1 0 0 0 0,0 0 0 0 0,0 1 0 0 0,1-1 0 0 0,1 1 0 0 0,-2 23 0 0 0,4-31-64 0 0,0 0-1 0 0,0 0 1 0 0,1 0 0 0 0,0 0 0 0 0,0 0 0 0 0,0 0-1 0 0,0 0 1 0 0,0 0 0 0 0,1 0 0 0 0,-1-1-1 0 0,1 1 1 0 0,0 0 0 0 0,5 5 0 0 0,-6-8-21 0 0,0 1 0 0 0,1 0 1 0 0,-1-1-1 0 0,1 1 0 0 0,0-1 1 0 0,-1 1-1 0 0,1-1 0 0 0,0 0 0 0 0,0 0 1 0 0,0 0-1 0 0,0 0 0 0 0,0 0 1 0 0,0 0-1 0 0,0 0 0 0 0,0-1 1 0 0,0 1-1 0 0,1-1 0 0 0,-1 0 1 0 0,0 1-1 0 0,0-1 0 0 0,0 0 1 0 0,1 0-1 0 0,-1 0 0 0 0,0-1 1 0 0,0 1-1 0 0,5-2 0 0 0,-3 1-28 0 0,0-1 0 0 0,0 0 0 0 0,0-1 0 0 0,0 1 0 0 0,0-1-1 0 0,0 0 1 0 0,-1 0 0 0 0,1 0 0 0 0,-1 0 0 0 0,0 0 0 0 0,4-7 0 0 0,30-46-116 0 0,-26 37 54 0 0,22-47-189 0 0,-26 49 255 0 0,1 1-1 0 0,1-1 1 0 0,16-22 0 0 0,-24 38 71 0 0,-1 1 1 0 0,1-1 0 0 0,-1 0 0 0 0,1 0 0 0 0,-1 1 0 0 0,1-1 0 0 0,0 0-1 0 0,-1 1 1 0 0,1-1 0 0 0,0 1 0 0 0,0-1 0 0 0,0 1 0 0 0,-1-1 0 0 0,1 1 0 0 0,0 0-1 0 0,0-1 1 0 0,0 1 0 0 0,0 0 0 0 0,1-1 0 0 0,-2 2 0 0 0,1-1 1 0 0,-1 0-1 0 0,1 0 0 0 0,-1 0 1 0 0,1 1-1 0 0,-1-1 1 0 0,0 0-1 0 0,1 1 0 0 0,-1-1 1 0 0,1 0-1 0 0,-1 1 1 0 0,0-1-1 0 0,1 0 0 0 0,-1 1 1 0 0,0-1-1 0 0,1 1 0 0 0,-1-1 1 0 0,0 1-1 0 0,0-1 1 0 0,1 1-1 0 0,-1-1 0 0 0,0 1 1 0 0,0 0-1 0 0,2 6 216 0 0,0 0 0 0 0,-1 1 0 0 0,0 12 0 0 0,0-10-184 0 0,7 49-113 0 0,28 100-1 0 0,-33-153-1245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37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66 9674 0 0,'-1'0'176'0'0,"0"0"-1"0"0,0 0 1 0 0,0 0 0 0 0,-1 0 0 0 0,1 0-1 0 0,0 0 1 0 0,0 1 0 0 0,0-1-1 0 0,0 1 1 0 0,0-1 0 0 0,1 1 0 0 0,-1-1-1 0 0,0 1 1 0 0,0-1 0 0 0,0 1-1 0 0,0 0 1 0 0,0-1 0 0 0,1 1 0 0 0,-1 0-1 0 0,0 0 1 0 0,1-1 0 0 0,-1 1-1 0 0,0 0 1 0 0,1 0 0 0 0,-1 0 0 0 0,1 0-1 0 0,0 0 1 0 0,-1 0 0 0 0,1 0-1 0 0,0 0 1 0 0,-1 0 0 0 0,1 0 0 0 0,0 0-1 0 0,0 2 1 0 0,-3 6-539 0 0,-43 143 75 0 0,40-125 245 0 0,1 1 0 0 0,1-1 0 0 0,0 50 0 0 0,4-73 41 0 0,0 0 1 0 0,0 0-1 0 0,1-1 1 0 0,-1 1-1 0 0,1 0 1 0 0,0 0-1 0 0,0-1 1 0 0,0 1-1 0 0,1-1 1 0 0,-1 1-1 0 0,1-1 1 0 0,0 1-1 0 0,0-1 1 0 0,0 0-1 0 0,0 0 1 0 0,1 0-1 0 0,-1 0 1 0 0,1 0-1 0 0,0-1 1 0 0,0 1-1 0 0,6 3 1 0 0,-6-4 5 0 0,1 0 1 0 0,-1-1-1 0 0,1 0 1 0 0,0 0 0 0 0,0 0-1 0 0,-1 0 1 0 0,1-1-1 0 0,0 1 1 0 0,0-1-1 0 0,0 0 1 0 0,-1 0-1 0 0,1 0 1 0 0,0-1-1 0 0,0 1 1 0 0,0-1-1 0 0,-1 0 1 0 0,1 0-1 0 0,0-1 1 0 0,-1 1-1 0 0,1-1 1 0 0,6-3-1 0 0,2-3 307 0 0,0 0 0 0 0,-1-1 0 0 0,0 0 0 0 0,0-1 0 0 0,-1 0 0 0 0,13-16 0 0 0,46-75 2153 0 0,-61 90-2094 0 0,-2 0-1 0 0,1-1 1 0 0,-2 0-1 0 0,1-1 1 0 0,-2 1-1 0 0,7-25 1 0 0,-11 31-245 0 0,1 0 0 0 0,0-1 0 0 0,-1 1 0 0 0,0 0 0 0 0,-1 0-1 0 0,0 0 1 0 0,1 0 0 0 0,-2-1 0 0 0,1 1 0 0 0,-1 0 0 0 0,0 1 0 0 0,0-1 0 0 0,-1 0 0 0 0,1 1 0 0 0,-1-1 0 0 0,-1 1 0 0 0,-3-5 0 0 0,1 2-15 0 0,-1 0 0 0 0,0 1 0 0 0,0 0 0 0 0,0 1 0 0 0,-1-1 0 0 0,0 2 0 0 0,0-1 0 0 0,-15-7 0 0 0,18 11-159 0 0,1 0 1 0 0,-1 0 0 0 0,1 0 0 0 0,-1 0 0 0 0,0 1 0 0 0,0 0 0 0 0,0 0 0 0 0,0 0 0 0 0,0 0 0 0 0,0 1 0 0 0,0 0 0 0 0,0 0-1 0 0,0 0 1 0 0,0 1 0 0 0,0 0 0 0 0,0 0 0 0 0,1 0 0 0 0,-10 3 0 0 0,4 6-2049 0 0,8-5 226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38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55 184 2304 0 0,'-4'7'260'0'0,"-1"0"0"0"0,1 0-1 0 0,1 1 1 0 0,-1 0-1 0 0,1 0 1 0 0,1 0-1 0 0,-3 14 1 0 0,-8 63 4506 0 0,10-53-4039 0 0,-2 6-342 0 0,1 45 0 0 0,4-69-437 0 0,1 0 1 0 0,0 0 0 0 0,1 0 0 0 0,1 0-1 0 0,0-1 1 0 0,8 24 0 0 0,-9-34 3 0 0,0 1-1 0 0,0 0 1 0 0,0-1 0 0 0,0 1-1 0 0,0-1 1 0 0,1 1 0 0 0,-1-1-1 0 0,1 0 1 0 0,0 0 0 0 0,0 0-1 0 0,0-1 1 0 0,0 1-1 0 0,1-1 1 0 0,-1 0 0 0 0,1 0-1 0 0,-1 0 1 0 0,5 2 0 0 0,-1-2 61 0 0,-1 0 0 0 0,0-1 1 0 0,1 0-1 0 0,-1 0 0 0 0,0-1 1 0 0,1 1-1 0 0,-1-1 0 0 0,1-1 1 0 0,-1 1-1 0 0,8-2 0 0 0,2-2 203 0 0,-1 0 0 0 0,1-1 1 0 0,-1-1-1 0 0,0 0 0 0 0,0-1 0 0 0,0-1 0 0 0,25-18 0 0 0,-15 8 498 0 0,-2-1 0 0 0,0-2 0 0 0,-1 0 0 0 0,-1-2 0 0 0,-2 0 0 0 0,0-1 0 0 0,-1-1 0 0 0,19-37 0 0 0,-32 52-427 0 0,-2-1 0 0 0,0 0 0 0 0,0 1 0 0 0,0-1 0 0 0,-2 0 0 0 0,1 0 0 0 0,-1 0 0 0 0,-1-1 1 0 0,0 1-1 0 0,-1 0 0 0 0,0 0 0 0 0,0 0 0 0 0,-1 0 0 0 0,-1 0 0 0 0,-5-13 0 0 0,4 10-149 0 0,-2 0 0 0 0,0 0 1 0 0,-1 0-1 0 0,0 1 0 0 0,-1 0 0 0 0,0 1 0 0 0,-1 0 1 0 0,-1 0-1 0 0,0 1 0 0 0,-21-19 0 0 0,28 27-173 0 0,-1 1-1 0 0,0-1 1 0 0,0 0-1 0 0,0 1 1 0 0,0 0-1 0 0,0 0 1 0 0,0 0-1 0 0,0 0 1 0 0,-1 1-1 0 0,1 0 1 0 0,-1 0-1 0 0,1 0 1 0 0,-1 0-1 0 0,1 1 1 0 0,-10 0-1 0 0,9 0-244 0 0,1 1 0 0 0,0 0-1 0 0,-1 1 1 0 0,1-1 0 0 0,0 1 0 0 0,0 0-1 0 0,-1 0 1 0 0,1 0 0 0 0,1 0 0 0 0,-1 1 0 0 0,0-1-1 0 0,1 1 1 0 0,-1 0 0 0 0,1 0 0 0 0,0 1 0 0 0,-4 3-1 0 0,-13 20-1588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38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8290 0 0,'-6'4'736'0'0,"-1"0"-584"0"0,4 0-152 0 0,-1-1 0 0 0,2 1-656 0 0,-4 1-160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38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16 245 8322 0 0,'-5'24'263'0'0,"0"0"-1"0"0,2 0 1 0 0,0 50 0 0 0,3-59-97 0 0,1 0-1 0 0,1 1 1 0 0,0-1 0 0 0,1 0-1 0 0,1 0 1 0 0,0-1 0 0 0,12 27-1 0 0,-15-37-125 0 0,1-1-1 0 0,0 1 0 0 0,0-1 0 0 0,0 1 0 0 0,1-1 1 0 0,-1 0-1 0 0,1 0 0 0 0,-1 0 0 0 0,1 0 1 0 0,0-1-1 0 0,0 1 0 0 0,1-1 0 0 0,-1 0 1 0 0,0 0-1 0 0,1 0 0 0 0,0 0 0 0 0,-1 0 1 0 0,1-1-1 0 0,0 0 0 0 0,0 0 0 0 0,-1 0 1 0 0,1 0-1 0 0,0 0 0 0 0,0-1 0 0 0,0 0 1 0 0,6 0-1 0 0,-2-1 173 0 0,1 0 1 0 0,-1-1-1 0 0,1 0 1 0 0,-1-1 0 0 0,0 0-1 0 0,0 0 1 0 0,0 0-1 0 0,0-1 1 0 0,-1 0-1 0 0,1-1 1 0 0,7-7-1 0 0,38-31 1279 0 0,-3-4-1 0 0,56-64 1 0 0,-97 102-1181 0 0,-1-1 0 0 0,0-1 1 0 0,-1 0-1 0 0,0 0 0 0 0,0 0 0 0 0,-1-1 0 0 0,-1 0 1 0 0,0 0-1 0 0,0 0 0 0 0,3-17 0 0 0,-7 22-154 0 0,0-1-1 0 0,0 1 1 0 0,-1-1-1 0 0,0 0 1 0 0,0 1 0 0 0,0-1-1 0 0,-1 0 1 0 0,0 1-1 0 0,-1-1 1 0 0,0 1-1 0 0,0 0 1 0 0,-1-1 0 0 0,1 1-1 0 0,-2 0 1 0 0,1 0-1 0 0,-1 1 1 0 0,0-1-1 0 0,-9-11 1 0 0,8 13-125 0 0,0 0 1 0 0,-1-1-1 0 0,0 2 0 0 0,1-1 1 0 0,-2 1-1 0 0,1 0 0 0 0,0 0 1 0 0,-1 1-1 0 0,0-1 0 0 0,0 2 0 0 0,0-1 1 0 0,0 1-1 0 0,0 0 0 0 0,0 0 1 0 0,-1 1-1 0 0,1 0 0 0 0,-10 0 1 0 0,-3 1-606 0 0,0 0 0 0 0,1 2 0 0 0,-1 0-1 0 0,0 1 1 0 0,-25 8 0 0 0,10-1-600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39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13827 0 0,'-2'2'155'0'0,"0"0"1"0"0,0 0-1 0 0,0 0 0 0 0,0 0 0 0 0,1 0 1 0 0,-1 0-1 0 0,1 1 0 0 0,0-1 1 0 0,0 1-1 0 0,0-1 0 0 0,0 1 0 0 0,0-1 1 0 0,0 1-1 0 0,0 3 0 0 0,-4 43 1574 0 0,3-26-1223 0 0,-6 56 602 0 0,3 0 1 0 0,10 145 0 0 0,4-192-3079 0 0,-7-25 363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39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14339 0 0,'0'0'78'0'0,"-1"0"0"0"0,0 1-1 0 0,1-1 1 0 0,-1 0 0 0 0,0 1 0 0 0,1-1-1 0 0,-1 1 1 0 0,0-1 0 0 0,1 1 0 0 0,-1-1-1 0 0,1 1 1 0 0,-1-1 0 0 0,1 1 0 0 0,-1-1-1 0 0,1 1 1 0 0,-1 0 0 0 0,1-1 0 0 0,0 1 0 0 0,-1 0-1 0 0,1 0 1 0 0,0-1 0 0 0,0 1 0 0 0,0 0-1 0 0,-1 0 1 0 0,1-1 0 0 0,0 1 0 0 0,0 0-1 0 0,0 0 1 0 0,0-1 0 0 0,0 1 0 0 0,0 0-1 0 0,0 0 1 0 0,1-1 0 0 0,-1 1 0 0 0,0 1 0 0 0,7 38 996 0 0,-5-30-878 0 0,19 103 1185 0 0,9 58-960 0 0,-30-160-732 0 0,0 1 0 0 0,-1-1 0 0 0,-2 15 0 0 0,1-11-1383 0 0,1-4-4585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39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13827 0 0,'-2'14'491'0'0,"1"1"0"0"0,1-1 0 0 0,0 1 0 0 0,1-1 0 0 0,1 1 0 0 0,0-1 0 0 0,7 22 0 0 0,-7-24-1 0 0,13 68 798 0 0,-9-43-1254 0 0,2 0 1 0 0,12 38-1 0 0,-20-75-141 0 0,0 1 0 0 0,0-1 0 0 0,0 1 1 0 0,0-1-1 0 0,0 1 0 0 0,1-1 0 0 0,-1 1 0 0 0,0-1 0 0 0,0 1 0 0 0,1-1 0 0 0,-1 1 0 0 0,0-1 0 0 0,0 1 0 0 0,1-1 1 0 0,-1 0-1 0 0,0 1 0 0 0,1-1 0 0 0,-1 1 0 0 0,1-1 0 0 0,-1 0 0 0 0,1 0 0 0 0,-1 1 0 0 0,1-1 0 0 0,-1 0 0 0 0,1 0 0 0 0,-1 1 1 0 0,1-1-1 0 0,-1 0 0 0 0,1 0 0 0 0,-1 0 0 0 0,1 0 0 0 0,-1 0 0 0 0,1 0 0 0 0,-1 0 0 0 0,1 0 0 0 0,-1 0 0 0 0,1 0 1 0 0,-1 0-1 0 0,1 0 0 0 0,-1 0 0 0 0,2 0 0 0 0,5-6-1492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40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10138 0 0,'-5'7'441'0'0,"1"1"-1"0"0,0 0 1 0 0,1 0 0 0 0,0 0-1 0 0,0 0 1 0 0,1 1 0 0 0,-3 14-1 0 0,-2 64 4027 0 0,6-52-4679 0 0,-2 28 1635 0 0,8 99 0 0 0,-3-147-2459 0 0,1-12 504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40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11522 0 0,'-2'4'216'0'0,"1"0"0"0"0,-1 0 0 0 0,1 0 0 0 0,0 0-1 0 0,1 0 1 0 0,-1 1 0 0 0,1-1 0 0 0,-1 0 0 0 0,2 8-1 0 0,6 41 2336 0 0,-2-24-1634 0 0,9 58-291 0 0,28 93 1 0 0,-37-154-3266 0 0,-4-16 1264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40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16331 0 0,'-4'22'656'0'0,"0"0"0"0"0,1 0 0 0 0,2 1-1 0 0,0-1 1 0 0,3 31 0 0 0,0-15-152 0 0,0-2-321 0 0,2-1 0 0 0,2 0 1 0 0,13 46-1 0 0,-19-80-203 0 0,3 6-1411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47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6681 0 0,'3'18'2989'0'0,"-2"-16"-2773"0"0,-1 1 0 0 0,1 0-1 0 0,0 0 1 0 0,-1 0 0 0 0,0 0-1 0 0,0 0 1 0 0,0 0-1 0 0,0 0 1 0 0,-1 5 0 0 0,-9 46 2151 0 0,-6 105 0 0 0,14 57-2783 0 0,3-129 667 0 0,3 89-223 0 0,0 61 16 0 0,-3-148 337 0 0,18 126 0 0 0,-13-164-283 0 0,16 216 394 0 0,6 53 79 0 0,-22-253-65 0 0,-2 103 1 0 0,-19 66 1166 0 0,10-163-1671 0 0,-4 18 412 0 0,-22 96 0 0 0,-12 51-4 0 0,41-201-374 0 0,2 0 1 0 0,1 0-1 0 0,2-1 1 0 0,1 1-1 0 0,11 42 0 0 0,-17-75-1423 0 0,-4-7 875 0 0,5 2 403 0 0,0 1-1 0 0,0-1 1 0 0,0 0-1 0 0,0 0 1 0 0,1-1 0 0 0,-1 1-1 0 0,0 0 1 0 0,0 0-1 0 0,1 0 1 0 0,-1 0-1 0 0,1-1 1 0 0,-1 1 0 0 0,1 0-1 0 0,-1-2 1 0 0,1-9-1010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49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1 183 10802 0 0,'14'-5'465'0'0,"1"1"0"0"0,0 1 0 0 0,0 0 1 0 0,0 0-1 0 0,0 2 0 0 0,17 0 0 0 0,-1 1-49 0 0,0 2 1 0 0,31 5-1 0 0,37 3 159 0 0,-24-12-146 0 0,96-14-1 0 0,-3-1 155 0 0,139-8 237 0 0,-102 7-409 0 0,49-13-27 0 0,-109 10-166 0 0,147-3 122 0 0,-128 13 12 0 0,331-5 383 0 0,-1 29-302 0 0,-383-9-251 0 0,115 11-87 0 0,79 2 167 0 0,-109-8 170 0 0,-107-3-373 0 0,97-6-1 0 0,302-1 126 0 0,-389 3-170 0 0,73 7-129 0 0,-70-3-33 0 0,145-8 0 0 0,-181-4 320 0 0,109-8-36 0 0,-134 13-100 0 0,0 2 0 0 0,52 8 0 0 0,13 2 379 0 0,163-3-1 0 0,-248-8-416 0 0,44 2 1 0 0,-45 0 0 0 0,0-1-1 0 0,0 0 1 0 0,1-2-1 0 0,-1-1 0 0 0,0 0 1 0 0,22-6-1 0 0,-40 7-79 0 0,1 0 1 0 0,-1 0-1 0 0,1 0 0 0 0,-1 0 1 0 0,0-1-1 0 0,0 1 0 0 0,4-4 0 0 0,0 0-237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51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8290 0 0,'-9'1'65'0'0,"1"1"2822"0"0,17 1-391 0 0,-8-2-2139 0 0,3-1-84 0 0,31 4 275 0 0,1-2 0 0 0,64-5 0 0 0,7-1 76 0 0,388 46 536 0 0,-167-10-209 0 0,0-1-454 0 0,391 64 133 0 0,-136-20-204 0 0,-555-71-425 0 0,626 62 126 0 0,-387-71-100 0 0,-94-1 10 0 0,59-9 19 0 0,-35 1-48 0 0,-40 12 85 0 0,115-7-178 0 0,-90-8 84 0 0,117-16 62 0 0,131-31-49 0 0,-135 17-12 0 0,-260 42 0 0 0,-1 1 0 0 0,1 2 0 0 0,63 4 0 0 0,-68-2 29 0 0,-25-1-22 0 0,0 1 0 0 0,0 0 1 0 0,1 0-1 0 0,-1 0 1 0 0,0 1-1 0 0,7 1 0 0 0,-11-1 0 0 0,0 0-1 0 0,-1 0 1 0 0,1-1-1 0 0,0 1 1 0 0,-1 0-1 0 0,1 0 1 0 0,0 0-1 0 0,-1 0 1 0 0,0 0-1 0 0,1 0 1 0 0,-1 0-1 0 0,1 1 1 0 0,-1-1-1 0 0,0 0 1 0 0,0 0-1 0 0,0 0 1 0 0,0 0-1 0 0,0 0 1 0 0,0 0-1 0 0,0 0 0 0 0,0 1 1 0 0,0 0-1 0 0,-4 28-31 0 0,3-9-4 0 0,-1 0-1 0 0,2 0 0 0 0,5 36 0 0 0,-1 16-20 0 0,-4-63 35 0 0,14 504-710 0 0,-9-392 594 0 0,-12 152-1 0 0,-2 29 372 0 0,4-215-344 0 0,-3 0-1 0 0,-26 117 1 0 0,28-174-4 0 0,0-6 156 0 0,2-1-1 0 0,1 1 1 0 0,1 0 0 0 0,1 0-1 0 0,1 0 1 0 0,1 0 0 0 0,1 0 0 0 0,10 41-1 0 0,33 79 116 0 0,13 51 90 0 0,-51-161-172 0 0,-2 0 0 0 0,-2 0-1 0 0,0 1 1 0 0,-5 52 0 0 0,-29 141 660 0 0,28-213-534 0 0,-9 38 358 0 0,11-49-545 0 0,-1 0-1 0 0,1-1 1 0 0,-1 1-1 0 0,0-1 1 0 0,-1 0-1 0 0,1 0 1 0 0,-1 1-1 0 0,-6 6 1 0 0,4-10-568 0 0,3-4 324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52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13107 0 0,'-1'4'152'0'0,"0"-1"1"0"0,0 1-1 0 0,1 0 1 0 0,-1 0-1 0 0,1 0 0 0 0,0 0 1 0 0,0 0-1 0 0,0 0 1 0 0,1 5-1 0 0,9 40-314 0 0,-3-17 335 0 0,3 14 388 0 0,19 56 1 0 0,-13-51 238 0 0,-14-44-817 0 0,-1 1-1 0 0,0-1 1 0 0,0 0 0 0 0,0 0 0 0 0,-1 1-1 0 0,0-1 1 0 0,-2 11 0 0 0,-4 11-4854 0 0,2-16-108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52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9674 0 0,'8'-4'863'0'0,"-6"2"-411"0"0,1 1 1 0 0,-1 0 0 0 0,0 0-1 0 0,0 0 1 0 0,1 0 0 0 0,-1 0-1 0 0,1 1 1 0 0,-1-1 0 0 0,1 1-1 0 0,-1-1 1 0 0,3 1 0 0 0,1 0-286 0 0,-1 1 1 0 0,1 0 0 0 0,-1 0 0 0 0,1 0-1 0 0,-1 1 1 0 0,0-1 0 0 0,1 1 0 0 0,-1 0-1 0 0,0 1 1 0 0,0 0 0 0 0,-1-1-1 0 0,1 1 1 0 0,0 1 0 0 0,-1-1 0 0 0,0 1-1 0 0,0 0 1 0 0,0 0 0 0 0,0 0-1 0 0,4 6 1 0 0,-5-6-155 0 0,0 0 0 0 0,0 1 0 0 0,-1-1 0 0 0,0 1 0 0 0,0-1-1 0 0,0 1 1 0 0,0 0 0 0 0,-1 0 0 0 0,1-1 0 0 0,-1 1 0 0 0,-1 0 0 0 0,1 0 0 0 0,-1 0 0 0 0,0 0 0 0 0,0 1-1 0 0,0-1 1 0 0,0 0 0 0 0,-1 0 0 0 0,0 0 0 0 0,0-1 0 0 0,-3 9 0 0 0,-6 6-111 0 0,0 1 0 0 0,-2-1 0 0 0,-24 32 1 0 0,-7 9-59 0 0,43-59 165 0 0,-1-1 0 0 0,1 1 0 0 0,0-1-1 0 0,-1 1 1 0 0,1-1 0 0 0,0 1 0 0 0,-1-1 0 0 0,1 1 0 0 0,0-1 0 0 0,0 1-1 0 0,0 0 1 0 0,0-1 0 0 0,0 1 0 0 0,-1 0 0 0 0,1-1 0 0 0,0 1 0 0 0,0-1-1 0 0,0 1 1 0 0,1 0 0 0 0,-1-1 0 0 0,0 1 0 0 0,0-1 0 0 0,0 1 0 0 0,0 0-1 0 0,1-1 1 0 0,-1 1 0 0 0,0-1 0 0 0,0 1 0 0 0,1 0 0 0 0,0 0 16 0 0,1 0 0 0 0,-1 0 0 0 0,0 0 0 0 0,0 0 0 0 0,1-1 0 0 0,-1 1 0 0 0,0 0 0 0 0,1-1 0 0 0,-1 1 0 0 0,0-1 0 0 0,1 0 0 0 0,1 1 0 0 0,3 0 90 0 0,1-1 1 0 0,-1 1-1 0 0,0-1 1 0 0,13-1-1 0 0,-15 0-191 0 0,131-27 1088 0 0,-70 7-2094 0 0,-49 14-1863 0 0,29-17-1 0 0,-30 14-3163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53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114 321 6913 0 0,'19'-16'6193'0'0,"15"-5"-3484"0"0,13-11-1948 0 0,-37 24-491 0 0,-1 0 1 0 0,-1-1 0 0 0,1 0-1 0 0,-2-1 1 0 0,1 0 0 0 0,11-20-1 0 0,-16 25-183 0 0,-1 0 0 0 0,0 0 0 0 0,0-1 0 0 0,-1 1 0 0 0,1 0 0 0 0,-1-1 0 0 0,0 1 0 0 0,-1-1 0 0 0,1 1 0 0 0,-1-1 0 0 0,0 1 0 0 0,-1-1 0 0 0,1 1 0 0 0,-1-1 0 0 0,0 1 0 0 0,0-1 0 0 0,-4-8 0 0 0,3 9-24 0 0,0 1 0 0 0,0-1 0 0 0,0 1 0 0 0,-1-1 0 0 0,1 1 0 0 0,-1 0 0 0 0,0 0 0 0 0,-1 0 0 0 0,1 0 0 0 0,-7-5 0 0 0,8 8-60 0 0,1 0-1 0 0,-1-1 1 0 0,0 2-1 0 0,0-1 1 0 0,0 0-1 0 0,0 0 1 0 0,0 1-1 0 0,0-1 1 0 0,0 1-1 0 0,0-1 1 0 0,0 1-1 0 0,0 0 1 0 0,0 0-1 0 0,0 0 1 0 0,0 0-1 0 0,0 0 1 0 0,0 0-1 0 0,0 1 1 0 0,0-1-1 0 0,0 1 1 0 0,0-1-1 0 0,0 1 1 0 0,0 0-1 0 0,0 0 1 0 0,0-1-1 0 0,1 2 1 0 0,-1-1-1 0 0,0 0 1 0 0,-2 3-1 0 0,1-2-20 0 0,0 1-1 0 0,1 0 1 0 0,-1 0-1 0 0,1 1 1 0 0,0-1-1 0 0,0 0 1 0 0,0 1-1 0 0,0-1 0 0 0,0 1 1 0 0,1 0-1 0 0,0-1 1 0 0,0 1-1 0 0,0 0 1 0 0,0 0-1 0 0,0 0 1 0 0,1 0-1 0 0,0 0 1 0 0,0 0-1 0 0,0 0 0 0 0,0 0 1 0 0,1 4-1 0 0,2 10-47 0 0,0 0 0 0 0,1 0 0 0 0,7 20 0 0 0,22 59-247 0 0,-7-23-468 0 0,32 150 0 0 0,-57-217 695 0 0,0 0 0 0 0,0 0 0 0 0,-1 0 0 0 0,0 0 0 0 0,0 0 0 0 0,-1 0-1 0 0,-2 13 1 0 0,2-17 105 0 0,0-1-1 0 0,0 1 0 0 0,0-1 1 0 0,0 0-1 0 0,0 1 1 0 0,0-1-1 0 0,-1 0 0 0 0,1 0 1 0 0,-1 0-1 0 0,0 0 0 0 0,0 0 1 0 0,0 0-1 0 0,1 0 1 0 0,-2-1-1 0 0,1 1 0 0 0,0-1 1 0 0,0 0-1 0 0,0 1 1 0 0,-1-1-1 0 0,1 0 0 0 0,-1 0 1 0 0,1 0-1 0 0,-1-1 0 0 0,-3 2 1 0 0,-5-1 78 0 0,0 0 0 0 0,0 0 1 0 0,0-1-1 0 0,1 0 0 0 0,-1-1 0 0 0,0 0 1 0 0,0-1-1 0 0,0 0 0 0 0,1-1 0 0 0,-1 0 1 0 0,1-1-1 0 0,0 0 0 0 0,0 0 0 0 0,0-1 0 0 0,-17-11 1 0 0,22 12 2 0 0,0 1 1 0 0,0-1-1 0 0,1 0 0 0 0,-1 0 1 0 0,1 0-1 0 0,0 0 1 0 0,0-1-1 0 0,0 0 1 0 0,1 0-1 0 0,-1 0 1 0 0,1 0-1 0 0,1 0 0 0 0,-1-1 1 0 0,1 0-1 0 0,0 1 1 0 0,0-1-1 0 0,0 0 1 0 0,1 0-1 0 0,0 0 0 0 0,0 0 1 0 0,0 0-1 0 0,1 0 1 0 0,0 0-1 0 0,0 0 1 0 0,1 0-1 0 0,-1 0 1 0 0,1 0-1 0 0,1 0 0 0 0,3-10 1 0 0,-2 9-74 0 0,0 1 1 0 0,1 0-1 0 0,0 0 1 0 0,0 0 0 0 0,0 1-1 0 0,1 0 1 0 0,-1-1-1 0 0,1 2 1 0 0,1-1-1 0 0,-1 0 1 0 0,1 1-1 0 0,0 0 1 0 0,0 1-1 0 0,0-1 1 0 0,0 1 0 0 0,0 0-1 0 0,12-3 1 0 0,11-4 94 0 0,1 2 1 0 0,49-7-1 0 0,-75 14-121 0 0,15-2-153 0 0,14-3-3344 0 0,57-3 0 0 0,-81 9-3523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3:54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15 10594 0 0,'0'0'140'0'0,"0"-1"0"0"0,0 0 0 0 0,0 1 0 0 0,0-1 0 0 0,0 1 0 0 0,0-1 0 0 0,0 0 0 0 0,1 1 0 0 0,-1-1 0 0 0,0 1 0 0 0,1-1 0 0 0,-1 0 0 0 0,0 1 0 0 0,1-1 0 0 0,-1 1 0 0 0,0-1 0 0 0,1 1 0 0 0,-1-1 0 0 0,1 1-1 0 0,-1 0 1 0 0,1-1 0 0 0,-1 1 0 0 0,1 0 0 0 0,-1-1 0 0 0,1 1 0 0 0,0 0 0 0 0,-1-1 0 0 0,1 1 0 0 0,-1 0 0 0 0,1 0 0 0 0,0 0 0 0 0,-1 0 0 0 0,1 0 0 0 0,-1 0 0 0 0,1 0 0 0 0,0 0 0 0 0,-1 0 0 0 0,1 0 0 0 0,0 0 0 0 0,-1 0 0 0 0,1 0 0 0 0,0 0 0 0 0,0 1 0 0 0,30 8 2024 0 0,-28-7-1945 0 0,15 5 196 0 0,0 2 1 0 0,-1 0-1 0 0,1 1 0 0 0,-2 0 1 0 0,0 2-1 0 0,0 0 0 0 0,-1 0 0 0 0,0 2 1 0 0,21 24-1 0 0,-35-36-388 0 0,1 0 0 0 0,-1 0 0 0 0,0 0 0 0 0,1 0-1 0 0,-1 0 1 0 0,0 0 0 0 0,-1 1 0 0 0,1-1 0 0 0,0 0 0 0 0,0 1 0 0 0,-1-1 0 0 0,0 0-1 0 0,1 1 1 0 0,-1-1 0 0 0,0 1 0 0 0,0-1 0 0 0,-1 3 0 0 0,1-1-7 0 0,-1 0 0 0 0,-1 0 1 0 0,1 0-1 0 0,0-1 0 0 0,-1 1 0 0 0,0 0 1 0 0,0-1-1 0 0,0 1 0 0 0,-4 4 0 0 0,-5 5-60 0 0,-1-1 0 0 0,0-1 0 0 0,-27 20 0 0 0,33-26-2 0 0,-19 13-253 0 0,-33 16 1 0 0,30-18 44 0 0,-26 19 1 0 0,54-35 245 0 0,-1 0 0 0 0,1 1 0 0 0,-1-1 0 0 0,1 0 0 0 0,-1 1 0 0 0,1-1 0 0 0,-1 1 0 0 0,1-1 0 0 0,-1 1 0 0 0,1-1 0 0 0,0 1 0 0 0,-1-1 0 0 0,1 1 0 0 0,0 0 0 0 0,-1-1 0 0 0,1 1 0 0 0,0-1 0 0 0,0 1 0 0 0,0 0 0 0 0,0-1 0 0 0,-1 1 0 0 0,1 0 0 0 0,0-1 0 0 0,0 1 0 0 0,0-1 0 0 0,0 1 0 0 0,1 1 0 0 0,-1-1 9 0 0,1 0 1 0 0,-1 1 0 0 0,1-1-1 0 0,0 0 1 0 0,0 0 0 0 0,0 0-1 0 0,0 0 1 0 0,0 0 0 0 0,0 0-1 0 0,0 0 1 0 0,0 0 0 0 0,2 1 0 0 0,5 3 24 0 0,0 0 1 0 0,1 0-1 0 0,9 3 1 0 0,-14-7-67 0 0,153 57 162 0 0,-69-28 405 0 0,-82-28-420 0 0,-1 0 0 0 0,1 1 0 0 0,-1-1 0 0 0,0 1 0 0 0,8 6 0 0 0,-12-8-79 0 0,0-1-1 0 0,-1 1 1 0 0,1-1-1 0 0,0 1 1 0 0,0 0-1 0 0,-1-1 1 0 0,1 1-1 0 0,0 0 1 0 0,-1 0 0 0 0,1 0-1 0 0,-1-1 1 0 0,1 1-1 0 0,-1 0 1 0 0,0 0-1 0 0,1 0 1 0 0,-1 0-1 0 0,0 0 1 0 0,0 0 0 0 0,1 0-1 0 0,-1 0 1 0 0,0 0-1 0 0,0 0 1 0 0,0 0-1 0 0,0 0 1 0 0,0 0 0 0 0,0 0-1 0 0,-1 0 1 0 0,1-1-1 0 0,0 1 1 0 0,0 0-1 0 0,-1 0 1 0 0,1 0-1 0 0,0 0 1 0 0,-1 0 0 0 0,1 0-1 0 0,-1 0 1 0 0,1-1-1 0 0,-1 1 1 0 0,0 0-1 0 0,1 0 1 0 0,-2 0-1 0 0,-9 11 106 0 0,-2-1 0 0 0,1 0 0 0 0,-1-1 0 0 0,-1-1 0 0 0,0 0 0 0 0,-17 8 0 0 0,-96 37-23 0 0,59-28-37 0 0,54-20-393 0 0,-5 2 528 0 0,-32 10-1 0 0,14-13-2024 0 0,33-5 861 0 0,-1 0 0 0 0,1 0 0 0 0,-1-1 0 0 0,1 0 0 0 0,-9-2 0 0 0,3 0-1205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16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14747 0 0,'-7'11'4289'0'0,"-1"29"-2906"0"0,6 10-792 0 0,2-1 0 0 0,3 0 1 0 0,12 69-1 0 0,-1-1-386 0 0,-8-20-245 0 0,-4-46-261 0 0,11 64 0 0 0,-13-114 204 0 0,0 0 0 0 0,0 0-1 0 0,0 0 1 0 0,1 1 0 0 0,-1-1-1 0 0,0 0 1 0 0,1 0-1 0 0,-1 0 1 0 0,1 0 0 0 0,-1 0-1 0 0,1 0 1 0 0,-1 0 0 0 0,1 0-1 0 0,0 0 1 0 0,0 0-1 0 0,-1-1 1 0 0,1 1 0 0 0,0 0-1 0 0,0 0 1 0 0,0-1 0 0 0,0 1-1 0 0,0 0 1 0 0,0-1-1 0 0,1 1 1 0 0,-1-1-132 0 0,0 0-1 0 0,1 0 1 0 0,-1 0 0 0 0,0 0-1 0 0,0 0 1 0 0,0 0-1 0 0,0-1 1 0 0,0 1 0 0 0,0 0-1 0 0,0-1 1 0 0,1 1 0 0 0,-1-1-1 0 0,0 1 1 0 0,-1-1 0 0 0,1 0-1 0 0,0 1 1 0 0,0-1 0 0 0,0 0-1 0 0,0 0 1 0 0,0 0-1 0 0,-1 1 1 0 0,1-1 0 0 0,0 0-1 0 0,0-2 1 0 0,7-8-1691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16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6913 0 0,'0'75'10001'0'0,"-3"129"-7623"0"0,-7 229 256 0 0,10-360-2655 0 0,0-64-7 0 0,1 4-109 0 0,-1-1 1 0 0,-1 1 0 0 0,0-1 0 0 0,-1 1-1 0 0,-6 24 1 0 0,-1-24-1156 0 0,2-6-3872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16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2 265 5985 0 0,'-1'9'6657'0'0,"6"4"-4060"0"0,9 9-1697 0 0,-5-14-353 0 0,0 1-1 0 0,1-1 0 0 0,0-1 0 0 0,1 1 0 0 0,18 8 0 0 0,-15-8-14 0 0,1 1 0 0 0,22 18 0 0 0,-24-14-321 0 0,-1 1-1 0 0,0 0 0 0 0,-1 0 1 0 0,-1 1-1 0 0,0 1 0 0 0,15 32 1 0 0,34 106-141 0 0,-58-152-63 0 0,15 54 130 0 0,-12-39-130 0 0,1 0-1 0 0,0 0 1 0 0,2 0 0 0 0,12 24 0 0 0,-18-39-7 0 0,0 0 0 0 0,0 0 0 0 0,1 0 0 0 0,-1 0 0 0 0,1 0 0 0 0,0 0 0 0 0,-1 0 0 0 0,1 0 0 0 0,0-1 0 0 0,0 1 0 0 0,0-1 0 0 0,0 1 0 0 0,0-1 0 0 0,0 0 0 0 0,1 0 0 0 0,-1 0 0 0 0,0 0 0 0 0,1 0 0 0 0,-1 0 0 0 0,1-1 0 0 0,-1 1 0 0 0,4-1 0 0 0,-2 0 0 0 0,0-1 0 0 0,1 1 0 0 0,-1-1 0 0 0,0 0 0 0 0,0-1 0 0 0,1 1 0 0 0,-1-1 0 0 0,0 0 0 0 0,0 0 0 0 0,-1 0 0 0 0,8-5 0 0 0,5-5 36 0 0,-1 0 1 0 0,-1-1 0 0 0,0-1-1 0 0,0 0 1 0 0,14-21-1 0 0,51-85 174 0 0,-39 56-87 0 0,-6 8 20 0 0,-2-1 1 0 0,24-63-1 0 0,38-126 1226 0 0,-79 204-944 0 0,-8 24-183 0 0,-5 15-236 0 0,0-1 0 0 0,0 1-1 0 0,-1-1 1 0 0,1 0 0 0 0,-1 0 0 0 0,0 0 0 0 0,0 0-1 0 0,0 0 1 0 0,-1 0 0 0 0,0-8 0 0 0,0 12-10 0 0,0 0 1 0 0,0 0-1 0 0,0 0 1 0 0,0 0 0 0 0,0 0-1 0 0,0 0 1 0 0,0 0-1 0 0,0 0 1 0 0,0 0-1 0 0,0 0 1 0 0,0-1-1 0 0,0 1 1 0 0,0 0 0 0 0,0 0-1 0 0,0 0 1 0 0,0 0-1 0 0,0 0 1 0 0,0 0-1 0 0,-1 0 1 0 0,1 0-1 0 0,0 0 1 0 0,0 0-1 0 0,0 0 1 0 0,0 0 0 0 0,0 0-1 0 0,0 0 1 0 0,0 0-1 0 0,0 0 1 0 0,0 0-1 0 0,-1 0 1 0 0,1 0-1 0 0,0 0 1 0 0,0 0 0 0 0,0 0-1 0 0,0 0 1 0 0,0 0-1 0 0,0 0 1 0 0,0 0-1 0 0,0 0 1 0 0,0 0-1 0 0,-1 0 1 0 0,1 0-1 0 0,0 0 1 0 0,0 0 0 0 0,0 0-1 0 0,0 0 1 0 0,0 0-1 0 0,0 0 1 0 0,0 0-1 0 0,0 0 1 0 0,0 0-1 0 0,0 0 1 0 0,-8 7-829 0 0,-3 7-5703 0 0,1-1-1312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19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87 6913 0 0,'-1'-2'18'0'0,"-3"-13"1552"0"0,1-1-1 0 0,0 1 1 0 0,-1-24-1 0 0,36 382 983 0 0,-7-137-1477 0 0,9 190-831 0 0,56 508 629 0 0,-19-118-627 0 0,-64-407 810 0 0,-7-377-1000 0 0,1 1 35 0 0,-1 0-1 0 0,0 0 1 0 0,0 0 0 0 0,0 0-1 0 0,-1-1 1 0 0,1 1 0 0 0,-1 0-1 0 0,1 0 1 0 0,-1 0 0 0 0,-2 5-1 0 0,-3-30-83 0 0,-11-30-2521 0 0,7 27-3941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20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1 702 10594 0 0,'0'-4'407'0'0,"1"-1"0"0"0,0 0 1 0 0,0 1-1 0 0,1-1 0 0 0,-1 1 0 0 0,1 0 0 0 0,0-1 0 0 0,0 1 0 0 0,0 0 0 0 0,1 0 0 0 0,0 0 0 0 0,5-6 1 0 0,6-6-55 0 0,24-20 1 0 0,-26 25-283 0 0,7-6-40 0 0,33-24 0 0 0,-45 36 66 0 0,1 1 1 0 0,0 0-1 0 0,0 0 1 0 0,0 0-1 0 0,1 1 0 0 0,-1 1 1 0 0,1-1-1 0 0,12-1 1 0 0,132-30 975 0 0,-3 1-917 0 0,-36 22 548 0 0,157 5 0 0 0,-18 2-14 0 0,-240 3-660 0 0,991-49 963 0 0,-589 22-703 0 0,6 0-27 0 0,-22 8 203 0 0,-264 14-408 0 0,194-4 143 0 0,134 8-188 0 0,-361 1-13 0 0,281-17 54 0 0,-141 3 20 0 0,-57 3-74 0 0,78-2 0 0 0,619-38 75 0 0,-802 48-160 0 0,-54 4-162 0 0,0-2 0 0 0,0 0 0 0 0,27-7 0 0 0,-49 8-12 0 0,0-1-1 0 0,0 0 1 0 0,-1 1-1 0 0,1-1 0 0 0,0-1 1 0 0,-1 1-1 0 0,1-1 1 0 0,-1 1-1 0 0,4-4 0 0 0,28-32-2702 0 0,-21 22 2757 0 0,-6 8 35 0 0,1 0 0 0 0,17-12 0 0 0,-14 11 472 0 0,-11 9-239 0 0,0-1-1 0 0,0 1 1 0 0,-1 0 0 0 0,1 0 0 0 0,0 0 0 0 0,0 0 0 0 0,0 0 0 0 0,-1 0 0 0 0,1 1 0 0 0,0-1 0 0 0,0 0 0 0 0,0 0 0 0 0,-1 1 0 0 0,1-1 0 0 0,0 0 0 0 0,0 1 0 0 0,-1-1 0 0 0,1 1 0 0 0,0-1 0 0 0,-1 1 0 0 0,1-1 0 0 0,0 1 0 0 0,-1-1 0 0 0,1 1 0 0 0,-1-1 0 0 0,1 2 0 0 0,18 19 441 0 0,-17-19-476 0 0,12 15 185 0 0,-2 0 1 0 0,0 0-1 0 0,-1 1 0 0 0,0 1 1 0 0,-2 0-1 0 0,0 0 1 0 0,-1 1-1 0 0,7 30 0 0 0,35 137 70 0 0,-9 2 0 0 0,-8 2 0 0 0,11 246-1 0 0,-39-278-74 0 0,37 558 134 0 0,-4-354 22 0 0,-32-313-247 0 0,-2 1-1 0 0,-2 0 1 0 0,-2 1 0 0 0,-3-1-1 0 0,-17 98 1 0 0,19-145-70 0 0,0 0-1 0 0,0-1 1 0 0,0 1 0 0 0,-1-1-1 0 0,1 1 1 0 0,-1-1-1 0 0,0 1 1 0 0,-3 3 0 0 0,4-6-110 0 0,1 0 1 0 0,-1-1 0 0 0,1 1 0 0 0,-1-1-1 0 0,0 0 1 0 0,1 1 0 0 0,-1-1-1 0 0,1 1 1 0 0,-1-1 0 0 0,0 0-1 0 0,0 1 1 0 0,1-1 0 0 0,-1 0 0 0 0,0 0-1 0 0,0 0 1 0 0,1 0 0 0 0,-1 0-1 0 0,0 0 1 0 0,0 0 0 0 0,1 0 0 0 0,-1 0-1 0 0,0 0 1 0 0,0 0 0 0 0,1 0-1 0 0,-1 0 1 0 0,0 0 0 0 0,1-1-1 0 0,-1 1 1 0 0,0 0 0 0 0,0-1 0 0 0,1 1-1 0 0,-1 0 1 0 0,1-1 0 0 0,-1 1-1 0 0,0-1 1 0 0,1 1 0 0 0,-1-1-1 0 0,1 1 1 0 0,-1-1 0 0 0,1 0 0 0 0,-1 1-1 0 0,1-1 1 0 0,0 0 0 0 0,-1 1-1 0 0,0-2 1 0 0,-7-9-1245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21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21 446 11058 0 0,'-21'5'4245'0'0,"31"-5"-3641"0"0,-9 0-500 0 0,4 1 115 0 0,105 12 614 0 0,123-3 0 0 0,116-18 2156 0 0,26 1-1221 0 0,457-24-1607 0 0,-406-10-43 0 0,325-39 251 0 0,388-22 582 0 0,-496 71-639 0 0,-575 27-319 0 0,88-6 5 0 0,176-6 166 0 0,-114 13 227 0 0,67 0 213 0 0,-186 2-376 0 0,0-4 0 0 0,122-22 0 0 0,-181 21-99 0 0,-18 3-37 0 0,1 0 1 0 0,0-2 0 0 0,-1-1-1 0 0,28-11 1 0 0,-49 17-94 0 0,0-1-1 0 0,0 1 1 0 0,0 0 0 0 0,0-1 0 0 0,0 1 0 0 0,0-1 0 0 0,0 0-1 0 0,0 1 1 0 0,0-1 0 0 0,0 0 0 0 0,-1 1 0 0 0,1-1 0 0 0,0 0-1 0 0,0 0 1 0 0,-1 0 0 0 0,1 1 0 0 0,-1-1 0 0 0,1-1 0 0 0,-1 1-12 0 0,0 0 1 0 0,0 1-1 0 0,0-1 1 0 0,0 1-1 0 0,0-1 1 0 0,0 1-1 0 0,0-1 1 0 0,-1 1-1 0 0,1-1 1 0 0,0 1-1 0 0,0-1 1 0 0,-1 1-1 0 0,1 0 1 0 0,0-1-1 0 0,-1 1 1 0 0,1-1-1 0 0,0 1 1 0 0,-1 0-1 0 0,1-1 1 0 0,0 1-1 0 0,-1 0 1 0 0,1-1-1 0 0,-1 1 1 0 0,1 0-1 0 0,-1-1 1 0 0,-6-2-443 0 0,0 0 1 0 0,0 0-1 0 0,-14-3 1 0 0,15 5-88 0 0,-50-13-3115 0 0,21 3 1771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24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68 316 10802 0 0,'0'-1'87'0'0,"0"0"-1"0"0,1 0 1 0 0,-1 0-1 0 0,1-1 1 0 0,0 1-1 0 0,-1 0 1 0 0,1 0-1 0 0,0 0 1 0 0,0 1-1 0 0,-1-1 1 0 0,1 0 0 0 0,0 0-1 0 0,0 0 1 0 0,0 0-1 0 0,0 1 1 0 0,0-1-1 0 0,0 1 1 0 0,0-1-1 0 0,3 0 1 0 0,28-13 89 0 0,-22 10-109 0 0,0 0 55 0 0,0-2 0 0 0,-1 1-1 0 0,1-1 1 0 0,-1-1 0 0 0,-1 0 0 0 0,1 0 0 0 0,-1-1-1 0 0,0 1 1 0 0,-1-2 0 0 0,0 1 0 0 0,0-1-1 0 0,10-19 1 0 0,-14 23-41 0 0,0 0 0 0 0,-1 0 1 0 0,0 0-1 0 0,0 0 0 0 0,0 0 0 0 0,0-1 0 0 0,-1 1 0 0 0,0-1 0 0 0,0 1 0 0 0,-1-1 0 0 0,1 1 1 0 0,-1-1-1 0 0,-1 1 0 0 0,1-1 0 0 0,-1 1 0 0 0,1-1 0 0 0,-2 1 0 0 0,1-1 0 0 0,-1 1 0 0 0,1 0 0 0 0,-2 0 1 0 0,1 0-1 0 0,0 0 0 0 0,-1 0 0 0 0,0 0 0 0 0,0 0 0 0 0,-6-6 0 0 0,8 10-50 0 0,0 0 0 0 0,-1-1 0 0 0,1 1-1 0 0,-1 0 1 0 0,1 0 0 0 0,-1 0 0 0 0,1 0 0 0 0,-1 0-1 0 0,1 0 1 0 0,-1 0 0 0 0,0 0 0 0 0,0 1 0 0 0,1-1-1 0 0,-1 1 1 0 0,0-1 0 0 0,0 1 0 0 0,0 0 0 0 0,0 0-1 0 0,-3 0 1 0 0,2 0-1 0 0,0 1 0 0 0,0-1 0 0 0,0 1 0 0 0,0 0 0 0 0,0 0 0 0 0,0 1 0 0 0,0-1 0 0 0,0 1 0 0 0,0-1-1 0 0,-3 4 1 0 0,-4 3 19 0 0,1 0 0 0 0,1 0 0 0 0,-1 1 0 0 0,-12 19 0 0 0,6-7-61 0 0,1 0-1 0 0,1 1 1 0 0,1 0 0 0 0,1 1 0 0 0,-14 46-1 0 0,21-55 42 0 0,0 0-1 0 0,2 1 0 0 0,0-1 1 0 0,0 1-1 0 0,1-1 0 0 0,1 1 1 0 0,1-1-1 0 0,0 1 0 0 0,1-1 1 0 0,0 1-1 0 0,7 23 1 0 0,-8-35-16 0 0,0 0 1 0 0,1 0 0 0 0,-1 0-1 0 0,1 1 1 0 0,-1-1 0 0 0,1-1-1 0 0,0 1 1 0 0,0 0 0 0 0,0 0-1 0 0,0-1 1 0 0,1 1 0 0 0,-1-1-1 0 0,1 0 1 0 0,-1 1 0 0 0,1-1 0 0 0,5 3-1 0 0,-3-4 30 0 0,-1 1 0 0 0,1 0 0 0 0,-1-1-1 0 0,1 0 1 0 0,0 0 0 0 0,0 0 0 0 0,-1-1 0 0 0,1 0-1 0 0,0 1 1 0 0,8-2 0 0 0,7-3 107 0 0,0 0 0 0 0,0-1 0 0 0,-1-1 0 0 0,29-12 0 0 0,-39 14-142 0 0,0 0-43 0 0,9-3-1026 0 0,1 0-1 0 0,-1-1 0 0 0,-1-2 0 0 0,0 0 1 0 0,19-13-1 0 0,-25 12-4599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25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70 17972 0 0,'-1'0'49'0'0,"0"0"-1"0"0,0 0 1 0 0,0 0 0 0 0,0 0-1 0 0,1 1 1 0 0,-1-1 0 0 0,0 0 0 0 0,0 1-1 0 0,0-1 1 0 0,0 0 0 0 0,1 1 0 0 0,-1-1-1 0 0,0 1 1 0 0,0-1 0 0 0,1 1-1 0 0,-1-1 1 0 0,0 1 0 0 0,1 0 0 0 0,-1-1-1 0 0,1 1 1 0 0,-1 0 0 0 0,1 0-1 0 0,-1-1 1 0 0,1 1 0 0 0,-1 0 0 0 0,1 0-1 0 0,0 0 1 0 0,0 0 0 0 0,-1-1 0 0 0,1 1-1 0 0,0 0 1 0 0,0 0 0 0 0,0 0-1 0 0,0 0 1 0 0,0 0 0 0 0,0 0 0 0 0,0 1-1 0 0,-2 9-28 0 0,-1 8-405 0 0,1 0 0 0 0,1 0 0 0 0,1 1 0 0 0,3 29 1 0 0,0 0-91 0 0,-2-17 388 0 0,7 38 0 0 0,-7-59 257 0 0,2-1-1 0 0,-1 1 0 0 0,1-1 0 0 0,1 0 0 0 0,-1 0 1 0 0,2 0-1 0 0,8 14 0 0 0,-12-22-155 0 0,0-1 0 0 0,0 1 0 0 0,0-1 0 0 0,0 1 0 0 0,0-1 0 0 0,0 1 0 0 0,1-1 0 0 0,-1 0 0 0 0,0 1 1 0 0,1-1-1 0 0,-1 0 0 0 0,1 0 0 0 0,0 0 0 0 0,-1 0 0 0 0,1-1 0 0 0,0 1 0 0 0,0 0 0 0 0,-1-1 0 0 0,1 1 0 0 0,0-1 0 0 0,0 1 0 0 0,0-1 0 0 0,0 0 0 0 0,-1 0 0 0 0,1 0 0 0 0,0 0 1 0 0,0 0-1 0 0,0 0 0 0 0,0-1 0 0 0,0 1 0 0 0,-1 0 0 0 0,1-1 0 0 0,0 0 0 0 0,0 1 0 0 0,0-1 0 0 0,-1 0 0 0 0,1 0 0 0 0,-1 0 0 0 0,3-1 0 0 0,2-4-40 0 0,1 1-1 0 0,-1-1 0 0 0,0 0 1 0 0,0 0-1 0 0,-1-1 1 0 0,0 1-1 0 0,6-11 0 0 0,7-17-73 0 0,-1 0 0 0 0,-2 0 0 0 0,-1-2 0 0 0,-2 0 0 0 0,-2 0 0 0 0,-1-1 0 0 0,-1 0 0 0 0,-3 0 0 0 0,2-55 0 0 0,-7 91 68 0 0,1-18 617 0 0,0 18 83 0 0,-1 12-130 0 0,1 36-96 0 0,3 0 0 0 0,1-1-1 0 0,3 1 1 0 0,14 48 0 0 0,-15-73-780 0 0,2 1 1 0 0,0-1-1 0 0,1-1 1 0 0,1 0 0 0 0,1 0-1 0 0,1-1 1 0 0,20 23-1 0 0,-22-30-6636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26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6 360 12443 0 0,'-6'3'3636'0'0,"7"-3"-3517"0"0,-1 1 0 0 0,0-1-1 0 0,0 1 1 0 0,0-1 0 0 0,1 1-1 0 0,-1-1 1 0 0,0 0 0 0 0,1 1-1 0 0,-1-1 1 0 0,1 1-1 0 0,-1-1 1 0 0,0 0 0 0 0,1 1-1 0 0,-1-1 1 0 0,1 0 0 0 0,-1 1-1 0 0,1-1 1 0 0,-1 0 0 0 0,1 0-1 0 0,-1 0 1 0 0,1 1 0 0 0,-1-1-1 0 0,1 0 1 0 0,-1 0-1 0 0,2 0 1 0 0,16 6-28 0 0,0 0 0 0 0,0-2 0 0 0,1 0 0 0 0,-1-1 0 0 0,1 0 0 0 0,0-2 0 0 0,0 0 0 0 0,34-4 0 0 0,11-6 680 0 0,80-21 0 0 0,-87 16-322 0 0,101-11 0 0 0,-35 16-176 0 0,238-10 777 0 0,-11 4-858 0 0,-143 5 70 0 0,159-16 2 0 0,54-13 144 0 0,-259 27-323 0 0,97 2-44 0 0,-82 5-18 0 0,58 1-22 0 0,77-6 134 0 0,41-6-91 0 0,-138 8-24 0 0,447 20-9 0 0,-583-6 9 0 0,-15 0-3 0 0,65-3-1 0 0,350-35 121 0 0,-419 27-126 0 0,187-18 162 0 0,113-7-26 0 0,0 29 210 0 0,-257 7-191 0 0,-1-5 0 0 0,1-4 0 0 0,172-27 0 0 0,-273 30-156 0 0,1-1-1 0 0,-1 1 1 0 0,0 0 0 0 0,0-1 0 0 0,1 1 0 0 0,-1 0 0 0 0,0-1 0 0 0,0 0 0 0 0,0 1 0 0 0,0-1-1 0 0,0 0 1 0 0,2-1 0 0 0,-3 2-26 0 0,0 0 0 0 0,1-1 0 0 0,-1 1 0 0 0,0 0 0 0 0,0-1 0 0 0,0 1 0 0 0,1 0 0 0 0,-1-1 0 0 0,0 1 0 0 0,0-1 0 0 0,0 1 0 0 0,0 0 0 0 0,0-1 0 0 0,0 1 0 0 0,0-1 0 0 0,0 1 0 0 0,0 0 1 0 0,0-1-1 0 0,0 1 0 0 0,0-1 0 0 0,0 1 0 0 0,0 0 0 0 0,0-1 0 0 0,0 1 0 0 0,-1-1 0 0 0,0-1-109 0 0,0 1 1 0 0,0-1 0 0 0,0 1 0 0 0,-1-1 0 0 0,1 1 0 0 0,0 0-1 0 0,-1-1 1 0 0,1 1 0 0 0,-1 0 0 0 0,0 0 0 0 0,1 0-1 0 0,-1 0 1 0 0,0 0 0 0 0,-2 0 0 0 0,-17-6-927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27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37 389 15955 0 0,'-4'-1'242'0'0,"1"0"-1"0"0,-1 0 0 0 0,1-1 1 0 0,0 1-1 0 0,-1-1 0 0 0,1 0 1 0 0,-4-3-1 0 0,6 4-221 0 0,1 1 0 0 0,-1-1 0 0 0,1 0 0 0 0,-1 1-1 0 0,1-1 1 0 0,-1 0 0 0 0,1 0 0 0 0,0 1 0 0 0,-1-1 0 0 0,1 0 0 0 0,0 0-1 0 0,0 1 1 0 0,-1-1 0 0 0,1 0 0 0 0,0 0 0 0 0,0 0 0 0 0,0 1-1 0 0,0-1 1 0 0,0 0 0 0 0,0 0 0 0 0,0 0 0 0 0,0 1 0 0 0,1-1 0 0 0,-1 0-1 0 0,0 0 1 0 0,0 0 0 0 0,1 1 0 0 0,-1-1 0 0 0,0 0 0 0 0,1 0 0 0 0,-1 1-1 0 0,1-1 1 0 0,-1 0 0 0 0,1 1 0 0 0,-1-1 0 0 0,1 1 0 0 0,-1-1-1 0 0,1 1 1 0 0,0-1 0 0 0,0 0 0 0 0,2-1-3 0 0,0 0 0 0 0,0 0 0 0 0,0 0 1 0 0,0 0-1 0 0,0 1 0 0 0,0-1 0 0 0,0 1 0 0 0,0 0 0 0 0,1 0 1 0 0,-1 0-1 0 0,1 1 0 0 0,-1-1 0 0 0,0 1 0 0 0,6 0 0 0 0,55 3 1362 0 0,-33-1-743 0 0,377-4 1632 0 0,60-37-1270 0 0,-319 24-648 0 0,212-36-100 0 0,-266 36-115 0 0,199-37-57 0 0,253-33 524 0 0,24 50-193 0 0,-43 16-320 0 0,-99 1 323 0 0,-30 24-302 0 0,121-5 551 0 0,14 3-661 0 0,-450-1 0 0 0,217-2 38 0 0,84 5 148 0 0,-165 10-192 0 0,167 9 444 0 0,-273-24-266 0 0,135-16 0 0 0,-246 15-405 0 0,0 0 0 0 0,0 0-1 0 0,-1-1 1 0 0,1 0 0 0 0,0 1 0 0 0,-1-1 0 0 0,1 0-1 0 0,-1 0 1 0 0,4-2 0 0 0,-6 3 119 0 0,1 0 1 0 0,-1-1-1 0 0,0 1 0 0 0,1 0 1 0 0,-1-1-1 0 0,0 1 1 0 0,0 0-1 0 0,1-1 0 0 0,-1 1 1 0 0,0 0-1 0 0,0-1 0 0 0,0 1 1 0 0,0-1-1 0 0,1 1 1 0 0,-1-1-1 0 0,0 1 0 0 0,0 0 1 0 0,0-1-1 0 0,0 1 0 0 0,0-1 1 0 0,0 1-1 0 0,0 0 1 0 0,0-2-1 0 0,-9-13-3486 0 0,-2 1-4857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29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322 197 7370 0 0,'-25'-62'1141'0'0,"22"50"-1140"0"0,-2 0 0 0 0,1 0 0 0 0,-1 0 0 0 0,-1 1 0 0 0,0 0 0 0 0,-1 0 0 0 0,0 1 0 0 0,-16-19 0 0 0,22 27-3 0 0,-1 1 0 0 0,0 0-1 0 0,1-1 1 0 0,-1 1 0 0 0,0 0-1 0 0,0 0 1 0 0,0 0-1 0 0,0 0 1 0 0,0 1 0 0 0,0-1-1 0 0,0 0 1 0 0,0 1-1 0 0,0-1 1 0 0,0 1 0 0 0,0 0-1 0 0,0 0 1 0 0,0 0-1 0 0,0 0 1 0 0,0 0 0 0 0,-3 1-1 0 0,1 0 130 0 0,0 0 0 0 0,1 0-1 0 0,-1 1 1 0 0,0 0-1 0 0,1-1 1 0 0,0 1 0 0 0,-1 1-1 0 0,1-1 1 0 0,0 0 0 0 0,-4 4-1 0 0,-1 3 329 0 0,-1 0-1 0 0,2 0 1 0 0,-1 1 0 0 0,1 0-1 0 0,1 0 1 0 0,-7 13-1 0 0,-4 15 363 0 0,2 1-1 0 0,1 0 0 0 0,-14 64 0 0 0,23-78-553 0 0,1 1-1 0 0,2 0 1 0 0,0 0-1 0 0,1 0 1 0 0,2 0-1 0 0,7 48 1 0 0,-7-69-209 0 0,0 0-1 0 0,0 0 1 0 0,1-1 0 0 0,-1 1 0 0 0,1 0-1 0 0,0-1 1 0 0,1 1 0 0 0,-1-1 0 0 0,7 8-1 0 0,-8-11-42 0 0,-1 0 0 0 0,1 0 0 0 0,0-1 0 0 0,0 1 0 0 0,0 0 0 0 0,0 0 0 0 0,0-1 0 0 0,0 1 0 0 0,1-1 0 0 0,-1 1 0 0 0,0-1 0 0 0,0 1 0 0 0,0-1 0 0 0,1 0 0 0 0,-1 1 0 0 0,0-1-1 0 0,2 0 1 0 0,-1 0 2 0 0,0-1 0 0 0,-1 1-1 0 0,1 0 1 0 0,0-1-1 0 0,0 0 1 0 0,-1 1 0 0 0,1-1-1 0 0,0 0 1 0 0,-1 0-1 0 0,1 0 1 0 0,-1 0 0 0 0,1 0-1 0 0,-1 0 1 0 0,0 0-1 0 0,2-3 1 0 0,9-9 15 0 0,0 0 1 0 0,-2-1-1 0 0,1 0 0 0 0,-2-1 1 0 0,0-1-1 0 0,-1 1 0 0 0,-1-1 1 0 0,0-1-1 0 0,7-24 0 0 0,-1-11-86 0 0,11-95 0 0 0,-40 421 1838 0 0,9-98-1137 0 0,-22 80 628 0 0,3-55-766 0 0,26-200-530 0 0,0 0-1 0 0,0 0 1 0 0,0 0-1 0 0,0 0 0 0 0,0 0 1 0 0,0 0-1 0 0,0 0 1 0 0,0-1-1 0 0,0 1 1 0 0,0 0-1 0 0,0 0 0 0 0,1 0 1 0 0,-1 0-1 0 0,0 0 1 0 0,1-1-1 0 0,0 3 0 0 0,-1-3-51 0 0,0 0 0 0 0,1 0-1 0 0,-1 0 1 0 0,0 0-1 0 0,1 0 1 0 0,-1 0-1 0 0,0 0 1 0 0,1 0 0 0 0,-1 0-1 0 0,0 0 1 0 0,1 0-1 0 0,-1 0 1 0 0,0 0 0 0 0,1 0-1 0 0,-1 0 1 0 0,0 0-1 0 0,0 0 1 0 0,1-1-1 0 0,-1 1 1 0 0,0 0 0 0 0,1 0-1 0 0,-1 0 1 0 0,0 0-1 0 0,0-1 1 0 0,1 1-1 0 0,-1 0 1 0 0,0 0 0 0 0,1-1-1 0 0,18-24-4330 0 0,-10 5 2553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29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14 18436 0 0,'-2'0'143'0'0,"0"-1"1"0"0,0 0 0 0 0,0 0-1 0 0,0 1 1 0 0,1-1-1 0 0,-1 1 1 0 0,0 0-1 0 0,0 0 1 0 0,0-1-1 0 0,0 1 1 0 0,0 0 0 0 0,0 1-1 0 0,0-1 1 0 0,0 0-1 0 0,0 0 1 0 0,0 1-1 0 0,1-1 1 0 0,-1 1-1 0 0,0 0 1 0 0,0 0-1 0 0,0-1 1 0 0,-1 2 0 0 0,0 1-110 0 0,0 0 0 0 0,1 0 0 0 0,-1 0-1 0 0,1 0 1 0 0,0 0 0 0 0,0 0 0 0 0,0 1 0 0 0,0-1 0 0 0,1 1 0 0 0,-3 6 0 0 0,-11 39-492 0 0,3 1-1 0 0,-11 77 0 0 0,19-98 552 0 0,2-21-78 0 0,-9 85 681 0 0,10-83-575 0 0,1 1 0 0 0,0 0 0 0 0,1 0 0 0 0,0 0 0 0 0,0-1 0 0 0,5 16 0 0 0,-5-25-116 0 0,-1 0-1 0 0,0 0 1 0 0,0 0-1 0 0,1 1 1 0 0,-1-1-1 0 0,1 0 1 0 0,-1 0 0 0 0,1 0-1 0 0,-1 0 1 0 0,1 0-1 0 0,-1 0 1 0 0,1-1-1 0 0,0 1 1 0 0,0 0-1 0 0,-1 0 1 0 0,1 0 0 0 0,0-1-1 0 0,0 1 1 0 0,0 0-1 0 0,0-1 1 0 0,0 1-1 0 0,0-1 1 0 0,0 1-1 0 0,0-1 1 0 0,2 1-1 0 0,-2-1-17 0 0,1 0-1 0 0,-1 0 1 0 0,0-1-1 0 0,1 1 0 0 0,-1-1 1 0 0,1 1-1 0 0,-1-1 0 0 0,0 1 1 0 0,0-1-1 0 0,1 0 1 0 0,-1 0-1 0 0,0 0 0 0 0,0 1 1 0 0,0-1-1 0 0,0 0 1 0 0,2-2-1 0 0,4-6-108 0 0,0 0-1 0 0,0 0 1 0 0,9-18-1 0 0,-2-1-75 0 0,-1-1-1 0 0,-1 0 1 0 0,-2-1 0 0 0,7-34-1 0 0,18-128 49 0 0,-23 121 268 0 0,-11 54 414 0 0,-5 28 264 0 0,-6 28-79 0 0,2 9-597 0 0,2 0 0 0 0,2 1 1 0 0,3 61-1 0 0,2-102-178 0 0,3 54 300 0 0,-3-58-337 0 0,-1 0-1 0 0,1 1 1 0 0,0-1 0 0 0,1 0 0 0 0,-1 0-1 0 0,1 0 1 0 0,-1 0 0 0 0,1 0 0 0 0,1-1 0 0 0,-1 1-1 0 0,5 5 1 0 0,4-3-2592 0 0,-6-6 1124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30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13 443 21573 0 0,'-12'1'1728'0'0,"12"-2"-1168"0"0,17-7-1238 0 0,0 1 353 0 0,6-7-194 0 0,-1-1-1 0 0,0-1 0 0 0,19-18 1 0 0,-21 15 748 0 0,0-1 1 0 0,-2 0-1 0 0,0-2 1 0 0,-1 0-1 0 0,18-32 1 0 0,-31 45-155 0 0,0 0 0 0 0,0 0 0 0 0,-1 0 0 0 0,0-1 0 0 0,0 1 0 0 0,-1-1 0 0 0,1-14 0 0 0,-2 18-58 0 0,-1 0 0 0 0,0 0-1 0 0,0 0 1 0 0,-1 1-1 0 0,1-1 1 0 0,-1 0-1 0 0,-1 0 1 0 0,1 1-1 0 0,-1-1 1 0 0,0 1-1 0 0,0-1 1 0 0,0 1-1 0 0,-6-9 1 0 0,7 13-14 0 0,0 0 0 0 0,1 0 0 0 0,-1 0 0 0 0,0 0 1 0 0,0 0-1 0 0,0 0 0 0 0,0 0 0 0 0,0 0 0 0 0,0 0 0 0 0,0 1 0 0 0,0-1 1 0 0,0 1-1 0 0,0-1 0 0 0,-1 0 0 0 0,1 1 0 0 0,0 0 0 0 0,0-1 0 0 0,-1 1 1 0 0,1 0-1 0 0,0 0 0 0 0,0-1 0 0 0,-1 1 0 0 0,0 0 0 0 0,-1 1 2 0 0,1-1 0 0 0,-1 1-1 0 0,1 0 1 0 0,0 0 0 0 0,-1 0 0 0 0,1 0-1 0 0,0 0 1 0 0,0 0 0 0 0,-1 0 0 0 0,1 1-1 0 0,-2 1 1 0 0,-3 3 18 0 0,1 0 0 0 0,0 1 0 0 0,0-1 0 0 0,0 1-1 0 0,-7 13 1 0 0,1 2-4 0 0,1 2-1 0 0,1-1 1 0 0,1 2 0 0 0,1-1-1 0 0,-5 29 1 0 0,3 2 5 0 0,-4 74 0 0 0,12-105 8 0 0,3 43 0 0 0,0-59-30 0 0,0 0 0 0 0,0 0 0 0 0,1 0 0 0 0,0 0 0 0 0,0-1 0 0 0,1 1-1 0 0,0 0 1 0 0,0-1 0 0 0,5 8 0 0 0,-7-14-9 0 0,0 0 0 0 0,0 1 0 0 0,0-1 0 0 0,1 0 0 0 0,-1 0 0 0 0,0 0-1 0 0,0 0 1 0 0,1 0 0 0 0,-1 0 0 0 0,0 0 0 0 0,1-1 0 0 0,-1 1 0 0 0,1 0 0 0 0,-1-1 0 0 0,1 1 0 0 0,0-1 0 0 0,-1 1 0 0 0,1-1 0 0 0,-1 0 0 0 0,1 0-1 0 0,0 0 1 0 0,-1 0 0 0 0,1 0 0 0 0,-1 0 0 0 0,1 0 0 0 0,0 0 0 0 0,-1-1 0 0 0,1 1 0 0 0,-1-1 0 0 0,1 1 0 0 0,-1-1 0 0 0,1 0 0 0 0,-1 1-1 0 0,1-1 1 0 0,-1 0 0 0 0,3-2 0 0 0,6-4-37 0 0,0 0 0 0 0,0-1-1 0 0,15-16 1 0 0,-17 16 11 0 0,13-14-149 0 0,0-1 0 0 0,-2-1 1 0 0,29-46-1 0 0,37-86-782 0 0,-83 151 966 0 0,0 0 0 0 0,1 1 0 0 0,0-1 0 0 0,0 0 0 0 0,0 1 0 0 0,7-7 0 0 0,-9 11 6 0 0,-1-1-1 0 0,1 0 0 0 0,0 1 0 0 0,-1-1 0 0 0,1 1 1 0 0,0 0-1 0 0,0-1 0 0 0,0 1 0 0 0,-1 0 0 0 0,1-1 1 0 0,0 1-1 0 0,0 0 0 0 0,0 0 0 0 0,0 0 0 0 0,-1 0 1 0 0,1 0-1 0 0,0 0 0 0 0,0 0 0 0 0,1 0 0 0 0,-1 0 9 0 0,1 1 0 0 0,-1 0 0 0 0,0-1 0 0 0,1 1 0 0 0,-1 0 0 0 0,0 0 0 0 0,0 0 0 0 0,0 0 0 0 0,0 0 0 0 0,0 0 0 0 0,0 0 0 0 0,0 0 0 0 0,0 0-1 0 0,0 0 1 0 0,1 3 0 0 0,7 13 41 0 0,-1 1 1 0 0,0 0-1 0 0,-1 1 0 0 0,-1 0 0 0 0,-1 0 0 0 0,-1 0 0 0 0,0 1 0 0 0,-2-1 0 0 0,0 1 1 0 0,-1 0-1 0 0,-3 28 0 0 0,3-47-30 0 0,-1 0 0 0 0,0 1 0 0 0,-1-1 0 0 0,1 0 1 0 0,0 0-1 0 0,0 1 0 0 0,0-1 0 0 0,-1 0 0 0 0,1 0 0 0 0,-1 0 1 0 0,1 1-1 0 0,-1-1 0 0 0,1 0 0 0 0,-1 0 0 0 0,0 0 0 0 0,1 0 1 0 0,-1 0-1 0 0,-1 1 0 0 0,-6-3 343 0 0,0-13-168 0 0,2-1-125 0 0,1-1 0 0 0,1 1 0 0 0,1-1 0 0 0,0 0 0 0 0,1 0-1 0 0,1 0 1 0 0,0 0 0 0 0,3-25 0 0 0,-1 27-19 0 0,0 1 0 0 0,1 0 0 0 0,1-1-1 0 0,1 1 1 0 0,-1 0 0 0 0,2 0 0 0 0,0 1 0 0 0,0 0 0 0 0,2-1-1 0 0,11-16 1 0 0,-12 21-232 0 0,1 1 0 0 0,0-1 0 0 0,1 2 0 0 0,-1-1 0 0 0,1 1-1 0 0,1 0 1 0 0,-1 1 0 0 0,1 0 0 0 0,0 0 0 0 0,0 1 0 0 0,0 0 0 0 0,17-4-1 0 0,-21 6 83 0 0,1 1-1 0 0,-1 0 1 0 0,1 0-1 0 0,-1 0 0 0 0,1 1 1 0 0,-1-1-1 0 0,1 1 0 0 0,-1 1 1 0 0,1-1-1 0 0,-1 1 1 0 0,1 0-1 0 0,-1 0 0 0 0,0 0 1 0 0,1 1-1 0 0,-1 0 0 0 0,0 0 1 0 0,0 1-1 0 0,0-1 0 0 0,0 1 1 0 0,-1 0-1 0 0,1 0 1 0 0,-1 0-1 0 0,1 1 0 0 0,4 5 1 0 0,-6-5 76 0 0,0 0 1 0 0,-1 0-1 0 0,0 1 1 0 0,0-1-1 0 0,0 0 1 0 0,0 1-1 0 0,-1-1 1 0 0,1 1-1 0 0,-1 0 1 0 0,-1 0-1 0 0,1-1 1 0 0,0 1-1 0 0,-1 5 1 0 0,0 11 170 0 0,-5 36 0 0 0,1-25-46 0 0,2-7 109 0 0,1-1-1 0 0,1 0 1 0 0,1 1 0 0 0,5 29-1 0 0,-5-48-161 0 0,0 0 1 0 0,1-1-1 0 0,-1 1 1 0 0,1 0-1 0 0,0 0 0 0 0,1-1 1 0 0,-1 1-1 0 0,1-1 0 0 0,0 0 1 0 0,1 0-1 0 0,-1 0 1 0 0,1 0-1 0 0,0-1 0 0 0,0 1 1 0 0,0-1-1 0 0,1 0 1 0 0,-1 0-1 0 0,1-1 0 0 0,0 1 1 0 0,0-1-1 0 0,0 0 1 0 0,10 3-1 0 0,-11-5-11 0 0,0 0 0 0 0,-1-1 0 0 0,1 0 0 0 0,0 1 0 0 0,0-2 0 0 0,0 1 0 0 0,0 0 0 0 0,0-1 0 0 0,0 1 0 0 0,-1-1 0 0 0,1 0 0 0 0,0-1 0 0 0,-1 1 0 0 0,1-1 0 0 0,0 1 0 0 0,-1-1 0 0 0,0 0 0 0 0,1 0 0 0 0,-1-1 0 0 0,3-2 0 0 0,6-4 152 0 0,-1-1 1 0 0,0-1-1 0 0,17-22 1 0 0,-19 21-85 0 0,0 0 1 0 0,-1-1 0 0 0,-1 0-1 0 0,0 0 1 0 0,-1-1-1 0 0,-1 1 1 0 0,0-2-1 0 0,0 1 1 0 0,-2 0-1 0 0,3-18 1 0 0,-4 22-59 0 0,-2-1 0 0 0,1 1 0 0 0,-1-1 0 0 0,-1 0 0 0 0,0 1 0 0 0,0-1 0 0 0,-1 1 0 0 0,0 0 0 0 0,-1-1 0 0 0,0 1 0 0 0,-1 0 0 0 0,0 1 1 0 0,-1-1-1 0 0,0 1 0 0 0,-6-10 0 0 0,9 16-86 0 0,0 0 0 0 0,0 0 0 0 0,-1 1 0 0 0,1-1 0 0 0,-1 1 0 0 0,1-1 0 0 0,-1 1 0 0 0,0 0 0 0 0,0 0 1 0 0,0 0-1 0 0,0 0 0 0 0,0 0 0 0 0,0 1 0 0 0,0 0 0 0 0,-1-1 0 0 0,1 1 0 0 0,-1 0 0 0 0,1 1 0 0 0,-1-1 0 0 0,-5 0 0 0 0,4 2-196 0 0,1-1 0 0 0,-1 1 0 0 0,0 0-1 0 0,0 0 1 0 0,0 0 0 0 0,0 1 0 0 0,1 0-1 0 0,-1 0 1 0 0,1 0 0 0 0,-1 0 0 0 0,1 1-1 0 0,0 0 1 0 0,0 0 0 0 0,-4 3 0 0 0,-21 20-1549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31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33 2761 0 0,'-11'-13'-4'0'0,"-8"-6"13756"0"0,18 19-13688 0 0,1 0 1 0 0,0 0-1 0 0,0 0 1 0 0,-1 0-1 0 0,1 0 0 0 0,0 0 1 0 0,-1 0-1 0 0,1 0 1 0 0,0 0-1 0 0,0 0 1 0 0,-1 0-1 0 0,1 0 0 0 0,0 1 1 0 0,0-1-1 0 0,-1 0 1 0 0,1 0-1 0 0,0 0 1 0 0,0 0-1 0 0,0 1 0 0 0,-1-1 1 0 0,1 0-1 0 0,0 0 1 0 0,0 0-1 0 0,0 1 1 0 0,0-1-1 0 0,-1 0 0 0 0,1 0 1 0 0,0 1-1 0 0,0-1 1 0 0,0 0-1 0 0,0 1 0 0 0,0-1 1 0 0,0 0-1 0 0,0 0 1 0 0,0 1-1 0 0,0-1 1 0 0,0 0-1 0 0,0 1 0 0 0,0-1 1 0 0,0 0-1 0 0,0 0 1 0 0,0 1-1 0 0,-2 15 326 0 0,2-15-308 0 0,1 56 395 0 0,14 103 0 0 0,-6-83-231 0 0,-3-18-108 0 0,6 62 788 0 0,30 133 0 0 0,-41-249-1128 0 0,5 19-1738 0 0,-4-20 784 0 0,-1-13 286 0 0,-1 2-611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31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16131 0 0,'-2'1'546'0'0,"6"1"299"0"0,16 3 1283 0 0,29 5 675 0 0,-7-8-2673 0 0,53-4 0 0 0,-51 0 113 0 0,51 3 0 0 0,-81 1-209 0 0,-1-1 0 0 0,1 2 0 0 0,-1 0 1 0 0,1 0-1 0 0,-1 1 0 0 0,0 1 1 0 0,24 12-1 0 0,-37-16-14 0 0,1-1 0 0 0,-1 1 0 0 0,1 0 0 0 0,-1-1-1 0 0,1 1 1 0 0,-1-1 0 0 0,1 1 0 0 0,-1 0 0 0 0,1-1 0 0 0,-1 1 0 0 0,0 0 0 0 0,1 0 0 0 0,-1-1-1 0 0,0 1 1 0 0,0 0 0 0 0,1 0 0 0 0,-1 0 0 0 0,0-1 0 0 0,0 1 0 0 0,0 0 0 0 0,0 0 0 0 0,0 0-1 0 0,0-1 1 0 0,0 1 0 0 0,0 0 0 0 0,-1 0 0 0 0,1 0 0 0 0,0-1 0 0 0,0 1 0 0 0,-1 0 0 0 0,1 0-1 0 0,0-1 1 0 0,-1 1 0 0 0,1 0 0 0 0,-1-1 0 0 0,1 1 0 0 0,-1 0 0 0 0,1-1 0 0 0,-1 1 0 0 0,0-1-1 0 0,0 1 1 0 0,-26 27 523 0 0,25-26-527 0 0,-123 120 675 0 0,107-102-843 0 0,1 1 1 0 0,1 1-1 0 0,1 0 1 0 0,-17 35-1 0 0,24-31-417 0 0,8-13-1203 0 0,0-12 1638 0 0,0-1 0 0 0,0 0-1 0 0,0 0 1 0 0,0 1-1 0 0,0-1 1 0 0,0 0-1 0 0,0 0 1 0 0,1 0 0 0 0,-1 1-1 0 0,0-1 1 0 0,0 0-1 0 0,0 0 1 0 0,0 0-1 0 0,1 0 1 0 0,-1 0 0 0 0,0 1-1 0 0,0-1 1 0 0,0 0-1 0 0,1 0 1 0 0,-1 0-1 0 0,0 0 1 0 0,0 0 0 0 0,1 0-1 0 0,-1 0 1 0 0,0 0-1 0 0,0 0 1 0 0,1 0-1 0 0,-1 0 1 0 0,0 0 0 0 0,0 0-1 0 0,1 0 1 0 0,-1 0-1 0 0,0 0 1 0 0,0 0-1 0 0,1 0 1 0 0,-1 0 0 0 0,0 0-1 0 0,0 0 1 0 0,1 0-1 0 0,5-5-2240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32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17972 0 0,'-7'44'3845'0'0,"13"17"-1751"0"0,0 37-2122 0 0,-6-85-8 0 0,0 0 1 0 0,-1 0-1 0 0,-1 0 0 0 0,0 0 1 0 0,-6 17-1 0 0,4-22 183 0 0,4-8-190 0 0,0 1-1 0 0,0-1 0 0 0,0 0 0 0 0,0 0 0 0 0,0 0 0 0 0,0 0 1 0 0,0 0-1 0 0,0 0 0 0 0,0 0 0 0 0,0 0 0 0 0,0 0 1 0 0,0 1-1 0 0,0-1 0 0 0,0 0 0 0 0,-1 0 0 0 0,1 0 0 0 0,0 0 1 0 0,0 0-1 0 0,0 0 0 0 0,0 0 0 0 0,0 0 0 0 0,0 0 1 0 0,0 0-1 0 0,0 0 0 0 0,0 0 0 0 0,0 0 0 0 0,-1 0 0 0 0,1 0 1 0 0,0 0-1 0 0,0 0 0 0 0,0 0 0 0 0,0 0 0 0 0,0 0 1 0 0,0 0-1 0 0,0 0 0 0 0,0 0 0 0 0,-1 0 0 0 0,1 0 0 0 0,0 0 1 0 0,0 0-1 0 0,0 0 0 0 0,0 0 0 0 0,0 0 0 0 0,0 0 1 0 0,0 0-1 0 0,0 0 0 0 0,0 0 0 0 0,-1 0 0 0 0,1 0 0 0 0,0 0 1 0 0,0 0-1 0 0,0 0 0 0 0,0 0 0 0 0,0 0 0 0 0,0-1 1 0 0,0 1-1 0 0,0 0 0 0 0,0 0 0 0 0,0 0 0 0 0,0 0 0 0 0,0 0 1 0 0,0 0-1 0 0,0 0 0 0 0,0 0 0 0 0,0-1 0 0 0,-2-4-1484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32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21052 0 0,'-6'1'929'0'0,"2"1"199"0"0,1-1-904 0 0,2 0-224 0 0,2 1 0 0 0,1-1 0 0 0,2 2 0 0 0,1 2-128 0 0,8 2 8 0 0,2 6 8 0 0,0-1-1873 0 0,2 2-367 0 0,-4-2-81 0 0,0 2-7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32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21661 0 0,'-7'1'1143'0'0,"-6"2"549"0"0,13-2-1689 0 0,0-1 0 0 0,1 1-1 0 0,-1-1 1 0 0,0 1-1 0 0,0-1 1 0 0,1 0-1 0 0,-1 1 1 0 0,0-1 0 0 0,1 1-1 0 0,-1-1 1 0 0,1 0-1 0 0,-1 1 1 0 0,0-1 0 0 0,1 0-1 0 0,-1 1 1 0 0,1-1-1 0 0,-1 0 1 0 0,1 0 0 0 0,-1 1-1 0 0,1-1 1 0 0,-1 0-1 0 0,1 0 1 0 0,-1 0 0 0 0,1 0-1 0 0,0 0 1 0 0,38 16-358 0 0,-29-13 236 0 0,-1 0-1 0 0,1 1 1 0 0,-1 1-1 0 0,0 0 1 0 0,0 0-1 0 0,0 0 1 0 0,10 9-1 0 0,-13-8 152 0 0,1 0 0 0 0,-1 0 1 0 0,0 1-1 0 0,-1-1 0 0 0,6 9 0 0 0,-9-12-23 0 0,-1 0-1 0 0,0 0 1 0 0,0 1 0 0 0,0-1-1 0 0,0 0 1 0 0,0 0-1 0 0,0 0 1 0 0,-1 1-1 0 0,0-1 1 0 0,0 0-1 0 0,0 1 1 0 0,0-1 0 0 0,0 0-1 0 0,0 1 1 0 0,-1-1-1 0 0,-1 5 1 0 0,-5 14-90 0 0,-1-1 1 0 0,-16 31-1 0 0,14-32 443 0 0,1 0 1 0 0,-11 38-1 0 0,19-56-343 0 0,0 1 83 0 0,0 1-1 0 0,0 0 1 0 0,1 0-1 0 0,-1 0 0 0 0,1 0 1 0 0,0 6-1 0 0,0-9-90 0 0,0 0 0 0 0,1 0-1 0 0,-1 0 1 0 0,0 0 0 0 0,1-1-1 0 0,-1 1 1 0 0,0 0 0 0 0,1 0-1 0 0,-1-1 1 0 0,1 1-1 0 0,-1 0 1 0 0,1-1 0 0 0,0 1-1 0 0,-1 0 1 0 0,1-1 0 0 0,0 1-1 0 0,-1-1 1 0 0,1 1 0 0 0,0-1-1 0 0,0 1 1 0 0,-1-1 0 0 0,1 0-1 0 0,0 1 1 0 0,0-1-1 0 0,0 0 1 0 0,0 0 0 0 0,-1 1-1 0 0,1-1 1 0 0,0 0 0 0 0,0 0-1 0 0,0 0 1 0 0,0 0 0 0 0,0 0-1 0 0,-1 0 1 0 0,1 0-1 0 0,2-1 1 0 0,10-1-13 0 0,0 0 0 0 0,-1-1 1 0 0,1 0-1 0 0,0-1 0 0 0,-1-1 0 0 0,0 0 0 0 0,0 0 0 0 0,0-2 1 0 0,20-13-1 0 0,-4-1-496 0 0,-2 0 0 0 0,39-41 0 0 0,-50 45-1801 0 0,25-36-1 0 0,-24 30 591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32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18436 0 0,'-1'0'174'0'0,"1"0"0"0"0,-1 1 0 0 0,1-1 0 0 0,0 0 0 0 0,-1 0 0 0 0,1 0 0 0 0,0 0 0 0 0,-1 0 0 0 0,1 0 0 0 0,-1 1 0 0 0,1-1-1 0 0,0 0 1 0 0,0 0 0 0 0,-1 1 0 0 0,1-1 0 0 0,0 0 0 0 0,-1 0 0 0 0,1 1 0 0 0,0-1 0 0 0,0 0 0 0 0,-1 1 0 0 0,1-1 0 0 0,0 0 0 0 0,0 1 0 0 0,0-1 0 0 0,0 0 0 0 0,-1 1 0 0 0,1-1 0 0 0,0 1 0 0 0,0-1 0 0 0,0 0 0 0 0,0 1 0 0 0,0 0 0 0 0,12 4 802 0 0,23-3-1754 0 0,20-10 782 0 0,-42 5-6 0 0,1 1 1 0 0,-1 0-1 0 0,0 1 1 0 0,1 0-1 0 0,-1 1 0 0 0,1 0 1 0 0,-1 1-1 0 0,23 5 1 0 0,-35-5 2 0 0,0-1 1 0 0,0 0 0 0 0,-1 1 0 0 0,1-1 0 0 0,0 1-1 0 0,0-1 1 0 0,0 1 0 0 0,-1-1 0 0 0,1 1 0 0 0,0 0-1 0 0,0-1 1 0 0,-1 1 0 0 0,1 0 0 0 0,-1-1 0 0 0,1 1 0 0 0,0 0-1 0 0,-1 0 1 0 0,0 0 0 0 0,1 0 0 0 0,-1 0 0 0 0,1-1-1 0 0,-1 1 1 0 0,0 0 0 0 0,0 0 0 0 0,0 0 0 0 0,1 0-1 0 0,-1 0 1 0 0,0 0 0 0 0,0 0 0 0 0,0 0 0 0 0,0 0-1 0 0,-1 0 1 0 0,1 0 0 0 0,0 0 0 0 0,0 0 0 0 0,0 0 0 0 0,-1 0-1 0 0,1 0 1 0 0,-1-1 0 0 0,1 1 0 0 0,0 0 0 0 0,-1 0-1 0 0,0 0 1 0 0,0 0 0 0 0,-4 8-5 0 0,-1 0-1 0 0,0-1 1 0 0,-9 12 0 0 0,6-10 9 0 0,-14 21 213 0 0,-23 41-1 0 0,40-63-143 0 0,1 1 0 0 0,1 0-1 0 0,-1 0 1 0 0,2 0 0 0 0,0 0 0 0 0,0 1-1 0 0,0-1 1 0 0,2 1 0 0 0,-2 14 0 0 0,3-24-114 0 0,0 1 0 0 0,0-1 0 0 0,0 1 0 0 0,0-1 0 0 0,0 0 1 0 0,0 1-1 0 0,1-1 0 0 0,-1 0 0 0 0,0 1 0 0 0,1-1 0 0 0,0 0 1 0 0,-1 1-1 0 0,1-1 0 0 0,-1 0 0 0 0,1 0 0 0 0,0 0 0 0 0,0 0 1 0 0,0 1-1 0 0,0-1 0 0 0,0 0 0 0 0,0-1 0 0 0,0 1 0 0 0,0 0 1 0 0,0 0-1 0 0,0 0 0 0 0,0-1 0 0 0,1 1 0 0 0,-1 0 0 0 0,0-1 1 0 0,0 1-1 0 0,1-1 0 0 0,-1 1 0 0 0,2-1 0 0 0,2 1-400 0 0,-1-1 0 0 0,1 0-1 0 0,-1 0 1 0 0,0 0 0 0 0,1-1-1 0 0,-1 0 1 0 0,0 1 0 0 0,0-2 0 0 0,8-1-1 0 0,8-5-1440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33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55 17652 0 0,'-6'-6'361'0'0,"0"1"1"0"0,0 0 0 0 0,0 0-1 0 0,0 0 1 0 0,-1 1-1 0 0,0 0 1 0 0,0 0 0 0 0,0 1-1 0 0,0 0 1 0 0,-1 0-1 0 0,-9-2 1 0 0,11 4-372 0 0,0 1 1 0 0,1-1 0 0 0,-1 1-1 0 0,1 0 1 0 0,-1 0-1 0 0,0 0 1 0 0,1 1-1 0 0,-1 0 1 0 0,1 0-1 0 0,-1 0 1 0 0,1 1-1 0 0,-1 0 1 0 0,1 0-1 0 0,0 0 1 0 0,0 1-1 0 0,-7 4 1 0 0,-2 3 12 0 0,1 1-1 0 0,0 0 1 0 0,1 1 0 0 0,0 0 0 0 0,1 0-1 0 0,0 2 1 0 0,1-1 0 0 0,1 1 0 0 0,-14 27-1 0 0,13-21 63 0 0,2 0-1 0 0,0 0 0 0 0,1 1 0 0 0,2 0 1 0 0,0 1-1 0 0,1-1 0 0 0,-1 24 0 0 0,4-40-13 0 0,1-1-1 0 0,0 0 0 0 0,0 1 0 0 0,1-1 0 0 0,-1 1 0 0 0,1-1 1 0 0,0 0-1 0 0,0 0 0 0 0,0 1 0 0 0,1-1 0 0 0,-1 0 1 0 0,1 0-1 0 0,0 0 0 0 0,1-1 0 0 0,-1 1 0 0 0,0 0 0 0 0,6 5 1 0 0,-6-7-42 0 0,1 0 1 0 0,-1-1 0 0 0,0 1 0 0 0,0-1 0 0 0,1 0 0 0 0,-1 0 0 0 0,1 0-1 0 0,0 0 1 0 0,-1 0 0 0 0,1 0 0 0 0,-1-1 0 0 0,1 1 0 0 0,0-1 0 0 0,0 0-1 0 0,-1 1 1 0 0,1-1 0 0 0,0-1 0 0 0,0 1 0 0 0,-1 0 0 0 0,1-1 0 0 0,0 1-1 0 0,-1-1 1 0 0,1 0 0 0 0,0 0 0 0 0,-1 0 0 0 0,1 0 0 0 0,-1 0 0 0 0,0-1-1 0 0,4-1 1 0 0,6-5 31 0 0,1-1-1 0 0,-2-1 0 0 0,1 0 0 0 0,-1 0 0 0 0,16-20 0 0 0,42-63 146 0 0,-25 24-583 0 0,-24 35 402 0 0,38-48 0 0 0,-57 82-11 0 0,-1-1 0 0 0,0 0 0 0 0,0 1 0 0 0,1-1 0 0 0,-1 1 0 0 0,1 0 0 0 0,-1-1 0 0 0,1 1 0 0 0,-1-1 0 0 0,0 1-1 0 0,1-1 1 0 0,-1 1 0 0 0,1 0 0 0 0,0 0 0 0 0,-1-1 0 0 0,1 1 0 0 0,-1 0 0 0 0,1 0 0 0 0,-1-1 0 0 0,1 1 0 0 0,0 0 0 0 0,-1 0 0 0 0,1 0-1 0 0,-1 0 1 0 0,1 0 0 0 0,0 0 0 0 0,-1 0 0 0 0,2 0 0 0 0,-1 1 14 0 0,-1 0-1 0 0,1-1 1 0 0,0 1 0 0 0,-1 0 0 0 0,1 0-1 0 0,0-1 1 0 0,-1 1 0 0 0,1 0-1 0 0,-1 0 1 0 0,1 0 0 0 0,-1 0-1 0 0,0 0 1 0 0,1 0 0 0 0,-1 0 0 0 0,0 2-1 0 0,5 47 516 0 0,-5-41-446 0 0,8 186 706 0 0,-7-111-3502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34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25 245 12643 0 0,'-1'-1'106'0'0,"1"1"0"0"0,-1 0 1 0 0,1-1-1 0 0,-1 1 0 0 0,0 0 0 0 0,1-1 1 0 0,-1 1-1 0 0,1 0 0 0 0,-1 0 0 0 0,0 0 1 0 0,1 0-1 0 0,-1 0 0 0 0,0 0 0 0 0,1-1 1 0 0,-1 2-1 0 0,0-1 0 0 0,0 0 1 0 0,1 0-1 0 0,-1 0 0 0 0,0 0 0 0 0,1 0 1 0 0,-1 0-1 0 0,1 1 0 0 0,-1-1 0 0 0,0 0 1 0 0,1 1-1 0 0,-1-1 0 0 0,1 0 0 0 0,-1 1 1 0 0,1-1-1 0 0,-1 1 0 0 0,1-1 1 0 0,-1 1-1 0 0,1-1 0 0 0,-1 1 0 0 0,1-1 1 0 0,-1 1-1 0 0,1 0 0 0 0,-1 2-98 0 0,1 0 0 0 0,-1 0-1 0 0,1 0 1 0 0,0-1 0 0 0,0 1-1 0 0,1 0 1 0 0,0 5 0 0 0,4 23 147 0 0,1 0 1 0 0,10 31-1 0 0,-11-49-10 0 0,-1 0 0 0 0,2 0 0 0 0,-1-1 0 0 0,2 1 0 0 0,0-1 0 0 0,0-1 0 0 0,12 14 0 0 0,-16-22-110 0 0,0 0 1 0 0,0 1-1 0 0,1-1 1 0 0,-1 0 0 0 0,1-1-1 0 0,0 1 1 0 0,0-1-1 0 0,0 0 1 0 0,0 0 0 0 0,0 0-1 0 0,1 0 1 0 0,-1-1-1 0 0,1 1 1 0 0,-1-1-1 0 0,1 0 1 0 0,4 0 0 0 0,-2-1 61 0 0,1 0 0 0 0,-1-1-1 0 0,0 1 1 0 0,1-1 0 0 0,-1-1 0 0 0,0 0 0 0 0,0 0 0 0 0,0 0 0 0 0,9-5 0 0 0,2-2 180 0 0,0-2 0 0 0,0 0 0 0 0,-1-1 0 0 0,0 0 0 0 0,-1-2 1 0 0,16-17-1 0 0,-17 16-168 0 0,-1-2 0 0 0,-1 1-1 0 0,0-2 1 0 0,-1 0 0 0 0,-1 0 0 0 0,-1-1 0 0 0,-1 0 0 0 0,11-30 0 0 0,-17 40-20 0 0,-1 0 1 0 0,0-1 0 0 0,-1 1-1 0 0,1-1 1 0 0,-2 1-1 0 0,1-1 1 0 0,-1 1-1 0 0,-1-1 1 0 0,-2-12-1 0 0,2 15 7 0 0,-1 0 1 0 0,-1 1-1 0 0,1-1 1 0 0,-1 1-1 0 0,0-1 0 0 0,0 1 1 0 0,-1 0-1 0 0,0 0 1 0 0,0 0-1 0 0,0 0 0 0 0,-1 1 1 0 0,0 0-1 0 0,-10-9 0 0 0,8 9-46 0 0,-1 0-1 0 0,0 0 0 0 0,0 0 0 0 0,0 1 0 0 0,-1 1 1 0 0,1-1-1 0 0,-1 1 0 0 0,0 1 0 0 0,0-1 0 0 0,0 2 1 0 0,0-1-1 0 0,0 1 0 0 0,0 0 0 0 0,0 1 0 0 0,-1 0 0 0 0,1 1 1 0 0,0 0-1 0 0,0 0 0 0 0,0 1 0 0 0,0 0 0 0 0,0 1 1 0 0,-12 5-1 0 0,11-4-153 0 0,0 0 1 0 0,0 1 0 0 0,0 0-1 0 0,0 1 1 0 0,1 0-1 0 0,0 1 1 0 0,0 0-1 0 0,1 0 1 0 0,0 1 0 0 0,0 0-1 0 0,1 0 1 0 0,0 1-1 0 0,0 0 1 0 0,1 0 0 0 0,0 0-1 0 0,0 1 1 0 0,1 0-1 0 0,-4 14 1 0 0,4-5-1531 0 0,5-2-452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44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2 225 12443 0 0,'-1'-3'238'0'0,"1"1"0"0"0,0-1 0 0 0,0 1 0 0 0,0-1 0 0 0,0 0 0 0 0,0 1 1 0 0,1-1-1 0 0,-1 1 0 0 0,1-1 0 0 0,-1 1 0 0 0,1-1 0 0 0,0 1 0 0 0,0-1 0 0 0,0 1 1 0 0,1 0-1 0 0,-1 0 0 0 0,1-1 0 0 0,-1 1 0 0 0,1 0 0 0 0,-1 0 0 0 0,1 0 1 0 0,0 1-1 0 0,0-1 0 0 0,2-1 0 0 0,0 0 31 0 0,0-1 0 0 0,0 2 0 0 0,0-1 0 0 0,0 0 1 0 0,0 1-1 0 0,1 0 0 0 0,-1 0 0 0 0,1 0 0 0 0,0 0 0 0 0,-1 1 0 0 0,1 0 0 0 0,0 0 1 0 0,0 0-1 0 0,5 0 0 0 0,12 1-316 0 0,-1 0 0 0 0,24 3-1 0 0,20 0 210 0 0,371-27 501 0 0,111-4 234 0 0,-147-9-529 0 0,-237 17-260 0 0,167-9-89 0 0,-231 26 75 0 0,134 11 0 0 0,348 7 447 0 0,-407-16-298 0 0,122 8 234 0 0,-212-4-451 0 0,-57-1-82 0 0,-18 0 91 0 0,1-2 0 0 0,0 1 0 0 0,-1-1 0 0 0,1 0 0 0 0,0-1 0 0 0,0 0 0 0 0,-1-1 0 0 0,1 0-1 0 0,9-3 1 0 0,-19 5-46 0 0,1 0 0 0 0,-1 0 0 0 0,0 0 0 0 0,0 0 0 0 0,0 0-1 0 0,1-1 1 0 0,-1 1 0 0 0,0 0 0 0 0,0 0 0 0 0,0 0 0 0 0,0 0 0 0 0,0 0 0 0 0,1 0-1 0 0,-1 0 1 0 0,0-1 0 0 0,0 1 0 0 0,0 0 0 0 0,0 0 0 0 0,0 0 0 0 0,0 0-1 0 0,1-1 1 0 0,-1 1 0 0 0,0 0 0 0 0,0 0 0 0 0,0 0 0 0 0,0 0 0 0 0,0-1-1 0 0,0 1 1 0 0,0 0 0 0 0,0 0 0 0 0,0 0 0 0 0,0-1 0 0 0,0 1 0 0 0,0 0 0 0 0,0 0-1 0 0,0 0 1 0 0,0 0 0 0 0,0-1 0 0 0,0 1 0 0 0,0 0 0 0 0,0 0 0 0 0,0 0-1 0 0,0-1 1 0 0,-1 1 0 0 0,1 0 0 0 0,0 0 0 0 0,0 0 0 0 0,0 0 0 0 0,0 0-1 0 0,0-1 1 0 0,0 1 0 0 0,-1 0 0 0 0,1 0 0 0 0,0 0 0 0 0,0 0 0 0 0,0 0 0 0 0,0 0-1 0 0,0-1 1 0 0,-1 1 0 0 0,1 0 0 0 0,0 0 0 0 0,0 0 0 0 0,0 0 0 0 0,-1 0-1 0 0,-2-2-1668 0 0,1-1-203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46.2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10594 0 0,'2'1'6000'0'0,"2"10"-4019"0"0,2 17-2304 0 0,18 244 2979 0 0,-12-179-2459 0 0,39 147-1 0 0,-13-72-84 0 0,20 73 115 0 0,-30-140 23 0 0,27 207 1 0 0,-51-266-282 0 0,36 540 1211 0 0,-40-491-1004 0 0,-20 145-1 0 0,16-206-94 0 0,-7 82 900 0 0,11-96-711 0 0,0 0 0 0 0,2 0 0 0 0,0 0 0 0 0,7 31 1 0 0,-9-38-242 0 0,-8-13-415 0 0,6 3 266 0 0,1 0-429 0 0,-2-2-156 0 0,-10-10-1492 0 0,3 2-5854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49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148 135 3225 0 0,'-3'-1'455'0'0,"0"1"0"0"0,1-1 0 0 0,-1 0 0 0 0,0 1 0 0 0,0-1 0 0 0,0 1 0 0 0,0 0 0 0 0,0 0 0 0 0,1 0 0 0 0,-1 1 0 0 0,0-1 0 0 0,0 0 0 0 0,0 1 0 0 0,0 0 0 0 0,1 0 0 0 0,-1 0 0 0 0,-4 2 0 0 0,3 0-354 0 0,0 0 1 0 0,0 0-1 0 0,0 0 1 0 0,1 0-1 0 0,-1 0 1 0 0,1 1-1 0 0,0 0 1 0 0,0 0 0 0 0,-4 7-1 0 0,-2 7-36 0 0,1-1-1 0 0,1 2 0 0 0,0-1 1 0 0,-4 21-1 0 0,11-36 196 0 0,-3 8-9 0 0,0 1-1 0 0,1 1 1 0 0,0-1-1 0 0,1 0 1 0 0,1 0 0 0 0,0 1-1 0 0,0-1 1 0 0,1 0-1 0 0,1 1 1 0 0,3 11-1 0 0,-4-19-213 0 0,1 0 0 0 0,0 0 0 0 0,0 0-1 0 0,0 0 1 0 0,0 0 0 0 0,1 0 0 0 0,0-1-1 0 0,0 1 1 0 0,0-1 0 0 0,1 0 0 0 0,-1 0-1 0 0,1 0 1 0 0,0 0 0 0 0,0-1-1 0 0,0 0 1 0 0,1 0 0 0 0,-1 0 0 0 0,1 0-1 0 0,0 0 1 0 0,0-1 0 0 0,0 0 0 0 0,0 0-1 0 0,0-1 1 0 0,0 1 0 0 0,6 0 0 0 0,6 1 133 0 0,0-1 1 0 0,0-1-1 0 0,1 0 1 0 0,-1-1 0 0 0,0-1-1 0 0,33-6 1 0 0,-38 4-66 0 0,1 0-1 0 0,-1-1 1 0 0,0-1-1 0 0,0 0 1 0 0,0 0 0 0 0,-1-1-1 0 0,1-1 1 0 0,-2 0-1 0 0,21-16 1 0 0,-16 11-7 0 0,-1-2-1 0 0,0 1 1 0 0,-1-1-1 0 0,0-1 1 0 0,-1-1-1 0 0,-1 0 1 0 0,-1 0-1 0 0,10-19 1 0 0,-16 25-68 0 0,0 0 0 0 0,-1 0 1 0 0,0 0-1 0 0,0 0 0 0 0,-1-1 1 0 0,0 1-1 0 0,-1-1 0 0 0,-1 0 0 0 0,1 1 1 0 0,-2-1-1 0 0,1 1 0 0 0,-2-1 1 0 0,1 1-1 0 0,-1-1 0 0 0,-1 1 1 0 0,0 0-1 0 0,0 0 0 0 0,-9-18 1 0 0,9 21-21 0 0,0 0 0 0 0,-1 1 1 0 0,1-1-1 0 0,-2 0 1 0 0,1 1-1 0 0,0 0 0 0 0,-1 0 1 0 0,0 1-1 0 0,-10-9 1 0 0,10 10 1 0 0,-1 1 1 0 0,1 0-1 0 0,0 0 1 0 0,-1 0-1 0 0,0 1 1 0 0,1 0-1 0 0,-1 0 1 0 0,0 1-1 0 0,0-1 1 0 0,0 1-1 0 0,0 0 1 0 0,-10 1-1 0 0,-3-1 98 0 0,0 1 0 0 0,0 1 0 0 0,0 1-1 0 0,1 1 1 0 0,-1 0 0 0 0,-32 11 0 0 0,41-10-22 0 0,1-1 0 0 0,0 2 0 0 0,1-1 0 0 0,-1 1 0 0 0,1 0 0 0 0,0 1 0 0 0,0 0 0 0 0,1 1 0 0 0,-1-1 0 0 0,2 1 0 0 0,-1 0 0 0 0,1 1 0 0 0,0 0 0 0 0,-10 16 0 0 0,12-15 3 0 0,0 0 0 0 0,0 0 1 0 0,-3 13-1 0 0,6-19-19 0 0,0 0-1 0 0,0 0 1 0 0,1 0 0 0 0,-1 1-1 0 0,1-1 1 0 0,0 0 0 0 0,0 0-1 0 0,0 1 1 0 0,0-1 0 0 0,1 0-1 0 0,0 0 1 0 0,-1 0 0 0 0,3 6-1 0 0,-1-13 128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53.8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144 132 7834 0 0,'-5'-1'193'0'0,"0"-1"-1"0"0,1 1 1 0 0,-1 0 0 0 0,0 0 0 0 0,1 1 0 0 0,-1 0 0 0 0,0-1 0 0 0,0 1 0 0 0,0 1 0 0 0,1-1-1 0 0,-1 1 1 0 0,0 0 0 0 0,-8 3 0 0 0,7-3-136 0 0,-1 1 0 0 0,1-1 1 0 0,0 0-1 0 0,-1-1 0 0 0,1 0 0 0 0,-1 0 0 0 0,-8-1 1 0 0,15 1-28 0 0,-8-1 1812 0 0,11 0-104 0 0,17-1-1001 0 0,0-1-381 0 0,0 1 0 0 0,31 0 0 0 0,8 0 49 0 0,57-13 367 0 0,-54 6-378 0 0,-1 3 1 0 0,75 1 0 0 0,-24 12-288 0 0,175-1 27 0 0,261-42 583 0 0,-174 30 12 0 0,-160 8-606 0 0,-4-3-19 0 0,136-4 669 0 0,-217 3-274 0 0,170-15 360 0 0,-241 11-632 0 0,26-5 338 0 0,-69 7-169 0 0,-26-1-110 0 0,10 5-356 0 0,-3-1 2 0 0,-58-7-3207 0 0,51 7-4308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5:01.8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118 70 8410 0 0,'-2'-2'207'0'0,"0"1"-177"0"0,1 0 1 0 0,0 0-1 0 0,0 0 0 0 0,-1 0 0 0 0,1 0 1 0 0,0 0-1 0 0,-1 0 0 0 0,1 1 0 0 0,-1-1 1 0 0,1 1-1 0 0,-1-1 0 0 0,0 1 0 0 0,1-1 1 0 0,-1 1-1 0 0,1 0 0 0 0,-1-1 0 0 0,0 1 1 0 0,1 0-1 0 0,-1 0 0 0 0,0 0 0 0 0,1 1 1 0 0,-1-1-1 0 0,0 0 0 0 0,1 1 0 0 0,-1-1 1 0 0,1 1-1 0 0,-1-1 0 0 0,1 1 0 0 0,-3 1 1 0 0,1 0 324 0 0,-1 1 1 0 0,1 0 0 0 0,-1 0 0 0 0,1 0-1 0 0,0 0 1 0 0,1 1 0 0 0,-1-1 0 0 0,0 1-1 0 0,1 0 1 0 0,0 0 0 0 0,0 0-1 0 0,0 0 1 0 0,0 0 0 0 0,1 0 0 0 0,-2 6-1 0 0,-2 9 179 0 0,1 0-1 0 0,-2 21 0 0 0,6-35-380 0 0,-5 39-4 0 0,1 0 0 0 0,3 1 0 0 0,1-1 1 0 0,3 0-1 0 0,1 1 0 0 0,12 48 0 0 0,-14-87-64 0 0,-1-1 0 0 0,1 1 0 0 0,1 0 0 0 0,-1-1 0 0 0,1 0 0 0 0,0 1 0 0 0,0-1-1 0 0,0 0 1 0 0,1 0 0 0 0,0-1 0 0 0,0 1 0 0 0,0-1 0 0 0,8 6 0 0 0,-9-8-53 0 0,-1 0 0 0 0,1-1 0 0 0,-1 0 0 0 0,1 1 0 0 0,0-1 0 0 0,0 0 0 0 0,0 0 0 0 0,0 0 0 0 0,0-1 0 0 0,0 1 0 0 0,0-1 0 0 0,0 0 0 0 0,0 1 0 0 0,0-1 0 0 0,0-1 0 0 0,0 1 0 0 0,0 0 0 0 0,0-1 0 0 0,0 0 0 0 0,0 1 0 0 0,0-1 0 0 0,0 0 0 0 0,-1 0 0 0 0,1-1 0 0 0,0 1 0 0 0,-1-1 0 0 0,1 1 0 0 0,3-4 0 0 0,6-5 56 0 0,0 0 1 0 0,-1-1-1 0 0,0 0 1 0 0,0 0 0 0 0,-2-1-1 0 0,1-1 1 0 0,-2 0 0 0 0,1 0-1 0 0,-2 0 1 0 0,0-1-1 0 0,-1 0 1 0 0,0-1 0 0 0,4-17-1 0 0,-5 16-57 0 0,-2 0 0 0 0,0-1-1 0 0,-1 1 1 0 0,0-1 0 0 0,-1 1 0 0 0,-1-1-1 0 0,-1 0 1 0 0,-1 1 0 0 0,0-1 0 0 0,-1 1-1 0 0,0-1 1 0 0,-7-16 0 0 0,0 5 335 0 0,-2 0 1 0 0,-18-30-1 0 0,24 48-280 0 0,0-1 0 0 0,-1 2 0 0 0,0-1 0 0 0,-1 1 0 0 0,0 0 0 0 0,0 1 0 0 0,-1-1-1 0 0,-13-9 1 0 0,19 17-152 0 0,1 0 0 0 0,-1-1 1 0 0,0 1-1 0 0,1 0 0 0 0,-1 0 0 0 0,0 0 0 0 0,0 1 0 0 0,0-1 0 0 0,0 1 0 0 0,1-1 0 0 0,-1 1 0 0 0,0 0 0 0 0,0 0 0 0 0,0 0 0 0 0,0 1 0 0 0,0-1 0 0 0,0 1 0 0 0,0-1 0 0 0,1 1 0 0 0,-1 0 0 0 0,0 0 0 0 0,1 1 1 0 0,-1-1-1 0 0,0 0 0 0 0,1 1 0 0 0,0-1 0 0 0,-1 1 0 0 0,1 0 0 0 0,0 0 0 0 0,-4 3 0 0 0,-4 7-1488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5:07.6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57 4545 0 0,'3'-8'9122'0'0,"53"1"-7635"0"0,253-20 1995 0 0,-138 23-1859 0 0,118 0-421 0 0,-95-1-452 0 0,117 3-212 0 0,-91 2-342 0 0,42 3 317 0 0,16 1-202 0 0,-31-2-67 0 0,120 13-41 0 0,-215-10-150 0 0,116 28 18 0 0,-195-22-62 0 0,46 5 23 0 0,1-5 0 0 0,189-7 0 0 0,631-17 478 0 0,-114 24-260 0 0,-622-4 63 0 0,48-2-306 0 0,91-13 530 0 0,-333 9-486 0 0,-8 0-39 0 0,-1-1 0 0 0,0 0 0 0 0,1 0 0 0 0,-1 1 0 0 0,0-1 0 0 0,1 0 0 0 0,-1 0 0 0 0,1 0 1 0 0,-1 0-1 0 0,0-1 0 0 0,1 1 0 0 0,-1 0 0 0 0,0-1 0 0 0,1 1 0 0 0,-1-1 0 0 0,2 0 0 0 0,1-2-2620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56.1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 8290 0 0,'-1'35'4314'0'0,"-1"63"-3150"0"0,16 185 300 0 0,-1-66-461 0 0,-11-97-560 0 0,19 399 1027 0 0,36 381-993 0 0,-80-333-26 0 0,4-257 701 0 0,6 29 337 0 0,14-322-1324 0 0,-1-14-124 0 0,1 1 1 0 0,-1-1-1 0 0,0 1 0 0 0,-1-1 0 0 0,1 1 0 0 0,-1 0 0 0 0,1-1 1 0 0,-2 5-1 0 0,0-10-268 0 0,0 0 1 0 0,1 0 0 0 0,-1 0-1 0 0,1 0 1 0 0,0 0 0 0 0,-1 0 0 0 0,1-1-1 0 0,0 1 1 0 0,0-3 0 0 0,-5-8-1128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58.2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381 6 12387 0 0,'-2'-1'85'0'0,"0"0"0"0"0,0 1 1 0 0,0-1-1 0 0,0 0 0 0 0,-1 1 1 0 0,1-1-1 0 0,0 1 0 0 0,0 0 1 0 0,-1 0-1 0 0,1 0 0 0 0,0 0 0 0 0,-1 0 1 0 0,1 0-1 0 0,0 1 0 0 0,0-1 1 0 0,0 1-1 0 0,-1-1 0 0 0,1 1 1 0 0,-3 1-1 0 0,-3 2 26 0 0,-1 0 0 0 0,1 0 1 0 0,-13 9-1 0 0,5-1 37 0 0,1 1 1 0 0,1 0-1 0 0,1 1 1 0 0,0 0-1 0 0,-14 20 0 0 0,-50 87 0 0 0,51-78-177 0 0,-6 19 81 0 0,23-43-415 0 0,-1 0 1 0 0,-18 26-1 0 0,24-40-169 0 0,0-2-4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58.5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16444 0 0,'44'63'2192'0'0,"-30"-47"-2156"0"0,0-1 1 0 0,2 0-1 0 0,-1-1 1 0 0,2-1-1 0 0,-1 0 1 0 0,2-2-1 0 0,0 0 1 0 0,0 0-1 0 0,1-2 1 0 0,0 0-1 0 0,32 9 0 0 0,-22-8-3 0 0,-11-3 53 0 0,36 8 1 0 0,-49-13-86 0 0,0-2 1 0 0,0 1-1 0 0,0-1 1 0 0,0 1-1 0 0,1-2 1 0 0,-1 1 0 0 0,0 0-1 0 0,0-1 1 0 0,0 0-1 0 0,0 0 1 0 0,0-1-1 0 0,5-1 1 0 0,4-6-1066 0 0,-6 3-3253 0 0,-1-1-1823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58.9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571 1 9874 0 0,'-3'0'573'0'0,"-1"0"-1"0"0,1 0 1 0 0,0 1 0 0 0,0 0-1 0 0,-1-1 1 0 0,-4 3 0 0 0,3-1-28 0 0,-12 3 130 0 0,0 0 0 0 0,1 2 0 0 0,-1 0-1 0 0,1 1 1 0 0,1 0 0 0 0,0 2-1 0 0,-19 14 1 0 0,-90 88-120 0 0,65-55-405 0 0,7-4-134 0 0,-12 12-1036 0 0,55-57 540 0 0,1-1-1 0 0,-1-1 1 0 0,0 0 0 0 0,-1 0-1 0 0,0-1 1 0 0,-10 5 0 0 0,11-8-371 0 0,1-3-12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59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 14283 0 0,'0'0'146'0'0,"0"0"0"0"0,0 0-1 0 0,-1 0 1 0 0,1 0 0 0 0,0 1 0 0 0,0-1-1 0 0,0 0 1 0 0,-1 0 0 0 0,1 0 0 0 0,0 0 0 0 0,0 1-1 0 0,0-1 1 0 0,0 0 0 0 0,0 0 0 0 0,-1 0-1 0 0,1 1 1 0 0,0-1 0 0 0,0 0 0 0 0,0 0 0 0 0,0 1-1 0 0,0-1 1 0 0,0 0 0 0 0,0 0 0 0 0,0 1-1 0 0,0-1 1 0 0,0 0 0 0 0,0 0 0 0 0,0 1 0 0 0,0-1-1 0 0,0 0 1 0 0,0 0 0 0 0,0 1 0 0 0,0-1-1 0 0,0 0 1 0 0,0 1 0 0 0,5 18 1529 0 0,10 24-1986 0 0,-14-39 567 0 0,7 14-258 0 0,1-1-1 0 0,1 0 1 0 0,0 0 0 0 0,24 29-1 0 0,-18-26-1154 0 0,24 42 0 0 0,-32-43-4553 0 0,-7-7 53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59.6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301 46 16187 0 0,'1'-10'711'0'0,"-1"7"-555"0"0,1 1-1 0 0,-1-1 1 0 0,1 1-1 0 0,-1-1 1 0 0,1 1-1 0 0,0 0 0 0 0,0-1 1 0 0,0 1-1 0 0,0 0 1 0 0,0-1-1 0 0,0 1 1 0 0,1 0-1 0 0,2-3 1 0 0,-36 51 266 0 0,5-5-195 0 0,-149 197-304 0 0,140-181 269 0 0,25-38-1294 0 0,-18 23 1 0 0,24-35 405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4:59.8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10 14283 0 0,'-11'-9'2643'0'0,"24"23"767"0"0,4 7-3378 0 0,1 0 0 0 0,1-2 0 0 0,1 0 0 0 0,1-2 0 0 0,0 0 0 0 0,1-1 0 0 0,1-1 0 0 0,44 21 0 0 0,113 36-141 0 0,-101-46-3132 0 0,-67-23-3047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5:00.1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585 1 14283 0 0,'-4'0'236'0'0,"0"1"1"0"0,0 0-1 0 0,1 0 0 0 0,-1 0 1 0 0,0 1-1 0 0,1-1 0 0 0,-1 1 1 0 0,0 0-1 0 0,1 0 0 0 0,0 0 1 0 0,-1 0-1 0 0,1 0 0 0 0,-4 5 1 0 0,-15 9 463 0 0,-31 13-563 0 0,-67 27 1 0 0,77-38-25 0 0,0 2 0 0 0,2 2 0 0 0,-57 39 0 0 0,87-53-80 0 0,1-1 1 0 0,-1 0 0 0 0,-20 10 0 0 0,1-10-2616 0 0,22-8 1196 0 0,-2-3-13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5:00.3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0 18892 0 0,'0'0'64'0'0,"0"1"0"0"0,0-1 1 0 0,-1 0-1 0 0,1 0 0 0 0,0 1 0 0 0,0-1 0 0 0,0 0 1 0 0,0 0-1 0 0,0 1 0 0 0,0-1 0 0 0,0 0 0 0 0,0 1 1 0 0,0-1-1 0 0,0 0 0 0 0,0 0 0 0 0,0 1 0 0 0,0-1 0 0 0,0 0 1 0 0,0 1-1 0 0,0-1 0 0 0,0 0 0 0 0,0 0 0 0 0,0 1 1 0 0,0-1-1 0 0,0 0 0 0 0,0 1 0 0 0,0-1 0 0 0,1 0 1 0 0,-1 0-1 0 0,0 0 0 0 0,0 1 0 0 0,0-1 0 0 0,1 0 0 0 0,-1 1 1 0 0,6 11 482 0 0,11 13 467 0 0,1 0 0 0 0,37 41-1 0 0,-28-40-1064 0 0,1-1-1 0 0,1 0 0 0 0,60 36 0 0 0,-83-57-165 0 0,21 13-6868 0 0,-13-6-339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5:17.2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0 189 2304 0 0,'32'-36'9189'0'0,"-29"36"-8917"0"0,0 0 1 0 0,0 1-1 0 0,0-1 0 0 0,-1 1 1 0 0,1-1-1 0 0,0 1 0 0 0,0 0 1 0 0,3 1-1 0 0,1 0-98 0 0,-2-1 22 0 0,1-1 0 0 0,0 1 1 0 0,0-1-1 0 0,0-1 0 0 0,-1 1 1 0 0,1-1-1 0 0,0 0 1 0 0,0-1-1 0 0,6-2 0 0 0,27-4 975 0 0,62-6-1128 0 0,-65 8 260 0 0,39-3-1 0 0,15 6-79 0 0,148-13 658 0 0,-103-9-749 0 0,-81 13-1 0 0,0 3 0 0 0,1 1 0 0 0,99 1 0 0 0,-82 7 22 0 0,137-17 0 0 0,-159 11-75 0 0,33 1 161 0 0,141 9-1 0 0,-9 1-135 0 0,-41-6 179 0 0,143-9-309 0 0,-224 5 182 0 0,95 8-1 0 0,-88 0-145 0 0,65-7 191 0 0,-97 1 4 0 0,127 9 0 0 0,91 10-202 0 0,-221-15 6 0 0,140 20 189 0 0,-135-11-93 0 0,87 1 1 0 0,247 0 151 0 0,-211-6-160 0 0,100 8 9 0 0,0 9-103 0 0,-64-6 6 0 0,-59-3 61 0 0,-68-3 29 0 0,105 23 1 0 0,-171-26-248 0 0,-11-3 122 0 0,0-1 0 0 0,0-2 0 0 0,0 0 0 0 0,0-1 0 0 0,0-2 0 0 0,48-8 0 0 0,-73 10-20 0 0,1 0 0 0 0,-1 0 1 0 0,1 0-1 0 0,-1 0 1 0 0,1 0-1 0 0,-1 0 1 0 0,0 0-1 0 0,1 0 0 0 0,-1 0 1 0 0,1 0-1 0 0,-1 0 1 0 0,1 0-1 0 0,-1-1 1 0 0,0 1-1 0 0,1 0 0 0 0,-1 0 1 0 0,1 0-1 0 0,-1-1 1 0 0,0 1-1 0 0,1 0 1 0 0,-1-1-1 0 0,0 1 0 0 0,1 0 1 0 0,-1 0-1 0 0,0-1 1 0 0,0 1-1 0 0,1-1 1 0 0,-1 1-1 0 0,0 0 0 0 0,0-1 1 0 0,0 1-1 0 0,1 0 1 0 0,-1-1-1 0 0,0 1 1 0 0,0-1-1 0 0,0 1 0 0 0,0-1 1 0 0,0 1-1 0 0,0 0 1 0 0,0-1-1 0 0,0 1 1 0 0,0-1-1 0 0,0 1 0 0 0,0-1 1 0 0,0 1-1 0 0,0 0 1 0 0,0-1-1 0 0,0 1 1 0 0,0-1-1 0 0,-1 1 0 0 0,1-1 1 0 0,0 1-1 0 0,0 0 1 0 0,-1-1-1 0 0,1 1 1 0 0,0 0-1 0 0,0-1 1 0 0,-1 1-1 0 0,1 0 0 0 0,0-1 1 0 0,-1 1-1 0 0,-7-7-949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5:54.0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1559 1741 10594 0 0,'0'-1'144'0'0,"0"0"0"0"0,0 1 0 0 0,0-1 0 0 0,0 0 0 0 0,0 0 0 0 0,0 0 0 0 0,0 0 0 0 0,0 1 0 0 0,1-1 0 0 0,-1 0 1 0 0,0 0-1 0 0,1 0 0 0 0,-1 1 0 0 0,0-1 0 0 0,1 0 0 0 0,-1 0 0 0 0,1 1 0 0 0,-1-1 0 0 0,1 0 0 0 0,0 1 0 0 0,-1-1 0 0 0,1 1 0 0 0,0-1 0 0 0,-1 1 0 0 0,1-1 0 0 0,0 1 0 0 0,-1-1 0 0 0,1 1 0 0 0,0 0 0 0 0,0-1 0 0 0,0 1 0 0 0,-1 0 0 0 0,1 0 0 0 0,0 0 0 0 0,0-1 0 0 0,0 1 0 0 0,0 0 0 0 0,-1 0 0 0 0,1 0 0 0 0,1 1 0 0 0,8-3-832 0 0,26-9 721 0 0,0-1-1 0 0,-1-1 0 0 0,39-22 1 0 0,1 1 119 0 0,-34 15 48 0 0,-1-1 0 0 0,-1-2 0 0 0,-1-2 0 0 0,-1-2 0 0 0,-1-1 0 0 0,41-40 0 0 0,-59 47-97 0 0,-1 0 1 0 0,21-32-1 0 0,-14 18-190 0 0,-10 13 320 0 0,-2 0 0 0 0,0-1 1 0 0,-1-1-1 0 0,-1 0 0 0 0,-1 0 0 0 0,-1 0 1 0 0,9-49-1 0 0,-8 10 526 0 0,5-123 1 0 0,-14 157-673 0 0,-1 0 1 0 0,-2 1 0 0 0,0-1-1 0 0,-2 1 1 0 0,-1-1 0 0 0,-1 1-1 0 0,-1 1 1 0 0,-18-41 0 0 0,16 48-83 0 0,0 0 0 0 0,-1 0 0 0 0,-1 1 1 0 0,-1 0-1 0 0,-1 1 0 0 0,0 0 0 0 0,-1 1 1 0 0,-1 1-1 0 0,0 1 0 0 0,-1 0 0 0 0,-27-16 1 0 0,5 6 102 0 0,-2 2 0 0 0,-82-32 0 0 0,-76-28-40 0 0,65 25 9 0 0,88 41-89 0 0,-1 3 0 0 0,0 2-1 0 0,-1 2 1 0 0,1 2 0 0 0,-64-2 0 0 0,72 8-22 0 0,1 2 1 0 0,0 2 0 0 0,0 1-1 0 0,0 2 1 0 0,-44 13 0 0 0,20 0-34 0 0,1 2 0 0 0,-73 37 1 0 0,96-38 26 0 0,1 1 0 0 0,1 2 1 0 0,1 2-1 0 0,1 1 0 0 0,-56 57 1 0 0,-128 173-276 0 0,175-202 296 0 0,23-29 26 0 0,1 0 1 0 0,1 2 0 0 0,1 1 0 0 0,2 0 0 0 0,0 0-1 0 0,2 2 1 0 0,1 0 0 0 0,2 0 0 0 0,1 1 0 0 0,1 0-1 0 0,2 1 1 0 0,-4 55 0 0 0,9-62 80 0 0,1 0 0 0 0,1 1 0 0 0,1-1 0 0 0,1 0 0 0 0,8 29-1 0 0,-6-37-23 0 0,1 1 0 0 0,0-1 0 0 0,2 0-1 0 0,0-1 1 0 0,1 0 0 0 0,0 0 0 0 0,22 27-1 0 0,-6-14-15 0 0,0-1-1 0 0,2-1 0 0 0,2-1 1 0 0,0-2-1 0 0,1-1 0 0 0,1-1 0 0 0,1-2 1 0 0,1-1-1 0 0,1-1 0 0 0,1-2 0 0 0,0-2 1 0 0,1-1-1 0 0,0-1 0 0 0,1-2 0 0 0,60 7 1 0 0,-17-8 273 0 0,-1-5 1 0 0,110-6 0 0 0,159-32 358 0 0,-317 30-642 0 0,327-53 212 0 0,-225 33-258 0 0,-91 18 2 0 0,87-20-94 0 0,-123 24-413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49:35.8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11 153 1840 0 0,'-1'-3'612'0'0,"-1"1"1"0"0,1-1-1 0 0,0 0 0 0 0,0 1 0 0 0,0-1 0 0 0,0 0 0 0 0,0 0 0 0 0,0-3 0 0 0,0 1-253 0 0,1-1-1 0 0,0 0 1 0 0,0 0-1 0 0,1 1 1 0 0,-1-1-1 0 0,3-7 1 0 0,1-2 443 0 0,0 1 0 0 0,2 0 0 0 0,8-17 0 0 0,-14 31-730 0 0,1-1 0 0 0,-1 1-1 0 0,0 0 1 0 0,1-1 0 0 0,-1 1 0 0 0,0 0 0 0 0,1 0 0 0 0,-1 0 0 0 0,1-1 0 0 0,-1 1 0 0 0,0 0 0 0 0,1 0-1 0 0,-1 0 1 0 0,1 0 0 0 0,-1 0 0 0 0,1 0 0 0 0,-1 0 0 0 0,1 0 0 0 0,-1 0 0 0 0,1 0 0 0 0,-1 0 0 0 0,1 0-1 0 0,-1 0 1 0 0,0 0 0 0 0,1 0 0 0 0,-1 0 0 0 0,1 0 0 0 0,-1 0 0 0 0,1 1 0 0 0,-1-1 0 0 0,0 0 0 0 0,1 0-1 0 0,-1 1 1 0 0,1-1 0 0 0,-1 0 0 0 0,0 1 0 0 0,1-1 0 0 0,-1 0 0 0 0,0 1 0 0 0,1 0 0 0 0,20 19 68 0 0,-15-14 60 0 0,10 9 13 0 0,2 0 0 0 0,0-2-1 0 0,1 0 1 0 0,0 0 0 0 0,1-2-1 0 0,25 11 1 0 0,-33-17-98 0 0,0-1-1 0 0,1-1 0 0 0,-1 1 1 0 0,1-2-1 0 0,0 0 1 0 0,0-1-1 0 0,0 0 1 0 0,0-1-1 0 0,0 0 1 0 0,0-1-1 0 0,0 0 1 0 0,16-5-1 0 0,22-8 65 0 0,-1-2-1 0 0,64-32 1 0 0,-91 38-120 0 0,-14 6-42 0 0,0 1-1 0 0,1-1 1 0 0,-1 1 0 0 0,1 1-1 0 0,12-2 1 0 0,-19 4-11 0 0,0-1 1 0 0,0 1-1 0 0,0 0 1 0 0,0 0-1 0 0,1 1 1 0 0,-1-1-1 0 0,0 1 0 0 0,0 0 1 0 0,0-1-1 0 0,0 1 1 0 0,0 0-1 0 0,0 1 0 0 0,-1-1 1 0 0,1 1-1 0 0,0-1 1 0 0,-1 1-1 0 0,1 0 0 0 0,-1 0 1 0 0,1 0-1 0 0,2 3 1 0 0,11 13 190 0 0,-9-9 74 0 0,0 0 0 0 0,17 13 1 0 0,-21-20-197 0 0,0 0 0 0 0,0 0 0 0 0,1 0 1 0 0,-1 0-1 0 0,1 0 0 0 0,-1-1 1 0 0,1 1-1 0 0,0-1 0 0 0,-1 0 0 0 0,1 0 1 0 0,0 0-1 0 0,5-1 0 0 0,8 0 43 0 0,0-1-1 0 0,0 0 0 0 0,0-2 0 0 0,27-6 0 0 0,-29 5-99 0 0,1 0 0 0 0,-1 1 0 0 0,1 1 0 0 0,-1 1 0 0 0,28 1 0 0 0,-32 2-19 0 0,0 1 0 0 0,0 0 1 0 0,0 0-1 0 0,-1 1 0 0 0,19 10 1 0 0,-17-8 30 0 0,-1-1 0 0 0,0 0 0 0 0,1-1 0 0 0,22 5 1 0 0,-8-5-17 0 0,1-2-1 0 0,0-1 1 0 0,36-3 0 0 0,78-17 31 0 0,-28 3-28 0 0,-83 13-17 0 0,-1 2 0 0 0,1 1 0 0 0,0 1 0 0 0,0 1 0 0 0,-1 2 0 0 0,1 1 0 0 0,38 12 0 0 0,-55-14 24 0 0,0 0 0 0 0,0-1-1 0 0,1 0 1 0 0,-1-1 0 0 0,0 0 0 0 0,24-3 0 0 0,82-18 286 0 0,-1 1-139 0 0,-85 18-70 0 0,-1 2 0 0 0,63 10 0 0 0,-27-3-7 0 0,-61-7-189 0 0,22 0 63 0 0,-10-4-2762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1:30.1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169 13 10594 0 0,'-5'-2'348'0'0,"-1"0"-1"0"0,0 0 1 0 0,0 0-1 0 0,0 1 1 0 0,0-1-1 0 0,-1 2 1 0 0,-6-1-1 0 0,11 1-335 0 0,0 0 1 0 0,0 0-1 0 0,0 0 0 0 0,0 1 0 0 0,0-1 0 0 0,0 1 0 0 0,-1 0 0 0 0,1-1 0 0 0,1 1 0 0 0,-1 0 0 0 0,0 0 0 0 0,0 0 0 0 0,0 1 0 0 0,0-1 1 0 0,1 0-1 0 0,-1 1 0 0 0,1-1 0 0 0,-1 1 0 0 0,1-1 0 0 0,-1 1 0 0 0,1 0 0 0 0,0-1 0 0 0,-2 4 0 0 0,0 3 37 0 0,-1 1 0 0 0,1-1 0 0 0,1 0 0 0 0,-1 1 1 0 0,1-1-1 0 0,1 1 0 0 0,0 0 0 0 0,0 0 0 0 0,1 0 0 0 0,0-1 0 0 0,0 1 0 0 0,2 11 0 0 0,4 14 313 0 0,19 60-1 0 0,-14-57-295 0 0,-1 1-42 0 0,2-1-1 0 0,1 0 0 0 0,31 58 1 0 0,-23-71 343 0 0,-18-22-222 0 0,0 1 1 0 0,0 0 0 0 0,-1 0-1 0 0,1 0 1 0 0,-1 0 0 0 0,2 4 0 0 0,-4-7-112 0 0,0 1 1 0 0,0-1 0 0 0,-1 1 0 0 0,1-1-1 0 0,0 1 1 0 0,-1-1 0 0 0,1 1 0 0 0,0-1-1 0 0,-1 1 1 0 0,1-1 0 0 0,-1 1 0 0 0,1-1-1 0 0,-1 0 1 0 0,1 1 0 0 0,-1-1-1 0 0,1 0 1 0 0,-1 1 0 0 0,1-1 0 0 0,-1 0-1 0 0,1 0 1 0 0,-1 0 0 0 0,0 1 0 0 0,1-1-1 0 0,-1 0 1 0 0,1 0 0 0 0,-1 0 0 0 0,0 0-1 0 0,0 0 1 0 0,-21 4 519 0 0,21-4-548 0 0,-15 3-154 0 0,0 0 0 0 0,0-2 0 0 0,-1 0 0 0 0,1-1 0 0 0,0-1 0 0 0,-1 0 0 0 0,-31-7 1 0 0,33-1-3306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1:30.5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21 178 1840 0 0,'0'1'319'0'0,"1"0"0"0"0,-1 0 0 0 0,1 0-1 0 0,-1 0 1 0 0,0 0 0 0 0,1 0 0 0 0,-1 0-1 0 0,0 0 1 0 0,0 0 0 0 0,0 0 0 0 0,0 0-1 0 0,0 0 1 0 0,0 0 0 0 0,0 0 0 0 0,0 0 0 0 0,0 0-1 0 0,0 0 1 0 0,-1 1 0 0 0,-6 23 2810 0 0,4-13-2754 0 0,-1 3-199 0 0,1 0-1 0 0,0 0 1 0 0,2 0-1 0 0,0 0 1 0 0,0 0-1 0 0,2 1 1 0 0,-1-1 0 0 0,2 0-1 0 0,0 0 1 0 0,1 0-1 0 0,1 0 1 0 0,0 0-1 0 0,9 21 1 0 0,-12-34-153 0 0,0-1 0 0 0,1 1 1 0 0,-1 0-1 0 0,0-1 0 0 0,1 1 0 0 0,-1 0 1 0 0,0-1-1 0 0,1 0 0 0 0,0 1 0 0 0,-1-1 0 0 0,1 0 1 0 0,0 0-1 0 0,0 0 0 0 0,0 0 0 0 0,0 0 1 0 0,-1 0-1 0 0,1-1 0 0 0,0 1 0 0 0,0 0 0 0 0,1-1 1 0 0,-1 0-1 0 0,0 0 0 0 0,0 1 0 0 0,0-1 1 0 0,0 0-1 0 0,0 0 0 0 0,0-1 0 0 0,0 1 0 0 0,0 0 1 0 0,0-1-1 0 0,4-1 0 0 0,0 0 81 0 0,1 0-1 0 0,-1-1 1 0 0,1 0-1 0 0,-1 0 1 0 0,0 0-1 0 0,0-1 1 0 0,0 0-1 0 0,6-5 1 0 0,-1-2 2 0 0,1-1-1 0 0,-2 0 1 0 0,0-1 0 0 0,0 0 0 0 0,-1 0-1 0 0,-1-1 1 0 0,0 0 0 0 0,9-26-1 0 0,-9 19 46 0 0,-1 0-1 0 0,-2 0 1 0 0,0-1-1 0 0,-1 0 0 0 0,2-39 1 0 0,-6 52-6 0 0,0 1 0 0 0,0-1 0 0 0,-1 0 0 0 0,0 0 0 0 0,-1 1 1 0 0,0-1-1 0 0,0 1 0 0 0,-1-1 0 0 0,-6-14 0 0 0,7 20-79 0 0,0 0 1 0 0,0 0-1 0 0,0 0 0 0 0,0 0 1 0 0,0 1-1 0 0,-1-1 0 0 0,1 1 0 0 0,-1-1 1 0 0,0 1-1 0 0,1 0 0 0 0,-1 0 0 0 0,0 0 1 0 0,0 0-1 0 0,0 1 0 0 0,-1-1 0 0 0,1 1 1 0 0,0 0-1 0 0,-1 0 0 0 0,1 0 1 0 0,-1 0-1 0 0,1 0 0 0 0,-1 1 0 0 0,1 0 1 0 0,-1 0-1 0 0,1 0 0 0 0,-6 0 0 0 0,-2 2-169 0 0,1 0-1 0 0,-1 0 1 0 0,0 1-1 0 0,1 0 0 0 0,-15 7 1 0 0,20-8-193 0 0,0 1 0 0 0,0-1 0 0 0,0 1-1 0 0,0 1 1 0 0,0-1 0 0 0,1 0 0 0 0,0 1 0 0 0,-1 0 0 0 0,1 0 0 0 0,1 0 0 0 0,-1 1 0 0 0,-3 5 0 0 0,4-3-1475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1:31.0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250 20 13563 0 0,'0'-1'41'0'0,"0"1"0"0"0,1 0 1 0 0,-1 0-1 0 0,0-1 0 0 0,1 1 1 0 0,-1 0-1 0 0,0-1 0 0 0,0 1 1 0 0,0 0-1 0 0,1-1 0 0 0,-1 1 0 0 0,0 0 1 0 0,0-1-1 0 0,0 1 0 0 0,0 0 1 0 0,0-1-1 0 0,0 1 0 0 0,0-1 0 0 0,0 1 1 0 0,1 0-1 0 0,-1-1 0 0 0,-1 1 1 0 0,1-1-1 0 0,0 1 0 0 0,0 0 0 0 0,0-1 1 0 0,0 1-1 0 0,0-1 0 0 0,0 1 1 0 0,0 0-1 0 0,0-1 0 0 0,-1 1 1 0 0,1 0-1 0 0,0-1 0 0 0,0 1 0 0 0,-1 0 1 0 0,1-1-1 0 0,0 1 0 0 0,0 0 1 0 0,-1-1-1 0 0,1 1 0 0 0,0 0 0 0 0,-1 0 1 0 0,1 0-1 0 0,0-1 0 0 0,-1 1 1 0 0,1 0-1 0 0,0 0 0 0 0,-1 0 0 0 0,1 0 1 0 0,-1-1-1 0 0,1 1 0 0 0,0 0 1 0 0,-1 0-1 0 0,1 0 0 0 0,-1 0 0 0 0,-2 0-15 0 0,1-1 0 0 0,0 0-1 0 0,-1 1 1 0 0,1 0 0 0 0,-1-1-1 0 0,1 1 1 0 0,0 0 0 0 0,-5 1-1 0 0,-5 3 34 0 0,1 0 0 0 0,0 0-1 0 0,0 2 1 0 0,0-1-1 0 0,0 1 1 0 0,1 1-1 0 0,-17 13 1 0 0,22-15 126 0 0,-1 0 1 0 0,1 0-1 0 0,0 0 1 0 0,0 0-1 0 0,1 1 1 0 0,0-1-1 0 0,0 1 0 0 0,0 1 1 0 0,1-1-1 0 0,-1 0 1 0 0,1 1-1 0 0,1-1 1 0 0,0 1-1 0 0,-3 11 0 0 0,5-11-204 0 0,0-1 0 0 0,0 1 0 0 0,1-1 0 0 0,0 1 0 0 0,0-1 0 0 0,1 1 0 0 0,0-1 0 0 0,0 1-1 0 0,0-1 1 0 0,1 0 0 0 0,0 0 0 0 0,0 0 0 0 0,0-1 0 0 0,6 8 0 0 0,7 8 2 0 0,1 0 0 0 0,23 21 0 0 0,-7-12 274 0 0,1-1 0 0 0,57 37 0 0 0,-91-66-223 0 0,1 0 0 0 0,-1 0 0 0 0,1 0 0 0 0,-1 1 0 0 0,1-1 0 0 0,-1 0 0 0 0,1 1 0 0 0,-1-1 1 0 0,1 0-1 0 0,-1 1 0 0 0,1-1 0 0 0,-1 0 0 0 0,0 1 0 0 0,1-1 0 0 0,-1 1 0 0 0,0-1 0 0 0,1 1 0 0 0,-1-1 0 0 0,0 1 0 0 0,0-1 0 0 0,1 1 1 0 0,-1-1-1 0 0,0 1 0 0 0,0 0 0 0 0,0-1 0 0 0,0 1 0 0 0,0-1 0 0 0,0 1 0 0 0,0-1 0 0 0,0 1 0 0 0,0 0 0 0 0,-1 0 26 0 0,1 0 0 0 0,-1 0 0 0 0,0 0 0 0 0,0-1 0 0 0,0 1-1 0 0,0 0 1 0 0,0-1 0 0 0,0 1 0 0 0,0-1 0 0 0,0 1 0 0 0,0-1 0 0 0,0 1-1 0 0,0-1 1 0 0,-2 1 0 0 0,-47 6 972 0 0,48-7-998 0 0,-117 5 898 0 0,106-6-1239 0 0,-1 0 0 0 0,0 0-1 0 0,1-1 1 0 0,0-1 0 0 0,-1 0 0 0 0,-20-9 0 0 0,22 5-5005 0 0,2 1-1729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2:00.2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23 605 9154 0 0,'-2'-2'64'0'0,"0"0"0"0"0,1 1 0 0 0,-1-1-1 0 0,0 0 1 0 0,1 0 0 0 0,-1 0 0 0 0,1 0 0 0 0,-1 0 0 0 0,1 0 0 0 0,0 0-1 0 0,0 0 1 0 0,0 0 0 0 0,0-1 0 0 0,0 1 0 0 0,1 0 0 0 0,-2-5-1 0 0,3 3 133 0 0,-1-1 0 0 0,0 1 0 0 0,1 0 0 0 0,0-1 0 0 0,0 1 0 0 0,0 0 0 0 0,0 0 0 0 0,4-7 0 0 0,1-1 99 0 0,0 2 0 0 0,0-1 0 0 0,1 1 1 0 0,0 0-1 0 0,1 0 0 0 0,0 1 1 0 0,17-16-1 0 0,75-51 1080 0 0,-74 57-1034 0 0,200-133 814 0 0,-191 128-1120 0 0,1 2 0 0 0,2 1 0 0 0,0 2 1 0 0,0 2-1 0 0,2 1 0 0 0,0 2 0 0 0,1 2 0 0 0,0 2 1 0 0,73-9-1 0 0,-107 18-79 0 0,4 0 100 0 0,0 0-1 0 0,19 2 1 0 0,-28-1-63 0 0,-1 0 0 0 0,1 1-1 0 0,0-1 1 0 0,0 0 0 0 0,-1 0 0 0 0,1 1 0 0 0,0-1 0 0 0,-1 1 0 0 0,1 0 0 0 0,-1-1 0 0 0,1 1 0 0 0,-1 0 0 0 0,1 0 0 0 0,-1 0-1 0 0,1 0 1 0 0,-1 0 0 0 0,0 0 0 0 0,0 0 0 0 0,1 1 0 0 0,-1-1 0 0 0,0 0 0 0 0,0 1 0 0 0,0-1 0 0 0,0 1 0 0 0,0 1-1 0 0,-1-1-92 0 0,1-1 0 0 0,-1 1 0 0 0,0-1 0 0 0,-1 1 0 0 0,1 0-1 0 0,0-1 1 0 0,0 1 0 0 0,-1-1 0 0 0,1 1 0 0 0,-1-1 0 0 0,1 1-1 0 0,-1-1 1 0 0,0 1 0 0 0,1-1 0 0 0,-1 0 0 0 0,0 1 0 0 0,0-1-1 0 0,-2 2 1 0 0,-20 21-3995 0 0,12-16 2345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2:00.5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74 4145 0 0,'-1'-2'356'0'0,"0"1"0"0"0,0-1 0 0 0,0 1 1 0 0,-1-1-1 0 0,2 1 0 0 0,-1-1 0 0 0,0 0 0 0 0,0 0 1 0 0,0 1-1 0 0,1-1 0 0 0,-1 0 0 0 0,1 0 0 0 0,-1 0 0 0 0,1 1 1 0 0,0-1-1 0 0,0 0 0 0 0,0 0 0 0 0,0 0 0 0 0,0-2 1 0 0,1 2-190 0 0,0 1 1 0 0,-1-1-1 0 0,1 1 1 0 0,0 0 0 0 0,0-1-1 0 0,0 1 1 0 0,0 0 0 0 0,0 0-1 0 0,0 0 1 0 0,0 0 0 0 0,1 0-1 0 0,-1 0 1 0 0,0 0 0 0 0,1 0-1 0 0,-1 0 1 0 0,0 1 0 0 0,1-1-1 0 0,1 0 1 0 0,8-3 133 0 0,0 1 0 0 0,1 1 1 0 0,-1 0-1 0 0,22-1 0 0 0,-27 3-106 0 0,4-1-135 0 0,-1 0-1 0 0,0 1 0 0 0,0 0 0 0 0,1 1 1 0 0,-1 0-1 0 0,0 0 0 0 0,0 1 0 0 0,0 0 0 0 0,0 1 1 0 0,0 0-1 0 0,-1 0 0 0 0,1 1 0 0 0,-1 0 1 0 0,0 1-1 0 0,0-1 0 0 0,0 2 0 0 0,-1-1 0 0 0,1 1 1 0 0,-1 0-1 0 0,-1 0 0 0 0,8 9 0 0 0,2 5-31 0 0,-1 0 0 0 0,0 1 0 0 0,-2 1-1 0 0,16 33 1 0 0,-23-41 0 0 0,0 1 1 0 0,0 0-1 0 0,-2 0 1 0 0,0 0-1 0 0,0 1 1 0 0,-2-1-1 0 0,0 1 1 0 0,0 22-1 0 0,-3-31 17 0 0,0 0 0 0 0,-1 1 1 0 0,0-1-1 0 0,0 0 0 0 0,-1 0 0 0 0,0 0 0 0 0,0 0 0 0 0,0-1 0 0 0,-1 1 1 0 0,0-1-1 0 0,-1 0 0 0 0,1 0 0 0 0,-1 0 0 0 0,0 0 0 0 0,-1-1 0 0 0,-10 8 1 0 0,-9 7 275 0 0,-1-1 1 0 0,-42 22 0 0 0,67-40-325 0 0,-2 0 12 0 0,-19 10 41 0 0,21-10-54 0 0,0-1 0 0 0,0 1 0 0 0,0-1 1 0 0,0 1-1 0 0,0-1 0 0 0,0 0 0 0 0,0 0 0 0 0,0 0 0 0 0,0 1 0 0 0,-1-1 0 0 0,1 0 0 0 0,0 0 0 0 0,0-1 0 0 0,0 1 0 0 0,0 0 0 0 0,0 0 0 0 0,0 0 0 0 0,-2-1 0 0 0,3 0-75 0 0,0 1-1 0 0,0 0 1 0 0,-1-1 0 0 0,1 1 0 0 0,0-1-1 0 0,0 1 1 0 0,0-1 0 0 0,0 1 0 0 0,-1-1-1 0 0,1 1 1 0 0,0-1 0 0 0,0 1-1 0 0,0 0 1 0 0,0-1 0 0 0,0 1 0 0 0,0-1-1 0 0,0 1 1 0 0,1-1 0 0 0,-1 1 0 0 0,0-1-1 0 0,0 1 1 0 0,0-1 0 0 0,0 1 0 0 0,0-1-1 0 0,1 1 1 0 0,-1-1 0 0 0,5-7-4196 0 0,1 1-1387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2:01.0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25 9074 0 0,'0'-16'508'0'0,"3"7"2993"0"0,-2 12-3385 0 0,0 0 1 0 0,-1 0-1 0 0,1 0 1 0 0,-1-1 0 0 0,0 1-1 0 0,1 0 1 0 0,-1 0-1 0 0,-1 0 1 0 0,0 5-1 0 0,0 5 8 0 0,-6 225 760 0 0,1 98-158 0 0,8-297-890 0 0,2-1 1 0 0,2 0-1 0 0,16 59 0 0 0,-19-88-489 0 0,-3-13-351 0 0,-4-16-391 0 0,0 3 658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2:01.4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10018 0 0,'19'16'1022'0'0,"0"-1"1"0"0,1 0-1 0 0,37 19 0 0 0,-37-26-643 0 0,1-1 0 0 0,0 0-1 0 0,1-1 1 0 0,-1-2 0 0 0,1 0 0 0 0,0-1 0 0 0,30-1-1 0 0,-14 1 454 0 0,44 8 0 0 0,-78-10-813 0 0,-1-1-1 0 0,0 1 1 0 0,0 0 0 0 0,0 0-1 0 0,0 0 1 0 0,-1 0-1 0 0,1 0 1 0 0,0 1-1 0 0,0-1 1 0 0,4 5-1 0 0,-6-5-12 0 0,0 0 0 0 0,-1 0 0 0 0,1 0 0 0 0,0 0 0 0 0,-1 1-1 0 0,1-1 1 0 0,-1 0 0 0 0,1 0 0 0 0,-1 1 0 0 0,0-1 0 0 0,1 0 0 0 0,-1 1 0 0 0,0-1-1 0 0,0 0 1 0 0,0 1 0 0 0,0-1 0 0 0,0 0 0 0 0,0 1 0 0 0,-1-1 0 0 0,1 0-1 0 0,0 1 1 0 0,-1-1 0 0 0,1 0 0 0 0,-1 0 0 0 0,1 1 0 0 0,-1-1 0 0 0,0 1-1 0 0,-5 9 20 0 0,-1 0-1 0 0,0-1 0 0 0,-1 0 0 0 0,0-1 0 0 0,-1 1 0 0 0,1-1 0 0 0,-18 12 1 0 0,-6 9-5 0 0,28-26-39 0 0,-70 74 226 0 0,65-67-352 0 0,0 1 1 0 0,1 0-1 0 0,0 0 0 0 0,1 1 0 0 0,-8 17 1 0 0,15-29 67 0 0,0-1 0 0 0,-1 1 0 0 0,1 0 0 0 0,0 0 0 0 0,0-1 0 0 0,-1 1 0 0 0,1 0 0 0 0,0 0 0 0 0,0-1 0 0 0,0 1 0 0 0,0 0 0 0 0,0 0 0 0 0,0 0 0 0 0,0-1 0 0 0,0 1 0 0 0,1 1 0 0 0,1 4-665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2:01.6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 0 13363 0 0,'1'1'83'0'0,"-1"0"1"0"0,0 0-1 0 0,1 0 1 0 0,-1 0-1 0 0,1 0 1 0 0,-1 0-1 0 0,0 0 1 0 0,0 0-1 0 0,1 0 1 0 0,-1 0-1 0 0,0 0 1 0 0,0 0-1 0 0,0 0 1 0 0,0 0-1 0 0,0 0 1 0 0,-1 1-1 0 0,-1 23 16 0 0,-5 25 102 0 0,-11 99 1284 0 0,15-118-1147 0 0,2 1-1 0 0,6 51 1 0 0,-5-77-321 0 0,0-4-184 0 0,0 0-1 0 0,0 0 1 0 0,0 0 0 0 0,1 0 0 0 0,-1 0 0 0 0,0 0 0 0 0,1 0 0 0 0,0-1 0 0 0,-1 1 0 0 0,1 0-1 0 0,1 2 1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2:01.7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4145 0 0,'17'30'8602'0'0,"11"6"-5788"0"0,-17-23-3302 0 0,0 0 0 0 0,-1 1 0 0 0,-1 0 0 0 0,-1 0 0 0 0,10 20 0 0 0,-14-19-535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2:02.2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 12443 0 0,'1'-1'201'0'0,"0"1"0"0"0,0-1 0 0 0,0 0 0 0 0,0 1 0 0 0,0-1 0 0 0,0 1 0 0 0,1 0 0 0 0,-1-1 1 0 0,0 1-1 0 0,0 0 0 0 0,0 0 0 0 0,1-1 0 0 0,-1 1 0 0 0,0 0 0 0 0,0 0 0 0 0,0 0 0 0 0,1 1 1 0 0,-1-1-1 0 0,0 0 0 0 0,0 0 0 0 0,2 1 0 0 0,30 7 199 0 0,-32-8-343 0 0,31 10 204 0 0,48 21 0 0 0,-78-31-251 0 0,0 1-1 0 0,0 0 0 0 0,0 0 0 0 0,0 0 0 0 0,0 0 0 0 0,0 0 0 0 0,0 1 0 0 0,0-1 0 0 0,-1 1 0 0 0,1-1 0 0 0,-1 1 0 0 0,1-1 0 0 0,-1 1 0 0 0,1 0 0 0 0,-1 0 0 0 0,0 0 0 0 0,0 0 0 0 0,0 0 0 0 0,0 0 0 0 0,0 0 1 0 0,-1 0-1 0 0,1 0 0 0 0,0 4 0 0 0,-1-2-15 0 0,0 1 0 0 0,-1-1 0 0 0,0 1 0 0 0,0-1 0 0 0,0 0 0 0 0,0 0 1 0 0,-1 0-1 0 0,0 0 0 0 0,1 0 0 0 0,-1 0 0 0 0,-3 4 0 0 0,-11 17-31 0 0,-1-2-1 0 0,-24 27 0 0 0,-10 11-20 0 0,25-28 112 0 0,17-23 160 0 0,0 1 0 0 0,-11 18-1 0 0,20-29-194 0 0,0 1 0 0 0,-1-1 0 0 0,1 0-1 0 0,0 0 1 0 0,0 0 0 0 0,0 1 0 0 0,0-1 0 0 0,0 0-1 0 0,0 0 1 0 0,-1 0 0 0 0,1 1 0 0 0,0-1 0 0 0,0 0-1 0 0,0 0 1 0 0,0 1 0 0 0,0-1 0 0 0,0 0 0 0 0,0 0-1 0 0,0 1 1 0 0,0-1 0 0 0,0 0 0 0 0,0 0 0 0 0,0 1-1 0 0,0-1 1 0 0,0 0 0 0 0,0 0 0 0 0,0 0 0 0 0,1 1-1 0 0,-1-1 1 0 0,0 0 0 0 0,0 0 0 0 0,0 1 0 0 0,0-1-1 0 0,0 0 1 0 0,0 0 0 0 0,1 0 0 0 0,-1 0-1 0 0,0 1 1 0 0,0-1 0 0 0,12 0 499 0 0,13-7 227 0 0,-1-3-130 0 0,33-13 159 0 0,-1-2-1 0 0,78-48 1 0 0,-98 47-2933 0 0,-16 5-3183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2:03.1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86 12987 0 0,'-2'-4'255'0'0,"0"-5"660"0"0,2 9-873 0 0,0-1 0 0 0,0 1 0 0 0,0 0 0 0 0,0 0 0 0 0,0-1 1 0 0,0 1-1 0 0,0 0 0 0 0,0 0 0 0 0,0 0 0 0 0,0-1 0 0 0,1 1 1 0 0,-1 0-1 0 0,0 0 0 0 0,0 0 0 0 0,0 0 0 0 0,0-1 0 0 0,0 1 1 0 0,0 0-1 0 0,1 0 0 0 0,-1 0 0 0 0,0 0 0 0 0,0 0 0 0 0,0 0 1 0 0,1-1-1 0 0,-1 1 0 0 0,0 0 0 0 0,0 0 0 0 0,0 0 1 0 0,1 0-1 0 0,-1 0 0 0 0,0 0 0 0 0,0 0 0 0 0,0 0 0 0 0,1 0 1 0 0,-1 0-1 0 0,0 0 0 0 0,1 0 1077 0 0,3 0-639 0 0,68-1 2105 0 0,-49-1-1970 0 0,0 2 1 0 0,40 3-1 0 0,-61-2-614 0 0,0-1-1 0 0,0 0 0 0 0,0 1 0 0 0,0-1 1 0 0,1 1-1 0 0,-1-1 0 0 0,0 1 0 0 0,0 0 1 0 0,0 0-1 0 0,0 0 0 0 0,-1 0 0 0 0,1 0 1 0 0,0 1-1 0 0,0-1 0 0 0,-1 1 0 0 0,1-1 1 0 0,0 1-1 0 0,-1-1 0 0 0,0 1 0 0 0,1 0 1 0 0,1 3-1 0 0,-2-2-4 0 0,0 0 0 0 0,-1 0-1 0 0,1 0 1 0 0,-1 0 0 0 0,1 0 0 0 0,-1 0 0 0 0,0 0 0 0 0,0 0 0 0 0,-1 0 0 0 0,1 0-1 0 0,0 0 1 0 0,-1 0 0 0 0,-1 5 0 0 0,-4 6-14 0 0,1-1 1 0 0,-2 1-1 0 0,0-2 0 0 0,0 1 0 0 0,-11 14 1 0 0,-10 7 99 0 0,19-24-18 0 0,1 1-1 0 0,-1-1 1 0 0,2 2-1 0 0,0-1 1 0 0,-9 20 0 0 0,15-30-42 0 0,1 0 1 0 0,-1-1 0 0 0,1 1 0 0 0,-1 0-1 0 0,1 0 1 0 0,0 0 0 0 0,-1 0 0 0 0,1 0-1 0 0,0 0 1 0 0,0-1 0 0 0,0 1 0 0 0,0 0-1 0 0,-1 0 1 0 0,1 0 0 0 0,1 0-1 0 0,-1 0 1 0 0,0 0 0 0 0,0 0 0 0 0,0 0-1 0 0,0 0 1 0 0,1 0 0 0 0,-1-1 0 0 0,0 1-1 0 0,1 0 1 0 0,-1 0 0 0 0,1 0 0 0 0,-1 0-1 0 0,1-1 1 0 0,-1 1 0 0 0,1 0 0 0 0,-1-1-1 0 0,1 1 1 0 0,0 0 0 0 0,-1-1-1 0 0,1 1 1 0 0,0-1 0 0 0,0 1 0 0 0,0-1-1 0 0,-1 1 1 0 0,1-1 0 0 0,0 1 0 0 0,0-1-1 0 0,0 0 1 0 0,0 0 0 0 0,0 1 0 0 0,0-1-1 0 0,-1 0 1 0 0,1 0 0 0 0,0 0 0 0 0,0 0-1 0 0,0 0 1 0 0,0 0 0 0 0,0 0-1 0 0,2-1 1 0 0,7 0 38 0 0,0 0 0 0 0,1-1 0 0 0,18-6 0 0 0,-20 5-99 0 0,21-7-1648 0 0,-1-1 1 0 0,43-22-1 0 0,4-2-1915 0 0,-57 26 2904 0 0,0 0-1 0 0,-1-2 0 0 0,0 0 1 0 0,21-17-1 0 0,-18 11 1840 0 0,-1-1 0 0 0,-1-1-1 0 0,-1 0 1 0 0,0-1 0 0 0,21-34-1 0 0,-38 52-1048 0 0,1 0 0 0 0,-1 0-1 0 0,0 0 1 0 0,0 0 0 0 0,0 0 0 0 0,0 0-1 0 0,-1 0 1 0 0,1 0 0 0 0,-1-1-1 0 0,1 1 1 0 0,-1 0 0 0 0,0 0 0 0 0,1-1-1 0 0,-1 1 1 0 0,0 0 0 0 0,-1-1-1 0 0,1 1 1 0 0,0 0 0 0 0,-1 0 0 0 0,1-1-1 0 0,-3-3 1 0 0,3 5-57 0 0,-1-1 0 0 0,0 1 0 0 0,0 0 0 0 0,-1 0-1 0 0,1 0 1 0 0,0 0 0 0 0,0 0 0 0 0,0 0 0 0 0,-1 0 0 0 0,1 0 0 0 0,0 1-1 0 0,-1-1 1 0 0,1 1 0 0 0,-1-1 0 0 0,1 1 0 0 0,-1-1 0 0 0,1 1 0 0 0,-1 0-1 0 0,1-1 1 0 0,-1 1 0 0 0,1 0 0 0 0,-1 0 0 0 0,1 0 0 0 0,-1 0 0 0 0,0 1 0 0 0,1-1-1 0 0,-1 0 1 0 0,1 1 0 0 0,-1-1 0 0 0,1 1 0 0 0,0-1 0 0 0,-3 2 0 0 0,-8 3-14 0 0,0 1 1 0 0,1 1 0 0 0,0-1-1 0 0,0 2 1 0 0,0-1 0 0 0,1 2 0 0 0,1-1-1 0 0,-1 1 1 0 0,-14 20 0 0 0,-4 7-41 0 0,-32 55 1 0 0,52-76 47 0 0,0 0 0 0 0,0 0 0 0 0,2 1 0 0 0,0 0 0 0 0,-5 20 0 0 0,9-28 3 0 0,0 1 1 0 0,1 0 0 0 0,0-1-1 0 0,0 1 1 0 0,1 0 0 0 0,0 0-1 0 0,1 0 1 0 0,0 0 0 0 0,0-1-1 0 0,1 1 1 0 0,5 13 0 0 0,-6-19-34 0 0,0 0 0 0 0,0-1 0 0 0,0 1 0 0 0,1-1 0 0 0,-1 1 0 0 0,1-1 0 0 0,0 0 0 0 0,0 0 0 0 0,0 1 0 0 0,0-1 1 0 0,0-1-1 0 0,0 1 0 0 0,0 0 0 0 0,1 0 0 0 0,-1-1 0 0 0,6 3 0 0 0,-4-3 0 0 0,1 1 1 0 0,-1-1-1 0 0,1 0 0 0 0,0 0 0 0 0,0 0 1 0 0,0-1-1 0 0,-1 0 0 0 0,1 0 0 0 0,6-1 1 0 0,2 0-1 0 0,-1-2 1 0 0,0 1-1 0 0,-1-2 1 0 0,1 0 0 0 0,0 0-1 0 0,20-12 1 0 0,-11 4 122 0 0,-1-1 1 0 0,-1 0-1 0 0,0-2 0 0 0,-1 0 1 0 0,-1-1-1 0 0,30-36 1 0 0,-37 39-33 0 0,0-2 1 0 0,-1 1 0 0 0,0-2 0 0 0,-1 1 0 0 0,-1-1-1 0 0,0 0 1 0 0,-1 0 0 0 0,-1-1 0 0 0,0 0 0 0 0,1-18-1 0 0,-2 17 142 0 0,-3 14-137 0 0,0 0 0 0 0,0 0 1 0 0,0-1-1 0 0,-1 1 0 0 0,0 0 0 0 0,1 0 1 0 0,-1 0-1 0 0,-2-9 0 0 0,2 13-82 0 0,0 0-1 0 0,0 0 1 0 0,0-1-1 0 0,0 1 1 0 0,0 0-1 0 0,0-1 1 0 0,0 1-1 0 0,0 0 1 0 0,0 0-1 0 0,-1-1 1 0 0,1 1-1 0 0,0 0 1 0 0,0 0-1 0 0,0-1 1 0 0,0 1-1 0 0,-1 0 1 0 0,1 0-1 0 0,0 0 1 0 0,0-1-1 0 0,-1 1 1 0 0,1 0-1 0 0,0 0 1 0 0,0 0-1 0 0,-1 0 1 0 0,1 0-1 0 0,0-1 1 0 0,0 1-1 0 0,-1 0 1 0 0,1 0-1 0 0,0 0 1 0 0,-1 0-1 0 0,1 0 1 0 0,0 0-1 0 0,0 0 1 0 0,-1 0-1 0 0,1 0 1 0 0,-1 0-1 0 0,-9 9 266 0 0,-6 15-68 0 0,9-1-209 0 0,1 1-1 0 0,1-1 0 0 0,1 1 1 0 0,1 0-1 0 0,2 1 0 0 0,0-1 1 0 0,1 0-1 0 0,1 0 0 0 0,2 0 1 0 0,0 0-1 0 0,2 0 0 0 0,10 35 1 0 0,-8-43-2 0 0,0 0 0 0 0,1-1 0 0 0,0 0 0 0 0,1 0 0 0 0,1-1 0 0 0,0-1 0 0 0,1 1 0 0 0,0-2 0 0 0,24 21 0 0 0,-34-32 11 0 0,-1 0 0 0 0,1 0 0 0 0,0 0 0 0 0,0-1 0 0 0,0 1 0 0 0,0 0 0 0 0,0-1 0 0 0,0 1 0 0 0,0 0 0 0 0,0-1 0 0 0,1 1 0 0 0,-1-1 0 0 0,0 0 1 0 0,2 1-1 0 0,-3-1 1 0 0,0 0-1 0 0,1-1 1 0 0,-1 1 0 0 0,0 0 0 0 0,0 0 0 0 0,1-1 0 0 0,-1 1 0 0 0,0 0 0 0 0,0 0 0 0 0,0-1 0 0 0,1 1 0 0 0,-1 0 0 0 0,0-1 0 0 0,0 1 0 0 0,0 0-1 0 0,0 0 1 0 0,0-1 0 0 0,0 1 0 0 0,0 0 0 0 0,0-1 0 0 0,1 1 0 0 0,-1 0 0 0 0,0-1 0 0 0,0 1 0 0 0,-1 0 0 0 0,1-1 0 0 0,0 1 0 0 0,0 0 0 0 0,0-1 0 0 0,0 1-1 0 0,0 0 1 0 0,0-1 0 0 0,-14-42 834 0 0,9 30-706 0 0,-5-28-21 0 0,9 28-2848 0 0,2-2-4064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19.4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945 1385 8290 0 0,'0'0'43'0'0,"0"0"0"0"0,0 0 0 0 0,0 0 0 0 0,0 0 0 0 0,0 0 0 0 0,0 0 0 0 0,0 0 0 0 0,0 0 0 0 0,0 0 0 0 0,0 0 0 0 0,0-1 0 0 0,0 1 0 0 0,0 0 0 0 0,0 0 0 0 0,0 0 0 0 0,0 0 0 0 0,0 0 0 0 0,0 0 0 0 0,0 0 0 0 0,0 0 0 0 0,0 0 0 0 0,0 0 0 0 0,0 0 0 0 0,0-1 0 0 0,0 1 0 0 0,0 0 0 0 0,0 0 0 0 0,0 0 0 0 0,0 0 0 0 0,0 0 0 0 0,0 0 0 0 0,-1 0 0 0 0,1 0 0 0 0,0 0 0 0 0,0 0 0 0 0,0 0 0 0 0,0 0 0 0 0,0 0 0 0 0,0 0 0 0 0,0 0 0 0 0,0 0 0 0 0,0-1 0 0 0,0 1 0 0 0,0 0 0 0 0,0 0 0 0 0,-1 0 0 0 0,1 0 0 0 0,0 0 0 0 0,0 0 0 0 0,0 0 0 0 0,0 0 0 0 0,0 0-1 0 0,0 0 1 0 0,0 0 0 0 0,0 0 0 0 0,0 0 0 0 0,0 0 0 0 0,-1 1 0 0 0,1-1 0 0 0,0 0 0 0 0,0 0 0 0 0,0 0 0 0 0,0 0 0 0 0,0 0 0 0 0,0 0 0 0 0,0 0 0 0 0,9-6 742 0 0,13-3-583 0 0,0 1-77 0 0,0 0-1 0 0,-1-1 1 0 0,0-2-1 0 0,0 0 1 0 0,28-21-1 0 0,11-11 386 0 0,-2-3 0 0 0,51-54 0 0 0,-83 74-315 0 0,-2-1-1 0 0,-1-1 1 0 0,-1-1-1 0 0,-1-2 1 0 0,-2 1-1 0 0,16-38 0 0 0,-22 40-17 0 0,-2 0-1 0 0,-1-1 1 0 0,-1 0-1 0 0,-2 0 1 0 0,-1-1-1 0 0,4-46 0 0 0,-9 57-124 0 0,-1-1-1 0 0,-1 1 0 0 0,-1 0 0 0 0,-1 0 0 0 0,0 0 0 0 0,-1 1 0 0 0,-1-1 0 0 0,-1 1 0 0 0,-1 0 1 0 0,0 0-1 0 0,-15-24 0 0 0,6 16 23 0 0,-2 1 1 0 0,0 1-1 0 0,-2 1 1 0 0,0 1-1 0 0,-2 0 1 0 0,0 2-1 0 0,-28-20 0 0 0,18 17 155 0 0,-2 1-1 0 0,0 2 0 0 0,-1 2 0 0 0,-73-28 0 0 0,82 38-110 0 0,1 1-1 0 0,-1 1 1 0 0,0 2-1 0 0,0 0 1 0 0,-1 2-1 0 0,1 1 1 0 0,-1 1-1 0 0,-37 5 1 0 0,30 0-50 0 0,0 2-1 0 0,0 1 1 0 0,1 1 0 0 0,0 2 0 0 0,-61 30-1 0 0,27-7-107 0 0,-120 81-1 0 0,162-95 15 0 0,1 0-1 0 0,0 1 0 0 0,1 1 0 0 0,2 2 0 0 0,0 0 0 0 0,2 1 0 0 0,-21 33 0 0 0,22-26 17 0 0,2 1 0 0 0,0 1 0 0 0,3 0 0 0 0,1 1 0 0 0,1 0 0 0 0,2 1 0 0 0,1 0 0 0 0,2 1 0 0 0,-1 40 0 0 0,6-45 3 0 0,1 0 1 0 0,1 0-1 0 0,2 0 0 0 0,2 0 0 0 0,1-1 0 0 0,1 0 0 0 0,1 0 0 0 0,2 0 0 0 0,1-1 0 0 0,27 50 0 0 0,-25-59-19 0 0,1-2 0 0 0,0 1-1 0 0,1-2 1 0 0,1 0 0 0 0,1-1-1 0 0,1-1 1 0 0,0 0 0 0 0,1-2-1 0 0,0 0 1 0 0,1-1 0 0 0,1 0-1 0 0,0-2 1 0 0,31 12 0 0 0,-22-12-18 0 0,0-1 0 0 0,1-1 1 0 0,0-1-1 0 0,1-2 0 0 0,0-2 1 0 0,0 0-1 0 0,0-2 0 0 0,0-2 1 0 0,50-5-1 0 0,-36-2-141 0 0,1-2-1 0 0,-1-2 1 0 0,-1-2 0 0 0,0-2 0 0 0,-1-1 0 0 0,58-32 0 0 0,-39 11-426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47.7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0 9442 0 0,'-1'2'78'0'0,"-1"-1"1"0"0,1 0-1 0 0,0 1 0 0 0,0-1 0 0 0,0 1 1 0 0,0 0-1 0 0,0-1 0 0 0,0 1 0 0 0,0 0 1 0 0,0 0-1 0 0,1-1 0 0 0,-1 1 0 0 0,1 0 1 0 0,-1 0-1 0 0,1 0 0 0 0,-1 2 1 0 0,0 38 292 0 0,1-30-211 0 0,1 73 497 0 0,4 1 1 0 0,24 129-1 0 0,-25-184-356 0 0,-1 0 0 0 0,-1 32 0 0 0,-2-63-347 0 0,0 1 0 0 0,0-1-1 0 0,0 0 1 0 0,0 1 0 0 0,0-1 0 0 0,0 0-1 0 0,0 1 1 0 0,0-1 0 0 0,0 0 0 0 0,0 1 0 0 0,0-1-1 0 0,0 0 1 0 0,0 0 0 0 0,0 1 0 0 0,1-1-1 0 0,-1 0 1 0 0,0 1 0 0 0,0-1 0 0 0,0 0 0 0 0,1 0-1 0 0,-1 1 1 0 0,0-1 0 0 0,0 0 0 0 0,0 0-1 0 0,1 0 1 0 0,-1 1 0 0 0,0-1 0 0 0,1 0 0 0 0,-1 0-1 0 0,0 0 1 0 0,0 0 0 0 0,1 0 0 0 0,-1 1-1 0 0,0-1 1 0 0,1 0 0 0 0,-1 0 0 0 0,0 0 0 0 0,1 0-1 0 0,-1 0 1 0 0,0 0 0 0 0,1 0 0 0 0,-1 0-1 0 0,0 0 1 0 0,1 0 0 0 0,-1 0 0 0 0,1-1 0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48.5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12 110 10306 0 0,'-2'3'77'0'0,"1"0"0"0"0,0 0 1 0 0,0 0-1 0 0,0 1 0 0 0,0-1 0 0 0,0 0 0 0 0,1 0 0 0 0,0 1 0 0 0,0-1 1 0 0,0 0-1 0 0,0 1 0 0 0,0-1 0 0 0,1 5 0 0 0,0 8 129 0 0,-3 25 77 0 0,0-21-150 0 0,1 0 0 0 0,1 0 0 0 0,0 0 0 0 0,2 0 0 0 0,0 0 1 0 0,10 36-1 0 0,-10-53-115 0 0,-1 0 0 0 0,0 1 0 0 0,1-1 1 0 0,0 0-1 0 0,0 0 0 0 0,0-1 0 0 0,0 1 1 0 0,0 0-1 0 0,1-1 0 0 0,-1 1 0 0 0,1-1 1 0 0,0 0-1 0 0,0 0 0 0 0,3 2 0 0 0,-4-3-17 0 0,-1 0 0 0 0,0 0 0 0 0,1-1 0 0 0,-1 1 0 0 0,1-1 0 0 0,-1 1 0 0 0,1-1 0 0 0,0 0 0 0 0,-1 0 1 0 0,1 0-1 0 0,-1 1 0 0 0,1-1 0 0 0,-1-1 0 0 0,1 1 0 0 0,-1 0 0 0 0,1 0 0 0 0,0-1 0 0 0,-1 1 0 0 0,1 0 0 0 0,-1-1 0 0 0,0 0 0 0 0,1 1 0 0 0,-1-1 0 0 0,1 0 0 0 0,-1 0 0 0 0,0 0 0 0 0,1 1 0 0 0,-1-1 0 0 0,0-1 0 0 0,0 1 0 0 0,0 0 0 0 0,0 0 0 0 0,1-2 0 0 0,14-20 265 0 0,-2-1 0 0 0,0 0 0 0 0,-2-1-1 0 0,10-26 1 0 0,-22 49-244 0 0,1 0-1 0 0,0 0 1 0 0,0 0-1 0 0,0 0 1 0 0,0 0-1 0 0,0 0 0 0 0,0 0 1 0 0,1 1-1 0 0,-1-1 1 0 0,1 0-1 0 0,-1 1 0 0 0,3-2 1 0 0,-3 2-10 0 0,0 1 0 0 0,0 0 1 0 0,-1 0-1 0 0,1 0 0 0 0,0 0 0 0 0,0 0 1 0 0,0 0-1 0 0,0 0 0 0 0,-1 0 0 0 0,1 0 1 0 0,0 0-1 0 0,0 0 0 0 0,0 1 0 0 0,0-1 1 0 0,-1 0-1 0 0,1 1 0 0 0,0-1 0 0 0,0 1 1 0 0,-1-1-1 0 0,1 0 0 0 0,0 1 0 0 0,-1-1 1 0 0,1 1-1 0 0,0 0 0 0 0,-1-1 0 0 0,1 1 0 0 0,-1 0 1 0 0,1-1-1 0 0,-1 1 0 0 0,0 0 0 0 0,1-1 1 0 0,-1 1-1 0 0,1 2 0 0 0,17 24 173 0 0,-6-7-68 0 0,1-1 0 0 0,30 34 0 0 0,-41-52-119 0 0,-1 1-1 0 0,0-1 0 0 0,1 0 0 0 0,-1 0 1 0 0,1 0-1 0 0,-1 1 0 0 0,1-1 1 0 0,0-1-1 0 0,-1 1 0 0 0,1 0 1 0 0,0 0-1 0 0,0-1 0 0 0,0 1 0 0 0,0-1 1 0 0,-1 1-1 0 0,1-1 0 0 0,0 0 1 0 0,0 0-1 0 0,0 0 0 0 0,0 0 0 0 0,3 0 1 0 0,-2-1 14 0 0,0 0 1 0 0,0-1-1 0 0,0 1 1 0 0,0 0-1 0 0,0-1 1 0 0,0 0-1 0 0,0 1 1 0 0,-1-1-1 0 0,1 0 1 0 0,0-1-1 0 0,3-3 1 0 0,1-2 152 0 0,-1 0 1 0 0,0-1-1 0 0,0 0 0 0 0,-1 0 1 0 0,0 0-1 0 0,7-20 1 0 0,-5 5 323 0 0,-2 0 0 0 0,0-1 0 0 0,0-31 1 0 0,-3 32-541 0 0,1 0 1 0 0,1 0-1 0 0,12-40 1 0 0,-16 62-58 0 0,1 0 1 0 0,0 0-1 0 0,0 0 1 0 0,0 1 0 0 0,0-1-1 0 0,0 0 1 0 0,0 1 0 0 0,0-1-1 0 0,1 0 1 0 0,-1 1-1 0 0,1 0 1 0 0,-1-1 0 0 0,3-1-1 0 0,-3 3-188 0 0,0-1-1 0 0,0 1 1 0 0,0-1-1 0 0,0 1 1 0 0,0 0 0 0 0,0-1-1 0 0,0 1 1 0 0,0 0-1 0 0,1 0 1 0 0,-1 0-1 0 0,0 0 1 0 0,0 0 0 0 0,0 0-1 0 0,0 0 1 0 0,0 0-1 0 0,2 1 1 0 0,6 1-1686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49.0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113 87 7834 0 0,'-12'-9'437'0'0,"6"5"70"0"0,0-1 1 0 0,0 1 0 0 0,0-1-1 0 0,1 0 1 0 0,-1 0-1 0 0,1-1 1 0 0,0 0 0 0 0,1 0-1 0 0,-8-12 1 0 0,12 18-503 0 0,0-1 0 0 0,0 0 0 0 0,-1 0-1 0 0,1 0 1 0 0,0 1 0 0 0,-1-1 0 0 0,1 0 0 0 0,-1 0 0 0 0,1 1 0 0 0,-1-1 0 0 0,1 0 0 0 0,-1 1 0 0 0,0-1 0 0 0,1 1 0 0 0,-1-1-1 0 0,0 1 1 0 0,1-1 0 0 0,-1 1 0 0 0,0-1 0 0 0,0 1 0 0 0,1 0 0 0 0,-2-1 0 0 0,1 1 7 0 0,0 1 0 0 0,1-1-1 0 0,-1 0 1 0 0,1 1 0 0 0,-1-1 0 0 0,1 0 0 0 0,-1 1 0 0 0,1-1-1 0 0,-1 1 1 0 0,1-1 0 0 0,-1 1 0 0 0,1-1 0 0 0,-1 1 0 0 0,1-1 0 0 0,0 1-1 0 0,-1-1 1 0 0,1 1 0 0 0,0 0 0 0 0,-1-1 0 0 0,1 1 0 0 0,0 0 0 0 0,-11 47 484 0 0,10-41-462 0 0,-1 2 109 0 0,1-1-1 0 0,0 1 1 0 0,0 0 0 0 0,1-1 0 0 0,0 1-1 0 0,3 15 1 0 0,-3-21-108 0 0,1-1-1 0 0,-1 0 1 0 0,1 0-1 0 0,0 1 1 0 0,-1-1 0 0 0,1 0-1 0 0,0 0 1 0 0,0 0 0 0 0,1 0-1 0 0,-1 0 1 0 0,0 0-1 0 0,1 0 1 0 0,-1-1 0 0 0,1 1-1 0 0,0 0 1 0 0,-1-1 0 0 0,1 1-1 0 0,0-1 1 0 0,0 0 0 0 0,0 1-1 0 0,0-1 1 0 0,0 0-1 0 0,0 0 1 0 0,0 0 0 0 0,0-1-1 0 0,1 1 1 0 0,-1 0 0 0 0,0-1-1 0 0,5 1 1 0 0,-2-1-38 0 0,-1-1 0 0 0,1 1 0 0 0,0-1 1 0 0,-1 0-1 0 0,1 0 0 0 0,0-1 0 0 0,-1 1 0 0 0,0-1 1 0 0,1 0-1 0 0,-1 0 0 0 0,0-1 0 0 0,0 1 0 0 0,6-5 1 0 0,0-1-51 0 0,-1 0 1 0 0,1-1 0 0 0,15-18 0 0 0,-19 18 54 0 0,0 0-1 0 0,0 0 1 0 0,-1 0 0 0 0,-1-1 0 0 0,6-14-1 0 0,-11 72 770 0 0,1-30-745 0 0,1 0 0 0 0,3 22 0 0 0,5-8-5657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49.4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36 10138 0 0,'21'28'3353'0'0,"-19"-23"-3379"0"0,0 0 1 0 0,0 0 0 0 0,0 0-1 0 0,0 1 1 0 0,-1-1-1 0 0,0 1 1 0 0,0-1 0 0 0,0 1-1 0 0,-1-1 1 0 0,0 1-1 0 0,0-1 1 0 0,0 1 0 0 0,-1 0-1 0 0,1-1 1 0 0,-1 1-1 0 0,-1-1 1 0 0,-3 10-1 0 0,39-95-436 0 0,-28 68 767 0 0,-1 3-104 0 0,0 0 0 0 0,0 0 0 0 0,1 0-1 0 0,13-15 1 0 0,-17 22-164 0 0,-1 1-1 0 0,1-1 1 0 0,0 0 0 0 0,0 1-1 0 0,0 0 1 0 0,0-1 0 0 0,0 1-1 0 0,0 0 1 0 0,1 0-1 0 0,-1 0 1 0 0,0 1 0 0 0,0-1-1 0 0,1 0 1 0 0,-1 1 0 0 0,0-1-1 0 0,1 1 1 0 0,-1 0 0 0 0,1 0-1 0 0,-1 0 1 0 0,0 0-1 0 0,1 0 1 0 0,-1 1 0 0 0,1-1-1 0 0,-1 1 1 0 0,0-1 0 0 0,0 1-1 0 0,4 1 1 0 0,2 2-39 0 0,0 0 0 0 0,0 0-1 0 0,0 0 1 0 0,0 1 0 0 0,-1 0 0 0 0,1 0 0 0 0,-1 1 0 0 0,-1 0 0 0 0,1 1 0 0 0,-1-1-1 0 0,0 1 1 0 0,-1 0 0 0 0,0 1 0 0 0,8 13 0 0 0,5 9-2167 0 0,-16-24 1571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49.7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49 1 5065 0 0,'0'0'186'0'0,"1"0"0"0"0,0 0 0 0 0,-1 1 0 0 0,1-1 0 0 0,-1 0 0 0 0,1 0 0 0 0,0 1 0 0 0,-1-1 0 0 0,1 1-1 0 0,-1-1 1 0 0,1 0 0 0 0,-1 1 0 0 0,1-1 0 0 0,-1 1 0 0 0,0-1 0 0 0,1 1 0 0 0,-1 0 0 0 0,0-1 0 0 0,1 1 0 0 0,-1-1 0 0 0,0 1 0 0 0,0-1 0 0 0,1 1 0 0 0,-1 0 0 0 0,0-1-1 0 0,0 1 1 0 0,0 1 0 0 0,9 22 1762 0 0,-5-11-1781 0 0,-1 1 1 0 0,-1 1-1 0 0,0-1 1 0 0,0 0-1 0 0,-2 1 1 0 0,0-1-1 0 0,-2 20 1 0 0,-23 103 1105 0 0,15-93-1042 0 0,-4 46 0 0 0,10-38-279 0 0,3-16-608 0 0,-3-1 1 0 0,-12 54-1 0 0,14-82-4 0 0,-1-1-76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50.0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0 103 15291 0 0,'0'0'71'0'0,"1"-1"-1"0"0,-1 1 1 0 0,1 0-1 0 0,-1-1 0 0 0,1 1 1 0 0,-1-1-1 0 0,1 1 1 0 0,-1 0-1 0 0,1-1 0 0 0,-1 1 1 0 0,1 0-1 0 0,-1-1 1 0 0,1 1-1 0 0,0 0 0 0 0,-1 0 1 0 0,1 0-1 0 0,-1 0 1 0 0,1 0-1 0 0,0-1 1 0 0,-1 1-1 0 0,1 0 0 0 0,0 0 1 0 0,-1 1-1 0 0,1-1 1 0 0,0 0-1 0 0,0 0 0 0 0,29 2-71 0 0,-18-1 246 0 0,15 0-28 0 0,0-1 0 0 0,0-1 0 0 0,0-1 0 0 0,-1-2 0 0 0,1-1 0 0 0,31-9 0 0 0,-55 13-218 0 0,34-10-126 0 0,-1-2-1 0 0,51-25 1 0 0,-82 36-157 0 0,-1 0 0 0 0,1 0 0 0 0,0 0 0 0 0,-1 1 0 0 0,1 0 0 0 0,0 0 0 0 0,0 0-1 0 0,0 1 1 0 0,0 0 0 0 0,0 0 0 0 0,0 0 0 0 0,0 0 0 0 0,8 2 0 0 0,-3 1-244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50.4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141 24 11979 0 0,'-2'-3'296'0'0,"0"1"1"0"0,0-1 0 0 0,0 1-1 0 0,-1 0 1 0 0,1 0 0 0 0,-1 0 0 0 0,1 0-1 0 0,-6-3 1 0 0,7 5-195 0 0,0 0 1 0 0,0 0-1 0 0,0 0 0 0 0,0 0 1 0 0,0 0-1 0 0,0 0 0 0 0,0 0 0 0 0,0 0 1 0 0,0 0-1 0 0,0 0 0 0 0,0 1 0 0 0,0-1 1 0 0,0 0-1 0 0,0 1 0 0 0,0-1 1 0 0,0 1-1 0 0,0-1 0 0 0,1 1 0 0 0,-1-1 1 0 0,0 1-1 0 0,0-1 0 0 0,1 1 1 0 0,-1 0-1 0 0,0 0 0 0 0,1-1 0 0 0,-1 1 1 0 0,0 0-1 0 0,1 0 0 0 0,-1 0 0 0 0,1 0 1 0 0,0-1-1 0 0,-1 1 0 0 0,0 2 1 0 0,-8 15-143 0 0,1 1 0 0 0,0 0 1 0 0,1 1-1 0 0,-6 31 0 0 0,-10 85 45 0 0,23-134-6 0 0,-11 119-525 0 0,5 0 0 0 0,5 0 0 0 0,19 151 1 0 0,-17-247 71 0 0,0-13-345 0 0,0 1-1 0 0,4 17 1 0 0,-5-28-541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50.8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15291 0 0,'65'14'1399'0'0,"36"2"-706"0"0,-15-3-559 0 0,-79-11-130 0 0,1 0 1 0 0,-1 0-1 0 0,1 1 0 0 0,-1 0 0 0 0,0 1 0 0 0,0-1 1 0 0,0 1-1 0 0,-1 0 0 0 0,9 8 0 0 0,-12-10 8 0 0,-1-1-1 0 0,0 1 0 0 0,0 1 0 0 0,0-1 1 0 0,0 0-1 0 0,0 0 0 0 0,0 1 0 0 0,-1-1 1 0 0,1 1-1 0 0,-1-1 0 0 0,0 1 0 0 0,1 0 1 0 0,-1-1-1 0 0,-1 1 0 0 0,1 0 0 0 0,0 0 1 0 0,-1 0-1 0 0,1 0 0 0 0,-1 0 0 0 0,0 0 1 0 0,0 0-1 0 0,0-1 0 0 0,0 1 0 0 0,-1 0 1 0 0,1 0-1 0 0,-1 0 0 0 0,-1 3 0 0 0,-9 21 80 0 0,-2-2-1 0 0,-1 0 1 0 0,-2-1-1 0 0,-20 26 1 0 0,22-32-186 0 0,-28 24 0 0 0,30-31-382 0 0,0 1 1 0 0,1 0 0 0 0,0 1 0 0 0,-14 23-1 0 0,21-26-1746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51.0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0 14771 0 0,'0'23'1799'0'0,"4"46"-1498"0"0,-4 77 0 0 0,-7-120-2797 0 0,5-20 1199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51.1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6913 0 0,'0'0'737'0'0,"2"2"-737"0"0,-2 0 0 0 0,1 1 1648 0 0,2 1 304 0 0,0 2 65 0 0,2 3 15 0 0,5 5-1744 0 0,2 3-352 0 0,2 2-72 0 0,0 0-3993 0 0,1 2-792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51.5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6 14771 0 0,'-10'-5'1710'0'0,"19"6"-1169"0"0,14 3-287 0 0,-14-4-255 0 0,0 0 0 0 0,0 1 0 0 0,0 0 0 0 0,-1 1 0 0 0,1 0 0 0 0,0 0 1 0 0,-1 1-1 0 0,10 4 0 0 0,-16-6-67 0 0,1 0 0 0 0,-1 0 0 0 0,1 1 0 0 0,-1-1 0 0 0,1 1 1 0 0,-1 0-1 0 0,0 0 0 0 0,0 0 0 0 0,0 0 0 0 0,0 0 0 0 0,0 0 0 0 0,0 1 0 0 0,-1-1 1 0 0,1 0-1 0 0,-1 1 0 0 0,1 0 0 0 0,-1-1 0 0 0,0 1 0 0 0,0 0 0 0 0,0-1 0 0 0,-1 1 0 0 0,1 0 1 0 0,-1 0-1 0 0,1 0 0 0 0,-1 0 0 0 0,0 0 0 0 0,0-1 0 0 0,-1 5 0 0 0,-2 10 141 0 0,-1 0 0 0 0,0 0-1 0 0,-1-1 1 0 0,-12 24 0 0 0,10-22 392 0 0,0-1 0 0 0,1 1 1 0 0,-6 28-1 0 0,12-44-426 0 0,-1-1 0 0 0,1 1 0 0 0,0 0 0 0 0,-1-1 0 0 0,1 1 0 0 0,0-1 0 0 0,0 1 0 0 0,0 0 0 0 0,0-1 0 0 0,0 1 0 0 0,1-1 0 0 0,-1 1 0 0 0,0 0 0 0 0,1-1 0 0 0,-1 1 0 0 0,1-1 0 0 0,0 1 0 0 0,-1-1 0 0 0,1 1 0 0 0,0-1 0 0 0,0 0 0 0 0,0 1 0 0 0,0-1 1 0 0,0 0-1 0 0,0 0 0 0 0,0 0 0 0 0,0 1 0 0 0,1-1 0 0 0,-1 0 0 0 0,0-1 0 0 0,1 1 0 0 0,-1 0 0 0 0,1 0 0 0 0,-1-1 0 0 0,1 1 0 0 0,-1 0 0 0 0,1-1 0 0 0,-1 0 0 0 0,1 1 0 0 0,-1-1 0 0 0,1 0 0 0 0,0 0 0 0 0,-1 0 0 0 0,1 0 0 0 0,0 0 0 0 0,2 0 0 0 0,5-1-146 0 0,0-1-1 0 0,0 1 1 0 0,-1-1-1 0 0,1-1 1 0 0,0 0 0 0 0,-1 0-1 0 0,9-4 1 0 0,-4 0-40 0 0,-2 2-294 0 0,1 0 1 0 0,-2-2-1 0 0,1 1 0 0 0,-1-1 0 0 0,15-13 0 0 0,-8 3-351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51.9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4 11522 0 0,'-10'-3'1371'0'0,"5"2"-261"0"0,6 4 1266 0 0,2-1-2190 0 0,6 4 48 0 0,-1-1 0 0 0,1 0 0 0 0,17 5 0 0 0,-18-6-221 0 0,1-1 0 0 0,-1 1 0 0 0,1 0 0 0 0,-1 1 0 0 0,-1 0 0 0 0,14 11 0 0 0,-19-14-13 0 0,-1-1 0 0 0,0 1 0 0 0,0 0 0 0 0,0 0 0 0 0,0 0 0 0 0,0 1 0 0 0,0-1 0 0 0,0 0 1 0 0,-1 0-1 0 0,1 0 0 0 0,-1 1 0 0 0,0-1 0 0 0,0 0 0 0 0,0 0 0 0 0,0 1 0 0 0,0-1 0 0 0,0 0 0 0 0,0 0 0 0 0,-1 1 0 0 0,1-1 1 0 0,-1 0-1 0 0,1 0 0 0 0,-1 0 0 0 0,0 0 0 0 0,-1 3 0 0 0,-4 8 62 0 0,-1 0 1 0 0,-15 21-1 0 0,15-23 10 0 0,-25 37 11 0 0,15-25-20 0 0,1 1-1 0 0,-12 27 1 0 0,26-48-293 0 0,1 0 1 0 0,0 0-1 0 0,0 0 0 0 0,1 0 0 0 0,-1 0 1 0 0,0 0-1 0 0,1 0 0 0 0,0 0 1 0 0,0 3-1 0 0,0-5 115 0 0,0 0 0 0 0,0 0 0 0 0,0-1 0 0 0,0 1 0 0 0,0 0 0 0 0,0 0 0 0 0,1-1 0 0 0,-1 1 0 0 0,0 0 0 0 0,1 0 0 0 0,-1-1 0 0 0,1 1 0 0 0,-1 0 0 0 0,0-1 0 0 0,1 1 0 0 0,-1-1 0 0 0,1 1 0 0 0,0-1 0 0 0,-1 1 0 0 0,1-1 0 0 0,-1 1 0 0 0,1-1 0 0 0,0 1 0 0 0,-1-1 0 0 0,1 1 0 0 0,0-1 1 0 0,0 0-1 0 0,-1 0 0 0 0,1 1 0 0 0,0-1 0 0 0,0 0 0 0 0,-1 0 0 0 0,1 0 0 0 0,0 0 0 0 0,0 0 0 0 0,0 0 0 0 0,-1 0 0 0 0,1 0 0 0 0,1 0 0 0 0,7-2-4728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52.3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158 184 2761 0 0,'27'-18'3366'0'0,"44"-35"661"0"0,-65 48-3884 0 0,-1 0 1 0 0,1-1-1 0 0,-1 0 0 0 0,0 0 1 0 0,-1 0-1 0 0,1 0 0 0 0,-1-1 0 0 0,6-12 1 0 0,-9 17-57 0 0,-1 0 0 0 0,1 1 1 0 0,0-1-1 0 0,-1 0 0 0 0,0 0 0 0 0,1 0 1 0 0,-1 0-1 0 0,0 0 0 0 0,0 0 0 0 0,0 0 1 0 0,0 0-1 0 0,0 0 0 0 0,-1-2 0 0 0,1 3-46 0 0,-1 0 0 0 0,1 0 0 0 0,-1 0 0 0 0,1 0 0 0 0,-1 0 0 0 0,1 0 0 0 0,-1 1 0 0 0,1-1 0 0 0,-1 0 0 0 0,0 0 0 0 0,1 1 0 0 0,-1-1 0 0 0,0 0 0 0 0,0 1 0 0 0,0-1 0 0 0,0 1 0 0 0,1-1 0 0 0,-1 1 0 0 0,-1-1 0 0 0,-2 0-9 0 0,1 1 0 0 0,0-1 0 0 0,-1 1 0 0 0,1-1 0 0 0,0 1 0 0 0,-1 0 0 0 0,1 1 0 0 0,0-1 0 0 0,-1 0-1 0 0,1 1 1 0 0,0 0 0 0 0,-1 0 0 0 0,-4 2 0 0 0,-11 5 96 0 0,0 1 0 0 0,1 1-1 0 0,1 1 1 0 0,0 0 0 0 0,0 1-1 0 0,1 1 1 0 0,0 1 0 0 0,-13 16-1 0 0,21-22 10 0 0,1 0 1 0 0,0 0-1 0 0,0 1 0 0 0,1 0 0 0 0,0 1 0 0 0,1-1 0 0 0,0 1 1 0 0,1 0-1 0 0,0 1 0 0 0,0-1 0 0 0,1 1 0 0 0,0-1 0 0 0,1 1 1 0 0,0 0-1 0 0,1 0 0 0 0,0 18 0 0 0,1-26-140 0 0,0-1 0 0 0,1 1 0 0 0,-1-1-1 0 0,0 1 1 0 0,1 0 0 0 0,0-1 0 0 0,0 1 0 0 0,-1-1-1 0 0,1 0 1 0 0,1 1 0 0 0,-1-1 0 0 0,0 0 0 0 0,1 1 0 0 0,-1-1-1 0 0,1 0 1 0 0,-1 0 0 0 0,1 0 0 0 0,0 0 0 0 0,0-1-1 0 0,3 3 1 0 0,-2-3-39 0 0,-1 0 0 0 0,0 0 0 0 0,1 0 0 0 0,-1-1 0 0 0,0 1 0 0 0,1-1-1 0 0,-1 0 1 0 0,1 1 0 0 0,-1-1 0 0 0,1 0 0 0 0,-1-1 0 0 0,1 1 0 0 0,-1 0 0 0 0,0-1-1 0 0,1 1 1 0 0,-1-1 0 0 0,1 0 0 0 0,-1 0 0 0 0,0 0 0 0 0,0 0 0 0 0,4-2 0 0 0,4-3-16 0 0,0-1 0 0 0,-1 0 0 0 0,0 0 1 0 0,0-1-1 0 0,0 0 0 0 0,-1-1 1 0 0,-1 0-1 0 0,9-12 0 0 0,5-12 142 0 0,20-41 0 0 0,-17 28 597 0 0,-24 46-654 0 0,0 0 1 0 0,0 0-1 0 0,0 0 0 0 0,1-1 1 0 0,-1 1-1 0 0,0 0 1 0 0,0 0-1 0 0,0 0 0 0 0,0 0 1 0 0,0 0-1 0 0,0-1 0 0 0,0 1 1 0 0,0 0-1 0 0,0 0 1 0 0,0 0-1 0 0,0 0 0 0 0,1 0 1 0 0,-1 0-1 0 0,0 0 0 0 0,0 0 1 0 0,0 0-1 0 0,0-1 1 0 0,0 1-1 0 0,0 0 0 0 0,1 0 1 0 0,-1 0-1 0 0,0 0 0 0 0,0 0 1 0 0,0 0-1 0 0,0 0 1 0 0,0 0-1 0 0,1 0 0 0 0,-1 0 1 0 0,0 0-1 0 0,0 0 0 0 0,0 0 1 0 0,0 0-1 0 0,0 0 1 0 0,1 0-1 0 0,-1 0 0 0 0,0 0 1 0 0,0 0-1 0 0,0 0 0 0 0,0 0 1 0 0,0 1-1 0 0,1-1 1 0 0,-1 0-1 0 0,0 0 0 0 0,0 0 1 0 0,0 0-1 0 0,0 0 0 0 0,0 0 1 0 0,0 0-1 0 0,0 0 1 0 0,0 1-1 0 0,1-1 0 0 0,-1 0 1 0 0,0 0-1 0 0,0 0 0 0 0,0 0 1 0 0,0 0-1 0 0,0 1 1 0 0,5 15 683 0 0,1 22-365 0 0,-3-17-287 0 0,0 0 0 0 0,6 22 1 0 0,-8-37-306 0 0,1 0 1 0 0,0 0-1 0 0,0 0 1 0 0,1-1 0 0 0,0 0-1 0 0,0 1 1 0 0,0-1-1 0 0,0 0 1 0 0,1 0-1 0 0,0 0 1 0 0,0-1 0 0 0,5 5-1 0 0,1-2-1477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54.3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507 237 5985 0 0,'-13'-72'3920'0'0,"11"56"-3507"0"0,0 0 0 0 0,-1 1 0 0 0,-1-1 0 0 0,0 1 0 0 0,-1 0-1 0 0,0 0 1 0 0,-11-19 0 0 0,15 32-365 0 0,0 1-1 0 0,-1-1 1 0 0,1 1-1 0 0,0-1 1 0 0,-1 1-1 0 0,1-1 1 0 0,-1 1-1 0 0,0 0 1 0 0,1-1-1 0 0,-1 1 1 0 0,0 0 0 0 0,0 0-1 0 0,0 1 1 0 0,0-1-1 0 0,0 0 1 0 0,0 1-1 0 0,0-1 1 0 0,0 1-1 0 0,0-1 1 0 0,0 1-1 0 0,0 0 1 0 0,0 0-1 0 0,0 0 1 0 0,0 0-1 0 0,0 0 1 0 0,0 0 0 0 0,0 1-1 0 0,0-1 1 0 0,0 1-1 0 0,0-1 1 0 0,0 1-1 0 0,0 0 1 0 0,0 0-1 0 0,-3 2 1 0 0,-2 1-42 0 0,0 0 1 0 0,0 1-1 0 0,0-1 1 0 0,1 1-1 0 0,-1 1 0 0 0,1-1 1 0 0,-8 11-1 0 0,0 3 149 0 0,1 0 0 0 0,1 1 0 0 0,1 0 1 0 0,1 1-1 0 0,-10 28 0 0 0,6-9 259 0 0,3 0 0 0 0,-8 43 0 0 0,13-38-156 0 0,1 0 0 0 0,3 0 0 0 0,1 1 0 0 0,7 53 0 0 0,38 178-1802 0 0,-44-275 1286 0 0,1 1-1 0 0,-1-1 1 0 0,0 0-1 0 0,1 0 0 0 0,-1 1 1 0 0,0-1-1 0 0,0 0 1 0 0,-1 0-1 0 0,1 1 1 0 0,0-1-1 0 0,-2 3 0 0 0,2-5 129 0 0,0 1-1 0 0,0-1 0 0 0,0 0 0 0 0,-1 1 0 0 0,1-1 0 0 0,0 0 0 0 0,0 1 0 0 0,-1-1 0 0 0,1 0 0 0 0,0 0 0 0 0,-1 1 1 0 0,1-1-1 0 0,0 0 0 0 0,0 0 0 0 0,-1 1 0 0 0,1-1 0 0 0,-1 0 0 0 0,1 0 0 0 0,0 0 0 0 0,-1 0 0 0 0,1 0 0 0 0,0 0 0 0 0,-1 0 1 0 0,1 0-1 0 0,-1 0 0 0 0,-15-6-2502 0 0,6-2 2455 0 0,0 0 1 0 0,1 0-1 0 0,1 0 1 0 0,-1-1 0 0 0,1-1-1 0 0,1 0 1 0 0,-1 0-1 0 0,2 0 1 0 0,-1-1-1 0 0,2 1 1 0 0,-8-21-1 0 0,-2-11 1214 0 0,-18-83 1 0 0,21 74-617 0 0,8 32-194 0 0,-13-43 1205 0 0,15 56-824 0 0,0 0-1 0 0,-1 0 1 0 0,1 1 0 0 0,-1-1 0 0 0,-1 1 0 0 0,1 0 0 0 0,-8-9 0 0 0,14 15-454 0 0,0 1 1 0 0,0-1-1 0 0,0 1 0 0 0,1-1 1 0 0,-1 0-1 0 0,1 0 0 0 0,-1-1 1 0 0,1 1-1 0 0,-1-1 0 0 0,8 0 1 0 0,42 0-493 0 0,-17-3 16 0 0,-1-2-1 0 0,0-1 1 0 0,52-18-1 0 0,34-6-2401 0 0,-104 28 2387 0 0,1 1 1 0 0,25 1 0 0 0,-19 0 207 0 0,-14 0 408 0 0,-7 1-95 0 0,-1-1 1 0 0,1 0-1 0 0,-1 0 1 0 0,1 0-1 0 0,-1 0 1 0 0,1 0 0 0 0,-1-1-1 0 0,1 1 1 0 0,-1-1-1 0 0,1 1 1 0 0,-1-1 0 0 0,1 0-1 0 0,-1 0 1 0 0,0 0-1 0 0,0 0 1 0 0,1-1-1 0 0,1-1 1 0 0,-9 10-168 0 0,-1-1 0 0 0,1 1 0 0 0,1 0 0 0 0,0 0 0 0 0,-1 0 0 0 0,2 1 0 0 0,-1-1 0 0 0,-2 13 0 0 0,1-5 42 0 0,1 0-1 0 0,1 0 1 0 0,1 0-1 0 0,0 0 1 0 0,1 1-1 0 0,1-1 1 0 0,0 1-1 0 0,1-1 1 0 0,1 1-1 0 0,0-1 1 0 0,2 0 0 0 0,-1 0-1 0 0,10 23 1 0 0,-1-25 27 0 0,-5-9-37 0 0,-7-4-47 0 0,0 0-1 0 0,1 0 1 0 0,-1 0-1 0 0,0 0 1 0 0,0-1-1 0 0,0 1 1 0 0,0 0-1 0 0,1 0 1 0 0,-1 0-1 0 0,0 0 1 0 0,0 0-1 0 0,0 0 1 0 0,0 0-1 0 0,0 0 1 0 0,0 0-1 0 0,1 0 1 0 0,-1-1-1 0 0,0 1 1 0 0,0 0-1 0 0,0 0 1 0 0,0 0-1 0 0,0 0 1 0 0,0 0 0 0 0,0-1-1 0 0,0 1 1 0 0,0 0-1 0 0,1 0 1 0 0,-1 0-1 0 0,0 0 1 0 0,0 0-1 0 0,0-1 1 0 0,0 1-1 0 0,0 0 1 0 0,0 0-1 0 0,0 0 1 0 0,0 0-1 0 0,0-1 1 0 0,0 1-1 0 0,0 0 1 0 0,-1 0-1 0 0,1-7 22 0 0,-1 0 0 0 0,-1 0-1 0 0,0 1 1 0 0,0-1 0 0 0,-3-6-1 0 0,-3-12 47 0 0,5 12-18 0 0,0 3-55 0 0,0 0 0 0 0,1 0-1 0 0,0 0 1 0 0,0 0 0 0 0,1 0-1 0 0,1-1 1 0 0,0 1 0 0 0,1-13-1 0 0,0 21 4 0 0,-1 0 0 0 0,1 1 0 0 0,0-1 0 0 0,0 0 0 0 0,0 1 0 0 0,0-1 0 0 0,0 1 0 0 0,0-1 0 0 0,1 1 0 0 0,-1-1 0 0 0,0 1-1 0 0,1 0 1 0 0,-1 0 0 0 0,1 0 0 0 0,-1 0 0 0 0,1 0 0 0 0,0 0 0 0 0,-1 0 0 0 0,1 0 0 0 0,0 0 0 0 0,0 1 0 0 0,0-1 0 0 0,2 1 0 0 0,7-3-69 0 0,0 2 1 0 0,22-2 0 0 0,-7 1 66 0 0,19-3-560 0 0,-1-3-1 0 0,56-17 1 0 0,-99 25 573 0 0,-1 0 0 0 0,0 0 0 0 0,0 0 0 0 0,1 0 0 0 0,-1 0 1 0 0,0 0-1 0 0,1-1 0 0 0,-1 1 0 0 0,0 0 0 0 0,0 0 1 0 0,1 0-1 0 0,-1 0 0 0 0,0 0 0 0 0,1 0 0 0 0,-1 0 0 0 0,0 0 1 0 0,0 0-1 0 0,1 0 0 0 0,-1 0 0 0 0,0 1 0 0 0,1-1 0 0 0,-1 0 1 0 0,0 0-1 0 0,0 0 0 0 0,1 0 0 0 0,-1 0 0 0 0,0 0 0 0 0,0 1 1 0 0,1-1-1 0 0,-1 0 0 0 0,0 0 0 0 0,0 0 0 0 0,1 1 1 0 0,-1-1-1 0 0,0 0 0 0 0,0 0 0 0 0,0 1 0 0 0,0 14 373 0 0,-16 26 227 0 0,10-28-511 0 0,2-1-18 0 0,0-1 0 0 0,0 1 0 0 0,1 0 0 0 0,1 1 0 0 0,-1 15 0 0 0,2-22-54 0 0,1-1 0 0 0,0 0 0 0 0,1 0 0 0 0,-1 1 0 0 0,1-1 0 0 0,0 0 0 0 0,1 0 0 0 0,-1 0 0 0 0,1 0 0 0 0,0 0 0 0 0,0-1 0 0 0,1 1 0 0 0,-1 0 0 0 0,1-1 0 0 0,4 6 0 0 0,-6-9-18 0 0,0-1 0 0 0,0 1 0 0 0,0 0 0 0 0,0 0 0 0 0,0-1 0 0 0,0 1 0 0 0,0-1 0 0 0,0 1-1 0 0,1-1 1 0 0,-1 1 0 0 0,0-1 0 0 0,0 1 0 0 0,0-1 0 0 0,1 0 0 0 0,-1 0 0 0 0,0 0 0 0 0,0 0-1 0 0,1 0 1 0 0,-1 0 0 0 0,0 0 0 0 0,1 0 0 0 0,-1 0 0 0 0,0-1 0 0 0,0 1 0 0 0,0 0 0 0 0,1-1-1 0 0,-1 1 1 0 0,0-1 0 0 0,0 1 0 0 0,0-1 0 0 0,0 0 0 0 0,0 0 0 0 0,0 1 0 0 0,2-3-1 0 0,-1 1 18 0 0,1 1-1 0 0,-1-2 0 0 0,0 1 1 0 0,1 0-1 0 0,-1 0 0 0 0,0-1 1 0 0,0 1-1 0 0,-1-1 0 0 0,1 1 0 0 0,0-1 1 0 0,-1 0-1 0 0,0 0 0 0 0,2-4 1 0 0,-3-3 70 0 0,1-1 1 0 0,-2 1-1 0 0,1-1 1 0 0,-2 1-1 0 0,1 0 0 0 0,-2-1 1 0 0,1 1-1 0 0,-8-18 1 0 0,-1-10-242 0 0,4 21-2 0 0,6 16 71 0 0,-1-1 1 0 0,1 0-1 0 0,0 0 0 0 0,0 0 0 0 0,1 0 0 0 0,-1 0 0 0 0,0 0 0 0 0,1 0 0 0 0,-1 0 1 0 0,1 0-1 0 0,0 0 0 0 0,-1 0 0 0 0,1 0 0 0 0,0-1 0 0 0,1-2 0 0 0,-1 4 24 0 0,1 1 0 0 0,-1 0 0 0 0,1-1 0 0 0,-1 1-1 0 0,1 0 1 0 0,-1 0 0 0 0,1-1 0 0 0,0 1 0 0 0,-1 0 0 0 0,1 0-1 0 0,-1 0 1 0 0,1 0 0 0 0,0-1 0 0 0,-1 1 0 0 0,1 0-1 0 0,-1 0 1 0 0,1 0 0 0 0,0 1 0 0 0,-1-1 0 0 0,1 0 0 0 0,-1 0-1 0 0,1 0 1 0 0,0 0 0 0 0,-1 0 0 0 0,2 1 0 0 0,15 7 35 0 0,-12-2 76 0 0,0 0-1 0 0,-1 0 1 0 0,0 0-1 0 0,0 0 1 0 0,0 1-1 0 0,-1-1 1 0 0,1 1 0 0 0,-2 0-1 0 0,1 0 1 0 0,-1 0-1 0 0,0 0 1 0 0,0 1-1 0 0,-1-1 1 0 0,0 0 0 0 0,-1 1-1 0 0,1 7 1 0 0,-2-4-13 0 0,1 1 0 0 0,-2 0 1 0 0,0-1-1 0 0,0 0 1 0 0,-1 1-1 0 0,0-1 0 0 0,-1 0 1 0 0,0 0-1 0 0,-10 18 0 0 0,5-21-46 0 0,4-10 79 0 0,4-13 161 0 0,2 6-213 0 0,1 0-1 0 0,0 0 0 0 0,0 0 1 0 0,1 0-1 0 0,0 0 0 0 0,0 1 0 0 0,1-1 1 0 0,1 1-1 0 0,-1 0 0 0 0,1 0 0 0 0,0 1 1 0 0,1-1-1 0 0,0 1 0 0 0,0 0 0 0 0,11-9 1 0 0,-17 16-24 0 0,1-1 0 0 0,0 1-1 0 0,0-1 1 0 0,0 1 0 0 0,0-1 0 0 0,0 1 0 0 0,0-1 0 0 0,0 1 0 0 0,0 0 0 0 0,1 0 0 0 0,-1-1 0 0 0,0 1 0 0 0,0 0 0 0 0,0 0 0 0 0,0 0 0 0 0,0 0 0 0 0,0 0 0 0 0,0 1 0 0 0,0-1 0 0 0,0 0 0 0 0,1 0 0 0 0,0 1 0 0 0,0 0 11 0 0,0 0 0 0 0,0 1 0 0 0,0-1 0 0 0,0 1 0 0 0,0-1 0 0 0,0 1 0 0 0,0-1 0 0 0,-1 1 1 0 0,4 4-1 0 0,-2-2 12 0 0,0 1 0 0 0,0 1 0 0 0,0-1 0 0 0,0 0 0 0 0,-1 1 0 0 0,0-1 0 0 0,2 10 0 0 0,-4-14-25 0 0,0 0 0 0 0,0 0 0 0 0,1 0-1 0 0,-1 0 1 0 0,0-1 0 0 0,0 1 0 0 0,0 0 0 0 0,1 0 0 0 0,-1 0 0 0 0,0 0 0 0 0,1-1 0 0 0,-1 1 0 0 0,0 0 0 0 0,1 0 0 0 0,-1-1 0 0 0,1 1 0 0 0,0 0 0 0 0,-1-1 0 0 0,1 1 0 0 0,-1 0 0 0 0,1-1 0 0 0,0 1 0 0 0,0-1 0 0 0,-1 1 0 0 0,1-1 0 0 0,0 0-1 0 0,1 1 1 0 0,0-1 0 0 0,-1 0 0 0 0,1 0 0 0 0,-1 0 0 0 0,0 0 0 0 0,1-1-1 0 0,-1 1 1 0 0,1-1 0 0 0,-1 1 0 0 0,0-1 0 0 0,1 1 0 0 0,-1-1-1 0 0,0 0 1 0 0,0 0 0 0 0,1 0 0 0 0,0-1 0 0 0,7-5-1 0 0,-1-1 0 0 0,1-1 0 0 0,7-10 0 0 0,-15 18 1 0 0,17-25 57 0 0,-13 19-20 0 0,0 0 1 0 0,0 0-1 0 0,0 0 0 0 0,1 0 0 0 0,0 1 0 0 0,0 0 0 0 0,1 0 1 0 0,8-5-1 0 0,-13 10 21 0 0,-1 1 0 0 0,0 0 0 0 0,1-1 0 0 0,-1 1 0 0 0,0 0 0 0 0,1 0 0 0 0,-1 0 0 0 0,1 0 0 0 0,-1 0 0 0 0,0 0-1 0 0,1 0 1 0 0,-1 0 0 0 0,1 1 0 0 0,-1-1 0 0 0,0 0 0 0 0,1 1 0 0 0,-1-1 0 0 0,0 1 0 0 0,0 0 0 0 0,0-1 0 0 0,1 1 0 0 0,-1 0 0 0 0,0 0 0 0 0,0 0 0 0 0,0-1 0 0 0,0 1 0 0 0,0 1 0 0 0,0-1 0 0 0,0 0 0 0 0,-1 0 0 0 0,1 0 0 0 0,0 0 0 0 0,0 0 0 0 0,-1 1 0 0 0,1 0 0 0 0,5 9 26 0 0,-1 0-1 0 0,-1-1 1 0 0,5 14 0 0 0,-6-13-90 0 0,0-5-11 0 0,7 24 54 0 0,-9-29-46 0 0,-1 0 0 0 0,0 0 0 0 0,0 0 1 0 0,1 0-1 0 0,-1 0 0 0 0,0 0 0 0 0,0 0 0 0 0,0 0 0 0 0,0 0 0 0 0,0 0 1 0 0,0 0-1 0 0,0 0 0 0 0,0 0 0 0 0,0 0 0 0 0,-1 0 0 0 0,1 0 1 0 0,0 0-1 0 0,-1 0 0 0 0,1 0 0 0 0,-1-1 0 0 0,1 1 0 0 0,-1 0 1 0 0,1 0-1 0 0,-1 1 0 0 0,-4-1-79 0 0,-1 1-3043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54.8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 5 17972 0 0,'-1'-1'111'0'0,"0"1"-1"0"0,0-1 1 0 0,0 1 0 0 0,0-1 0 0 0,0 1-1 0 0,0 0 1 0 0,0-1 0 0 0,0 1 0 0 0,0 0-1 0 0,0 0 1 0 0,0 0 0 0 0,0 0 0 0 0,0 0 0 0 0,0 0-1 0 0,0 0 1 0 0,-1 0 0 0 0,1 1-150 0 0,1 0 1 0 0,-1 0-1 0 0,1-1 1 0 0,-1 1-1 0 0,1 0 0 0 0,0 0 1 0 0,-1 0-1 0 0,1 0 1 0 0,0 0-1 0 0,0-1 1 0 0,-1 1-1 0 0,1 0 1 0 0,0 0-1 0 0,0 0 1 0 0,0 1-1 0 0,-1 8-179 0 0,-6 50 67 0 0,2 0 0 0 0,3 71 0 0 0,4-94-183 0 0,1-1 0 0 0,2 1 1 0 0,2-1-1 0 0,21 65 0 0 0,-14-69-1958 0 0,-8-21 441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55.2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14259 0 0,'12'7'1337'0'0,"-2"-1"-1225"0"0,-1 0-1 0 0,1-2 1 0 0,0 1 0 0 0,17 4-1 0 0,53 4 72 0 0,-60-10-122 0 0,1-1-1 0 0,-1 2 0 0 0,1 1 1 0 0,-1 1-1 0 0,19 8 1 0 0,-37-13-58 0 0,1-1 0 0 0,-1 1 1 0 0,0 0-1 0 0,0 1 0 0 0,0-1 1 0 0,0 0-1 0 0,0 1 0 0 0,0-1 1 0 0,0 1-1 0 0,-1-1 0 0 0,1 1 1 0 0,-1 0-1 0 0,1 0 0 0 0,-1 0 1 0 0,1 0-1 0 0,-1 0 0 0 0,0 0 1 0 0,0 0-1 0 0,0 0 0 0 0,0 0 1 0 0,0 1-1 0 0,-1-1 0 0 0,1 0 1 0 0,-1 0-1 0 0,1 1 0 0 0,-1-1 1 0 0,0 1-1 0 0,0-1 0 0 0,0 0 1 0 0,0 1-1 0 0,0-1 0 0 0,-1 0 1 0 0,1 1-1 0 0,-1-1 0 0 0,0 0 1 0 0,1 1-1 0 0,-2 2 0 0 0,-2 3 13 0 0,0-1 0 0 0,-1 1 0 0 0,0 0 0 0 0,0-1 0 0 0,0 0-1 0 0,-1 0 1 0 0,0-1 0 0 0,-11 10 0 0 0,-47 32 80 0 0,41-31-386 0 0,-40 35 0 0 0,62-51 165 0 0,0 0 0 0 0,0 0 0 0 0,1 0 0 0 0,-1 0 0 0 0,0 0 0 0 0,0 0-1 0 0,1 0 1 0 0,-1 1 0 0 0,0-1 0 0 0,1 0 0 0 0,-1 1 0 0 0,0 2 0 0 0,1 0-475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55.3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4609 0 0,'6'13'1157'0'0,"-2"15"4747"0"0,-3-18-4199 0 0,4 24 793 0 0,20 148-2602 0 0,-25-177-462 0 0,0-3-2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55.5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1 12899 0 0,'-2'0'1152'0'0,"1"0"-928"0"0,-1 1-224 0 0,2 2 0 0 0,2 1 704 0 0,-1-1 96 0 0,1 3 25 0 0,0 3-1 0 0,2 4-952 0 0,3 4-192 0 0,3 4-40 0 0,-2-2-9 0 0,2 1-231 0 0,-2-3-40 0 0,2-1-16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55.9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69 4 17508 0 0,'-4'-3'1601'0'0,"6"3"-1406"0"0,14 4 17 0 0,13 1 22 0 0,27 5-468 0 0,-51-8 61 0 0,0-1-1 0 0,0 1 1 0 0,0 0-1 0 0,0 0 1 0 0,-1 0-1 0 0,1 0 1 0 0,-1 1-1 0 0,5 4 1 0 0,-8-7 104 0 0,0 1 1 0 0,0 0 0 0 0,0 0-1 0 0,-1 0 1 0 0,1 0 0 0 0,0 0 0 0 0,-1 0-1 0 0,1 0 1 0 0,-1 0 0 0 0,1 0-1 0 0,-1 0 1 0 0,1 0 0 0 0,-1 0 0 0 0,0 0-1 0 0,0 0 1 0 0,0 1 0 0 0,1-1 0 0 0,-1 0-1 0 0,0 0 1 0 0,-1 2 0 0 0,1 0-17 0 0,-1 0 1 0 0,1 0-1 0 0,-1 0 1 0 0,0 0-1 0 0,0 0 0 0 0,-1 0 1 0 0,-2 4-1 0 0,-3 4 72 0 0,0-1 0 0 0,-16 17 0 0 0,22-25 34 0 0,-14 14 74 0 0,-26 29 1135 0 0,-62 87-1 0 0,89-103-707 0 0,13-29-527 0 0,1 1 1 0 0,0-1-1 0 0,0 1 1 0 0,-1-1 0 0 0,1 1-1 0 0,0-1 1 0 0,0 1-1 0 0,0-1 1 0 0,0 1-1 0 0,0-1 1 0 0,0 1-1 0 0,0-1 1 0 0,0 1 0 0 0,0-1-1 0 0,0 1 1 0 0,0-1-1 0 0,0 1 1 0 0,0-1-1 0 0,0 1 1 0 0,0-1-1 0 0,1 1 1 0 0,-1-1 0 0 0,0 1-1 0 0,0-1 1 0 0,1 1-1 0 0,-1-1 1 0 0,0 1-1 0 0,0-1 1 0 0,1 0-1 0 0,-1 1 1 0 0,1-1 0 0 0,-1 1-1 0 0,0-1 1 0 0,1 0-1 0 0,-1 0 1 0 0,1 1-1 0 0,-1-1 1 0 0,1 0-1 0 0,-1 0 1 0 0,0 1 0 0 0,1-1-1 0 0,-1 0 1 0 0,1 0-1 0 0,0 0 1 0 0,-1 0-1 0 0,1 0 1 0 0,-1 0-1 0 0,1 0 1 0 0,-1 0 0 0 0,1 0-1 0 0,-1 0 1 0 0,1 0-1 0 0,-1 0 1 0 0,2 0-1 0 0,18-4-488 0 0,0-1-1 0 0,0-1 1 0 0,-1-1-1 0 0,0 0 0 0 0,0-2 1 0 0,0 0-1 0 0,-1-1 1 0 0,-1-1-1 0 0,24-18 1 0 0,-25 15-274 0 0,-1-1-1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56.3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6449 0 0,'4'3'9372'0'0,"0"1"-9114"0"0,1-1 0 0 0,-1 0-1 0 0,1 0 1 0 0,0 0 0 0 0,6 2 0 0 0,44 0 638 0 0,-38-5-779 0 0,-1 1 1 0 0,18 3 0 0 0,-30-3-136 0 0,0 0 0 0 0,-1 0 0 0 0,1 0 1 0 0,0 0-1 0 0,-1 1 0 0 0,0-1 0 0 0,1 1 0 0 0,-1 0 1 0 0,0 0-1 0 0,0 0 0 0 0,1 1 0 0 0,-2-1 1 0 0,6 6-1 0 0,-6-6-10 0 0,-1 0 0 0 0,0 0 0 0 0,-1 1 0 0 0,1-1 0 0 0,0 0 0 0 0,-1 0 0 0 0,1 0 0 0 0,-1 1 0 0 0,0-1 0 0 0,0 0 0 0 0,1 1 0 0 0,-2-1 0 0 0,1 0 0 0 0,0 1 0 0 0,0-1 0 0 0,-1 0 0 0 0,1 0 0 0 0,-1 1 0 0 0,0-1 0 0 0,1 0 0 0 0,-1 0 0 0 0,0 0 0 0 0,-1 0 0 0 0,-1 3 0 0 0,-4 8-221 0 0,-1-1-1 0 0,-15 18 0 0 0,18-24 231 0 0,-18 22 284 0 0,2 1 1 0 0,0 1 0 0 0,2 1-1 0 0,-16 36 1 0 0,34-66-269 0 0,0 0 0 0 0,1 0 0 0 0,-1 0 0 0 0,1 0 0 0 0,0 0 0 0 0,-1 0 0 0 0,1 0 0 0 0,0 1 0 0 0,0-1 0 0 0,-1 0 0 0 0,1 0 0 0 0,0 0 0 0 0,0 0-1 0 0,0 0 1 0 0,0 1 0 0 0,0-1 0 0 0,1 0 0 0 0,-1 0 0 0 0,0 0 0 0 0,1 0 0 0 0,-1 0 0 0 0,0 0 0 0 0,2 2 0 0 0,-2-3-41 0 0,1 1 0 0 0,0 0 0 0 0,0-1 0 0 0,0 1 0 0 0,0-1 0 0 0,1 1 0 0 0,-1-1 0 0 0,0 0 0 0 0,0 1 0 0 0,0-1 0 0 0,0 0 0 0 0,0 0 0 0 0,0 0 0 0 0,1 0 0 0 0,-1 0 0 0 0,0 0 0 0 0,0 0 0 0 0,2 0 0 0 0,8-3-469 0 0,0 1-1 0 0,0-2 1 0 0,17-6-1 0 0,-24 8 372 0 0,52-19-2485 0 0,-35 12 1501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56.7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59 206 3225 0 0,'129'-58'3090'0'0,"-115"50"-2547"0"0,0 0 0 0 0,0-1 0 0 0,-1-1 0 0 0,0 0 1 0 0,-1 0-1 0 0,18-21 0 0 0,-27 28-348 0 0,-1 0-1 0 0,0 0 1 0 0,0 0 0 0 0,-1 0 0 0 0,1 0 0 0 0,-1-1-1 0 0,1 1 1 0 0,-1 0 0 0 0,0-1 0 0 0,1-4 0 0 0,-2 7-139 0 0,0 0 0 0 0,0 1-1 0 0,0-1 1 0 0,0 0 0 0 0,0 0 0 0 0,0 0 0 0 0,0 1 0 0 0,-1-1 0 0 0,1 0 0 0 0,0 0 0 0 0,0 1 0 0 0,-1-1 0 0 0,1 0 0 0 0,0 0 0 0 0,-1 1 0 0 0,1-1 0 0 0,-1 0-1 0 0,1 1 1 0 0,-2-2 0 0 0,1 1-43 0 0,0 1-1 0 0,0-1 0 0 0,0 0 0 0 0,0 1 1 0 0,0-1-1 0 0,0 1 0 0 0,-1 0 0 0 0,1-1 1 0 0,0 1-1 0 0,0 0 0 0 0,0 0 0 0 0,-1 0 1 0 0,1 0-1 0 0,0 0 0 0 0,0 0 0 0 0,-1 0 1 0 0,0 1-1 0 0,-8 0 34 0 0,1 2-1 0 0,0-1 1 0 0,0 1 0 0 0,0 1-1 0 0,0 0 1 0 0,1 0 0 0 0,0 1-1 0 0,0-1 1 0 0,0 2 0 0 0,0-1 0 0 0,1 1-1 0 0,-9 9 1 0 0,2-1 192 0 0,1 0-1 0 0,1 1 1 0 0,0 0 0 0 0,1 1 0 0 0,-10 18-1 0 0,6-5-79 0 0,1 1-1 0 0,1 1 0 0 0,2 0 1 0 0,0 0-1 0 0,3 1 1 0 0,-6 38-1 0 0,13-48-304 0 0,1-21 123 0 0,0 0 0 0 0,0 0 1 0 0,0 0-1 0 0,0 0 0 0 0,0 0 1 0 0,0 0-1 0 0,1 0 0 0 0,-1 0 0 0 0,0 0 1 0 0,0 0-1 0 0,1 0 0 0 0,-1 0 1 0 0,1-1-1 0 0,-1 1 0 0 0,1 0 0 0 0,-1 0 1 0 0,1 0-1 0 0,0-1 0 0 0,0 2 0 0 0,2-2-27 0 0,0-1-1 0 0,-1 1 0 0 0,1-1 0 0 0,-1 0 0 0 0,0 0 0 0 0,1 0 0 0 0,-1 0 0 0 0,0 0 0 0 0,1-1 0 0 0,-1 1 0 0 0,0-1 0 0 0,0 1 1 0 0,3-4-1 0 0,-2 2-22 0 0,13-10-82 0 0,-1-1-1 0 0,-1-1 0 0 0,0 0 0 0 0,-1-1 1 0 0,-1 0-1 0 0,0-1 0 0 0,11-24 1 0 0,28-70 1329 0 0,-51 110-1126 0 0,0 1-1 0 0,0 0 1 0 0,0 0-1 0 0,0 0 1 0 0,0-1 0 0 0,1 1-1 0 0,-1 0 1 0 0,0 0-1 0 0,0 0 1 0 0,0 0-1 0 0,0-1 1 0 0,0 1-1 0 0,0 0 1 0 0,0 0 0 0 0,0 0-1 0 0,1 0 1 0 0,-1-1-1 0 0,0 1 1 0 0,0 0-1 0 0,0 0 1 0 0,0 0-1 0 0,0 0 1 0 0,1 0-1 0 0,-1 0 1 0 0,0 0 0 0 0,0-1-1 0 0,0 1 1 0 0,0 0-1 0 0,1 0 1 0 0,-1 0-1 0 0,0 0 1 0 0,0 0-1 0 0,0 0 1 0 0,1 0 0 0 0,-1 0-1 0 0,0 0 1 0 0,0 0-1 0 0,0 0 1 0 0,1 0-1 0 0,-1 0 1 0 0,0 0-1 0 0,0 0 1 0 0,0 0 0 0 0,1 0-1 0 0,-1 1 1 0 0,0-1-1 0 0,5 11 838 0 0,-1 20-613 0 0,-4-29-165 0 0,2 31-135 0 0,0-7 106 0 0,6 33 1 0 0,-7-52-381 0 0,1 0 0 0 0,0 0 0 0 0,0 0 1 0 0,1 0-1 0 0,0 0 0 0 0,0-1 0 0 0,1 1 1 0 0,0-1-1 0 0,5 7 0 0 0,-2-6-1429 0 0,1-1-75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3:59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4 226 11666 0 0,'0'0'39'0'0,"0"0"0"0"0,0 0-1 0 0,-1 0 1 0 0,1-1 0 0 0,0 1-1 0 0,0 0 1 0 0,-1 0-1 0 0,1 0 1 0 0,0-1 0 0 0,0 1-1 0 0,-1 0 1 0 0,1 0-1 0 0,0-1 1 0 0,0 1 0 0 0,0 0-1 0 0,0 0 1 0 0,0-1 0 0 0,-1 1-1 0 0,1 0 1 0 0,0-1-1 0 0,0 1 1 0 0,0 0 0 0 0,0-1-1 0 0,0 1 1 0 0,0 0-1 0 0,0-1 1 0 0,0 1 0 0 0,0 0-1 0 0,0 0 1 0 0,0-1 0 0 0,10-3-4 0 0,1 1 94 0 0,15-4 137 0 0,0 0 0 0 0,0 2-1 0 0,1 1 1 0 0,0 1 0 0 0,29 1 0 0 0,-56 2-263 0 0,185-2 332 0 0,6-1-263 0 0,86 8 313 0 0,-35 1 136 0 0,5-10-129 0 0,151-7 183 0 0,-195 7-393 0 0,33-1 22 0 0,17-9-136 0 0,159-12 381 0 0,-98 4-333 0 0,-174 13 35 0 0,460 13 649 0 0,-333 5-528 0 0,161-14-10 0 0,-304 1-193 0 0,160-9 90 0 0,25-1 39 0 0,-251 13-60 0 0,233 3 831 0 0,-279-1-936 0 0,0 0 0 0 0,-1-1 0 0 0,1 0 0 0 0,0-1 0 0 0,0-1 0 0 0,-1 0 0 0 0,21-6 0 0 0,-31 8-25 0 0,0 0 0 0 0,0-1 0 0 0,0 1 0 0 0,0 0 0 0 0,0-1-1 0 0,0 1 1 0 0,0-1 0 0 0,0 1 0 0 0,-1-1 0 0 0,1 0 0 0 0,0 1 0 0 0,0-1 0 0 0,-1 0-1 0 0,1 0 1 0 0,1-1 0 0 0,-2 2-7 0 0,0-1 0 0 0,0 1 0 0 0,0-1-1 0 0,0 1 1 0 0,0-1 0 0 0,0 1 0 0 0,0-1 0 0 0,0 1 0 0 0,0-1-1 0 0,0 1 1 0 0,0-1 0 0 0,0 1 0 0 0,0-1 0 0 0,0 1-1 0 0,0-1 1 0 0,-1 1 0 0 0,1-1 0 0 0,0 1 0 0 0,0-1-1 0 0,0 1 1 0 0,-1-1 0 0 0,1 1 0 0 0,-4-4-341 0 0,1 0 0 0 0,0 1 0 0 0,-1 0 0 0 0,0 0 1 0 0,-6-4-1 0 0,-2-1-2319 0 0,4 1-3513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4:00.6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750 0 6913 0 0,'-7'2'580'0'0,"1"-1"0"0"0,-1 1 0 0 0,0 0 0 0 0,0 1 0 0 0,1 0 0 0 0,0 0-1 0 0,-1 0 1 0 0,1 1 0 0 0,0 0 0 0 0,-6 5 0 0 0,-9 5-836 0 0,-36 21 309 0 0,1 3-1 0 0,3 1 1 0 0,1 3-1 0 0,-48 52 1 0 0,-36 58 196 0 0,-11 12-74 0 0,137-155-154 0 0,5-4 14 0 0,0-1-1 0 0,0 1 0 0 0,1 0 1 0 0,0 0-1 0 0,0 0 0 0 0,0 0 1 0 0,-5 11-1 0 0,10-16 45 0 0,1 0 1 0 0,0 1-1 0 0,0-1 1 0 0,-1 0-1 0 0,1 0 1 0 0,0 0-1 0 0,-1 0 1 0 0,1-1-1 0 0,0 1 1 0 0,0 0-1 0 0,1-2 1 0 0,112-34 1535 0 0,195-36 1 0 0,197-19-720 0 0,-391 71-337 0 0,8-2 176 0 0,-111 16-331 0 0,-13 1 390 0 0,-20-6 578 0 0,12 7-1348 0 0,0 0 105 0 0,-210-105 1598 0 0,169 81-1662 0 0,1-2-1 0 0,-57-47 0 0 0,75 51-324 0 0,-29-24-412 0 0,54 46-62 0 0,-1 1 0 0 0,0-1 0 0 0,0 1 0 0 0,-12-4 0 0 0,7 5-1073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4:01.6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13 157 13107 0 0,'-1'-1'132'0'0,"0"1"0"0"0,0-1 0 0 0,0 0 0 0 0,-1 0 0 0 0,1 0 0 0 0,0 0 0 0 0,1 1 0 0 0,-1-1 0 0 0,0-1 0 0 0,0 1 0 0 0,0-1 628 0 0,3-1-638 0 0,3-3-93 0 0,0 1 1 0 0,0 0 0 0 0,1 1-1 0 0,-1-1 1 0 0,1 1 0 0 0,0 0-1 0 0,0 1 1 0 0,0-1 0 0 0,1 1-1 0 0,8-3 1 0 0,7 0 148 0 0,46-9-1 0 0,-63 14-113 0 0,86-21 1620 0 0,-10 1 520 0 0,-68 18-2002 0 0,78-19 1815 0 0,-101 21-2139 0 0,0 0 1 0 0,0 1 0 0 0,-12 1-1 0 0,-60 14-1466 0 0,79-14 1069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4:03.0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0 380 9218 0 0,'0'-1'196'0'0,"1"-1"0"0"0,-1 1 0 0 0,0 0-1 0 0,1 0 1 0 0,-1 0 0 0 0,1 0 0 0 0,-1 0 0 0 0,1 0 0 0 0,-1 0 0 0 0,1 0-1 0 0,0 0 1 0 0,-1 0 0 0 0,1 0 0 0 0,0 1 0 0 0,0-1 0 0 0,0 0 0 0 0,-1 0-1 0 0,1 1 1 0 0,0-1 0 0 0,0 0 0 0 0,0 1 0 0 0,0-1 0 0 0,0 1 0 0 0,0 0-1 0 0,2-1 1 0 0,31-16 1001 0 0,-12 9-777 0 0,1 1-1 0 0,0 1 1 0 0,0 1-1 0 0,39-4 0 0 0,99 3 266 0 0,-29 2-242 0 0,4-6 653 0 0,249 14-1 0 0,92 4-17 0 0,-73-6-506 0 0,-74 20 89 0 0,409-29-63 0 0,-677 4-552 0 0,639-61 743 0 0,-599 53-759 0 0,254-28 364 0 0,-263 29-296 0 0,165-10-26 0 0,91-5-63 0 0,-67 3 258 0 0,-74 4-252 0 0,67-2-18 0 0,-35 13 56 0 0,104 0 13 0 0,-70-5-22 0 0,-117 3 52 0 0,-91 7 258 0 0,0-3-1 0 0,105-22 0 0 0,-160 22-171 0 0,-10 4-154 0 0,1 0 1 0 0,0 0-1 0 0,-1 1 1 0 0,1-1-1 0 0,0 1 0 0 0,-1-1 1 0 0,1 1-1 0 0,0-1 0 0 0,3 1 1 0 0,-15-1-325 0 0,7 1 16 0 0,1-1 0 0 0,0 1 0 0 0,-1 0 0 0 0,1 0 1 0 0,0 0-1 0 0,-1 0 0 0 0,1 0 0 0 0,0 1 0 0 0,0-1 0 0 0,-1 1 0 0 0,1-1 0 0 0,0 1 0 0 0,0 0 0 0 0,0 0 0 0 0,-4 1 1 0 0,0 4-1253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4:04.3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508 8 1840 0 0,'-2'-1'959'0'0,"-1"0"0"0"0,0 0 0 0 0,0 0-1 0 0,1 0 1 0 0,-1 0 0 0 0,0 1 0 0 0,0-1 0 0 0,0 1-1 0 0,0 0 1 0 0,0 0 0 0 0,0 0 0 0 0,0 0-1 0 0,-4 1 1 0 0,-18 4 2321 0 0,5 0-4593 0 0,-9 6 1313 0 0,1 1-1 0 0,0 1 1 0 0,1 1-1 0 0,0 1 1 0 0,1 2-1 0 0,1 1 1 0 0,1 0-1 0 0,0 2 1 0 0,2 1 0 0 0,-29 33-1 0 0,31-31-34 0 0,-3 5 470 0 0,-37 53 0 0 0,60-80-408 0 0,-1 0 0 0 0,1 0 0 0 0,-1 0 0 0 0,1 0 0 0 0,-1-1 0 0 0,1 1 1 0 0,0 0-1 0 0,-1 0 0 0 0,1 0 0 0 0,0 0 0 0 0,0 0 0 0 0,0 0 0 0 0,0 0 0 0 0,0 0 0 0 0,0 0 0 0 0,0 0 1 0 0,0 0-1 0 0,0 0 0 0 0,0 0 0 0 0,0 0 0 0 0,1 0 0 0 0,-1 0 0 0 0,0 0 0 0 0,1-1 0 0 0,0 3 0 0 0,0-2 11 0 0,1 1 0 0 0,-1-1 0 0 0,1 1 0 0 0,-1-1 0 0 0,1 1 0 0 0,0-1 0 0 0,0 0 0 0 0,0 0 0 0 0,-1 0 0 0 0,1 0 0 0 0,3 1-1 0 0,4 1 39 0 0,0 0-1 0 0,0-1 1 0 0,0 0-1 0 0,13 1 0 0 0,61 1 406 0 0,143-13 1 0 0,-149 3-394 0 0,1 3 0 0 0,102 9 0 0 0,-49 8-16 0 0,118 16 587 0 0,-239-28-659 0 0,4-1 767 0 0,-14-1-725 0 0,0-1-1 0 0,0 0 1 0 0,-1 0 0 0 0,1 1 0 0 0,0-1 0 0 0,0 0 0 0 0,-1 1 0 0 0,1-1-1 0 0,0 1 1 0 0,-1-1 0 0 0,1 0 0 0 0,-1 1 0 0 0,1-1 0 0 0,-1 1 0 0 0,1-1-1 0 0,-1 1 1 0 0,1-1 0 0 0,-1 1 0 0 0,1-1 0 0 0,-2 1 0 0 0,-48-49 783 0 0,-48-51-222 0 0,-90-91 274 0 0,94 100-1586 0 0,105 107-6902 0 0,-4-6 5405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4:05.7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0 200 12643 0 0,'0'-1'83'0'0,"0"0"0"0"0,1 0 0 0 0,-1 0 0 0 0,0 0 0 0 0,1 1 0 0 0,-1-1 0 0 0,0 0 0 0 0,1 0 0 0 0,-1 0 0 0 0,1 0-1 0 0,-1 0 1 0 0,1 1 0 0 0,-1-1 0 0 0,1 0 0 0 0,0 1 0 0 0,0-1 0 0 0,-1 0 0 0 0,1 1 0 0 0,0-1 0 0 0,0 1 0 0 0,-1-1 0 0 0,1 1 0 0 0,0-1 0 0 0,0 1 0 0 0,0-1 0 0 0,0 1 0 0 0,0 0 0 0 0,2-1 0 0 0,37-12 323 0 0,-30 10-154 0 0,37-10 352 0 0,1 2-1 0 0,61-6 1 0 0,98 3-3 0 0,-192 13-541 0 0,215-12 455 0 0,636-15 1595 0 0,-516 33-1572 0 0,658-3 1574 0 0,-948-4-2012 0 0,1001-11 887 0 0,207 27-571 0 0,-290-25 53 0 0,-216-1-117 0 0,-240 1 948 0 0,-520 11-1287 0 0,26-1 210 0 0,46-7 1 0 0,-74 8-251 0 0,0 0 0 0 0,0 0 0 0 0,0 0 0 0 0,0-1 0 0 0,0 1 0 0 0,0 0 0 0 0,0 0 1 0 0,1 0-1 0 0,-1 0 0 0 0,0 0 0 0 0,0 0 0 0 0,0-1 0 0 0,0 1 0 0 0,0 0 0 0 0,0 0 0 0 0,0 0 0 0 0,0 0 0 0 0,0 0 1 0 0,0-1-1 0 0,0 1 0 0 0,0 0 0 0 0,0 0 0 0 0,0 0 0 0 0,0 0 0 0 0,0 0 0 0 0,0-1 0 0 0,0 1 0 0 0,0 0 0 0 0,0 0 0 0 0,0 0 1 0 0,0 0-1 0 0,0 0 0 0 0,0-1 0 0 0,0 1 0 0 0,0 0 0 0 0,0 0 0 0 0,0 0 0 0 0,0 0 0 0 0,0 0 0 0 0,-1 0 0 0 0,1-1 1 0 0,0 1-1 0 0,0 0 0 0 0,0 0 0 0 0,0 0 0 0 0,0 0 0 0 0,0 0 0 0 0,-1 0 0 0 0,-8-11-2603 0 0,2 3-1894 0 0,6 4 2351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4:06.6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562 84 17052 0 0,'-2'-1'182'0'0,"0"1"1"0"0,1-1 0 0 0,-1 1 0 0 0,0 0-1 0 0,0 0 1 0 0,1-1 0 0 0,-1 1-1 0 0,0 0 1 0 0,0 0 0 0 0,1 1 0 0 0,-1-1-1 0 0,0 0 1 0 0,1 1 0 0 0,-1-1-1 0 0,0 1 1 0 0,1-1 0 0 0,-1 1 0 0 0,-2 1-1 0 0,-35 19-347 0 0,34-19 194 0 0,-27 18-63 0 0,1 1 0 0 0,1 1 0 0 0,-43 42 0 0 0,-70 88-108 0 0,74-75 117 0 0,-36 27 109 0 0,106-103-67 0 0,-1 0-1 0 0,1-1 1 0 0,-1 1-1 0 0,1-1 1 0 0,-1 1-1 0 0,1 0 1 0 0,0-1-1 0 0,-1 1 0 0 0,1-1 1 0 0,0 0-1 0 0,-1 1 1 0 0,1-1-1 0 0,0 1 1 0 0,-1-1-1 0 0,1 0 1 0 0,0 0-1 0 0,0 1 1 0 0,-1-1-1 0 0,1 0 1 0 0,0 0-1 0 0,0 0 0 0 0,0 0 1 0 0,-1 0-1 0 0,2 0 1 0 0,29 6-30 0 0,21-1 92 0 0,97-2 0 0 0,54-17 112 0 0,-55 3 26 0 0,125-13 171 0 0,-112 8-38 0 0,-85 9 581 0 0,115-25-1 0 0,-190 32-913 0 0,-1 0 1 0 0,0 0-1 0 0,1 0 0 0 0,-1-1 1 0 0,0 1-1 0 0,0 0 1 0 0,1 0-1 0 0,-1 0 0 0 0,0 0 1 0 0,1 0-1 0 0,-1 0 1 0 0,0-1-1 0 0,1 1 0 0 0,-1 0 1 0 0,0 0-1 0 0,0 0 1 0 0,1-1-1 0 0,-1 1 0 0 0,0 0 1 0 0,0 0-1 0 0,0-1 1 0 0,1 1-1 0 0,-1 0 0 0 0,0 0 1 0 0,0-1-1 0 0,0 1 1 0 0,0 0-1 0 0,1-1 1 0 0,-1 1-1 0 0,0 0 0 0 0,0-1 1 0 0,0 1-1 0 0,0 0 1 0 0,0 0-1 0 0,0-1 0 0 0,-8-12 511 0 0,-22-10 163 0 0,26 21-615 0 0,-138-89 751 0 0,36 25-589 0 0,-15-12-59 0 0,-152-107-1276 0 0,246 162-2222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4:11.5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 65 10594 0 0,'-2'2'217'0'0,"-1"0"0"0"0,0 0 0 0 0,0 1 0 0 0,1 0 0 0 0,0-1 0 0 0,-1 1 0 0 0,1 0 0 0 0,0 0 0 0 0,0 0 0 0 0,1 1 0 0 0,-4 6-1 0 0,2 4-19 0 0,-1 0-1 0 0,2 0 1 0 0,0 0-1 0 0,1 1 1 0 0,0-1-1 0 0,1 1 1 0 0,0-1-1 0 0,2 1 1 0 0,-1-1-1 0 0,2 1 1 0 0,5 16-1 0 0,-7-24-126 0 0,2-1 0 0 0,-1 0 0 0 0,1 0 0 0 0,-1 0 0 0 0,2 0 0 0 0,-1-1 0 0 0,1 1-1 0 0,0-1 1 0 0,0 0 0 0 0,0 0 0 0 0,1 0 0 0 0,-1 0 0 0 0,1-1 0 0 0,0 0 0 0 0,1 0 0 0 0,-1 0-1 0 0,1-1 1 0 0,0 0 0 0 0,-1 0 0 0 0,1 0 0 0 0,1-1 0 0 0,-1 0 0 0 0,0 0 0 0 0,1 0 0 0 0,-1-1 0 0 0,1 0-1 0 0,-1 0 1 0 0,1-1 0 0 0,-1 1 0 0 0,1-2 0 0 0,-1 1 0 0 0,1-1 0 0 0,-1 0 0 0 0,1 0 0 0 0,-1-1-1 0 0,1 1 1 0 0,-1-1 0 0 0,0-1 0 0 0,0 1 0 0 0,0-1 0 0 0,0-1 0 0 0,-1 1 0 0 0,1-1 0 0 0,-1 1-1 0 0,0-2 1 0 0,0 1 0 0 0,0 0 0 0 0,6-8 0 0 0,-6 5 44 0 0,-1 0-1 0 0,0 0 1 0 0,0-1 0 0 0,0 1-1 0 0,-1-1 1 0 0,0 0-1 0 0,-1 1 1 0 0,0-1 0 0 0,0-1-1 0 0,0 1 1 0 0,-1 0 0 0 0,-1 0-1 0 0,1 0 1 0 0,-1-1-1 0 0,-1 1 1 0 0,1 0 0 0 0,-1 0-1 0 0,-1-1 1 0 0,1 1-1 0 0,-2 0 1 0 0,1 0 0 0 0,-7-13-1 0 0,4 9-64 0 0,-1 0 0 0 0,0 0 0 0 0,0 1-1 0 0,-1 0 1 0 0,-1 1 0 0 0,0-1-1 0 0,-1 1 1 0 0,1 1 0 0 0,-2 0 0 0 0,0 0-1 0 0,0 1 1 0 0,0 0 0 0 0,-21-12-1 0 0,30 20-144 0 0,1-1-1 0 0,-1 1 0 0 0,1 0 1 0 0,-1-1-1 0 0,0 1 0 0 0,1 0 0 0 0,-1-1 1 0 0,1 1-1 0 0,-1 0 0 0 0,0 0 1 0 0,1 0-1 0 0,-1 0 0 0 0,0 0 0 0 0,1 0 1 0 0,-1 0-1 0 0,0 0 0 0 0,1 0 1 0 0,-1 0-1 0 0,0 0 0 0 0,1 0 0 0 0,-1 0 1 0 0,0 0-1 0 0,1 0 0 0 0,-1 1 1 0 0,0-1-1 0 0,1 0 0 0 0,-1 0 0 0 0,1 1 1 0 0,-1-1-1 0 0,1 1 0 0 0,-1-1 1 0 0,1 0-1 0 0,-1 1 0 0 0,1-1 0 0 0,-1 1 1 0 0,1-1-1 0 0,-1 1 0 0 0,1-1 1 0 0,0 1-1 0 0,-1 0 0 0 0,1-1 0 0 0,0 1 1 0 0,-1-1-1 0 0,1 1 0 0 0,0 0 0 0 0,0 5-1942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4:12.1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53 85 5985 0 0,'0'3'8255'0'0,"1"12"-6949"0"0,-1 0-1034 0 0,-1-1-1 0 0,0 1 1 0 0,-2 0-1 0 0,1-1 1 0 0,-2 1-1 0 0,-9 25 1 0 0,5-16-84 0 0,-5 27-1 0 0,10-32-291 0 0,-2 35 0 0 0,7-52 94 0 0,5-6 9 0 0,3-7 2 0 0,3-8 179 0 0,-2 0-1 0 0,0-1 1 0 0,-1 0 0 0 0,-2-1 0 0 0,0 0 0 0 0,6-25-1 0 0,-3 14 147 0 0,-6 15-153 0 0,23-59 633 0 0,-25 68-727 0 0,1 1-1 0 0,0-1 1 0 0,1 1-1 0 0,0 0 1 0 0,0 0-1 0 0,0 0 1 0 0,8-6-1 0 0,-12 12-43 0 0,0 0 0 0 0,0 0 1 0 0,0 0-1 0 0,0 0 0 0 0,0 0 0 0 0,0 1 0 0 0,0-1 0 0 0,1 0 0 0 0,-1 1 0 0 0,0-1 1 0 0,0 1-1 0 0,1-1 0 0 0,-1 1 0 0 0,0 0 0 0 0,1-1 0 0 0,-1 1 0 0 0,1 0 1 0 0,-1 0-1 0 0,0 0 0 0 0,1 0 0 0 0,-1 0 0 0 0,1 0 0 0 0,1 1 0 0 0,-1 0 2 0 0,1 0-1 0 0,-1 1 1 0 0,0-1-1 0 0,0 0 0 0 0,0 1 1 0 0,0-1-1 0 0,0 1 0 0 0,0 0 1 0 0,-1 0-1 0 0,1-1 0 0 0,0 1 1 0 0,1 3-1 0 0,3 5 36 0 0,-1 0-1 0 0,0 0 1 0 0,0 0-1 0 0,5 19 1 0 0,-3 1 37 0 0,-2 0 1 0 0,-1 1 0 0 0,-1-1-1 0 0,-1 32 1 0 0,6 63 430 0 0,15 1-428 0 0,-22-124-244 0 0,0 0 0 0 0,0 0-1 0 0,0 0 1 0 0,0-1 0 0 0,0 1 0 0 0,0 0-1 0 0,0-1 1 0 0,1 1 0 0 0,-1-1 0 0 0,1 0-1 0 0,-1 1 1 0 0,1-1 0 0 0,-1 0 0 0 0,1 0-1 0 0,0 0 1 0 0,0 0 0 0 0,3 2 0 0 0,-1-3-1617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13T22:54:40.2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23 120 2304 0 0,'-4'-7'741'0'0,"1"0"-1"0"0,0-1 0 0 0,0 1 0 0 0,1 0 0 0 0,0-1 0 0 0,0 0 0 0 0,1 1 0 0 0,0-1 0 0 0,0-12 0 0 0,1 20-580 0 0,4-3 883 0 0,-1 2-984 0 0,1 0 1 0 0,-1 0 0 0 0,0 1-1 0 0,1-1 1 0 0,-1 1 0 0 0,0 0-1 0 0,1-1 1 0 0,-1 2 0 0 0,0-1-1 0 0,1 0 1 0 0,-1 1 0 0 0,0-1-1 0 0,0 1 1 0 0,1 0 0 0 0,-1 0-1 0 0,0 0 1 0 0,0 0 0 0 0,4 3-1 0 0,18 10 249 0 0,18 8 840 0 0,-40-21-1087 0 0,0 0-1 0 0,0-1 1 0 0,1 1 0 0 0,-1 0 0 0 0,0-1 0 0 0,1 0-1 0 0,-1 1 1 0 0,0-1 0 0 0,0-1 0 0 0,1 1-1 0 0,-1 0 1 0 0,4-2 0 0 0,36-15 176 0 0,-39 14-173 0 0,0 1 1 0 0,0 0 0 0 0,0 0-1 0 0,1 0 1 0 0,-1 1-1 0 0,1-1 1 0 0,-1 1-1 0 0,1 0 1 0 0,-1 0-1 0 0,1 0 1 0 0,0 1 0 0 0,-1 0-1 0 0,1 0 1 0 0,0 0-1 0 0,0 1 1 0 0,-1-1-1 0 0,6 2 1 0 0,81 25 853 0 0,-85-26-893 0 0,0 0 1 0 0,0 0 0 0 0,1-1-1 0 0,-1 0 1 0 0,0 0 0 0 0,0-1 0 0 0,1 1-1 0 0,10-4 1 0 0,23-1 32 0 0,5 10 252 0 0,-39-3-252 0 0,0-1 1 0 0,0 0-1 0 0,0 0 1 0 0,0-1-1 0 0,0 0 1 0 0,0 0-1 0 0,1 0 1 0 0,-1-1-1 0 0,11-3 1 0 0,128-35 605 0 0,-140 37-521 0 0,1 2 0 0 0,0-1-1 0 0,0 1 1 0 0,0 0 0 0 0,0 0 0 0 0,0 0 0 0 0,0 1-1 0 0,6 1 1 0 0,-4 0-126 0 0,-1-1 0 0 0,0 0 0 0 0,1-1 0 0 0,0 0 0 0 0,8-1 0 0 0,21-6 10 0 0,45-14-1 0 0,-76 20-17 0 0,-1 0 0 0 0,1 1 0 0 0,0-1 0 0 0,0 1 0 0 0,-1 0 0 0 0,1 1 0 0 0,0 0 0 0 0,-1-1 0 0 0,1 2 0 0 0,5 1-1 0 0,-4-1 7 0 0,-1-1 0 0 0,0 1 0 0 0,1-2-1 0 0,-1 1 1 0 0,1 0 0 0 0,-1-1 0 0 0,13-2-1 0 0,-3-1-9 0 0,0 1 0 0 0,-1 0 0 0 0,1 0 0 0 0,0 2 0 0 0,18 1 0 0 0,141 7 5 0 0,-146-6-10 0 0,-1 2 0 0 0,44 9 0 0 0,-67-12 0 0 0,56 19 95 0 0,-3-1-6 0 0,-49-18-73 0 0,-1-1-1 0 0,1 0 1 0 0,0 0-1 0 0,-1-1 0 0 0,1 0 1 0 0,-1-1-1 0 0,1 0 1 0 0,-1 0-1 0 0,0-1 1 0 0,0 0-1 0 0,10-4 0 0 0,-5 1 14 0 0,0 1 0 0 0,26-5 0 0 0,-31 9 14 0 0,0 0-1 0 0,-1-1 0 0 0,1 0 1 0 0,0 0-1 0 0,-1-1 0 0 0,8-3 0 0 0,-14 5-30 0 0,-8 3-1612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4883A4-4A7F-4606-8628-86E8BC0A335B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B0C621-85E4-4C15-B114-04179B1D7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34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C6ED4-F680-8817-3758-636541399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897B44-E049-59A7-B5D4-DEA7BD6443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8E569-F5B0-1AD2-A9E6-72273F84D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2A7EC-C6E4-4FBC-B443-271CE3AF0F2E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D49F9-BE37-B438-8306-531E753CB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C870-0338-20CA-EC2A-A5B7E00C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4764-1804-4798-AEDF-D7DCF8A37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439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E8DA7-EB45-FA14-E239-2A7A6AACB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484DC-14C3-5583-1978-F8B28DE3A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C0B37-0AB4-AC45-738F-CE3B7652F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2A7EC-C6E4-4FBC-B443-271CE3AF0F2E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D5C64-314E-71AD-39E4-7759FEEBC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BE93D-8228-88C7-BA12-C08E294C9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4764-1804-4798-AEDF-D7DCF8A37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08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BBA45-BBC1-ACE8-A5B9-80450CE46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BA78F-56E6-114F-26D1-ECD48BECD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16059-390A-388F-BBAA-CD7EC0EEB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2A7EC-C6E4-4FBC-B443-271CE3AF0F2E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87535-2DA0-0F13-7BEF-F42CA4B25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2ED14-1285-029A-C177-2B4298AD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4764-1804-4798-AEDF-D7DCF8A37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01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A1F58-13D0-A79A-253C-024972CD2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17EF-E6A1-2156-AB58-B011EFCC8E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E4EC08-3660-A055-1797-2E63AB6E4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9193F-713D-A587-D5A0-5A0F4BA6C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2A7EC-C6E4-4FBC-B443-271CE3AF0F2E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3BFA7-A7B0-E3B5-366D-CE85740F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B8504-E89C-5237-772A-C7C2E89C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4764-1804-4798-AEDF-D7DCF8A37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5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788C2-86AE-A226-32B1-755AE6968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21964-A475-A297-8983-4CECD33A6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9B7F80-C1B7-0E50-5776-242F762EF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F06184-01B2-416E-CC07-87F8D73C9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62E086-001A-D67B-BCAC-59BF08A86C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34EB97-8D7A-8A82-EE8B-0EEC58670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2A7EC-C6E4-4FBC-B443-271CE3AF0F2E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B459AB-9DB9-3870-FC19-4999D257A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E34930-775A-13AE-0AE3-954B0E3C0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4764-1804-4798-AEDF-D7DCF8A37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04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44688-D11F-8B35-B306-E9109977A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93E44-AE72-06DA-640F-26515F39D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2A7EC-C6E4-4FBC-B443-271CE3AF0F2E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A3A91F-323B-33D4-E30E-70AF0C10B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4CF73C-9413-5272-0CDC-0E0FB4F71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4764-1804-4798-AEDF-D7DCF8A37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777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007F75-B600-D504-F500-675F6957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2A7EC-C6E4-4FBC-B443-271CE3AF0F2E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258D79-69EC-F71B-7F66-2F774C5A2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CF0DE-B0D4-1864-B105-F2D124932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4764-1804-4798-AEDF-D7DCF8A37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8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DE8BA-3F94-BB40-81BB-3F00AF917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8AFEF-42B4-AADB-DD34-D0BDB825A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82E76-F166-513B-6CEA-D258D690F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FA249-3430-AD41-AB52-761C9B4CB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2A7EC-C6E4-4FBC-B443-271CE3AF0F2E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EA8FF-28DF-897E-A6D5-29EE8BDAB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64A6A-1539-76EA-F5A2-ACDD9F04E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4764-1804-4798-AEDF-D7DCF8A37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05BE-5AA4-53DC-74A6-B2E876469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87AC44-9B5B-F948-38EB-36A07DB83C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5F895-44BE-E7D1-3711-BFDE9C95A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F54A1-4D9A-6A4F-2B7F-F8F9CF354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2A7EC-C6E4-4FBC-B443-271CE3AF0F2E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67E53-581A-1D4C-4635-3FBBCBD96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F2769-FDC6-ABEB-43FD-48E04D687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4764-1804-4798-AEDF-D7DCF8A37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36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44ECC-797F-788E-B49C-D21F0805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FA994-583E-2865-AE98-F05F8765F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9F2EA-D0A7-4797-68B3-F43B1B88C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2A7EC-C6E4-4FBC-B443-271CE3AF0F2E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7296-2C34-B342-0CC3-B967A9114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C70D7-8673-B189-D5C7-E1B95093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4764-1804-4798-AEDF-D7DCF8A37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CE4C2-52A1-808D-3209-26800E2CF6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C075E-0281-4BFB-FF6C-4AE7F04D5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2E884-0F83-677B-6560-9D09133A5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2A7EC-C6E4-4FBC-B443-271CE3AF0F2E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93436-04AA-1270-CA9C-E6CE60856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674A7-5A03-E6FB-FAEC-F1A9C7EE3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84764-1804-4798-AEDF-D7DCF8A37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59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5628E3-BA91-214F-6775-35577EA92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69FD7-5A72-3C05-07F4-8DE8AF50C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EF9C4-0110-A38B-ABBE-79A68C14B9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B2A7EC-C6E4-4FBC-B443-271CE3AF0F2E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27B03-7F24-1C2B-3931-C345EC8646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DF05D-1A7B-AB44-2E4D-4E220FA667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784764-1804-4798-AEDF-D7DCF8A37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63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1" Type="http://schemas.openxmlformats.org/officeDocument/2006/relationships/customXml" Target="../ink/ink11.xml"/><Relationship Id="rId42" Type="http://schemas.openxmlformats.org/officeDocument/2006/relationships/image" Target="../media/image24.png"/><Relationship Id="rId63" Type="http://schemas.openxmlformats.org/officeDocument/2006/relationships/customXml" Target="../ink/ink32.xml"/><Relationship Id="rId84" Type="http://schemas.openxmlformats.org/officeDocument/2006/relationships/image" Target="../media/image45.png"/><Relationship Id="rId138" Type="http://schemas.openxmlformats.org/officeDocument/2006/relationships/image" Target="../media/image72.png"/><Relationship Id="rId16" Type="http://schemas.openxmlformats.org/officeDocument/2006/relationships/image" Target="../media/image11.png"/><Relationship Id="rId107" Type="http://schemas.openxmlformats.org/officeDocument/2006/relationships/customXml" Target="../ink/ink54.xml"/><Relationship Id="rId11" Type="http://schemas.openxmlformats.org/officeDocument/2006/relationships/customXml" Target="../ink/ink6.xml"/><Relationship Id="rId32" Type="http://schemas.openxmlformats.org/officeDocument/2006/relationships/image" Target="../media/image19.png"/><Relationship Id="rId37" Type="http://schemas.openxmlformats.org/officeDocument/2006/relationships/customXml" Target="../ink/ink19.xml"/><Relationship Id="rId53" Type="http://schemas.openxmlformats.org/officeDocument/2006/relationships/customXml" Target="../ink/ink27.xml"/><Relationship Id="rId58" Type="http://schemas.openxmlformats.org/officeDocument/2006/relationships/image" Target="../media/image32.png"/><Relationship Id="rId74" Type="http://schemas.openxmlformats.org/officeDocument/2006/relationships/image" Target="../media/image40.png"/><Relationship Id="rId79" Type="http://schemas.openxmlformats.org/officeDocument/2006/relationships/customXml" Target="../ink/ink40.xml"/><Relationship Id="rId102" Type="http://schemas.openxmlformats.org/officeDocument/2006/relationships/image" Target="../media/image54.png"/><Relationship Id="rId123" Type="http://schemas.openxmlformats.org/officeDocument/2006/relationships/customXml" Target="../ink/ink62.xml"/><Relationship Id="rId128" Type="http://schemas.openxmlformats.org/officeDocument/2006/relationships/image" Target="../media/image67.png"/><Relationship Id="rId5" Type="http://schemas.openxmlformats.org/officeDocument/2006/relationships/customXml" Target="../ink/ink3.xml"/><Relationship Id="rId90" Type="http://schemas.openxmlformats.org/officeDocument/2006/relationships/image" Target="../media/image48.png"/><Relationship Id="rId95" Type="http://schemas.openxmlformats.org/officeDocument/2006/relationships/customXml" Target="../ink/ink48.xml"/><Relationship Id="rId22" Type="http://schemas.openxmlformats.org/officeDocument/2006/relationships/image" Target="../media/image14.png"/><Relationship Id="rId27" Type="http://schemas.openxmlformats.org/officeDocument/2006/relationships/customXml" Target="../ink/ink14.xml"/><Relationship Id="rId43" Type="http://schemas.openxmlformats.org/officeDocument/2006/relationships/customXml" Target="../ink/ink22.xml"/><Relationship Id="rId48" Type="http://schemas.openxmlformats.org/officeDocument/2006/relationships/image" Target="../media/image27.png"/><Relationship Id="rId64" Type="http://schemas.openxmlformats.org/officeDocument/2006/relationships/image" Target="../media/image35.png"/><Relationship Id="rId69" Type="http://schemas.openxmlformats.org/officeDocument/2006/relationships/customXml" Target="../ink/ink35.xml"/><Relationship Id="rId113" Type="http://schemas.openxmlformats.org/officeDocument/2006/relationships/customXml" Target="../ink/ink57.xml"/><Relationship Id="rId118" Type="http://schemas.openxmlformats.org/officeDocument/2006/relationships/image" Target="../media/image62.png"/><Relationship Id="rId134" Type="http://schemas.openxmlformats.org/officeDocument/2006/relationships/image" Target="../media/image70.png"/><Relationship Id="rId139" Type="http://schemas.openxmlformats.org/officeDocument/2006/relationships/customXml" Target="../ink/ink70.xml"/><Relationship Id="rId80" Type="http://schemas.openxmlformats.org/officeDocument/2006/relationships/image" Target="../media/image43.png"/><Relationship Id="rId85" Type="http://schemas.openxmlformats.org/officeDocument/2006/relationships/customXml" Target="../ink/ink43.xml"/><Relationship Id="rId12" Type="http://schemas.openxmlformats.org/officeDocument/2006/relationships/image" Target="../media/image9.png"/><Relationship Id="rId17" Type="http://schemas.openxmlformats.org/officeDocument/2006/relationships/customXml" Target="../ink/ink9.xml"/><Relationship Id="rId33" Type="http://schemas.openxmlformats.org/officeDocument/2006/relationships/customXml" Target="../ink/ink17.xml"/><Relationship Id="rId38" Type="http://schemas.openxmlformats.org/officeDocument/2006/relationships/image" Target="../media/image22.png"/><Relationship Id="rId59" Type="http://schemas.openxmlformats.org/officeDocument/2006/relationships/customXml" Target="../ink/ink30.xml"/><Relationship Id="rId103" Type="http://schemas.openxmlformats.org/officeDocument/2006/relationships/customXml" Target="../ink/ink52.xml"/><Relationship Id="rId108" Type="http://schemas.openxmlformats.org/officeDocument/2006/relationships/image" Target="../media/image57.png"/><Relationship Id="rId124" Type="http://schemas.openxmlformats.org/officeDocument/2006/relationships/image" Target="../media/image65.png"/><Relationship Id="rId129" Type="http://schemas.openxmlformats.org/officeDocument/2006/relationships/customXml" Target="../ink/ink65.xml"/><Relationship Id="rId54" Type="http://schemas.openxmlformats.org/officeDocument/2006/relationships/image" Target="../media/image30.png"/><Relationship Id="rId70" Type="http://schemas.openxmlformats.org/officeDocument/2006/relationships/image" Target="../media/image38.png"/><Relationship Id="rId75" Type="http://schemas.openxmlformats.org/officeDocument/2006/relationships/customXml" Target="../ink/ink38.xml"/><Relationship Id="rId91" Type="http://schemas.openxmlformats.org/officeDocument/2006/relationships/customXml" Target="../ink/ink46.xml"/><Relationship Id="rId96" Type="http://schemas.openxmlformats.org/officeDocument/2006/relationships/image" Target="../media/image51.png"/><Relationship Id="rId140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23" Type="http://schemas.openxmlformats.org/officeDocument/2006/relationships/customXml" Target="../ink/ink12.xml"/><Relationship Id="rId28" Type="http://schemas.openxmlformats.org/officeDocument/2006/relationships/image" Target="../media/image17.png"/><Relationship Id="rId49" Type="http://schemas.openxmlformats.org/officeDocument/2006/relationships/customXml" Target="../ink/ink25.xml"/><Relationship Id="rId114" Type="http://schemas.openxmlformats.org/officeDocument/2006/relationships/image" Target="../media/image60.png"/><Relationship Id="rId119" Type="http://schemas.openxmlformats.org/officeDocument/2006/relationships/customXml" Target="../ink/ink60.xml"/><Relationship Id="rId44" Type="http://schemas.openxmlformats.org/officeDocument/2006/relationships/image" Target="../media/image25.png"/><Relationship Id="rId60" Type="http://schemas.openxmlformats.org/officeDocument/2006/relationships/image" Target="../media/image33.png"/><Relationship Id="rId65" Type="http://schemas.openxmlformats.org/officeDocument/2006/relationships/customXml" Target="../ink/ink33.xml"/><Relationship Id="rId81" Type="http://schemas.openxmlformats.org/officeDocument/2006/relationships/customXml" Target="../ink/ink41.xml"/><Relationship Id="rId86" Type="http://schemas.openxmlformats.org/officeDocument/2006/relationships/image" Target="../media/image46.png"/><Relationship Id="rId130" Type="http://schemas.openxmlformats.org/officeDocument/2006/relationships/image" Target="../media/image68.png"/><Relationship Id="rId135" Type="http://schemas.openxmlformats.org/officeDocument/2006/relationships/customXml" Target="../ink/ink68.xml"/><Relationship Id="rId13" Type="http://schemas.openxmlformats.org/officeDocument/2006/relationships/customXml" Target="../ink/ink7.xml"/><Relationship Id="rId18" Type="http://schemas.openxmlformats.org/officeDocument/2006/relationships/image" Target="../media/image12.png"/><Relationship Id="rId39" Type="http://schemas.openxmlformats.org/officeDocument/2006/relationships/customXml" Target="../ink/ink20.xml"/><Relationship Id="rId109" Type="http://schemas.openxmlformats.org/officeDocument/2006/relationships/customXml" Target="../ink/ink55.xml"/><Relationship Id="rId34" Type="http://schemas.openxmlformats.org/officeDocument/2006/relationships/image" Target="../media/image20.png"/><Relationship Id="rId50" Type="http://schemas.openxmlformats.org/officeDocument/2006/relationships/image" Target="../media/image28.png"/><Relationship Id="rId55" Type="http://schemas.openxmlformats.org/officeDocument/2006/relationships/customXml" Target="../ink/ink28.xml"/><Relationship Id="rId76" Type="http://schemas.openxmlformats.org/officeDocument/2006/relationships/image" Target="../media/image41.png"/><Relationship Id="rId97" Type="http://schemas.openxmlformats.org/officeDocument/2006/relationships/customXml" Target="../ink/ink49.xml"/><Relationship Id="rId104" Type="http://schemas.openxmlformats.org/officeDocument/2006/relationships/image" Target="../media/image55.png"/><Relationship Id="rId120" Type="http://schemas.openxmlformats.org/officeDocument/2006/relationships/image" Target="../media/image63.png"/><Relationship Id="rId125" Type="http://schemas.openxmlformats.org/officeDocument/2006/relationships/customXml" Target="../ink/ink63.xml"/><Relationship Id="rId7" Type="http://schemas.openxmlformats.org/officeDocument/2006/relationships/customXml" Target="../ink/ink4.xml"/><Relationship Id="rId71" Type="http://schemas.openxmlformats.org/officeDocument/2006/relationships/customXml" Target="../ink/ink36.xml"/><Relationship Id="rId92" Type="http://schemas.openxmlformats.org/officeDocument/2006/relationships/image" Target="../media/image49.png"/><Relationship Id="rId2" Type="http://schemas.openxmlformats.org/officeDocument/2006/relationships/image" Target="../media/image4.png"/><Relationship Id="rId29" Type="http://schemas.openxmlformats.org/officeDocument/2006/relationships/customXml" Target="../ink/ink15.xml"/><Relationship Id="rId24" Type="http://schemas.openxmlformats.org/officeDocument/2006/relationships/image" Target="../media/image15.png"/><Relationship Id="rId40" Type="http://schemas.openxmlformats.org/officeDocument/2006/relationships/image" Target="../media/image23.png"/><Relationship Id="rId45" Type="http://schemas.openxmlformats.org/officeDocument/2006/relationships/customXml" Target="../ink/ink23.xml"/><Relationship Id="rId66" Type="http://schemas.openxmlformats.org/officeDocument/2006/relationships/image" Target="../media/image36.png"/><Relationship Id="rId87" Type="http://schemas.openxmlformats.org/officeDocument/2006/relationships/customXml" Target="../ink/ink44.xml"/><Relationship Id="rId110" Type="http://schemas.openxmlformats.org/officeDocument/2006/relationships/image" Target="../media/image58.png"/><Relationship Id="rId115" Type="http://schemas.openxmlformats.org/officeDocument/2006/relationships/customXml" Target="../ink/ink58.xml"/><Relationship Id="rId131" Type="http://schemas.openxmlformats.org/officeDocument/2006/relationships/customXml" Target="../ink/ink66.xml"/><Relationship Id="rId136" Type="http://schemas.openxmlformats.org/officeDocument/2006/relationships/image" Target="../media/image71.png"/><Relationship Id="rId61" Type="http://schemas.openxmlformats.org/officeDocument/2006/relationships/customXml" Target="../ink/ink31.xml"/><Relationship Id="rId82" Type="http://schemas.openxmlformats.org/officeDocument/2006/relationships/image" Target="../media/image44.png"/><Relationship Id="rId19" Type="http://schemas.openxmlformats.org/officeDocument/2006/relationships/customXml" Target="../ink/ink10.xml"/><Relationship Id="rId14" Type="http://schemas.openxmlformats.org/officeDocument/2006/relationships/image" Target="../media/image10.png"/><Relationship Id="rId30" Type="http://schemas.openxmlformats.org/officeDocument/2006/relationships/image" Target="../media/image18.png"/><Relationship Id="rId35" Type="http://schemas.openxmlformats.org/officeDocument/2006/relationships/customXml" Target="../ink/ink18.xml"/><Relationship Id="rId56" Type="http://schemas.openxmlformats.org/officeDocument/2006/relationships/image" Target="../media/image31.png"/><Relationship Id="rId77" Type="http://schemas.openxmlformats.org/officeDocument/2006/relationships/customXml" Target="../ink/ink39.xml"/><Relationship Id="rId100" Type="http://schemas.openxmlformats.org/officeDocument/2006/relationships/image" Target="../media/image53.png"/><Relationship Id="rId105" Type="http://schemas.openxmlformats.org/officeDocument/2006/relationships/customXml" Target="../ink/ink53.xml"/><Relationship Id="rId126" Type="http://schemas.openxmlformats.org/officeDocument/2006/relationships/image" Target="../media/image66.png"/><Relationship Id="rId8" Type="http://schemas.openxmlformats.org/officeDocument/2006/relationships/image" Target="../media/image7.png"/><Relationship Id="rId51" Type="http://schemas.openxmlformats.org/officeDocument/2006/relationships/customXml" Target="../ink/ink26.xml"/><Relationship Id="rId72" Type="http://schemas.openxmlformats.org/officeDocument/2006/relationships/image" Target="../media/image39.png"/><Relationship Id="rId93" Type="http://schemas.openxmlformats.org/officeDocument/2006/relationships/customXml" Target="../ink/ink47.xml"/><Relationship Id="rId98" Type="http://schemas.openxmlformats.org/officeDocument/2006/relationships/image" Target="../media/image52.png"/><Relationship Id="rId121" Type="http://schemas.openxmlformats.org/officeDocument/2006/relationships/customXml" Target="../ink/ink61.xml"/><Relationship Id="rId3" Type="http://schemas.openxmlformats.org/officeDocument/2006/relationships/customXml" Target="../ink/ink2.xml"/><Relationship Id="rId25" Type="http://schemas.openxmlformats.org/officeDocument/2006/relationships/customXml" Target="../ink/ink13.xml"/><Relationship Id="rId46" Type="http://schemas.openxmlformats.org/officeDocument/2006/relationships/image" Target="../media/image26.png"/><Relationship Id="rId67" Type="http://schemas.openxmlformats.org/officeDocument/2006/relationships/customXml" Target="../ink/ink34.xml"/><Relationship Id="rId116" Type="http://schemas.openxmlformats.org/officeDocument/2006/relationships/image" Target="../media/image61.png"/><Relationship Id="rId137" Type="http://schemas.openxmlformats.org/officeDocument/2006/relationships/customXml" Target="../ink/ink69.xml"/><Relationship Id="rId20" Type="http://schemas.openxmlformats.org/officeDocument/2006/relationships/image" Target="../media/image13.png"/><Relationship Id="rId41" Type="http://schemas.openxmlformats.org/officeDocument/2006/relationships/customXml" Target="../ink/ink21.xml"/><Relationship Id="rId62" Type="http://schemas.openxmlformats.org/officeDocument/2006/relationships/image" Target="../media/image34.png"/><Relationship Id="rId83" Type="http://schemas.openxmlformats.org/officeDocument/2006/relationships/customXml" Target="../ink/ink42.xml"/><Relationship Id="rId88" Type="http://schemas.openxmlformats.org/officeDocument/2006/relationships/image" Target="../media/image47.png"/><Relationship Id="rId111" Type="http://schemas.openxmlformats.org/officeDocument/2006/relationships/customXml" Target="../ink/ink56.xml"/><Relationship Id="rId132" Type="http://schemas.openxmlformats.org/officeDocument/2006/relationships/image" Target="../media/image69.png"/><Relationship Id="rId15" Type="http://schemas.openxmlformats.org/officeDocument/2006/relationships/customXml" Target="../ink/ink8.xml"/><Relationship Id="rId36" Type="http://schemas.openxmlformats.org/officeDocument/2006/relationships/image" Target="../media/image21.png"/><Relationship Id="rId57" Type="http://schemas.openxmlformats.org/officeDocument/2006/relationships/customXml" Target="../ink/ink29.xml"/><Relationship Id="rId106" Type="http://schemas.openxmlformats.org/officeDocument/2006/relationships/image" Target="../media/image56.png"/><Relationship Id="rId127" Type="http://schemas.openxmlformats.org/officeDocument/2006/relationships/customXml" Target="../ink/ink64.xml"/><Relationship Id="rId10" Type="http://schemas.openxmlformats.org/officeDocument/2006/relationships/image" Target="../media/image8.png"/><Relationship Id="rId31" Type="http://schemas.openxmlformats.org/officeDocument/2006/relationships/customXml" Target="../ink/ink16.xml"/><Relationship Id="rId52" Type="http://schemas.openxmlformats.org/officeDocument/2006/relationships/image" Target="../media/image29.png"/><Relationship Id="rId73" Type="http://schemas.openxmlformats.org/officeDocument/2006/relationships/customXml" Target="../ink/ink37.xml"/><Relationship Id="rId78" Type="http://schemas.openxmlformats.org/officeDocument/2006/relationships/image" Target="../media/image42.png"/><Relationship Id="rId94" Type="http://schemas.openxmlformats.org/officeDocument/2006/relationships/image" Target="../media/image50.png"/><Relationship Id="rId99" Type="http://schemas.openxmlformats.org/officeDocument/2006/relationships/customXml" Target="../ink/ink50.xml"/><Relationship Id="rId101" Type="http://schemas.openxmlformats.org/officeDocument/2006/relationships/customXml" Target="../ink/ink51.xml"/><Relationship Id="rId122" Type="http://schemas.openxmlformats.org/officeDocument/2006/relationships/image" Target="../media/image64.png"/><Relationship Id="rId4" Type="http://schemas.openxmlformats.org/officeDocument/2006/relationships/image" Target="../media/image5.png"/><Relationship Id="rId9" Type="http://schemas.openxmlformats.org/officeDocument/2006/relationships/customXml" Target="../ink/ink5.xml"/><Relationship Id="rId26" Type="http://schemas.openxmlformats.org/officeDocument/2006/relationships/image" Target="../media/image16.png"/><Relationship Id="rId47" Type="http://schemas.openxmlformats.org/officeDocument/2006/relationships/customXml" Target="../ink/ink24.xml"/><Relationship Id="rId68" Type="http://schemas.openxmlformats.org/officeDocument/2006/relationships/image" Target="../media/image37.png"/><Relationship Id="rId89" Type="http://schemas.openxmlformats.org/officeDocument/2006/relationships/customXml" Target="../ink/ink45.xml"/><Relationship Id="rId112" Type="http://schemas.openxmlformats.org/officeDocument/2006/relationships/image" Target="../media/image59.png"/><Relationship Id="rId133" Type="http://schemas.openxmlformats.org/officeDocument/2006/relationships/customXml" Target="../ink/ink6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customXml" Target="../ink/ink76.xml"/><Relationship Id="rId18" Type="http://schemas.openxmlformats.org/officeDocument/2006/relationships/image" Target="../media/image82.png"/><Relationship Id="rId3" Type="http://schemas.openxmlformats.org/officeDocument/2006/relationships/customXml" Target="../ink/ink71.xml"/><Relationship Id="rId7" Type="http://schemas.openxmlformats.org/officeDocument/2006/relationships/customXml" Target="../ink/ink73.xml"/><Relationship Id="rId12" Type="http://schemas.openxmlformats.org/officeDocument/2006/relationships/image" Target="../media/image79.png"/><Relationship Id="rId17" Type="http://schemas.openxmlformats.org/officeDocument/2006/relationships/customXml" Target="../ink/ink78.xml"/><Relationship Id="rId2" Type="http://schemas.openxmlformats.org/officeDocument/2006/relationships/image" Target="../media/image74.png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customXml" Target="../ink/ink75.xml"/><Relationship Id="rId5" Type="http://schemas.openxmlformats.org/officeDocument/2006/relationships/customXml" Target="../ink/ink72.xml"/><Relationship Id="rId15" Type="http://schemas.openxmlformats.org/officeDocument/2006/relationships/customXml" Target="../ink/ink77.xml"/><Relationship Id="rId10" Type="http://schemas.openxmlformats.org/officeDocument/2006/relationships/image" Target="../media/image78.png"/><Relationship Id="rId4" Type="http://schemas.openxmlformats.org/officeDocument/2006/relationships/image" Target="../media/image75.png"/><Relationship Id="rId9" Type="http://schemas.openxmlformats.org/officeDocument/2006/relationships/customXml" Target="../ink/ink74.xml"/><Relationship Id="rId14" Type="http://schemas.openxmlformats.org/officeDocument/2006/relationships/image" Target="../media/image8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customXml" Target="../ink/ink79.xml"/><Relationship Id="rId7" Type="http://schemas.openxmlformats.org/officeDocument/2006/relationships/customXml" Target="../ink/ink81.xml"/><Relationship Id="rId12" Type="http://schemas.openxmlformats.org/officeDocument/2006/relationships/image" Target="../media/image8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11" Type="http://schemas.openxmlformats.org/officeDocument/2006/relationships/customXml" Target="../ink/ink83.xml"/><Relationship Id="rId5" Type="http://schemas.openxmlformats.org/officeDocument/2006/relationships/customXml" Target="../ink/ink80.xml"/><Relationship Id="rId10" Type="http://schemas.openxmlformats.org/officeDocument/2006/relationships/image" Target="../media/image87.png"/><Relationship Id="rId4" Type="http://schemas.openxmlformats.org/officeDocument/2006/relationships/image" Target="../media/image84.png"/><Relationship Id="rId9" Type="http://schemas.openxmlformats.org/officeDocument/2006/relationships/customXml" Target="../ink/ink8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9.xml"/><Relationship Id="rId18" Type="http://schemas.openxmlformats.org/officeDocument/2006/relationships/image" Target="../media/image97.png"/><Relationship Id="rId26" Type="http://schemas.openxmlformats.org/officeDocument/2006/relationships/image" Target="../media/image101.png"/><Relationship Id="rId39" Type="http://schemas.openxmlformats.org/officeDocument/2006/relationships/customXml" Target="../ink/ink102.xml"/><Relationship Id="rId21" Type="http://schemas.openxmlformats.org/officeDocument/2006/relationships/customXml" Target="../ink/ink93.xml"/><Relationship Id="rId34" Type="http://schemas.openxmlformats.org/officeDocument/2006/relationships/image" Target="../media/image105.png"/><Relationship Id="rId42" Type="http://schemas.openxmlformats.org/officeDocument/2006/relationships/image" Target="../media/image109.png"/><Relationship Id="rId47" Type="http://schemas.openxmlformats.org/officeDocument/2006/relationships/customXml" Target="../ink/ink106.xml"/><Relationship Id="rId50" Type="http://schemas.openxmlformats.org/officeDocument/2006/relationships/image" Target="../media/image113.png"/><Relationship Id="rId55" Type="http://schemas.openxmlformats.org/officeDocument/2006/relationships/customXml" Target="../ink/ink110.xml"/><Relationship Id="rId7" Type="http://schemas.openxmlformats.org/officeDocument/2006/relationships/customXml" Target="../ink/ink86.xml"/><Relationship Id="rId2" Type="http://schemas.openxmlformats.org/officeDocument/2006/relationships/image" Target="../media/image89.png"/><Relationship Id="rId16" Type="http://schemas.openxmlformats.org/officeDocument/2006/relationships/image" Target="../media/image96.png"/><Relationship Id="rId29" Type="http://schemas.openxmlformats.org/officeDocument/2006/relationships/customXml" Target="../ink/ink97.xml"/><Relationship Id="rId11" Type="http://schemas.openxmlformats.org/officeDocument/2006/relationships/customXml" Target="../ink/ink88.xml"/><Relationship Id="rId24" Type="http://schemas.openxmlformats.org/officeDocument/2006/relationships/image" Target="../media/image100.png"/><Relationship Id="rId32" Type="http://schemas.openxmlformats.org/officeDocument/2006/relationships/image" Target="../media/image104.png"/><Relationship Id="rId37" Type="http://schemas.openxmlformats.org/officeDocument/2006/relationships/customXml" Target="../ink/ink101.xml"/><Relationship Id="rId40" Type="http://schemas.openxmlformats.org/officeDocument/2006/relationships/image" Target="../media/image108.png"/><Relationship Id="rId45" Type="http://schemas.openxmlformats.org/officeDocument/2006/relationships/customXml" Target="../ink/ink105.xml"/><Relationship Id="rId53" Type="http://schemas.openxmlformats.org/officeDocument/2006/relationships/customXml" Target="../ink/ink109.xml"/><Relationship Id="rId58" Type="http://schemas.openxmlformats.org/officeDocument/2006/relationships/image" Target="../media/image117.png"/><Relationship Id="rId5" Type="http://schemas.openxmlformats.org/officeDocument/2006/relationships/customXml" Target="../ink/ink85.xml"/><Relationship Id="rId19" Type="http://schemas.openxmlformats.org/officeDocument/2006/relationships/customXml" Target="../ink/ink92.xml"/><Relationship Id="rId4" Type="http://schemas.openxmlformats.org/officeDocument/2006/relationships/image" Target="../media/image90.png"/><Relationship Id="rId9" Type="http://schemas.openxmlformats.org/officeDocument/2006/relationships/customXml" Target="../ink/ink87.xml"/><Relationship Id="rId14" Type="http://schemas.openxmlformats.org/officeDocument/2006/relationships/image" Target="../media/image95.png"/><Relationship Id="rId22" Type="http://schemas.openxmlformats.org/officeDocument/2006/relationships/image" Target="../media/image99.png"/><Relationship Id="rId27" Type="http://schemas.openxmlformats.org/officeDocument/2006/relationships/customXml" Target="../ink/ink96.xml"/><Relationship Id="rId30" Type="http://schemas.openxmlformats.org/officeDocument/2006/relationships/image" Target="../media/image103.png"/><Relationship Id="rId35" Type="http://schemas.openxmlformats.org/officeDocument/2006/relationships/customXml" Target="../ink/ink100.xml"/><Relationship Id="rId43" Type="http://schemas.openxmlformats.org/officeDocument/2006/relationships/customXml" Target="../ink/ink104.xml"/><Relationship Id="rId48" Type="http://schemas.openxmlformats.org/officeDocument/2006/relationships/image" Target="../media/image112.png"/><Relationship Id="rId56" Type="http://schemas.openxmlformats.org/officeDocument/2006/relationships/image" Target="../media/image116.png"/><Relationship Id="rId8" Type="http://schemas.openxmlformats.org/officeDocument/2006/relationships/image" Target="../media/image92.png"/><Relationship Id="rId51" Type="http://schemas.openxmlformats.org/officeDocument/2006/relationships/customXml" Target="../ink/ink108.xml"/><Relationship Id="rId3" Type="http://schemas.openxmlformats.org/officeDocument/2006/relationships/customXml" Target="../ink/ink84.xml"/><Relationship Id="rId12" Type="http://schemas.openxmlformats.org/officeDocument/2006/relationships/image" Target="../media/image94.png"/><Relationship Id="rId17" Type="http://schemas.openxmlformats.org/officeDocument/2006/relationships/customXml" Target="../ink/ink91.xml"/><Relationship Id="rId25" Type="http://schemas.openxmlformats.org/officeDocument/2006/relationships/customXml" Target="../ink/ink95.xml"/><Relationship Id="rId33" Type="http://schemas.openxmlformats.org/officeDocument/2006/relationships/customXml" Target="../ink/ink99.xml"/><Relationship Id="rId38" Type="http://schemas.openxmlformats.org/officeDocument/2006/relationships/image" Target="../media/image107.png"/><Relationship Id="rId46" Type="http://schemas.openxmlformats.org/officeDocument/2006/relationships/image" Target="../media/image111.png"/><Relationship Id="rId20" Type="http://schemas.openxmlformats.org/officeDocument/2006/relationships/image" Target="../media/image98.png"/><Relationship Id="rId41" Type="http://schemas.openxmlformats.org/officeDocument/2006/relationships/customXml" Target="../ink/ink103.xml"/><Relationship Id="rId54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5" Type="http://schemas.openxmlformats.org/officeDocument/2006/relationships/customXml" Target="../ink/ink90.xml"/><Relationship Id="rId23" Type="http://schemas.openxmlformats.org/officeDocument/2006/relationships/customXml" Target="../ink/ink94.xml"/><Relationship Id="rId28" Type="http://schemas.openxmlformats.org/officeDocument/2006/relationships/image" Target="../media/image102.png"/><Relationship Id="rId36" Type="http://schemas.openxmlformats.org/officeDocument/2006/relationships/image" Target="../media/image106.png"/><Relationship Id="rId49" Type="http://schemas.openxmlformats.org/officeDocument/2006/relationships/customXml" Target="../ink/ink107.xml"/><Relationship Id="rId57" Type="http://schemas.openxmlformats.org/officeDocument/2006/relationships/customXml" Target="../ink/ink111.xml"/><Relationship Id="rId10" Type="http://schemas.openxmlformats.org/officeDocument/2006/relationships/image" Target="../media/image93.png"/><Relationship Id="rId31" Type="http://schemas.openxmlformats.org/officeDocument/2006/relationships/customXml" Target="../ink/ink98.xml"/><Relationship Id="rId44" Type="http://schemas.openxmlformats.org/officeDocument/2006/relationships/image" Target="../media/image110.png"/><Relationship Id="rId52" Type="http://schemas.openxmlformats.org/officeDocument/2006/relationships/image" Target="../media/image114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5.png"/><Relationship Id="rId21" Type="http://schemas.openxmlformats.org/officeDocument/2006/relationships/image" Target="../media/image127.png"/><Relationship Id="rId42" Type="http://schemas.openxmlformats.org/officeDocument/2006/relationships/customXml" Target="../ink/ink132.xml"/><Relationship Id="rId63" Type="http://schemas.openxmlformats.org/officeDocument/2006/relationships/image" Target="../media/image148.png"/><Relationship Id="rId84" Type="http://schemas.openxmlformats.org/officeDocument/2006/relationships/customXml" Target="../ink/ink153.xml"/><Relationship Id="rId138" Type="http://schemas.openxmlformats.org/officeDocument/2006/relationships/customXml" Target="../ink/ink180.xml"/><Relationship Id="rId159" Type="http://schemas.openxmlformats.org/officeDocument/2006/relationships/image" Target="../media/image196.png"/><Relationship Id="rId170" Type="http://schemas.openxmlformats.org/officeDocument/2006/relationships/customXml" Target="../ink/ink196.xml"/><Relationship Id="rId191" Type="http://schemas.openxmlformats.org/officeDocument/2006/relationships/image" Target="../media/image212.png"/><Relationship Id="rId205" Type="http://schemas.openxmlformats.org/officeDocument/2006/relationships/image" Target="../media/image219.png"/><Relationship Id="rId226" Type="http://schemas.openxmlformats.org/officeDocument/2006/relationships/customXml" Target="../ink/ink224.xml"/><Relationship Id="rId247" Type="http://schemas.openxmlformats.org/officeDocument/2006/relationships/image" Target="../media/image240.png"/><Relationship Id="rId107" Type="http://schemas.openxmlformats.org/officeDocument/2006/relationships/image" Target="../media/image170.png"/><Relationship Id="rId11" Type="http://schemas.openxmlformats.org/officeDocument/2006/relationships/image" Target="../media/image122.png"/><Relationship Id="rId32" Type="http://schemas.openxmlformats.org/officeDocument/2006/relationships/customXml" Target="../ink/ink127.xml"/><Relationship Id="rId53" Type="http://schemas.openxmlformats.org/officeDocument/2006/relationships/image" Target="../media/image143.png"/><Relationship Id="rId74" Type="http://schemas.openxmlformats.org/officeDocument/2006/relationships/customXml" Target="../ink/ink148.xml"/><Relationship Id="rId128" Type="http://schemas.openxmlformats.org/officeDocument/2006/relationships/customXml" Target="../ink/ink175.xml"/><Relationship Id="rId149" Type="http://schemas.openxmlformats.org/officeDocument/2006/relationships/image" Target="../media/image191.png"/><Relationship Id="rId5" Type="http://schemas.openxmlformats.org/officeDocument/2006/relationships/image" Target="../media/image119.png"/><Relationship Id="rId95" Type="http://schemas.openxmlformats.org/officeDocument/2006/relationships/image" Target="../media/image164.png"/><Relationship Id="rId160" Type="http://schemas.openxmlformats.org/officeDocument/2006/relationships/customXml" Target="../ink/ink191.xml"/><Relationship Id="rId181" Type="http://schemas.openxmlformats.org/officeDocument/2006/relationships/image" Target="../media/image207.png"/><Relationship Id="rId216" Type="http://schemas.openxmlformats.org/officeDocument/2006/relationships/customXml" Target="../ink/ink219.xml"/><Relationship Id="rId237" Type="http://schemas.openxmlformats.org/officeDocument/2006/relationships/image" Target="../media/image235.png"/><Relationship Id="rId22" Type="http://schemas.openxmlformats.org/officeDocument/2006/relationships/customXml" Target="../ink/ink122.xml"/><Relationship Id="rId43" Type="http://schemas.openxmlformats.org/officeDocument/2006/relationships/image" Target="../media/image138.png"/><Relationship Id="rId64" Type="http://schemas.openxmlformats.org/officeDocument/2006/relationships/customXml" Target="../ink/ink143.xml"/><Relationship Id="rId118" Type="http://schemas.openxmlformats.org/officeDocument/2006/relationships/customXml" Target="../ink/ink170.xml"/><Relationship Id="rId139" Type="http://schemas.openxmlformats.org/officeDocument/2006/relationships/image" Target="../media/image186.png"/><Relationship Id="rId85" Type="http://schemas.openxmlformats.org/officeDocument/2006/relationships/image" Target="../media/image159.png"/><Relationship Id="rId150" Type="http://schemas.openxmlformats.org/officeDocument/2006/relationships/customXml" Target="../ink/ink186.xml"/><Relationship Id="rId171" Type="http://schemas.openxmlformats.org/officeDocument/2006/relationships/image" Target="../media/image202.png"/><Relationship Id="rId192" Type="http://schemas.openxmlformats.org/officeDocument/2006/relationships/customXml" Target="../ink/ink207.xml"/><Relationship Id="rId206" Type="http://schemas.openxmlformats.org/officeDocument/2006/relationships/customXml" Target="../ink/ink214.xml"/><Relationship Id="rId227" Type="http://schemas.openxmlformats.org/officeDocument/2006/relationships/image" Target="../media/image230.png"/><Relationship Id="rId248" Type="http://schemas.openxmlformats.org/officeDocument/2006/relationships/customXml" Target="../ink/ink235.xml"/><Relationship Id="rId12" Type="http://schemas.openxmlformats.org/officeDocument/2006/relationships/customXml" Target="../ink/ink117.xml"/><Relationship Id="rId33" Type="http://schemas.openxmlformats.org/officeDocument/2006/relationships/image" Target="../media/image133.png"/><Relationship Id="rId108" Type="http://schemas.openxmlformats.org/officeDocument/2006/relationships/customXml" Target="../ink/ink165.xml"/><Relationship Id="rId129" Type="http://schemas.openxmlformats.org/officeDocument/2006/relationships/image" Target="../media/image181.png"/><Relationship Id="rId54" Type="http://schemas.openxmlformats.org/officeDocument/2006/relationships/customXml" Target="../ink/ink138.xml"/><Relationship Id="rId75" Type="http://schemas.openxmlformats.org/officeDocument/2006/relationships/image" Target="../media/image154.png"/><Relationship Id="rId96" Type="http://schemas.openxmlformats.org/officeDocument/2006/relationships/customXml" Target="../ink/ink159.xml"/><Relationship Id="rId140" Type="http://schemas.openxmlformats.org/officeDocument/2006/relationships/customXml" Target="../ink/ink181.xml"/><Relationship Id="rId161" Type="http://schemas.openxmlformats.org/officeDocument/2006/relationships/image" Target="../media/image197.png"/><Relationship Id="rId182" Type="http://schemas.openxmlformats.org/officeDocument/2006/relationships/customXml" Target="../ink/ink202.xml"/><Relationship Id="rId217" Type="http://schemas.openxmlformats.org/officeDocument/2006/relationships/image" Target="../media/image225.png"/><Relationship Id="rId6" Type="http://schemas.openxmlformats.org/officeDocument/2006/relationships/customXml" Target="../ink/ink114.xml"/><Relationship Id="rId238" Type="http://schemas.openxmlformats.org/officeDocument/2006/relationships/customXml" Target="../ink/ink230.xml"/><Relationship Id="rId23" Type="http://schemas.openxmlformats.org/officeDocument/2006/relationships/image" Target="../media/image128.png"/><Relationship Id="rId119" Type="http://schemas.openxmlformats.org/officeDocument/2006/relationships/image" Target="../media/image176.png"/><Relationship Id="rId44" Type="http://schemas.openxmlformats.org/officeDocument/2006/relationships/customXml" Target="../ink/ink133.xml"/><Relationship Id="rId65" Type="http://schemas.openxmlformats.org/officeDocument/2006/relationships/image" Target="../media/image149.png"/><Relationship Id="rId86" Type="http://schemas.openxmlformats.org/officeDocument/2006/relationships/customXml" Target="../ink/ink154.xml"/><Relationship Id="rId130" Type="http://schemas.openxmlformats.org/officeDocument/2006/relationships/customXml" Target="../ink/ink176.xml"/><Relationship Id="rId151" Type="http://schemas.openxmlformats.org/officeDocument/2006/relationships/image" Target="../media/image192.png"/><Relationship Id="rId172" Type="http://schemas.openxmlformats.org/officeDocument/2006/relationships/customXml" Target="../ink/ink197.xml"/><Relationship Id="rId193" Type="http://schemas.openxmlformats.org/officeDocument/2006/relationships/image" Target="../media/image213.png"/><Relationship Id="rId207" Type="http://schemas.openxmlformats.org/officeDocument/2006/relationships/image" Target="../media/image220.png"/><Relationship Id="rId228" Type="http://schemas.openxmlformats.org/officeDocument/2006/relationships/customXml" Target="../ink/ink225.xml"/><Relationship Id="rId249" Type="http://schemas.openxmlformats.org/officeDocument/2006/relationships/image" Target="../media/image241.png"/><Relationship Id="rId13" Type="http://schemas.openxmlformats.org/officeDocument/2006/relationships/image" Target="../media/image123.png"/><Relationship Id="rId109" Type="http://schemas.openxmlformats.org/officeDocument/2006/relationships/image" Target="../media/image171.png"/><Relationship Id="rId34" Type="http://schemas.openxmlformats.org/officeDocument/2006/relationships/customXml" Target="../ink/ink128.xml"/><Relationship Id="rId55" Type="http://schemas.openxmlformats.org/officeDocument/2006/relationships/image" Target="../media/image144.png"/><Relationship Id="rId76" Type="http://schemas.openxmlformats.org/officeDocument/2006/relationships/customXml" Target="../ink/ink149.xml"/><Relationship Id="rId97" Type="http://schemas.openxmlformats.org/officeDocument/2006/relationships/image" Target="../media/image165.png"/><Relationship Id="rId120" Type="http://schemas.openxmlformats.org/officeDocument/2006/relationships/customXml" Target="../ink/ink171.xml"/><Relationship Id="rId141" Type="http://schemas.openxmlformats.org/officeDocument/2006/relationships/image" Target="../media/image187.png"/><Relationship Id="rId7" Type="http://schemas.openxmlformats.org/officeDocument/2006/relationships/image" Target="../media/image120.png"/><Relationship Id="rId162" Type="http://schemas.openxmlformats.org/officeDocument/2006/relationships/customXml" Target="../ink/ink192.xml"/><Relationship Id="rId183" Type="http://schemas.openxmlformats.org/officeDocument/2006/relationships/image" Target="../media/image208.png"/><Relationship Id="rId218" Type="http://schemas.openxmlformats.org/officeDocument/2006/relationships/customXml" Target="../ink/ink220.xml"/><Relationship Id="rId239" Type="http://schemas.openxmlformats.org/officeDocument/2006/relationships/image" Target="../media/image236.png"/><Relationship Id="rId250" Type="http://schemas.openxmlformats.org/officeDocument/2006/relationships/customXml" Target="../ink/ink236.xml"/><Relationship Id="rId24" Type="http://schemas.openxmlformats.org/officeDocument/2006/relationships/customXml" Target="../ink/ink123.xml"/><Relationship Id="rId45" Type="http://schemas.openxmlformats.org/officeDocument/2006/relationships/image" Target="../media/image139.png"/><Relationship Id="rId66" Type="http://schemas.openxmlformats.org/officeDocument/2006/relationships/customXml" Target="../ink/ink144.xml"/><Relationship Id="rId87" Type="http://schemas.openxmlformats.org/officeDocument/2006/relationships/image" Target="../media/image160.png"/><Relationship Id="rId110" Type="http://schemas.openxmlformats.org/officeDocument/2006/relationships/customXml" Target="../ink/ink166.xml"/><Relationship Id="rId131" Type="http://schemas.openxmlformats.org/officeDocument/2006/relationships/image" Target="../media/image182.png"/><Relationship Id="rId152" Type="http://schemas.openxmlformats.org/officeDocument/2006/relationships/customXml" Target="../ink/ink187.xml"/><Relationship Id="rId173" Type="http://schemas.openxmlformats.org/officeDocument/2006/relationships/image" Target="../media/image203.png"/><Relationship Id="rId194" Type="http://schemas.openxmlformats.org/officeDocument/2006/relationships/customXml" Target="../ink/ink208.xml"/><Relationship Id="rId208" Type="http://schemas.openxmlformats.org/officeDocument/2006/relationships/customXml" Target="../ink/ink215.xml"/><Relationship Id="rId229" Type="http://schemas.openxmlformats.org/officeDocument/2006/relationships/image" Target="../media/image231.png"/><Relationship Id="rId240" Type="http://schemas.openxmlformats.org/officeDocument/2006/relationships/customXml" Target="../ink/ink231.xml"/><Relationship Id="rId14" Type="http://schemas.openxmlformats.org/officeDocument/2006/relationships/customXml" Target="../ink/ink118.xml"/><Relationship Id="rId35" Type="http://schemas.openxmlformats.org/officeDocument/2006/relationships/image" Target="../media/image134.png"/><Relationship Id="rId56" Type="http://schemas.openxmlformats.org/officeDocument/2006/relationships/customXml" Target="../ink/ink139.xml"/><Relationship Id="rId77" Type="http://schemas.openxmlformats.org/officeDocument/2006/relationships/image" Target="../media/image155.png"/><Relationship Id="rId100" Type="http://schemas.openxmlformats.org/officeDocument/2006/relationships/customXml" Target="../ink/ink161.xml"/><Relationship Id="rId8" Type="http://schemas.openxmlformats.org/officeDocument/2006/relationships/customXml" Target="../ink/ink115.xml"/><Relationship Id="rId98" Type="http://schemas.openxmlformats.org/officeDocument/2006/relationships/customXml" Target="../ink/ink160.xml"/><Relationship Id="rId121" Type="http://schemas.openxmlformats.org/officeDocument/2006/relationships/image" Target="../media/image177.png"/><Relationship Id="rId142" Type="http://schemas.openxmlformats.org/officeDocument/2006/relationships/customXml" Target="../ink/ink182.xml"/><Relationship Id="rId163" Type="http://schemas.openxmlformats.org/officeDocument/2006/relationships/image" Target="../media/image198.png"/><Relationship Id="rId184" Type="http://schemas.openxmlformats.org/officeDocument/2006/relationships/customXml" Target="../ink/ink203.xml"/><Relationship Id="rId219" Type="http://schemas.openxmlformats.org/officeDocument/2006/relationships/image" Target="../media/image226.png"/><Relationship Id="rId230" Type="http://schemas.openxmlformats.org/officeDocument/2006/relationships/customXml" Target="../ink/ink226.xml"/><Relationship Id="rId251" Type="http://schemas.openxmlformats.org/officeDocument/2006/relationships/image" Target="../media/image242.png"/><Relationship Id="rId25" Type="http://schemas.openxmlformats.org/officeDocument/2006/relationships/image" Target="../media/image129.png"/><Relationship Id="rId46" Type="http://schemas.openxmlformats.org/officeDocument/2006/relationships/customXml" Target="../ink/ink134.xml"/><Relationship Id="rId67" Type="http://schemas.openxmlformats.org/officeDocument/2006/relationships/image" Target="../media/image150.png"/><Relationship Id="rId88" Type="http://schemas.openxmlformats.org/officeDocument/2006/relationships/customXml" Target="../ink/ink155.xml"/><Relationship Id="rId111" Type="http://schemas.openxmlformats.org/officeDocument/2006/relationships/image" Target="../media/image172.png"/><Relationship Id="rId132" Type="http://schemas.openxmlformats.org/officeDocument/2006/relationships/customXml" Target="../ink/ink177.xml"/><Relationship Id="rId153" Type="http://schemas.openxmlformats.org/officeDocument/2006/relationships/image" Target="../media/image193.png"/><Relationship Id="rId174" Type="http://schemas.openxmlformats.org/officeDocument/2006/relationships/customXml" Target="../ink/ink198.xml"/><Relationship Id="rId195" Type="http://schemas.openxmlformats.org/officeDocument/2006/relationships/image" Target="../media/image214.png"/><Relationship Id="rId209" Type="http://schemas.openxmlformats.org/officeDocument/2006/relationships/image" Target="../media/image221.png"/><Relationship Id="rId220" Type="http://schemas.openxmlformats.org/officeDocument/2006/relationships/customXml" Target="../ink/ink221.xml"/><Relationship Id="rId241" Type="http://schemas.openxmlformats.org/officeDocument/2006/relationships/image" Target="../media/image237.png"/><Relationship Id="rId15" Type="http://schemas.openxmlformats.org/officeDocument/2006/relationships/image" Target="../media/image124.png"/><Relationship Id="rId36" Type="http://schemas.openxmlformats.org/officeDocument/2006/relationships/customXml" Target="../ink/ink129.xml"/><Relationship Id="rId57" Type="http://schemas.openxmlformats.org/officeDocument/2006/relationships/image" Target="../media/image145.png"/><Relationship Id="rId78" Type="http://schemas.openxmlformats.org/officeDocument/2006/relationships/customXml" Target="../ink/ink150.xml"/><Relationship Id="rId99" Type="http://schemas.openxmlformats.org/officeDocument/2006/relationships/image" Target="../media/image166.png"/><Relationship Id="rId101" Type="http://schemas.openxmlformats.org/officeDocument/2006/relationships/image" Target="../media/image167.png"/><Relationship Id="rId122" Type="http://schemas.openxmlformats.org/officeDocument/2006/relationships/customXml" Target="../ink/ink172.xml"/><Relationship Id="rId143" Type="http://schemas.openxmlformats.org/officeDocument/2006/relationships/image" Target="../media/image188.png"/><Relationship Id="rId164" Type="http://schemas.openxmlformats.org/officeDocument/2006/relationships/customXml" Target="../ink/ink193.xml"/><Relationship Id="rId185" Type="http://schemas.openxmlformats.org/officeDocument/2006/relationships/image" Target="../media/image209.png"/><Relationship Id="rId9" Type="http://schemas.openxmlformats.org/officeDocument/2006/relationships/image" Target="../media/image121.png"/><Relationship Id="rId210" Type="http://schemas.openxmlformats.org/officeDocument/2006/relationships/customXml" Target="../ink/ink216.xml"/><Relationship Id="rId26" Type="http://schemas.openxmlformats.org/officeDocument/2006/relationships/customXml" Target="../ink/ink124.xml"/><Relationship Id="rId231" Type="http://schemas.openxmlformats.org/officeDocument/2006/relationships/image" Target="../media/image232.png"/><Relationship Id="rId252" Type="http://schemas.openxmlformats.org/officeDocument/2006/relationships/customXml" Target="../ink/ink237.xml"/><Relationship Id="rId47" Type="http://schemas.openxmlformats.org/officeDocument/2006/relationships/image" Target="../media/image140.png"/><Relationship Id="rId68" Type="http://schemas.openxmlformats.org/officeDocument/2006/relationships/customXml" Target="../ink/ink145.xml"/><Relationship Id="rId89" Type="http://schemas.openxmlformats.org/officeDocument/2006/relationships/image" Target="../media/image161.png"/><Relationship Id="rId112" Type="http://schemas.openxmlformats.org/officeDocument/2006/relationships/customXml" Target="../ink/ink167.xml"/><Relationship Id="rId133" Type="http://schemas.openxmlformats.org/officeDocument/2006/relationships/image" Target="../media/image183.png"/><Relationship Id="rId154" Type="http://schemas.openxmlformats.org/officeDocument/2006/relationships/customXml" Target="../ink/ink188.xml"/><Relationship Id="rId175" Type="http://schemas.openxmlformats.org/officeDocument/2006/relationships/image" Target="../media/image204.png"/><Relationship Id="rId196" Type="http://schemas.openxmlformats.org/officeDocument/2006/relationships/customXml" Target="../ink/ink209.xml"/><Relationship Id="rId200" Type="http://schemas.openxmlformats.org/officeDocument/2006/relationships/customXml" Target="../ink/ink211.xml"/><Relationship Id="rId16" Type="http://schemas.openxmlformats.org/officeDocument/2006/relationships/customXml" Target="../ink/ink119.xml"/><Relationship Id="rId221" Type="http://schemas.openxmlformats.org/officeDocument/2006/relationships/image" Target="../media/image227.png"/><Relationship Id="rId242" Type="http://schemas.openxmlformats.org/officeDocument/2006/relationships/customXml" Target="../ink/ink232.xml"/><Relationship Id="rId37" Type="http://schemas.openxmlformats.org/officeDocument/2006/relationships/image" Target="../media/image135.png"/><Relationship Id="rId58" Type="http://schemas.openxmlformats.org/officeDocument/2006/relationships/customXml" Target="../ink/ink140.xml"/><Relationship Id="rId79" Type="http://schemas.openxmlformats.org/officeDocument/2006/relationships/image" Target="../media/image156.png"/><Relationship Id="rId102" Type="http://schemas.openxmlformats.org/officeDocument/2006/relationships/customXml" Target="../ink/ink162.xml"/><Relationship Id="rId123" Type="http://schemas.openxmlformats.org/officeDocument/2006/relationships/image" Target="../media/image178.png"/><Relationship Id="rId144" Type="http://schemas.openxmlformats.org/officeDocument/2006/relationships/customXml" Target="../ink/ink183.xml"/><Relationship Id="rId90" Type="http://schemas.openxmlformats.org/officeDocument/2006/relationships/customXml" Target="../ink/ink156.xml"/><Relationship Id="rId165" Type="http://schemas.openxmlformats.org/officeDocument/2006/relationships/image" Target="../media/image199.png"/><Relationship Id="rId186" Type="http://schemas.openxmlformats.org/officeDocument/2006/relationships/customXml" Target="../ink/ink204.xml"/><Relationship Id="rId211" Type="http://schemas.openxmlformats.org/officeDocument/2006/relationships/image" Target="../media/image222.png"/><Relationship Id="rId232" Type="http://schemas.openxmlformats.org/officeDocument/2006/relationships/customXml" Target="../ink/ink227.xml"/><Relationship Id="rId253" Type="http://schemas.openxmlformats.org/officeDocument/2006/relationships/image" Target="../media/image243.png"/><Relationship Id="rId27" Type="http://schemas.openxmlformats.org/officeDocument/2006/relationships/image" Target="../media/image130.png"/><Relationship Id="rId48" Type="http://schemas.openxmlformats.org/officeDocument/2006/relationships/customXml" Target="../ink/ink135.xml"/><Relationship Id="rId69" Type="http://schemas.openxmlformats.org/officeDocument/2006/relationships/image" Target="../media/image151.png"/><Relationship Id="rId113" Type="http://schemas.openxmlformats.org/officeDocument/2006/relationships/image" Target="../media/image173.png"/><Relationship Id="rId134" Type="http://schemas.openxmlformats.org/officeDocument/2006/relationships/customXml" Target="../ink/ink178.xml"/><Relationship Id="rId80" Type="http://schemas.openxmlformats.org/officeDocument/2006/relationships/customXml" Target="../ink/ink151.xml"/><Relationship Id="rId155" Type="http://schemas.openxmlformats.org/officeDocument/2006/relationships/image" Target="../media/image194.png"/><Relationship Id="rId176" Type="http://schemas.openxmlformats.org/officeDocument/2006/relationships/customXml" Target="../ink/ink199.xml"/><Relationship Id="rId197" Type="http://schemas.openxmlformats.org/officeDocument/2006/relationships/image" Target="../media/image215.png"/><Relationship Id="rId201" Type="http://schemas.openxmlformats.org/officeDocument/2006/relationships/image" Target="../media/image217.png"/><Relationship Id="rId222" Type="http://schemas.openxmlformats.org/officeDocument/2006/relationships/customXml" Target="../ink/ink222.xml"/><Relationship Id="rId243" Type="http://schemas.openxmlformats.org/officeDocument/2006/relationships/image" Target="../media/image238.png"/><Relationship Id="rId17" Type="http://schemas.openxmlformats.org/officeDocument/2006/relationships/image" Target="../media/image125.png"/><Relationship Id="rId38" Type="http://schemas.openxmlformats.org/officeDocument/2006/relationships/customXml" Target="../ink/ink130.xml"/><Relationship Id="rId59" Type="http://schemas.openxmlformats.org/officeDocument/2006/relationships/image" Target="../media/image146.png"/><Relationship Id="rId103" Type="http://schemas.openxmlformats.org/officeDocument/2006/relationships/image" Target="../media/image168.png"/><Relationship Id="rId124" Type="http://schemas.openxmlformats.org/officeDocument/2006/relationships/customXml" Target="../ink/ink173.xml"/><Relationship Id="rId70" Type="http://schemas.openxmlformats.org/officeDocument/2006/relationships/customXml" Target="../ink/ink146.xml"/><Relationship Id="rId91" Type="http://schemas.openxmlformats.org/officeDocument/2006/relationships/image" Target="../media/image162.png"/><Relationship Id="rId145" Type="http://schemas.openxmlformats.org/officeDocument/2006/relationships/image" Target="../media/image189.png"/><Relationship Id="rId166" Type="http://schemas.openxmlformats.org/officeDocument/2006/relationships/customXml" Target="../ink/ink194.xml"/><Relationship Id="rId187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17.xml"/><Relationship Id="rId233" Type="http://schemas.openxmlformats.org/officeDocument/2006/relationships/image" Target="../media/image233.png"/><Relationship Id="rId28" Type="http://schemas.openxmlformats.org/officeDocument/2006/relationships/customXml" Target="../ink/ink125.xml"/><Relationship Id="rId49" Type="http://schemas.openxmlformats.org/officeDocument/2006/relationships/image" Target="../media/image141.png"/><Relationship Id="rId114" Type="http://schemas.openxmlformats.org/officeDocument/2006/relationships/customXml" Target="../ink/ink168.xml"/><Relationship Id="rId60" Type="http://schemas.openxmlformats.org/officeDocument/2006/relationships/customXml" Target="../ink/ink141.xml"/><Relationship Id="rId81" Type="http://schemas.openxmlformats.org/officeDocument/2006/relationships/image" Target="../media/image157.png"/><Relationship Id="rId135" Type="http://schemas.openxmlformats.org/officeDocument/2006/relationships/image" Target="../media/image184.png"/><Relationship Id="rId156" Type="http://schemas.openxmlformats.org/officeDocument/2006/relationships/customXml" Target="../ink/ink189.xml"/><Relationship Id="rId177" Type="http://schemas.openxmlformats.org/officeDocument/2006/relationships/image" Target="../media/image205.png"/><Relationship Id="rId198" Type="http://schemas.openxmlformats.org/officeDocument/2006/relationships/customXml" Target="../ink/ink210.xml"/><Relationship Id="rId202" Type="http://schemas.openxmlformats.org/officeDocument/2006/relationships/customXml" Target="../ink/ink212.xml"/><Relationship Id="rId223" Type="http://schemas.openxmlformats.org/officeDocument/2006/relationships/image" Target="../media/image228.png"/><Relationship Id="rId244" Type="http://schemas.openxmlformats.org/officeDocument/2006/relationships/customXml" Target="../ink/ink233.xml"/><Relationship Id="rId18" Type="http://schemas.openxmlformats.org/officeDocument/2006/relationships/customXml" Target="../ink/ink120.xml"/><Relationship Id="rId39" Type="http://schemas.openxmlformats.org/officeDocument/2006/relationships/image" Target="../media/image136.png"/><Relationship Id="rId50" Type="http://schemas.openxmlformats.org/officeDocument/2006/relationships/customXml" Target="../ink/ink136.xml"/><Relationship Id="rId104" Type="http://schemas.openxmlformats.org/officeDocument/2006/relationships/customXml" Target="../ink/ink163.xml"/><Relationship Id="rId125" Type="http://schemas.openxmlformats.org/officeDocument/2006/relationships/image" Target="../media/image179.png"/><Relationship Id="rId146" Type="http://schemas.openxmlformats.org/officeDocument/2006/relationships/customXml" Target="../ink/ink184.xml"/><Relationship Id="rId167" Type="http://schemas.openxmlformats.org/officeDocument/2006/relationships/image" Target="../media/image200.png"/><Relationship Id="rId188" Type="http://schemas.openxmlformats.org/officeDocument/2006/relationships/customXml" Target="../ink/ink205.xml"/><Relationship Id="rId71" Type="http://schemas.openxmlformats.org/officeDocument/2006/relationships/image" Target="../media/image152.png"/><Relationship Id="rId92" Type="http://schemas.openxmlformats.org/officeDocument/2006/relationships/customXml" Target="../ink/ink157.xml"/><Relationship Id="rId213" Type="http://schemas.openxmlformats.org/officeDocument/2006/relationships/image" Target="../media/image223.png"/><Relationship Id="rId234" Type="http://schemas.openxmlformats.org/officeDocument/2006/relationships/customXml" Target="../ink/ink228.xml"/><Relationship Id="rId2" Type="http://schemas.openxmlformats.org/officeDocument/2006/relationships/customXml" Target="../ink/ink112.xml"/><Relationship Id="rId29" Type="http://schemas.openxmlformats.org/officeDocument/2006/relationships/image" Target="../media/image131.png"/><Relationship Id="rId40" Type="http://schemas.openxmlformats.org/officeDocument/2006/relationships/customXml" Target="../ink/ink131.xml"/><Relationship Id="rId115" Type="http://schemas.openxmlformats.org/officeDocument/2006/relationships/image" Target="../media/image174.png"/><Relationship Id="rId136" Type="http://schemas.openxmlformats.org/officeDocument/2006/relationships/customXml" Target="../ink/ink179.xml"/><Relationship Id="rId157" Type="http://schemas.openxmlformats.org/officeDocument/2006/relationships/image" Target="../media/image195.png"/><Relationship Id="rId178" Type="http://schemas.openxmlformats.org/officeDocument/2006/relationships/customXml" Target="../ink/ink200.xml"/><Relationship Id="rId61" Type="http://schemas.openxmlformats.org/officeDocument/2006/relationships/image" Target="../media/image147.png"/><Relationship Id="rId82" Type="http://schemas.openxmlformats.org/officeDocument/2006/relationships/customXml" Target="../ink/ink152.xml"/><Relationship Id="rId199" Type="http://schemas.openxmlformats.org/officeDocument/2006/relationships/image" Target="../media/image216.png"/><Relationship Id="rId203" Type="http://schemas.openxmlformats.org/officeDocument/2006/relationships/image" Target="../media/image218.png"/><Relationship Id="rId19" Type="http://schemas.openxmlformats.org/officeDocument/2006/relationships/image" Target="../media/image126.png"/><Relationship Id="rId224" Type="http://schemas.openxmlformats.org/officeDocument/2006/relationships/customXml" Target="../ink/ink223.xml"/><Relationship Id="rId245" Type="http://schemas.openxmlformats.org/officeDocument/2006/relationships/image" Target="../media/image239.png"/><Relationship Id="rId30" Type="http://schemas.openxmlformats.org/officeDocument/2006/relationships/customXml" Target="../ink/ink126.xml"/><Relationship Id="rId105" Type="http://schemas.openxmlformats.org/officeDocument/2006/relationships/image" Target="../media/image169.png"/><Relationship Id="rId126" Type="http://schemas.openxmlformats.org/officeDocument/2006/relationships/customXml" Target="../ink/ink174.xml"/><Relationship Id="rId147" Type="http://schemas.openxmlformats.org/officeDocument/2006/relationships/image" Target="../media/image190.png"/><Relationship Id="rId168" Type="http://schemas.openxmlformats.org/officeDocument/2006/relationships/customXml" Target="../ink/ink195.xml"/><Relationship Id="rId51" Type="http://schemas.openxmlformats.org/officeDocument/2006/relationships/image" Target="../media/image142.png"/><Relationship Id="rId72" Type="http://schemas.openxmlformats.org/officeDocument/2006/relationships/customXml" Target="../ink/ink147.xml"/><Relationship Id="rId93" Type="http://schemas.openxmlformats.org/officeDocument/2006/relationships/image" Target="../media/image163.png"/><Relationship Id="rId189" Type="http://schemas.openxmlformats.org/officeDocument/2006/relationships/image" Target="../media/image211.png"/><Relationship Id="rId3" Type="http://schemas.openxmlformats.org/officeDocument/2006/relationships/image" Target="../media/image118.png"/><Relationship Id="rId214" Type="http://schemas.openxmlformats.org/officeDocument/2006/relationships/customXml" Target="../ink/ink218.xml"/><Relationship Id="rId235" Type="http://schemas.openxmlformats.org/officeDocument/2006/relationships/image" Target="../media/image234.png"/><Relationship Id="rId116" Type="http://schemas.openxmlformats.org/officeDocument/2006/relationships/customXml" Target="../ink/ink169.xml"/><Relationship Id="rId137" Type="http://schemas.openxmlformats.org/officeDocument/2006/relationships/image" Target="../media/image185.png"/><Relationship Id="rId158" Type="http://schemas.openxmlformats.org/officeDocument/2006/relationships/customXml" Target="../ink/ink190.xml"/><Relationship Id="rId20" Type="http://schemas.openxmlformats.org/officeDocument/2006/relationships/customXml" Target="../ink/ink121.xml"/><Relationship Id="rId41" Type="http://schemas.openxmlformats.org/officeDocument/2006/relationships/image" Target="../media/image137.png"/><Relationship Id="rId62" Type="http://schemas.openxmlformats.org/officeDocument/2006/relationships/customXml" Target="../ink/ink142.xml"/><Relationship Id="rId83" Type="http://schemas.openxmlformats.org/officeDocument/2006/relationships/image" Target="../media/image158.png"/><Relationship Id="rId179" Type="http://schemas.openxmlformats.org/officeDocument/2006/relationships/image" Target="../media/image206.png"/><Relationship Id="rId190" Type="http://schemas.openxmlformats.org/officeDocument/2006/relationships/customXml" Target="../ink/ink206.xml"/><Relationship Id="rId204" Type="http://schemas.openxmlformats.org/officeDocument/2006/relationships/customXml" Target="../ink/ink213.xml"/><Relationship Id="rId225" Type="http://schemas.openxmlformats.org/officeDocument/2006/relationships/image" Target="../media/image229.png"/><Relationship Id="rId246" Type="http://schemas.openxmlformats.org/officeDocument/2006/relationships/customXml" Target="../ink/ink234.xml"/><Relationship Id="rId106" Type="http://schemas.openxmlformats.org/officeDocument/2006/relationships/customXml" Target="../ink/ink164.xml"/><Relationship Id="rId127" Type="http://schemas.openxmlformats.org/officeDocument/2006/relationships/image" Target="../media/image180.png"/><Relationship Id="rId10" Type="http://schemas.openxmlformats.org/officeDocument/2006/relationships/customXml" Target="../ink/ink116.xml"/><Relationship Id="rId31" Type="http://schemas.openxmlformats.org/officeDocument/2006/relationships/image" Target="../media/image132.png"/><Relationship Id="rId52" Type="http://schemas.openxmlformats.org/officeDocument/2006/relationships/customXml" Target="../ink/ink137.xml"/><Relationship Id="rId73" Type="http://schemas.openxmlformats.org/officeDocument/2006/relationships/image" Target="../media/image153.png"/><Relationship Id="rId94" Type="http://schemas.openxmlformats.org/officeDocument/2006/relationships/customXml" Target="../ink/ink158.xml"/><Relationship Id="rId148" Type="http://schemas.openxmlformats.org/officeDocument/2006/relationships/customXml" Target="../ink/ink185.xml"/><Relationship Id="rId169" Type="http://schemas.openxmlformats.org/officeDocument/2006/relationships/image" Target="../media/image201.png"/><Relationship Id="rId4" Type="http://schemas.openxmlformats.org/officeDocument/2006/relationships/customXml" Target="../ink/ink113.xml"/><Relationship Id="rId180" Type="http://schemas.openxmlformats.org/officeDocument/2006/relationships/customXml" Target="../ink/ink201.xml"/><Relationship Id="rId215" Type="http://schemas.openxmlformats.org/officeDocument/2006/relationships/image" Target="../media/image224.png"/><Relationship Id="rId236" Type="http://schemas.openxmlformats.org/officeDocument/2006/relationships/customXml" Target="../ink/ink22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1.xml"/><Relationship Id="rId13" Type="http://schemas.openxmlformats.org/officeDocument/2006/relationships/image" Target="../media/image249.png"/><Relationship Id="rId18" Type="http://schemas.openxmlformats.org/officeDocument/2006/relationships/customXml" Target="../ink/ink246.xml"/><Relationship Id="rId3" Type="http://schemas.openxmlformats.org/officeDocument/2006/relationships/image" Target="../media/image244.png"/><Relationship Id="rId21" Type="http://schemas.openxmlformats.org/officeDocument/2006/relationships/image" Target="../media/image253.png"/><Relationship Id="rId7" Type="http://schemas.openxmlformats.org/officeDocument/2006/relationships/image" Target="../media/image246.png"/><Relationship Id="rId12" Type="http://schemas.openxmlformats.org/officeDocument/2006/relationships/customXml" Target="../ink/ink243.xml"/><Relationship Id="rId17" Type="http://schemas.openxmlformats.org/officeDocument/2006/relationships/image" Target="../media/image251.png"/><Relationship Id="rId2" Type="http://schemas.openxmlformats.org/officeDocument/2006/relationships/customXml" Target="../ink/ink238.xml"/><Relationship Id="rId16" Type="http://schemas.openxmlformats.org/officeDocument/2006/relationships/customXml" Target="../ink/ink245.xml"/><Relationship Id="rId20" Type="http://schemas.openxmlformats.org/officeDocument/2006/relationships/customXml" Target="../ink/ink24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0.xml"/><Relationship Id="rId11" Type="http://schemas.openxmlformats.org/officeDocument/2006/relationships/image" Target="../media/image248.png"/><Relationship Id="rId5" Type="http://schemas.openxmlformats.org/officeDocument/2006/relationships/image" Target="../media/image245.png"/><Relationship Id="rId15" Type="http://schemas.openxmlformats.org/officeDocument/2006/relationships/image" Target="../media/image250.png"/><Relationship Id="rId10" Type="http://schemas.openxmlformats.org/officeDocument/2006/relationships/customXml" Target="../ink/ink242.xml"/><Relationship Id="rId19" Type="http://schemas.openxmlformats.org/officeDocument/2006/relationships/image" Target="../media/image252.png"/><Relationship Id="rId4" Type="http://schemas.openxmlformats.org/officeDocument/2006/relationships/customXml" Target="../ink/ink239.xml"/><Relationship Id="rId9" Type="http://schemas.openxmlformats.org/officeDocument/2006/relationships/image" Target="../media/image247.png"/><Relationship Id="rId14" Type="http://schemas.openxmlformats.org/officeDocument/2006/relationships/customXml" Target="../ink/ink24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2" Type="http://schemas.openxmlformats.org/officeDocument/2006/relationships/customXml" Target="../ink/ink24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0.png"/><Relationship Id="rId18" Type="http://schemas.openxmlformats.org/officeDocument/2006/relationships/customXml" Target="../ink/ink257.xml"/><Relationship Id="rId26" Type="http://schemas.openxmlformats.org/officeDocument/2006/relationships/customXml" Target="../ink/ink261.xml"/><Relationship Id="rId39" Type="http://schemas.openxmlformats.org/officeDocument/2006/relationships/image" Target="../media/image273.png"/><Relationship Id="rId21" Type="http://schemas.openxmlformats.org/officeDocument/2006/relationships/image" Target="../media/image264.png"/><Relationship Id="rId34" Type="http://schemas.openxmlformats.org/officeDocument/2006/relationships/customXml" Target="../ink/ink265.xml"/><Relationship Id="rId42" Type="http://schemas.openxmlformats.org/officeDocument/2006/relationships/customXml" Target="../ink/ink269.xml"/><Relationship Id="rId47" Type="http://schemas.openxmlformats.org/officeDocument/2006/relationships/image" Target="../media/image277.png"/><Relationship Id="rId50" Type="http://schemas.openxmlformats.org/officeDocument/2006/relationships/customXml" Target="../ink/ink273.xml"/><Relationship Id="rId55" Type="http://schemas.openxmlformats.org/officeDocument/2006/relationships/image" Target="../media/image281.png"/><Relationship Id="rId7" Type="http://schemas.openxmlformats.org/officeDocument/2006/relationships/image" Target="../media/image257.png"/><Relationship Id="rId2" Type="http://schemas.openxmlformats.org/officeDocument/2006/relationships/customXml" Target="../ink/ink249.xml"/><Relationship Id="rId16" Type="http://schemas.openxmlformats.org/officeDocument/2006/relationships/customXml" Target="../ink/ink256.xml"/><Relationship Id="rId29" Type="http://schemas.openxmlformats.org/officeDocument/2006/relationships/image" Target="../media/image268.png"/><Relationship Id="rId11" Type="http://schemas.openxmlformats.org/officeDocument/2006/relationships/image" Target="../media/image259.png"/><Relationship Id="rId24" Type="http://schemas.openxmlformats.org/officeDocument/2006/relationships/customXml" Target="../ink/ink260.xml"/><Relationship Id="rId32" Type="http://schemas.openxmlformats.org/officeDocument/2006/relationships/customXml" Target="../ink/ink264.xml"/><Relationship Id="rId37" Type="http://schemas.openxmlformats.org/officeDocument/2006/relationships/image" Target="../media/image272.png"/><Relationship Id="rId40" Type="http://schemas.openxmlformats.org/officeDocument/2006/relationships/customXml" Target="../ink/ink268.xml"/><Relationship Id="rId45" Type="http://schemas.openxmlformats.org/officeDocument/2006/relationships/image" Target="../media/image276.png"/><Relationship Id="rId53" Type="http://schemas.openxmlformats.org/officeDocument/2006/relationships/image" Target="../media/image280.png"/><Relationship Id="rId5" Type="http://schemas.openxmlformats.org/officeDocument/2006/relationships/image" Target="../media/image256.png"/><Relationship Id="rId10" Type="http://schemas.openxmlformats.org/officeDocument/2006/relationships/customXml" Target="../ink/ink253.xml"/><Relationship Id="rId19" Type="http://schemas.openxmlformats.org/officeDocument/2006/relationships/image" Target="../media/image263.png"/><Relationship Id="rId31" Type="http://schemas.openxmlformats.org/officeDocument/2006/relationships/image" Target="../media/image269.png"/><Relationship Id="rId44" Type="http://schemas.openxmlformats.org/officeDocument/2006/relationships/customXml" Target="../ink/ink270.xml"/><Relationship Id="rId52" Type="http://schemas.openxmlformats.org/officeDocument/2006/relationships/customXml" Target="../ink/ink274.xml"/><Relationship Id="rId4" Type="http://schemas.openxmlformats.org/officeDocument/2006/relationships/customXml" Target="../ink/ink250.xml"/><Relationship Id="rId9" Type="http://schemas.openxmlformats.org/officeDocument/2006/relationships/image" Target="../media/image258.png"/><Relationship Id="rId14" Type="http://schemas.openxmlformats.org/officeDocument/2006/relationships/customXml" Target="../ink/ink255.xml"/><Relationship Id="rId22" Type="http://schemas.openxmlformats.org/officeDocument/2006/relationships/customXml" Target="../ink/ink259.xml"/><Relationship Id="rId27" Type="http://schemas.openxmlformats.org/officeDocument/2006/relationships/image" Target="../media/image267.png"/><Relationship Id="rId30" Type="http://schemas.openxmlformats.org/officeDocument/2006/relationships/customXml" Target="../ink/ink263.xml"/><Relationship Id="rId35" Type="http://schemas.openxmlformats.org/officeDocument/2006/relationships/image" Target="../media/image271.png"/><Relationship Id="rId43" Type="http://schemas.openxmlformats.org/officeDocument/2006/relationships/image" Target="../media/image275.png"/><Relationship Id="rId48" Type="http://schemas.openxmlformats.org/officeDocument/2006/relationships/customXml" Target="../ink/ink272.xml"/><Relationship Id="rId8" Type="http://schemas.openxmlformats.org/officeDocument/2006/relationships/customXml" Target="../ink/ink252.xml"/><Relationship Id="rId51" Type="http://schemas.openxmlformats.org/officeDocument/2006/relationships/image" Target="../media/image279.png"/><Relationship Id="rId3" Type="http://schemas.openxmlformats.org/officeDocument/2006/relationships/image" Target="../media/image255.png"/><Relationship Id="rId12" Type="http://schemas.openxmlformats.org/officeDocument/2006/relationships/customXml" Target="../ink/ink254.xml"/><Relationship Id="rId17" Type="http://schemas.openxmlformats.org/officeDocument/2006/relationships/image" Target="../media/image262.png"/><Relationship Id="rId25" Type="http://schemas.openxmlformats.org/officeDocument/2006/relationships/image" Target="../media/image266.png"/><Relationship Id="rId33" Type="http://schemas.openxmlformats.org/officeDocument/2006/relationships/image" Target="../media/image270.png"/><Relationship Id="rId38" Type="http://schemas.openxmlformats.org/officeDocument/2006/relationships/customXml" Target="../ink/ink267.xml"/><Relationship Id="rId46" Type="http://schemas.openxmlformats.org/officeDocument/2006/relationships/customXml" Target="../ink/ink271.xml"/><Relationship Id="rId20" Type="http://schemas.openxmlformats.org/officeDocument/2006/relationships/customXml" Target="../ink/ink258.xml"/><Relationship Id="rId41" Type="http://schemas.openxmlformats.org/officeDocument/2006/relationships/image" Target="../media/image274.png"/><Relationship Id="rId54" Type="http://schemas.openxmlformats.org/officeDocument/2006/relationships/customXml" Target="../ink/ink27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1.xml"/><Relationship Id="rId15" Type="http://schemas.openxmlformats.org/officeDocument/2006/relationships/image" Target="../media/image261.png"/><Relationship Id="rId23" Type="http://schemas.openxmlformats.org/officeDocument/2006/relationships/image" Target="../media/image265.png"/><Relationship Id="rId28" Type="http://schemas.openxmlformats.org/officeDocument/2006/relationships/customXml" Target="../ink/ink262.xml"/><Relationship Id="rId36" Type="http://schemas.openxmlformats.org/officeDocument/2006/relationships/customXml" Target="../ink/ink266.xml"/><Relationship Id="rId49" Type="http://schemas.openxmlformats.org/officeDocument/2006/relationships/image" Target="../media/image27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gsci.ed.ac.uk/~richard/utf-8.cgi?input=pizza&amp;mode=char" TargetMode="External"/><Relationship Id="rId2" Type="http://schemas.openxmlformats.org/officeDocument/2006/relationships/hyperlink" Target="https://www.unicode.org/chart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iktokenizer.vercel.app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81.xml"/><Relationship Id="rId18" Type="http://schemas.openxmlformats.org/officeDocument/2006/relationships/image" Target="../media/image290.png"/><Relationship Id="rId26" Type="http://schemas.openxmlformats.org/officeDocument/2006/relationships/image" Target="../media/image294.png"/><Relationship Id="rId39" Type="http://schemas.openxmlformats.org/officeDocument/2006/relationships/customXml" Target="../ink/ink294.xml"/><Relationship Id="rId21" Type="http://schemas.openxmlformats.org/officeDocument/2006/relationships/customXml" Target="../ink/ink285.xml"/><Relationship Id="rId34" Type="http://schemas.openxmlformats.org/officeDocument/2006/relationships/image" Target="../media/image298.png"/><Relationship Id="rId42" Type="http://schemas.openxmlformats.org/officeDocument/2006/relationships/image" Target="../media/image302.png"/><Relationship Id="rId47" Type="http://schemas.openxmlformats.org/officeDocument/2006/relationships/customXml" Target="../ink/ink298.xml"/><Relationship Id="rId7" Type="http://schemas.openxmlformats.org/officeDocument/2006/relationships/customXml" Target="../ink/ink278.xml"/><Relationship Id="rId2" Type="http://schemas.openxmlformats.org/officeDocument/2006/relationships/image" Target="../media/image282.png"/><Relationship Id="rId16" Type="http://schemas.openxmlformats.org/officeDocument/2006/relationships/image" Target="../media/image289.png"/><Relationship Id="rId29" Type="http://schemas.openxmlformats.org/officeDocument/2006/relationships/customXml" Target="../ink/ink28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4.png"/><Relationship Id="rId11" Type="http://schemas.openxmlformats.org/officeDocument/2006/relationships/customXml" Target="../ink/ink280.xml"/><Relationship Id="rId24" Type="http://schemas.openxmlformats.org/officeDocument/2006/relationships/image" Target="../media/image293.png"/><Relationship Id="rId32" Type="http://schemas.openxmlformats.org/officeDocument/2006/relationships/image" Target="../media/image297.png"/><Relationship Id="rId37" Type="http://schemas.openxmlformats.org/officeDocument/2006/relationships/customXml" Target="../ink/ink293.xml"/><Relationship Id="rId40" Type="http://schemas.openxmlformats.org/officeDocument/2006/relationships/image" Target="../media/image301.png"/><Relationship Id="rId45" Type="http://schemas.openxmlformats.org/officeDocument/2006/relationships/customXml" Target="../ink/ink297.xml"/><Relationship Id="rId5" Type="http://schemas.openxmlformats.org/officeDocument/2006/relationships/customXml" Target="../ink/ink277.xml"/><Relationship Id="rId15" Type="http://schemas.openxmlformats.org/officeDocument/2006/relationships/customXml" Target="../ink/ink282.xml"/><Relationship Id="rId23" Type="http://schemas.openxmlformats.org/officeDocument/2006/relationships/customXml" Target="../ink/ink286.xml"/><Relationship Id="rId28" Type="http://schemas.openxmlformats.org/officeDocument/2006/relationships/image" Target="../media/image295.png"/><Relationship Id="rId36" Type="http://schemas.openxmlformats.org/officeDocument/2006/relationships/image" Target="../media/image299.png"/><Relationship Id="rId10" Type="http://schemas.openxmlformats.org/officeDocument/2006/relationships/image" Target="../media/image286.png"/><Relationship Id="rId19" Type="http://schemas.openxmlformats.org/officeDocument/2006/relationships/customXml" Target="../ink/ink284.xml"/><Relationship Id="rId31" Type="http://schemas.openxmlformats.org/officeDocument/2006/relationships/customXml" Target="../ink/ink290.xml"/><Relationship Id="rId44" Type="http://schemas.openxmlformats.org/officeDocument/2006/relationships/image" Target="../media/image303.png"/><Relationship Id="rId4" Type="http://schemas.openxmlformats.org/officeDocument/2006/relationships/image" Target="../media/image283.png"/><Relationship Id="rId9" Type="http://schemas.openxmlformats.org/officeDocument/2006/relationships/customXml" Target="../ink/ink279.xml"/><Relationship Id="rId14" Type="http://schemas.openxmlformats.org/officeDocument/2006/relationships/image" Target="../media/image288.png"/><Relationship Id="rId22" Type="http://schemas.openxmlformats.org/officeDocument/2006/relationships/image" Target="../media/image292.png"/><Relationship Id="rId27" Type="http://schemas.openxmlformats.org/officeDocument/2006/relationships/customXml" Target="../ink/ink288.xml"/><Relationship Id="rId30" Type="http://schemas.openxmlformats.org/officeDocument/2006/relationships/image" Target="../media/image296.png"/><Relationship Id="rId35" Type="http://schemas.openxmlformats.org/officeDocument/2006/relationships/customXml" Target="../ink/ink292.xml"/><Relationship Id="rId43" Type="http://schemas.openxmlformats.org/officeDocument/2006/relationships/customXml" Target="../ink/ink296.xml"/><Relationship Id="rId48" Type="http://schemas.openxmlformats.org/officeDocument/2006/relationships/image" Target="../media/image305.png"/><Relationship Id="rId8" Type="http://schemas.openxmlformats.org/officeDocument/2006/relationships/image" Target="../media/image285.png"/><Relationship Id="rId3" Type="http://schemas.openxmlformats.org/officeDocument/2006/relationships/customXml" Target="../ink/ink276.xml"/><Relationship Id="rId12" Type="http://schemas.openxmlformats.org/officeDocument/2006/relationships/image" Target="../media/image287.png"/><Relationship Id="rId17" Type="http://schemas.openxmlformats.org/officeDocument/2006/relationships/customXml" Target="../ink/ink283.xml"/><Relationship Id="rId25" Type="http://schemas.openxmlformats.org/officeDocument/2006/relationships/customXml" Target="../ink/ink287.xml"/><Relationship Id="rId33" Type="http://schemas.openxmlformats.org/officeDocument/2006/relationships/customXml" Target="../ink/ink291.xml"/><Relationship Id="rId38" Type="http://schemas.openxmlformats.org/officeDocument/2006/relationships/image" Target="../media/image300.png"/><Relationship Id="rId46" Type="http://schemas.openxmlformats.org/officeDocument/2006/relationships/image" Target="../media/image304.png"/><Relationship Id="rId20" Type="http://schemas.openxmlformats.org/officeDocument/2006/relationships/image" Target="../media/image291.png"/><Relationship Id="rId41" Type="http://schemas.openxmlformats.org/officeDocument/2006/relationships/customXml" Target="../ink/ink295.xml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10.xml"/><Relationship Id="rId21" Type="http://schemas.openxmlformats.org/officeDocument/2006/relationships/image" Target="../media/image316.png"/><Relationship Id="rId42" Type="http://schemas.openxmlformats.org/officeDocument/2006/relationships/customXml" Target="../ink/ink318.xml"/><Relationship Id="rId47" Type="http://schemas.openxmlformats.org/officeDocument/2006/relationships/image" Target="../media/image329.png"/><Relationship Id="rId63" Type="http://schemas.openxmlformats.org/officeDocument/2006/relationships/image" Target="../media/image337.png"/><Relationship Id="rId68" Type="http://schemas.openxmlformats.org/officeDocument/2006/relationships/customXml" Target="../ink/ink331.xml"/><Relationship Id="rId84" Type="http://schemas.openxmlformats.org/officeDocument/2006/relationships/customXml" Target="../ink/ink339.xml"/><Relationship Id="rId89" Type="http://schemas.openxmlformats.org/officeDocument/2006/relationships/customXml" Target="../ink/ink342.xml"/><Relationship Id="rId16" Type="http://schemas.openxmlformats.org/officeDocument/2006/relationships/customXml" Target="../ink/ink305.xml"/><Relationship Id="rId107" Type="http://schemas.openxmlformats.org/officeDocument/2006/relationships/customXml" Target="../ink/ink351.xml"/><Relationship Id="rId11" Type="http://schemas.openxmlformats.org/officeDocument/2006/relationships/image" Target="../media/image311.png"/><Relationship Id="rId32" Type="http://schemas.openxmlformats.org/officeDocument/2006/relationships/customXml" Target="../ink/ink313.xml"/><Relationship Id="rId37" Type="http://schemas.openxmlformats.org/officeDocument/2006/relationships/image" Target="../media/image324.png"/><Relationship Id="rId53" Type="http://schemas.openxmlformats.org/officeDocument/2006/relationships/image" Target="../media/image332.png"/><Relationship Id="rId58" Type="http://schemas.openxmlformats.org/officeDocument/2006/relationships/customXml" Target="../ink/ink326.xml"/><Relationship Id="rId74" Type="http://schemas.openxmlformats.org/officeDocument/2006/relationships/customXml" Target="../ink/ink334.xml"/><Relationship Id="rId79" Type="http://schemas.openxmlformats.org/officeDocument/2006/relationships/image" Target="../media/image345.png"/><Relationship Id="rId102" Type="http://schemas.openxmlformats.org/officeDocument/2006/relationships/image" Target="../media/image356.png"/><Relationship Id="rId5" Type="http://schemas.openxmlformats.org/officeDocument/2006/relationships/image" Target="../media/image308.png"/><Relationship Id="rId90" Type="http://schemas.openxmlformats.org/officeDocument/2006/relationships/image" Target="../media/image350.png"/><Relationship Id="rId95" Type="http://schemas.openxmlformats.org/officeDocument/2006/relationships/customXml" Target="../ink/ink345.xml"/><Relationship Id="rId22" Type="http://schemas.openxmlformats.org/officeDocument/2006/relationships/customXml" Target="../ink/ink308.xml"/><Relationship Id="rId27" Type="http://schemas.openxmlformats.org/officeDocument/2006/relationships/image" Target="../media/image319.png"/><Relationship Id="rId43" Type="http://schemas.openxmlformats.org/officeDocument/2006/relationships/image" Target="../media/image327.png"/><Relationship Id="rId48" Type="http://schemas.openxmlformats.org/officeDocument/2006/relationships/customXml" Target="../ink/ink321.xml"/><Relationship Id="rId64" Type="http://schemas.openxmlformats.org/officeDocument/2006/relationships/customXml" Target="../ink/ink329.xml"/><Relationship Id="rId69" Type="http://schemas.openxmlformats.org/officeDocument/2006/relationships/image" Target="../media/image340.png"/><Relationship Id="rId80" Type="http://schemas.openxmlformats.org/officeDocument/2006/relationships/customXml" Target="../ink/ink337.xml"/><Relationship Id="rId85" Type="http://schemas.openxmlformats.org/officeDocument/2006/relationships/image" Target="../media/image348.png"/><Relationship Id="rId12" Type="http://schemas.openxmlformats.org/officeDocument/2006/relationships/customXml" Target="../ink/ink303.xml"/><Relationship Id="rId17" Type="http://schemas.openxmlformats.org/officeDocument/2006/relationships/image" Target="../media/image314.png"/><Relationship Id="rId33" Type="http://schemas.openxmlformats.org/officeDocument/2006/relationships/image" Target="../media/image322.png"/><Relationship Id="rId38" Type="http://schemas.openxmlformats.org/officeDocument/2006/relationships/customXml" Target="../ink/ink316.xml"/><Relationship Id="rId59" Type="http://schemas.openxmlformats.org/officeDocument/2006/relationships/image" Target="../media/image335.png"/><Relationship Id="rId103" Type="http://schemas.openxmlformats.org/officeDocument/2006/relationships/customXml" Target="../ink/ink349.xml"/><Relationship Id="rId108" Type="http://schemas.openxmlformats.org/officeDocument/2006/relationships/image" Target="../media/image359.png"/><Relationship Id="rId54" Type="http://schemas.openxmlformats.org/officeDocument/2006/relationships/customXml" Target="../ink/ink324.xml"/><Relationship Id="rId70" Type="http://schemas.openxmlformats.org/officeDocument/2006/relationships/customXml" Target="../ink/ink332.xml"/><Relationship Id="rId75" Type="http://schemas.openxmlformats.org/officeDocument/2006/relationships/image" Target="../media/image343.png"/><Relationship Id="rId91" Type="http://schemas.openxmlformats.org/officeDocument/2006/relationships/customXml" Target="../ink/ink343.xml"/><Relationship Id="rId96" Type="http://schemas.openxmlformats.org/officeDocument/2006/relationships/image" Target="../media/image35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0.xml"/><Relationship Id="rId15" Type="http://schemas.openxmlformats.org/officeDocument/2006/relationships/image" Target="../media/image313.png"/><Relationship Id="rId23" Type="http://schemas.openxmlformats.org/officeDocument/2006/relationships/image" Target="../media/image317.png"/><Relationship Id="rId28" Type="http://schemas.openxmlformats.org/officeDocument/2006/relationships/customXml" Target="../ink/ink311.xml"/><Relationship Id="rId36" Type="http://schemas.openxmlformats.org/officeDocument/2006/relationships/customXml" Target="../ink/ink315.xml"/><Relationship Id="rId49" Type="http://schemas.openxmlformats.org/officeDocument/2006/relationships/image" Target="../media/image330.png"/><Relationship Id="rId57" Type="http://schemas.openxmlformats.org/officeDocument/2006/relationships/image" Target="../media/image334.png"/><Relationship Id="rId106" Type="http://schemas.openxmlformats.org/officeDocument/2006/relationships/image" Target="../media/image358.png"/><Relationship Id="rId10" Type="http://schemas.openxmlformats.org/officeDocument/2006/relationships/customXml" Target="../ink/ink302.xml"/><Relationship Id="rId31" Type="http://schemas.openxmlformats.org/officeDocument/2006/relationships/image" Target="../media/image321.png"/><Relationship Id="rId44" Type="http://schemas.openxmlformats.org/officeDocument/2006/relationships/customXml" Target="../ink/ink319.xml"/><Relationship Id="rId52" Type="http://schemas.openxmlformats.org/officeDocument/2006/relationships/customXml" Target="../ink/ink323.xml"/><Relationship Id="rId60" Type="http://schemas.openxmlformats.org/officeDocument/2006/relationships/customXml" Target="../ink/ink327.xml"/><Relationship Id="rId65" Type="http://schemas.openxmlformats.org/officeDocument/2006/relationships/image" Target="../media/image338.png"/><Relationship Id="rId73" Type="http://schemas.openxmlformats.org/officeDocument/2006/relationships/image" Target="../media/image342.png"/><Relationship Id="rId78" Type="http://schemas.openxmlformats.org/officeDocument/2006/relationships/customXml" Target="../ink/ink336.xml"/><Relationship Id="rId81" Type="http://schemas.openxmlformats.org/officeDocument/2006/relationships/image" Target="../media/image346.png"/><Relationship Id="rId86" Type="http://schemas.openxmlformats.org/officeDocument/2006/relationships/customXml" Target="../ink/ink340.xml"/><Relationship Id="rId94" Type="http://schemas.openxmlformats.org/officeDocument/2006/relationships/image" Target="../media/image352.png"/><Relationship Id="rId99" Type="http://schemas.openxmlformats.org/officeDocument/2006/relationships/customXml" Target="../ink/ink347.xml"/><Relationship Id="rId101" Type="http://schemas.openxmlformats.org/officeDocument/2006/relationships/customXml" Target="../ink/ink348.xml"/><Relationship Id="rId4" Type="http://schemas.openxmlformats.org/officeDocument/2006/relationships/customXml" Target="../ink/ink299.xml"/><Relationship Id="rId9" Type="http://schemas.openxmlformats.org/officeDocument/2006/relationships/image" Target="../media/image310.png"/><Relationship Id="rId13" Type="http://schemas.openxmlformats.org/officeDocument/2006/relationships/image" Target="../media/image312.png"/><Relationship Id="rId18" Type="http://schemas.openxmlformats.org/officeDocument/2006/relationships/customXml" Target="../ink/ink306.xml"/><Relationship Id="rId39" Type="http://schemas.openxmlformats.org/officeDocument/2006/relationships/image" Target="../media/image325.png"/><Relationship Id="rId109" Type="http://schemas.openxmlformats.org/officeDocument/2006/relationships/customXml" Target="../ink/ink352.xml"/><Relationship Id="rId34" Type="http://schemas.openxmlformats.org/officeDocument/2006/relationships/customXml" Target="../ink/ink314.xml"/><Relationship Id="rId50" Type="http://schemas.openxmlformats.org/officeDocument/2006/relationships/customXml" Target="../ink/ink322.xml"/><Relationship Id="rId55" Type="http://schemas.openxmlformats.org/officeDocument/2006/relationships/image" Target="../media/image333.png"/><Relationship Id="rId76" Type="http://schemas.openxmlformats.org/officeDocument/2006/relationships/customXml" Target="../ink/ink335.xml"/><Relationship Id="rId97" Type="http://schemas.openxmlformats.org/officeDocument/2006/relationships/customXml" Target="../ink/ink346.xml"/><Relationship Id="rId104" Type="http://schemas.openxmlformats.org/officeDocument/2006/relationships/image" Target="../media/image357.png"/><Relationship Id="rId7" Type="http://schemas.openxmlformats.org/officeDocument/2006/relationships/image" Target="../media/image309.png"/><Relationship Id="rId71" Type="http://schemas.openxmlformats.org/officeDocument/2006/relationships/image" Target="../media/image341.png"/><Relationship Id="rId92" Type="http://schemas.openxmlformats.org/officeDocument/2006/relationships/image" Target="../media/image351.png"/><Relationship Id="rId2" Type="http://schemas.openxmlformats.org/officeDocument/2006/relationships/image" Target="../media/image306.jpeg"/><Relationship Id="rId29" Type="http://schemas.openxmlformats.org/officeDocument/2006/relationships/image" Target="../media/image320.png"/><Relationship Id="rId24" Type="http://schemas.openxmlformats.org/officeDocument/2006/relationships/customXml" Target="../ink/ink309.xml"/><Relationship Id="rId40" Type="http://schemas.openxmlformats.org/officeDocument/2006/relationships/customXml" Target="../ink/ink317.xml"/><Relationship Id="rId45" Type="http://schemas.openxmlformats.org/officeDocument/2006/relationships/image" Target="../media/image328.png"/><Relationship Id="rId66" Type="http://schemas.openxmlformats.org/officeDocument/2006/relationships/customXml" Target="../ink/ink330.xml"/><Relationship Id="rId87" Type="http://schemas.openxmlformats.org/officeDocument/2006/relationships/image" Target="../media/image349.png"/><Relationship Id="rId110" Type="http://schemas.openxmlformats.org/officeDocument/2006/relationships/image" Target="../media/image360.png"/><Relationship Id="rId61" Type="http://schemas.openxmlformats.org/officeDocument/2006/relationships/image" Target="../media/image336.png"/><Relationship Id="rId82" Type="http://schemas.openxmlformats.org/officeDocument/2006/relationships/customXml" Target="../ink/ink338.xml"/><Relationship Id="rId19" Type="http://schemas.openxmlformats.org/officeDocument/2006/relationships/image" Target="../media/image315.png"/><Relationship Id="rId14" Type="http://schemas.openxmlformats.org/officeDocument/2006/relationships/customXml" Target="../ink/ink304.xml"/><Relationship Id="rId30" Type="http://schemas.openxmlformats.org/officeDocument/2006/relationships/customXml" Target="../ink/ink312.xml"/><Relationship Id="rId35" Type="http://schemas.openxmlformats.org/officeDocument/2006/relationships/image" Target="../media/image323.png"/><Relationship Id="rId56" Type="http://schemas.openxmlformats.org/officeDocument/2006/relationships/customXml" Target="../ink/ink325.xml"/><Relationship Id="rId77" Type="http://schemas.openxmlformats.org/officeDocument/2006/relationships/image" Target="../media/image344.png"/><Relationship Id="rId100" Type="http://schemas.openxmlformats.org/officeDocument/2006/relationships/image" Target="../media/image355.png"/><Relationship Id="rId105" Type="http://schemas.openxmlformats.org/officeDocument/2006/relationships/customXml" Target="../ink/ink350.xml"/><Relationship Id="rId8" Type="http://schemas.openxmlformats.org/officeDocument/2006/relationships/customXml" Target="../ink/ink301.xml"/><Relationship Id="rId51" Type="http://schemas.openxmlformats.org/officeDocument/2006/relationships/image" Target="../media/image331.png"/><Relationship Id="rId72" Type="http://schemas.openxmlformats.org/officeDocument/2006/relationships/customXml" Target="../ink/ink333.xml"/><Relationship Id="rId93" Type="http://schemas.openxmlformats.org/officeDocument/2006/relationships/customXml" Target="../ink/ink344.xml"/><Relationship Id="rId98" Type="http://schemas.openxmlformats.org/officeDocument/2006/relationships/image" Target="../media/image354.png"/><Relationship Id="rId3" Type="http://schemas.openxmlformats.org/officeDocument/2006/relationships/image" Target="../media/image307.png"/><Relationship Id="rId25" Type="http://schemas.openxmlformats.org/officeDocument/2006/relationships/image" Target="../media/image318.png"/><Relationship Id="rId46" Type="http://schemas.openxmlformats.org/officeDocument/2006/relationships/customXml" Target="../ink/ink320.xml"/><Relationship Id="rId67" Type="http://schemas.openxmlformats.org/officeDocument/2006/relationships/image" Target="../media/image339.png"/><Relationship Id="rId20" Type="http://schemas.openxmlformats.org/officeDocument/2006/relationships/customXml" Target="../ink/ink307.xml"/><Relationship Id="rId41" Type="http://schemas.openxmlformats.org/officeDocument/2006/relationships/image" Target="../media/image326.png"/><Relationship Id="rId62" Type="http://schemas.openxmlformats.org/officeDocument/2006/relationships/customXml" Target="../ink/ink328.xml"/><Relationship Id="rId83" Type="http://schemas.openxmlformats.org/officeDocument/2006/relationships/image" Target="../media/image347.png"/><Relationship Id="rId88" Type="http://schemas.openxmlformats.org/officeDocument/2006/relationships/customXml" Target="../ink/ink341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66.png"/><Relationship Id="rId21" Type="http://schemas.openxmlformats.org/officeDocument/2006/relationships/customXml" Target="../ink/ink362.xml"/><Relationship Id="rId42" Type="http://schemas.openxmlformats.org/officeDocument/2006/relationships/image" Target="../media/image327.png"/><Relationship Id="rId63" Type="http://schemas.openxmlformats.org/officeDocument/2006/relationships/customXml" Target="../ink/ink383.xml"/><Relationship Id="rId84" Type="http://schemas.openxmlformats.org/officeDocument/2006/relationships/image" Target="../media/image348.png"/><Relationship Id="rId138" Type="http://schemas.openxmlformats.org/officeDocument/2006/relationships/customXml" Target="../ink/ink421.xml"/><Relationship Id="rId159" Type="http://schemas.openxmlformats.org/officeDocument/2006/relationships/image" Target="../media/image387.png"/><Relationship Id="rId170" Type="http://schemas.openxmlformats.org/officeDocument/2006/relationships/customXml" Target="../ink/ink437.xml"/><Relationship Id="rId191" Type="http://schemas.openxmlformats.org/officeDocument/2006/relationships/image" Target="../media/image403.png"/><Relationship Id="rId205" Type="http://schemas.openxmlformats.org/officeDocument/2006/relationships/image" Target="../media/image410.png"/><Relationship Id="rId107" Type="http://schemas.openxmlformats.org/officeDocument/2006/relationships/image" Target="../media/image361.png"/><Relationship Id="rId11" Type="http://schemas.openxmlformats.org/officeDocument/2006/relationships/customXml" Target="../ink/ink357.xml"/><Relationship Id="rId32" Type="http://schemas.openxmlformats.org/officeDocument/2006/relationships/image" Target="../media/image322.png"/><Relationship Id="rId53" Type="http://schemas.openxmlformats.org/officeDocument/2006/relationships/customXml" Target="../ink/ink378.xml"/><Relationship Id="rId74" Type="http://schemas.openxmlformats.org/officeDocument/2006/relationships/image" Target="../media/image343.png"/><Relationship Id="rId128" Type="http://schemas.openxmlformats.org/officeDocument/2006/relationships/customXml" Target="../ink/ink416.xml"/><Relationship Id="rId149" Type="http://schemas.openxmlformats.org/officeDocument/2006/relationships/image" Target="../media/image382.png"/><Relationship Id="rId5" Type="http://schemas.openxmlformats.org/officeDocument/2006/relationships/customXml" Target="../ink/ink354.xml"/><Relationship Id="rId95" Type="http://schemas.openxmlformats.org/officeDocument/2006/relationships/image" Target="../media/image353.png"/><Relationship Id="rId160" Type="http://schemas.openxmlformats.org/officeDocument/2006/relationships/customXml" Target="../ink/ink432.xml"/><Relationship Id="rId181" Type="http://schemas.openxmlformats.org/officeDocument/2006/relationships/image" Target="../media/image398.png"/><Relationship Id="rId22" Type="http://schemas.openxmlformats.org/officeDocument/2006/relationships/image" Target="../media/image317.png"/><Relationship Id="rId43" Type="http://schemas.openxmlformats.org/officeDocument/2006/relationships/customXml" Target="../ink/ink373.xml"/><Relationship Id="rId64" Type="http://schemas.openxmlformats.org/officeDocument/2006/relationships/image" Target="../media/image338.png"/><Relationship Id="rId118" Type="http://schemas.openxmlformats.org/officeDocument/2006/relationships/customXml" Target="../ink/ink411.xml"/><Relationship Id="rId139" Type="http://schemas.openxmlformats.org/officeDocument/2006/relationships/image" Target="../media/image377.png"/><Relationship Id="rId85" Type="http://schemas.openxmlformats.org/officeDocument/2006/relationships/customXml" Target="../ink/ink394.xml"/><Relationship Id="rId150" Type="http://schemas.openxmlformats.org/officeDocument/2006/relationships/customXml" Target="../ink/ink427.xml"/><Relationship Id="rId171" Type="http://schemas.openxmlformats.org/officeDocument/2006/relationships/image" Target="../media/image393.png"/><Relationship Id="rId192" Type="http://schemas.openxmlformats.org/officeDocument/2006/relationships/customXml" Target="../ink/ink448.xml"/><Relationship Id="rId206" Type="http://schemas.openxmlformats.org/officeDocument/2006/relationships/customXml" Target="../ink/ink455.xml"/><Relationship Id="rId12" Type="http://schemas.openxmlformats.org/officeDocument/2006/relationships/image" Target="../media/image312.png"/><Relationship Id="rId33" Type="http://schemas.openxmlformats.org/officeDocument/2006/relationships/customXml" Target="../ink/ink368.xml"/><Relationship Id="rId108" Type="http://schemas.openxmlformats.org/officeDocument/2006/relationships/customXml" Target="../ink/ink406.xml"/><Relationship Id="rId129" Type="http://schemas.openxmlformats.org/officeDocument/2006/relationships/image" Target="../media/image372.png"/><Relationship Id="rId54" Type="http://schemas.openxmlformats.org/officeDocument/2006/relationships/image" Target="../media/image333.png"/><Relationship Id="rId75" Type="http://schemas.openxmlformats.org/officeDocument/2006/relationships/customXml" Target="../ink/ink389.xml"/><Relationship Id="rId96" Type="http://schemas.openxmlformats.org/officeDocument/2006/relationships/customXml" Target="../ink/ink400.xml"/><Relationship Id="rId140" Type="http://schemas.openxmlformats.org/officeDocument/2006/relationships/customXml" Target="../ink/ink422.xml"/><Relationship Id="rId161" Type="http://schemas.openxmlformats.org/officeDocument/2006/relationships/image" Target="../media/image388.png"/><Relationship Id="rId182" Type="http://schemas.openxmlformats.org/officeDocument/2006/relationships/customXml" Target="../ink/ink443.xml"/><Relationship Id="rId6" Type="http://schemas.openxmlformats.org/officeDocument/2006/relationships/image" Target="../media/image309.png"/><Relationship Id="rId23" Type="http://schemas.openxmlformats.org/officeDocument/2006/relationships/customXml" Target="../ink/ink363.xml"/><Relationship Id="rId119" Type="http://schemas.openxmlformats.org/officeDocument/2006/relationships/image" Target="../media/image367.png"/><Relationship Id="rId44" Type="http://schemas.openxmlformats.org/officeDocument/2006/relationships/image" Target="../media/image328.png"/><Relationship Id="rId65" Type="http://schemas.openxmlformats.org/officeDocument/2006/relationships/customXml" Target="../ink/ink384.xml"/><Relationship Id="rId86" Type="http://schemas.openxmlformats.org/officeDocument/2006/relationships/image" Target="../media/image349.png"/><Relationship Id="rId130" Type="http://schemas.openxmlformats.org/officeDocument/2006/relationships/customXml" Target="../ink/ink417.xml"/><Relationship Id="rId151" Type="http://schemas.openxmlformats.org/officeDocument/2006/relationships/image" Target="../media/image383.png"/><Relationship Id="rId172" Type="http://schemas.openxmlformats.org/officeDocument/2006/relationships/customXml" Target="../ink/ink438.xml"/><Relationship Id="rId193" Type="http://schemas.openxmlformats.org/officeDocument/2006/relationships/image" Target="../media/image404.png"/><Relationship Id="rId207" Type="http://schemas.openxmlformats.org/officeDocument/2006/relationships/image" Target="../media/image411.png"/><Relationship Id="rId13" Type="http://schemas.openxmlformats.org/officeDocument/2006/relationships/customXml" Target="../ink/ink358.xml"/><Relationship Id="rId109" Type="http://schemas.openxmlformats.org/officeDocument/2006/relationships/image" Target="../media/image362.png"/><Relationship Id="rId34" Type="http://schemas.openxmlformats.org/officeDocument/2006/relationships/image" Target="../media/image323.png"/><Relationship Id="rId55" Type="http://schemas.openxmlformats.org/officeDocument/2006/relationships/customXml" Target="../ink/ink379.xml"/><Relationship Id="rId76" Type="http://schemas.openxmlformats.org/officeDocument/2006/relationships/image" Target="../media/image344.png"/><Relationship Id="rId97" Type="http://schemas.openxmlformats.org/officeDocument/2006/relationships/image" Target="../media/image354.png"/><Relationship Id="rId120" Type="http://schemas.openxmlformats.org/officeDocument/2006/relationships/customXml" Target="../ink/ink412.xml"/><Relationship Id="rId141" Type="http://schemas.openxmlformats.org/officeDocument/2006/relationships/image" Target="../media/image378.png"/><Relationship Id="rId7" Type="http://schemas.openxmlformats.org/officeDocument/2006/relationships/customXml" Target="../ink/ink355.xml"/><Relationship Id="rId162" Type="http://schemas.openxmlformats.org/officeDocument/2006/relationships/customXml" Target="../ink/ink433.xml"/><Relationship Id="rId183" Type="http://schemas.openxmlformats.org/officeDocument/2006/relationships/image" Target="../media/image399.png"/><Relationship Id="rId24" Type="http://schemas.openxmlformats.org/officeDocument/2006/relationships/image" Target="../media/image318.png"/><Relationship Id="rId45" Type="http://schemas.openxmlformats.org/officeDocument/2006/relationships/customXml" Target="../ink/ink374.xml"/><Relationship Id="rId66" Type="http://schemas.openxmlformats.org/officeDocument/2006/relationships/image" Target="../media/image339.png"/><Relationship Id="rId87" Type="http://schemas.openxmlformats.org/officeDocument/2006/relationships/customXml" Target="../ink/ink395.xml"/><Relationship Id="rId110" Type="http://schemas.openxmlformats.org/officeDocument/2006/relationships/customXml" Target="../ink/ink407.xml"/><Relationship Id="rId131" Type="http://schemas.openxmlformats.org/officeDocument/2006/relationships/image" Target="../media/image373.png"/><Relationship Id="rId61" Type="http://schemas.openxmlformats.org/officeDocument/2006/relationships/customXml" Target="../ink/ink382.xml"/><Relationship Id="rId82" Type="http://schemas.openxmlformats.org/officeDocument/2006/relationships/image" Target="../media/image347.png"/><Relationship Id="rId152" Type="http://schemas.openxmlformats.org/officeDocument/2006/relationships/customXml" Target="../ink/ink428.xml"/><Relationship Id="rId173" Type="http://schemas.openxmlformats.org/officeDocument/2006/relationships/image" Target="../media/image394.png"/><Relationship Id="rId194" Type="http://schemas.openxmlformats.org/officeDocument/2006/relationships/customXml" Target="../ink/ink449.xml"/><Relationship Id="rId199" Type="http://schemas.openxmlformats.org/officeDocument/2006/relationships/image" Target="../media/image407.png"/><Relationship Id="rId203" Type="http://schemas.openxmlformats.org/officeDocument/2006/relationships/image" Target="../media/image409.png"/><Relationship Id="rId208" Type="http://schemas.openxmlformats.org/officeDocument/2006/relationships/customXml" Target="../ink/ink456.xml"/><Relationship Id="rId19" Type="http://schemas.openxmlformats.org/officeDocument/2006/relationships/customXml" Target="../ink/ink361.xml"/><Relationship Id="rId14" Type="http://schemas.openxmlformats.org/officeDocument/2006/relationships/image" Target="../media/image313.png"/><Relationship Id="rId30" Type="http://schemas.openxmlformats.org/officeDocument/2006/relationships/image" Target="../media/image321.png"/><Relationship Id="rId35" Type="http://schemas.openxmlformats.org/officeDocument/2006/relationships/customXml" Target="../ink/ink369.xml"/><Relationship Id="rId56" Type="http://schemas.openxmlformats.org/officeDocument/2006/relationships/image" Target="../media/image334.png"/><Relationship Id="rId77" Type="http://schemas.openxmlformats.org/officeDocument/2006/relationships/customXml" Target="../ink/ink390.xml"/><Relationship Id="rId100" Type="http://schemas.openxmlformats.org/officeDocument/2006/relationships/customXml" Target="../ink/ink402.xml"/><Relationship Id="rId105" Type="http://schemas.openxmlformats.org/officeDocument/2006/relationships/image" Target="../media/image358.png"/><Relationship Id="rId126" Type="http://schemas.openxmlformats.org/officeDocument/2006/relationships/customXml" Target="../ink/ink415.xml"/><Relationship Id="rId147" Type="http://schemas.openxmlformats.org/officeDocument/2006/relationships/image" Target="../media/image381.png"/><Relationship Id="rId168" Type="http://schemas.openxmlformats.org/officeDocument/2006/relationships/customXml" Target="../ink/ink436.xml"/><Relationship Id="rId8" Type="http://schemas.openxmlformats.org/officeDocument/2006/relationships/image" Target="../media/image310.png"/><Relationship Id="rId51" Type="http://schemas.openxmlformats.org/officeDocument/2006/relationships/customXml" Target="../ink/ink377.xml"/><Relationship Id="rId72" Type="http://schemas.openxmlformats.org/officeDocument/2006/relationships/image" Target="../media/image342.png"/><Relationship Id="rId93" Type="http://schemas.openxmlformats.org/officeDocument/2006/relationships/image" Target="../media/image352.png"/><Relationship Id="rId98" Type="http://schemas.openxmlformats.org/officeDocument/2006/relationships/customXml" Target="../ink/ink401.xml"/><Relationship Id="rId121" Type="http://schemas.openxmlformats.org/officeDocument/2006/relationships/image" Target="../media/image368.png"/><Relationship Id="rId142" Type="http://schemas.openxmlformats.org/officeDocument/2006/relationships/customXml" Target="../ink/ink423.xml"/><Relationship Id="rId163" Type="http://schemas.openxmlformats.org/officeDocument/2006/relationships/image" Target="../media/image389.png"/><Relationship Id="rId184" Type="http://schemas.openxmlformats.org/officeDocument/2006/relationships/customXml" Target="../ink/ink444.xml"/><Relationship Id="rId189" Type="http://schemas.openxmlformats.org/officeDocument/2006/relationships/image" Target="../media/image402.png"/><Relationship Id="rId3" Type="http://schemas.openxmlformats.org/officeDocument/2006/relationships/customXml" Target="../ink/ink353.xml"/><Relationship Id="rId25" Type="http://schemas.openxmlformats.org/officeDocument/2006/relationships/customXml" Target="../ink/ink364.xml"/><Relationship Id="rId46" Type="http://schemas.openxmlformats.org/officeDocument/2006/relationships/image" Target="../media/image329.png"/><Relationship Id="rId67" Type="http://schemas.openxmlformats.org/officeDocument/2006/relationships/customXml" Target="../ink/ink385.xml"/><Relationship Id="rId116" Type="http://schemas.openxmlformats.org/officeDocument/2006/relationships/customXml" Target="../ink/ink410.xml"/><Relationship Id="rId137" Type="http://schemas.openxmlformats.org/officeDocument/2006/relationships/image" Target="../media/image376.png"/><Relationship Id="rId158" Type="http://schemas.openxmlformats.org/officeDocument/2006/relationships/customXml" Target="../ink/ink431.xml"/><Relationship Id="rId20" Type="http://schemas.openxmlformats.org/officeDocument/2006/relationships/image" Target="../media/image316.png"/><Relationship Id="rId41" Type="http://schemas.openxmlformats.org/officeDocument/2006/relationships/customXml" Target="../ink/ink372.xml"/><Relationship Id="rId62" Type="http://schemas.openxmlformats.org/officeDocument/2006/relationships/image" Target="../media/image337.png"/><Relationship Id="rId83" Type="http://schemas.openxmlformats.org/officeDocument/2006/relationships/customXml" Target="../ink/ink393.xml"/><Relationship Id="rId88" Type="http://schemas.openxmlformats.org/officeDocument/2006/relationships/customXml" Target="../ink/ink396.xml"/><Relationship Id="rId111" Type="http://schemas.openxmlformats.org/officeDocument/2006/relationships/image" Target="../media/image363.png"/><Relationship Id="rId132" Type="http://schemas.openxmlformats.org/officeDocument/2006/relationships/customXml" Target="../ink/ink418.xml"/><Relationship Id="rId153" Type="http://schemas.openxmlformats.org/officeDocument/2006/relationships/image" Target="../media/image384.png"/><Relationship Id="rId174" Type="http://schemas.openxmlformats.org/officeDocument/2006/relationships/customXml" Target="../ink/ink439.xml"/><Relationship Id="rId179" Type="http://schemas.openxmlformats.org/officeDocument/2006/relationships/image" Target="../media/image397.png"/><Relationship Id="rId195" Type="http://schemas.openxmlformats.org/officeDocument/2006/relationships/image" Target="../media/image405.png"/><Relationship Id="rId209" Type="http://schemas.openxmlformats.org/officeDocument/2006/relationships/image" Target="../media/image412.png"/><Relationship Id="rId190" Type="http://schemas.openxmlformats.org/officeDocument/2006/relationships/customXml" Target="../ink/ink447.xml"/><Relationship Id="rId204" Type="http://schemas.openxmlformats.org/officeDocument/2006/relationships/customXml" Target="../ink/ink454.xml"/><Relationship Id="rId15" Type="http://schemas.openxmlformats.org/officeDocument/2006/relationships/customXml" Target="../ink/ink359.xml"/><Relationship Id="rId36" Type="http://schemas.openxmlformats.org/officeDocument/2006/relationships/image" Target="../media/image324.png"/><Relationship Id="rId57" Type="http://schemas.openxmlformats.org/officeDocument/2006/relationships/customXml" Target="../ink/ink380.xml"/><Relationship Id="rId106" Type="http://schemas.openxmlformats.org/officeDocument/2006/relationships/customXml" Target="../ink/ink405.xml"/><Relationship Id="rId127" Type="http://schemas.openxmlformats.org/officeDocument/2006/relationships/image" Target="../media/image371.png"/><Relationship Id="rId10" Type="http://schemas.openxmlformats.org/officeDocument/2006/relationships/image" Target="../media/image311.png"/><Relationship Id="rId31" Type="http://schemas.openxmlformats.org/officeDocument/2006/relationships/customXml" Target="../ink/ink367.xml"/><Relationship Id="rId52" Type="http://schemas.openxmlformats.org/officeDocument/2006/relationships/image" Target="../media/image332.png"/><Relationship Id="rId73" Type="http://schemas.openxmlformats.org/officeDocument/2006/relationships/customXml" Target="../ink/ink388.xml"/><Relationship Id="rId78" Type="http://schemas.openxmlformats.org/officeDocument/2006/relationships/image" Target="../media/image345.png"/><Relationship Id="rId94" Type="http://schemas.openxmlformats.org/officeDocument/2006/relationships/customXml" Target="../ink/ink399.xml"/><Relationship Id="rId99" Type="http://schemas.openxmlformats.org/officeDocument/2006/relationships/image" Target="../media/image355.png"/><Relationship Id="rId101" Type="http://schemas.openxmlformats.org/officeDocument/2006/relationships/image" Target="../media/image356.png"/><Relationship Id="rId122" Type="http://schemas.openxmlformats.org/officeDocument/2006/relationships/customXml" Target="../ink/ink413.xml"/><Relationship Id="rId143" Type="http://schemas.openxmlformats.org/officeDocument/2006/relationships/image" Target="../media/image379.png"/><Relationship Id="rId148" Type="http://schemas.openxmlformats.org/officeDocument/2006/relationships/customXml" Target="../ink/ink426.xml"/><Relationship Id="rId164" Type="http://schemas.openxmlformats.org/officeDocument/2006/relationships/customXml" Target="../ink/ink434.xml"/><Relationship Id="rId169" Type="http://schemas.openxmlformats.org/officeDocument/2006/relationships/image" Target="../media/image392.png"/><Relationship Id="rId185" Type="http://schemas.openxmlformats.org/officeDocument/2006/relationships/image" Target="../media/image400.png"/><Relationship Id="rId4" Type="http://schemas.openxmlformats.org/officeDocument/2006/relationships/image" Target="../media/image308.png"/><Relationship Id="rId9" Type="http://schemas.openxmlformats.org/officeDocument/2006/relationships/customXml" Target="../ink/ink356.xml"/><Relationship Id="rId180" Type="http://schemas.openxmlformats.org/officeDocument/2006/relationships/customXml" Target="../ink/ink442.xml"/><Relationship Id="rId210" Type="http://schemas.openxmlformats.org/officeDocument/2006/relationships/customXml" Target="../ink/ink457.xml"/><Relationship Id="rId26" Type="http://schemas.openxmlformats.org/officeDocument/2006/relationships/image" Target="../media/image319.png"/><Relationship Id="rId47" Type="http://schemas.openxmlformats.org/officeDocument/2006/relationships/customXml" Target="../ink/ink375.xml"/><Relationship Id="rId68" Type="http://schemas.openxmlformats.org/officeDocument/2006/relationships/image" Target="../media/image340.png"/><Relationship Id="rId89" Type="http://schemas.openxmlformats.org/officeDocument/2006/relationships/image" Target="../media/image350.png"/><Relationship Id="rId112" Type="http://schemas.openxmlformats.org/officeDocument/2006/relationships/customXml" Target="../ink/ink408.xml"/><Relationship Id="rId133" Type="http://schemas.openxmlformats.org/officeDocument/2006/relationships/image" Target="../media/image374.png"/><Relationship Id="rId154" Type="http://schemas.openxmlformats.org/officeDocument/2006/relationships/customXml" Target="../ink/ink429.xml"/><Relationship Id="rId175" Type="http://schemas.openxmlformats.org/officeDocument/2006/relationships/image" Target="../media/image395.png"/><Relationship Id="rId196" Type="http://schemas.openxmlformats.org/officeDocument/2006/relationships/customXml" Target="../ink/ink450.xml"/><Relationship Id="rId200" Type="http://schemas.openxmlformats.org/officeDocument/2006/relationships/customXml" Target="../ink/ink452.xml"/><Relationship Id="rId16" Type="http://schemas.openxmlformats.org/officeDocument/2006/relationships/image" Target="../media/image314.png"/><Relationship Id="rId37" Type="http://schemas.openxmlformats.org/officeDocument/2006/relationships/customXml" Target="../ink/ink370.xml"/><Relationship Id="rId58" Type="http://schemas.openxmlformats.org/officeDocument/2006/relationships/image" Target="../media/image335.png"/><Relationship Id="rId79" Type="http://schemas.openxmlformats.org/officeDocument/2006/relationships/customXml" Target="../ink/ink391.xml"/><Relationship Id="rId102" Type="http://schemas.openxmlformats.org/officeDocument/2006/relationships/customXml" Target="../ink/ink403.xml"/><Relationship Id="rId123" Type="http://schemas.openxmlformats.org/officeDocument/2006/relationships/image" Target="../media/image369.png"/><Relationship Id="rId144" Type="http://schemas.openxmlformats.org/officeDocument/2006/relationships/customXml" Target="../ink/ink424.xml"/><Relationship Id="rId90" Type="http://schemas.openxmlformats.org/officeDocument/2006/relationships/customXml" Target="../ink/ink397.xml"/><Relationship Id="rId165" Type="http://schemas.openxmlformats.org/officeDocument/2006/relationships/image" Target="../media/image390.png"/><Relationship Id="rId186" Type="http://schemas.openxmlformats.org/officeDocument/2006/relationships/customXml" Target="../ink/ink445.xml"/><Relationship Id="rId211" Type="http://schemas.openxmlformats.org/officeDocument/2006/relationships/image" Target="../media/image413.png"/><Relationship Id="rId27" Type="http://schemas.openxmlformats.org/officeDocument/2006/relationships/customXml" Target="../ink/ink365.xml"/><Relationship Id="rId48" Type="http://schemas.openxmlformats.org/officeDocument/2006/relationships/image" Target="../media/image330.png"/><Relationship Id="rId69" Type="http://schemas.openxmlformats.org/officeDocument/2006/relationships/customXml" Target="../ink/ink386.xml"/><Relationship Id="rId113" Type="http://schemas.openxmlformats.org/officeDocument/2006/relationships/image" Target="../media/image364.png"/><Relationship Id="rId134" Type="http://schemas.openxmlformats.org/officeDocument/2006/relationships/customXml" Target="../ink/ink419.xml"/><Relationship Id="rId80" Type="http://schemas.openxmlformats.org/officeDocument/2006/relationships/image" Target="../media/image346.png"/><Relationship Id="rId155" Type="http://schemas.openxmlformats.org/officeDocument/2006/relationships/image" Target="../media/image385.png"/><Relationship Id="rId176" Type="http://schemas.openxmlformats.org/officeDocument/2006/relationships/customXml" Target="../ink/ink440.xml"/><Relationship Id="rId197" Type="http://schemas.openxmlformats.org/officeDocument/2006/relationships/image" Target="../media/image406.png"/><Relationship Id="rId201" Type="http://schemas.openxmlformats.org/officeDocument/2006/relationships/image" Target="../media/image408.png"/><Relationship Id="rId17" Type="http://schemas.openxmlformats.org/officeDocument/2006/relationships/customXml" Target="../ink/ink360.xml"/><Relationship Id="rId38" Type="http://schemas.openxmlformats.org/officeDocument/2006/relationships/image" Target="../media/image325.png"/><Relationship Id="rId59" Type="http://schemas.openxmlformats.org/officeDocument/2006/relationships/customXml" Target="../ink/ink381.xml"/><Relationship Id="rId103" Type="http://schemas.openxmlformats.org/officeDocument/2006/relationships/image" Target="../media/image357.png"/><Relationship Id="rId124" Type="http://schemas.openxmlformats.org/officeDocument/2006/relationships/customXml" Target="../ink/ink414.xml"/><Relationship Id="rId70" Type="http://schemas.openxmlformats.org/officeDocument/2006/relationships/image" Target="../media/image341.png"/><Relationship Id="rId91" Type="http://schemas.openxmlformats.org/officeDocument/2006/relationships/image" Target="../media/image351.png"/><Relationship Id="rId145" Type="http://schemas.openxmlformats.org/officeDocument/2006/relationships/image" Target="../media/image380.png"/><Relationship Id="rId166" Type="http://schemas.openxmlformats.org/officeDocument/2006/relationships/customXml" Target="../ink/ink435.xml"/><Relationship Id="rId187" Type="http://schemas.openxmlformats.org/officeDocument/2006/relationships/image" Target="../media/image401.png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320.png"/><Relationship Id="rId49" Type="http://schemas.openxmlformats.org/officeDocument/2006/relationships/customXml" Target="../ink/ink376.xml"/><Relationship Id="rId114" Type="http://schemas.openxmlformats.org/officeDocument/2006/relationships/customXml" Target="../ink/ink409.xml"/><Relationship Id="rId60" Type="http://schemas.openxmlformats.org/officeDocument/2006/relationships/image" Target="../media/image336.png"/><Relationship Id="rId81" Type="http://schemas.openxmlformats.org/officeDocument/2006/relationships/customXml" Target="../ink/ink392.xml"/><Relationship Id="rId135" Type="http://schemas.openxmlformats.org/officeDocument/2006/relationships/image" Target="../media/image375.png"/><Relationship Id="rId156" Type="http://schemas.openxmlformats.org/officeDocument/2006/relationships/customXml" Target="../ink/ink430.xml"/><Relationship Id="rId177" Type="http://schemas.openxmlformats.org/officeDocument/2006/relationships/image" Target="../media/image396.png"/><Relationship Id="rId198" Type="http://schemas.openxmlformats.org/officeDocument/2006/relationships/customXml" Target="../ink/ink451.xml"/><Relationship Id="rId202" Type="http://schemas.openxmlformats.org/officeDocument/2006/relationships/customXml" Target="../ink/ink453.xml"/><Relationship Id="rId18" Type="http://schemas.openxmlformats.org/officeDocument/2006/relationships/image" Target="../media/image315.png"/><Relationship Id="rId39" Type="http://schemas.openxmlformats.org/officeDocument/2006/relationships/customXml" Target="../ink/ink371.xml"/><Relationship Id="rId50" Type="http://schemas.openxmlformats.org/officeDocument/2006/relationships/image" Target="../media/image331.png"/><Relationship Id="rId104" Type="http://schemas.openxmlformats.org/officeDocument/2006/relationships/customXml" Target="../ink/ink404.xml"/><Relationship Id="rId125" Type="http://schemas.openxmlformats.org/officeDocument/2006/relationships/image" Target="../media/image370.png"/><Relationship Id="rId146" Type="http://schemas.openxmlformats.org/officeDocument/2006/relationships/customXml" Target="../ink/ink425.xml"/><Relationship Id="rId167" Type="http://schemas.openxmlformats.org/officeDocument/2006/relationships/image" Target="../media/image391.png"/><Relationship Id="rId188" Type="http://schemas.openxmlformats.org/officeDocument/2006/relationships/customXml" Target="../ink/ink446.xml"/><Relationship Id="rId71" Type="http://schemas.openxmlformats.org/officeDocument/2006/relationships/customXml" Target="../ink/ink387.xml"/><Relationship Id="rId92" Type="http://schemas.openxmlformats.org/officeDocument/2006/relationships/customXml" Target="../ink/ink398.xml"/><Relationship Id="rId2" Type="http://schemas.openxmlformats.org/officeDocument/2006/relationships/image" Target="../media/image307.png"/><Relationship Id="rId29" Type="http://schemas.openxmlformats.org/officeDocument/2006/relationships/customXml" Target="../ink/ink366.xml"/><Relationship Id="rId40" Type="http://schemas.openxmlformats.org/officeDocument/2006/relationships/image" Target="../media/image326.png"/><Relationship Id="rId115" Type="http://schemas.openxmlformats.org/officeDocument/2006/relationships/image" Target="../media/image365.png"/><Relationship Id="rId136" Type="http://schemas.openxmlformats.org/officeDocument/2006/relationships/customXml" Target="../ink/ink420.xml"/><Relationship Id="rId157" Type="http://schemas.openxmlformats.org/officeDocument/2006/relationships/image" Target="../media/image386.png"/><Relationship Id="rId178" Type="http://schemas.openxmlformats.org/officeDocument/2006/relationships/customXml" Target="../ink/ink441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26.png"/><Relationship Id="rId21" Type="http://schemas.openxmlformats.org/officeDocument/2006/relationships/customXml" Target="../ink/ink467.xml"/><Relationship Id="rId42" Type="http://schemas.openxmlformats.org/officeDocument/2006/relationships/image" Target="../media/image434.png"/><Relationship Id="rId47" Type="http://schemas.openxmlformats.org/officeDocument/2006/relationships/customXml" Target="../ink/ink480.xml"/><Relationship Id="rId63" Type="http://schemas.openxmlformats.org/officeDocument/2006/relationships/customXml" Target="../ink/ink488.xml"/><Relationship Id="rId68" Type="http://schemas.openxmlformats.org/officeDocument/2006/relationships/image" Target="../media/image447.png"/><Relationship Id="rId84" Type="http://schemas.openxmlformats.org/officeDocument/2006/relationships/image" Target="../media/image455.png"/><Relationship Id="rId89" Type="http://schemas.openxmlformats.org/officeDocument/2006/relationships/customXml" Target="../ink/ink501.xml"/><Relationship Id="rId16" Type="http://schemas.openxmlformats.org/officeDocument/2006/relationships/image" Target="../media/image421.png"/><Relationship Id="rId11" Type="http://schemas.openxmlformats.org/officeDocument/2006/relationships/customXml" Target="../ink/ink462.xml"/><Relationship Id="rId32" Type="http://schemas.openxmlformats.org/officeDocument/2006/relationships/image" Target="../media/image429.png"/><Relationship Id="rId37" Type="http://schemas.openxmlformats.org/officeDocument/2006/relationships/customXml" Target="../ink/ink475.xml"/><Relationship Id="rId53" Type="http://schemas.openxmlformats.org/officeDocument/2006/relationships/customXml" Target="../ink/ink483.xml"/><Relationship Id="rId58" Type="http://schemas.openxmlformats.org/officeDocument/2006/relationships/image" Target="../media/image442.png"/><Relationship Id="rId74" Type="http://schemas.openxmlformats.org/officeDocument/2006/relationships/image" Target="../media/image450.png"/><Relationship Id="rId79" Type="http://schemas.openxmlformats.org/officeDocument/2006/relationships/customXml" Target="../ink/ink496.xml"/><Relationship Id="rId5" Type="http://schemas.openxmlformats.org/officeDocument/2006/relationships/customXml" Target="../ink/ink459.xml"/><Relationship Id="rId90" Type="http://schemas.openxmlformats.org/officeDocument/2006/relationships/image" Target="../media/image458.png"/><Relationship Id="rId14" Type="http://schemas.openxmlformats.org/officeDocument/2006/relationships/image" Target="../media/image420.png"/><Relationship Id="rId22" Type="http://schemas.openxmlformats.org/officeDocument/2006/relationships/image" Target="../media/image424.png"/><Relationship Id="rId27" Type="http://schemas.openxmlformats.org/officeDocument/2006/relationships/customXml" Target="../ink/ink470.xml"/><Relationship Id="rId30" Type="http://schemas.openxmlformats.org/officeDocument/2006/relationships/image" Target="../media/image428.png"/><Relationship Id="rId35" Type="http://schemas.openxmlformats.org/officeDocument/2006/relationships/customXml" Target="../ink/ink474.xml"/><Relationship Id="rId43" Type="http://schemas.openxmlformats.org/officeDocument/2006/relationships/customXml" Target="../ink/ink478.xml"/><Relationship Id="rId48" Type="http://schemas.openxmlformats.org/officeDocument/2006/relationships/image" Target="../media/image437.png"/><Relationship Id="rId56" Type="http://schemas.openxmlformats.org/officeDocument/2006/relationships/image" Target="../media/image441.png"/><Relationship Id="rId64" Type="http://schemas.openxmlformats.org/officeDocument/2006/relationships/image" Target="../media/image445.png"/><Relationship Id="rId69" Type="http://schemas.openxmlformats.org/officeDocument/2006/relationships/customXml" Target="../ink/ink491.xml"/><Relationship Id="rId77" Type="http://schemas.openxmlformats.org/officeDocument/2006/relationships/customXml" Target="../ink/ink495.xml"/><Relationship Id="rId8" Type="http://schemas.openxmlformats.org/officeDocument/2006/relationships/image" Target="../media/image417.png"/><Relationship Id="rId51" Type="http://schemas.openxmlformats.org/officeDocument/2006/relationships/customXml" Target="../ink/ink482.xml"/><Relationship Id="rId72" Type="http://schemas.openxmlformats.org/officeDocument/2006/relationships/image" Target="../media/image449.png"/><Relationship Id="rId80" Type="http://schemas.openxmlformats.org/officeDocument/2006/relationships/image" Target="../media/image453.png"/><Relationship Id="rId85" Type="http://schemas.openxmlformats.org/officeDocument/2006/relationships/customXml" Target="../ink/ink499.xml"/><Relationship Id="rId3" Type="http://schemas.openxmlformats.org/officeDocument/2006/relationships/customXml" Target="../ink/ink458.xml"/><Relationship Id="rId12" Type="http://schemas.openxmlformats.org/officeDocument/2006/relationships/image" Target="../media/image419.png"/><Relationship Id="rId17" Type="http://schemas.openxmlformats.org/officeDocument/2006/relationships/customXml" Target="../ink/ink465.xml"/><Relationship Id="rId25" Type="http://schemas.openxmlformats.org/officeDocument/2006/relationships/customXml" Target="../ink/ink469.xml"/><Relationship Id="rId33" Type="http://schemas.openxmlformats.org/officeDocument/2006/relationships/customXml" Target="../ink/ink473.xml"/><Relationship Id="rId38" Type="http://schemas.openxmlformats.org/officeDocument/2006/relationships/image" Target="../media/image432.png"/><Relationship Id="rId46" Type="http://schemas.openxmlformats.org/officeDocument/2006/relationships/image" Target="../media/image436.png"/><Relationship Id="rId59" Type="http://schemas.openxmlformats.org/officeDocument/2006/relationships/customXml" Target="../ink/ink486.xml"/><Relationship Id="rId67" Type="http://schemas.openxmlformats.org/officeDocument/2006/relationships/customXml" Target="../ink/ink490.xml"/><Relationship Id="rId20" Type="http://schemas.openxmlformats.org/officeDocument/2006/relationships/image" Target="../media/image423.png"/><Relationship Id="rId41" Type="http://schemas.openxmlformats.org/officeDocument/2006/relationships/customXml" Target="../ink/ink477.xml"/><Relationship Id="rId54" Type="http://schemas.openxmlformats.org/officeDocument/2006/relationships/image" Target="../media/image440.png"/><Relationship Id="rId62" Type="http://schemas.openxmlformats.org/officeDocument/2006/relationships/image" Target="../media/image444.png"/><Relationship Id="rId70" Type="http://schemas.openxmlformats.org/officeDocument/2006/relationships/image" Target="../media/image448.png"/><Relationship Id="rId75" Type="http://schemas.openxmlformats.org/officeDocument/2006/relationships/customXml" Target="../ink/ink494.xml"/><Relationship Id="rId83" Type="http://schemas.openxmlformats.org/officeDocument/2006/relationships/customXml" Target="../ink/ink498.xml"/><Relationship Id="rId88" Type="http://schemas.openxmlformats.org/officeDocument/2006/relationships/image" Target="../media/image4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6.png"/><Relationship Id="rId15" Type="http://schemas.openxmlformats.org/officeDocument/2006/relationships/customXml" Target="../ink/ink464.xml"/><Relationship Id="rId23" Type="http://schemas.openxmlformats.org/officeDocument/2006/relationships/customXml" Target="../ink/ink468.xml"/><Relationship Id="rId28" Type="http://schemas.openxmlformats.org/officeDocument/2006/relationships/image" Target="../media/image427.png"/><Relationship Id="rId36" Type="http://schemas.openxmlformats.org/officeDocument/2006/relationships/image" Target="../media/image431.png"/><Relationship Id="rId49" Type="http://schemas.openxmlformats.org/officeDocument/2006/relationships/customXml" Target="../ink/ink481.xml"/><Relationship Id="rId57" Type="http://schemas.openxmlformats.org/officeDocument/2006/relationships/customXml" Target="../ink/ink485.xml"/><Relationship Id="rId10" Type="http://schemas.openxmlformats.org/officeDocument/2006/relationships/image" Target="../media/image418.png"/><Relationship Id="rId31" Type="http://schemas.openxmlformats.org/officeDocument/2006/relationships/customXml" Target="../ink/ink472.xml"/><Relationship Id="rId44" Type="http://schemas.openxmlformats.org/officeDocument/2006/relationships/image" Target="../media/image435.png"/><Relationship Id="rId52" Type="http://schemas.openxmlformats.org/officeDocument/2006/relationships/image" Target="../media/image439.png"/><Relationship Id="rId60" Type="http://schemas.openxmlformats.org/officeDocument/2006/relationships/image" Target="../media/image443.png"/><Relationship Id="rId65" Type="http://schemas.openxmlformats.org/officeDocument/2006/relationships/customXml" Target="../ink/ink489.xml"/><Relationship Id="rId73" Type="http://schemas.openxmlformats.org/officeDocument/2006/relationships/customXml" Target="../ink/ink493.xml"/><Relationship Id="rId78" Type="http://schemas.openxmlformats.org/officeDocument/2006/relationships/image" Target="../media/image452.png"/><Relationship Id="rId81" Type="http://schemas.openxmlformats.org/officeDocument/2006/relationships/customXml" Target="../ink/ink497.xml"/><Relationship Id="rId86" Type="http://schemas.openxmlformats.org/officeDocument/2006/relationships/image" Target="../media/image456.png"/><Relationship Id="rId4" Type="http://schemas.openxmlformats.org/officeDocument/2006/relationships/image" Target="../media/image415.png"/><Relationship Id="rId9" Type="http://schemas.openxmlformats.org/officeDocument/2006/relationships/customXml" Target="../ink/ink461.xml"/><Relationship Id="rId13" Type="http://schemas.openxmlformats.org/officeDocument/2006/relationships/customXml" Target="../ink/ink463.xml"/><Relationship Id="rId18" Type="http://schemas.openxmlformats.org/officeDocument/2006/relationships/image" Target="../media/image422.png"/><Relationship Id="rId39" Type="http://schemas.openxmlformats.org/officeDocument/2006/relationships/customXml" Target="../ink/ink476.xml"/><Relationship Id="rId34" Type="http://schemas.openxmlformats.org/officeDocument/2006/relationships/image" Target="../media/image430.png"/><Relationship Id="rId50" Type="http://schemas.openxmlformats.org/officeDocument/2006/relationships/image" Target="../media/image438.png"/><Relationship Id="rId55" Type="http://schemas.openxmlformats.org/officeDocument/2006/relationships/customXml" Target="../ink/ink484.xml"/><Relationship Id="rId76" Type="http://schemas.openxmlformats.org/officeDocument/2006/relationships/image" Target="../media/image451.png"/><Relationship Id="rId7" Type="http://schemas.openxmlformats.org/officeDocument/2006/relationships/customXml" Target="../ink/ink460.xml"/><Relationship Id="rId71" Type="http://schemas.openxmlformats.org/officeDocument/2006/relationships/customXml" Target="../ink/ink492.xml"/><Relationship Id="rId2" Type="http://schemas.openxmlformats.org/officeDocument/2006/relationships/image" Target="../media/image414.png"/><Relationship Id="rId29" Type="http://schemas.openxmlformats.org/officeDocument/2006/relationships/customXml" Target="../ink/ink471.xml"/><Relationship Id="rId24" Type="http://schemas.openxmlformats.org/officeDocument/2006/relationships/image" Target="../media/image425.png"/><Relationship Id="rId40" Type="http://schemas.openxmlformats.org/officeDocument/2006/relationships/image" Target="../media/image433.png"/><Relationship Id="rId45" Type="http://schemas.openxmlformats.org/officeDocument/2006/relationships/customXml" Target="../ink/ink479.xml"/><Relationship Id="rId66" Type="http://schemas.openxmlformats.org/officeDocument/2006/relationships/image" Target="../media/image446.png"/><Relationship Id="rId87" Type="http://schemas.openxmlformats.org/officeDocument/2006/relationships/customXml" Target="../ink/ink500.xml"/><Relationship Id="rId61" Type="http://schemas.openxmlformats.org/officeDocument/2006/relationships/customXml" Target="../ink/ink487.xml"/><Relationship Id="rId82" Type="http://schemas.openxmlformats.org/officeDocument/2006/relationships/image" Target="../media/image454.png"/><Relationship Id="rId19" Type="http://schemas.openxmlformats.org/officeDocument/2006/relationships/customXml" Target="../ink/ink46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72.png"/><Relationship Id="rId21" Type="http://schemas.openxmlformats.org/officeDocument/2006/relationships/image" Target="../media/image566.png"/><Relationship Id="rId42" Type="http://schemas.openxmlformats.org/officeDocument/2006/relationships/customXml" Target="../ink/ink522.xml"/><Relationship Id="rId63" Type="http://schemas.openxmlformats.org/officeDocument/2006/relationships/image" Target="../media/image587.png"/><Relationship Id="rId84" Type="http://schemas.openxmlformats.org/officeDocument/2006/relationships/customXml" Target="../ink/ink543.xml"/><Relationship Id="rId138" Type="http://schemas.openxmlformats.org/officeDocument/2006/relationships/customXml" Target="../ink/ink570.xml"/><Relationship Id="rId159" Type="http://schemas.openxmlformats.org/officeDocument/2006/relationships/image" Target="../media/image634.png"/><Relationship Id="rId170" Type="http://schemas.openxmlformats.org/officeDocument/2006/relationships/customXml" Target="../ink/ink586.xml"/><Relationship Id="rId191" Type="http://schemas.openxmlformats.org/officeDocument/2006/relationships/image" Target="../media/image650.png"/><Relationship Id="rId205" Type="http://schemas.openxmlformats.org/officeDocument/2006/relationships/image" Target="../media/image657.png"/><Relationship Id="rId226" Type="http://schemas.openxmlformats.org/officeDocument/2006/relationships/customXml" Target="../ink/ink614.xml"/><Relationship Id="rId107" Type="http://schemas.openxmlformats.org/officeDocument/2006/relationships/image" Target="../media/image608.png"/><Relationship Id="rId11" Type="http://schemas.openxmlformats.org/officeDocument/2006/relationships/image" Target="../media/image561.png"/><Relationship Id="rId32" Type="http://schemas.openxmlformats.org/officeDocument/2006/relationships/customXml" Target="../ink/ink517.xml"/><Relationship Id="rId53" Type="http://schemas.openxmlformats.org/officeDocument/2006/relationships/image" Target="../media/image582.png"/><Relationship Id="rId74" Type="http://schemas.openxmlformats.org/officeDocument/2006/relationships/customXml" Target="../ink/ink538.xml"/><Relationship Id="rId128" Type="http://schemas.openxmlformats.org/officeDocument/2006/relationships/customXml" Target="../ink/ink565.xml"/><Relationship Id="rId149" Type="http://schemas.openxmlformats.org/officeDocument/2006/relationships/image" Target="../media/image629.png"/><Relationship Id="rId5" Type="http://schemas.openxmlformats.org/officeDocument/2006/relationships/image" Target="../media/image558.png"/><Relationship Id="rId95" Type="http://schemas.openxmlformats.org/officeDocument/2006/relationships/image" Target="../media/image602.png"/><Relationship Id="rId160" Type="http://schemas.openxmlformats.org/officeDocument/2006/relationships/customXml" Target="../ink/ink581.xml"/><Relationship Id="rId181" Type="http://schemas.openxmlformats.org/officeDocument/2006/relationships/image" Target="../media/image645.png"/><Relationship Id="rId216" Type="http://schemas.openxmlformats.org/officeDocument/2006/relationships/customXml" Target="../ink/ink609.xml"/><Relationship Id="rId22" Type="http://schemas.openxmlformats.org/officeDocument/2006/relationships/customXml" Target="../ink/ink512.xml"/><Relationship Id="rId43" Type="http://schemas.openxmlformats.org/officeDocument/2006/relationships/image" Target="../media/image577.png"/><Relationship Id="rId64" Type="http://schemas.openxmlformats.org/officeDocument/2006/relationships/customXml" Target="../ink/ink533.xml"/><Relationship Id="rId118" Type="http://schemas.openxmlformats.org/officeDocument/2006/relationships/customXml" Target="../ink/ink560.xml"/><Relationship Id="rId139" Type="http://schemas.openxmlformats.org/officeDocument/2006/relationships/image" Target="../media/image624.png"/><Relationship Id="rId85" Type="http://schemas.openxmlformats.org/officeDocument/2006/relationships/image" Target="../media/image468.png"/><Relationship Id="rId150" Type="http://schemas.openxmlformats.org/officeDocument/2006/relationships/customXml" Target="../ink/ink576.xml"/><Relationship Id="rId171" Type="http://schemas.openxmlformats.org/officeDocument/2006/relationships/image" Target="../media/image640.png"/><Relationship Id="rId192" Type="http://schemas.openxmlformats.org/officeDocument/2006/relationships/customXml" Target="../ink/ink597.xml"/><Relationship Id="rId206" Type="http://schemas.openxmlformats.org/officeDocument/2006/relationships/customXml" Target="../ink/ink604.xml"/><Relationship Id="rId227" Type="http://schemas.openxmlformats.org/officeDocument/2006/relationships/image" Target="../media/image477.png"/><Relationship Id="rId12" Type="http://schemas.openxmlformats.org/officeDocument/2006/relationships/customXml" Target="../ink/ink507.xml"/><Relationship Id="rId33" Type="http://schemas.openxmlformats.org/officeDocument/2006/relationships/image" Target="../media/image572.png"/><Relationship Id="rId108" Type="http://schemas.openxmlformats.org/officeDocument/2006/relationships/customXml" Target="../ink/ink555.xml"/><Relationship Id="rId129" Type="http://schemas.openxmlformats.org/officeDocument/2006/relationships/image" Target="../media/image619.png"/><Relationship Id="rId54" Type="http://schemas.openxmlformats.org/officeDocument/2006/relationships/customXml" Target="../ink/ink528.xml"/><Relationship Id="rId75" Type="http://schemas.openxmlformats.org/officeDocument/2006/relationships/image" Target="../media/image592.png"/><Relationship Id="rId96" Type="http://schemas.openxmlformats.org/officeDocument/2006/relationships/customXml" Target="../ink/ink549.xml"/><Relationship Id="rId140" Type="http://schemas.openxmlformats.org/officeDocument/2006/relationships/customXml" Target="../ink/ink571.xml"/><Relationship Id="rId161" Type="http://schemas.openxmlformats.org/officeDocument/2006/relationships/image" Target="../media/image635.png"/><Relationship Id="rId182" Type="http://schemas.openxmlformats.org/officeDocument/2006/relationships/customXml" Target="../ink/ink592.xml"/><Relationship Id="rId217" Type="http://schemas.openxmlformats.org/officeDocument/2006/relationships/image" Target="../media/image663.png"/><Relationship Id="rId6" Type="http://schemas.openxmlformats.org/officeDocument/2006/relationships/customXml" Target="../ink/ink504.xml"/><Relationship Id="rId23" Type="http://schemas.openxmlformats.org/officeDocument/2006/relationships/image" Target="../media/image462.png"/><Relationship Id="rId119" Type="http://schemas.openxmlformats.org/officeDocument/2006/relationships/image" Target="../media/image473.png"/><Relationship Id="rId44" Type="http://schemas.openxmlformats.org/officeDocument/2006/relationships/customXml" Target="../ink/ink523.xml"/><Relationship Id="rId65" Type="http://schemas.openxmlformats.org/officeDocument/2006/relationships/image" Target="../media/image588.png"/><Relationship Id="rId86" Type="http://schemas.openxmlformats.org/officeDocument/2006/relationships/customXml" Target="../ink/ink544.xml"/><Relationship Id="rId130" Type="http://schemas.openxmlformats.org/officeDocument/2006/relationships/customXml" Target="../ink/ink566.xml"/><Relationship Id="rId151" Type="http://schemas.openxmlformats.org/officeDocument/2006/relationships/image" Target="../media/image630.png"/><Relationship Id="rId172" Type="http://schemas.openxmlformats.org/officeDocument/2006/relationships/customXml" Target="../ink/ink587.xml"/><Relationship Id="rId193" Type="http://schemas.openxmlformats.org/officeDocument/2006/relationships/image" Target="../media/image651.png"/><Relationship Id="rId207" Type="http://schemas.openxmlformats.org/officeDocument/2006/relationships/image" Target="../media/image658.png"/><Relationship Id="rId13" Type="http://schemas.openxmlformats.org/officeDocument/2006/relationships/image" Target="../media/image562.png"/><Relationship Id="rId109" Type="http://schemas.openxmlformats.org/officeDocument/2006/relationships/image" Target="../media/image609.png"/><Relationship Id="rId34" Type="http://schemas.openxmlformats.org/officeDocument/2006/relationships/customXml" Target="../ink/ink518.xml"/><Relationship Id="rId55" Type="http://schemas.openxmlformats.org/officeDocument/2006/relationships/image" Target="../media/image583.png"/><Relationship Id="rId76" Type="http://schemas.openxmlformats.org/officeDocument/2006/relationships/customXml" Target="../ink/ink539.xml"/><Relationship Id="rId97" Type="http://schemas.openxmlformats.org/officeDocument/2006/relationships/image" Target="../media/image470.png"/><Relationship Id="rId120" Type="http://schemas.openxmlformats.org/officeDocument/2006/relationships/customXml" Target="../ink/ink561.xml"/><Relationship Id="rId141" Type="http://schemas.openxmlformats.org/officeDocument/2006/relationships/image" Target="../media/image625.png"/><Relationship Id="rId7" Type="http://schemas.openxmlformats.org/officeDocument/2006/relationships/image" Target="../media/image559.png"/><Relationship Id="rId162" Type="http://schemas.openxmlformats.org/officeDocument/2006/relationships/customXml" Target="../ink/ink582.xml"/><Relationship Id="rId183" Type="http://schemas.openxmlformats.org/officeDocument/2006/relationships/image" Target="../media/image646.png"/><Relationship Id="rId218" Type="http://schemas.openxmlformats.org/officeDocument/2006/relationships/customXml" Target="../ink/ink610.xml"/><Relationship Id="rId24" Type="http://schemas.openxmlformats.org/officeDocument/2006/relationships/customXml" Target="../ink/ink513.xml"/><Relationship Id="rId45" Type="http://schemas.openxmlformats.org/officeDocument/2006/relationships/image" Target="../media/image578.png"/><Relationship Id="rId66" Type="http://schemas.openxmlformats.org/officeDocument/2006/relationships/customXml" Target="../ink/ink534.xml"/><Relationship Id="rId87" Type="http://schemas.openxmlformats.org/officeDocument/2006/relationships/image" Target="../media/image469.png"/><Relationship Id="rId110" Type="http://schemas.openxmlformats.org/officeDocument/2006/relationships/customXml" Target="../ink/ink556.xml"/><Relationship Id="rId131" Type="http://schemas.openxmlformats.org/officeDocument/2006/relationships/image" Target="../media/image620.png"/><Relationship Id="rId152" Type="http://schemas.openxmlformats.org/officeDocument/2006/relationships/customXml" Target="../ink/ink577.xml"/><Relationship Id="rId173" Type="http://schemas.openxmlformats.org/officeDocument/2006/relationships/image" Target="../media/image641.png"/><Relationship Id="rId194" Type="http://schemas.openxmlformats.org/officeDocument/2006/relationships/customXml" Target="../ink/ink598.xml"/><Relationship Id="rId208" Type="http://schemas.openxmlformats.org/officeDocument/2006/relationships/customXml" Target="../ink/ink605.xml"/><Relationship Id="rId14" Type="http://schemas.openxmlformats.org/officeDocument/2006/relationships/customXml" Target="../ink/ink508.xml"/><Relationship Id="rId35" Type="http://schemas.openxmlformats.org/officeDocument/2006/relationships/image" Target="../media/image573.png"/><Relationship Id="rId56" Type="http://schemas.openxmlformats.org/officeDocument/2006/relationships/customXml" Target="../ink/ink529.xml"/><Relationship Id="rId77" Type="http://schemas.openxmlformats.org/officeDocument/2006/relationships/image" Target="../media/image593.png"/><Relationship Id="rId100" Type="http://schemas.openxmlformats.org/officeDocument/2006/relationships/customXml" Target="../ink/ink551.xml"/><Relationship Id="rId8" Type="http://schemas.openxmlformats.org/officeDocument/2006/relationships/customXml" Target="../ink/ink505.xml"/><Relationship Id="rId98" Type="http://schemas.openxmlformats.org/officeDocument/2006/relationships/customXml" Target="../ink/ink550.xml"/><Relationship Id="rId121" Type="http://schemas.openxmlformats.org/officeDocument/2006/relationships/image" Target="../media/image615.png"/><Relationship Id="rId142" Type="http://schemas.openxmlformats.org/officeDocument/2006/relationships/customXml" Target="../ink/ink572.xml"/><Relationship Id="rId163" Type="http://schemas.openxmlformats.org/officeDocument/2006/relationships/image" Target="../media/image636.png"/><Relationship Id="rId184" Type="http://schemas.openxmlformats.org/officeDocument/2006/relationships/customXml" Target="../ink/ink593.xml"/><Relationship Id="rId219" Type="http://schemas.openxmlformats.org/officeDocument/2006/relationships/image" Target="../media/image664.png"/><Relationship Id="rId3" Type="http://schemas.openxmlformats.org/officeDocument/2006/relationships/image" Target="../media/image557.png"/><Relationship Id="rId214" Type="http://schemas.openxmlformats.org/officeDocument/2006/relationships/customXml" Target="../ink/ink608.xml"/><Relationship Id="rId25" Type="http://schemas.openxmlformats.org/officeDocument/2006/relationships/image" Target="../media/image463.png"/><Relationship Id="rId46" Type="http://schemas.openxmlformats.org/officeDocument/2006/relationships/customXml" Target="../ink/ink524.xml"/><Relationship Id="rId67" Type="http://schemas.openxmlformats.org/officeDocument/2006/relationships/image" Target="../media/image589.png"/><Relationship Id="rId116" Type="http://schemas.openxmlformats.org/officeDocument/2006/relationships/customXml" Target="../ink/ink559.xml"/><Relationship Id="rId137" Type="http://schemas.openxmlformats.org/officeDocument/2006/relationships/image" Target="../media/image623.png"/><Relationship Id="rId158" Type="http://schemas.openxmlformats.org/officeDocument/2006/relationships/customXml" Target="../ink/ink580.xml"/><Relationship Id="rId20" Type="http://schemas.openxmlformats.org/officeDocument/2006/relationships/customXml" Target="../ink/ink511.xml"/><Relationship Id="rId41" Type="http://schemas.openxmlformats.org/officeDocument/2006/relationships/image" Target="../media/image576.png"/><Relationship Id="rId62" Type="http://schemas.openxmlformats.org/officeDocument/2006/relationships/customXml" Target="../ink/ink532.xml"/><Relationship Id="rId83" Type="http://schemas.openxmlformats.org/officeDocument/2006/relationships/image" Target="../media/image596.png"/><Relationship Id="rId88" Type="http://schemas.openxmlformats.org/officeDocument/2006/relationships/customXml" Target="../ink/ink545.xml"/><Relationship Id="rId111" Type="http://schemas.openxmlformats.org/officeDocument/2006/relationships/image" Target="../media/image610.png"/><Relationship Id="rId132" Type="http://schemas.openxmlformats.org/officeDocument/2006/relationships/customXml" Target="../ink/ink567.xml"/><Relationship Id="rId153" Type="http://schemas.openxmlformats.org/officeDocument/2006/relationships/image" Target="../media/image631.png"/><Relationship Id="rId174" Type="http://schemas.openxmlformats.org/officeDocument/2006/relationships/customXml" Target="../ink/ink588.xml"/><Relationship Id="rId179" Type="http://schemas.openxmlformats.org/officeDocument/2006/relationships/image" Target="../media/image644.png"/><Relationship Id="rId195" Type="http://schemas.openxmlformats.org/officeDocument/2006/relationships/image" Target="../media/image652.png"/><Relationship Id="rId209" Type="http://schemas.openxmlformats.org/officeDocument/2006/relationships/image" Target="../media/image659.png"/><Relationship Id="rId190" Type="http://schemas.openxmlformats.org/officeDocument/2006/relationships/customXml" Target="../ink/ink596.xml"/><Relationship Id="rId204" Type="http://schemas.openxmlformats.org/officeDocument/2006/relationships/customXml" Target="../ink/ink603.xml"/><Relationship Id="rId220" Type="http://schemas.openxmlformats.org/officeDocument/2006/relationships/customXml" Target="../ink/ink611.xml"/><Relationship Id="rId225" Type="http://schemas.openxmlformats.org/officeDocument/2006/relationships/image" Target="../media/image476.png"/><Relationship Id="rId15" Type="http://schemas.openxmlformats.org/officeDocument/2006/relationships/image" Target="../media/image460.png"/><Relationship Id="rId36" Type="http://schemas.openxmlformats.org/officeDocument/2006/relationships/customXml" Target="../ink/ink519.xml"/><Relationship Id="rId57" Type="http://schemas.openxmlformats.org/officeDocument/2006/relationships/image" Target="../media/image584.png"/><Relationship Id="rId106" Type="http://schemas.openxmlformats.org/officeDocument/2006/relationships/customXml" Target="../ink/ink554.xml"/><Relationship Id="rId127" Type="http://schemas.openxmlformats.org/officeDocument/2006/relationships/image" Target="../media/image618.png"/><Relationship Id="rId10" Type="http://schemas.openxmlformats.org/officeDocument/2006/relationships/customXml" Target="../ink/ink506.xml"/><Relationship Id="rId31" Type="http://schemas.openxmlformats.org/officeDocument/2006/relationships/image" Target="../media/image571.png"/><Relationship Id="rId52" Type="http://schemas.openxmlformats.org/officeDocument/2006/relationships/customXml" Target="../ink/ink527.xml"/><Relationship Id="rId73" Type="http://schemas.openxmlformats.org/officeDocument/2006/relationships/image" Target="../media/image11210.png"/><Relationship Id="rId78" Type="http://schemas.openxmlformats.org/officeDocument/2006/relationships/customXml" Target="../ink/ink540.xml"/><Relationship Id="rId94" Type="http://schemas.openxmlformats.org/officeDocument/2006/relationships/customXml" Target="../ink/ink548.xml"/><Relationship Id="rId99" Type="http://schemas.openxmlformats.org/officeDocument/2006/relationships/image" Target="../media/image471.png"/><Relationship Id="rId101" Type="http://schemas.openxmlformats.org/officeDocument/2006/relationships/image" Target="../media/image605.png"/><Relationship Id="rId122" Type="http://schemas.openxmlformats.org/officeDocument/2006/relationships/customXml" Target="../ink/ink562.xml"/><Relationship Id="rId143" Type="http://schemas.openxmlformats.org/officeDocument/2006/relationships/image" Target="../media/image626.png"/><Relationship Id="rId148" Type="http://schemas.openxmlformats.org/officeDocument/2006/relationships/customXml" Target="../ink/ink575.xml"/><Relationship Id="rId164" Type="http://schemas.openxmlformats.org/officeDocument/2006/relationships/customXml" Target="../ink/ink583.xml"/><Relationship Id="rId169" Type="http://schemas.openxmlformats.org/officeDocument/2006/relationships/image" Target="../media/image639.png"/><Relationship Id="rId185" Type="http://schemas.openxmlformats.org/officeDocument/2006/relationships/image" Target="../media/image647.png"/><Relationship Id="rId4" Type="http://schemas.openxmlformats.org/officeDocument/2006/relationships/customXml" Target="../ink/ink503.xml"/><Relationship Id="rId9" Type="http://schemas.openxmlformats.org/officeDocument/2006/relationships/image" Target="../media/image560.png"/><Relationship Id="rId180" Type="http://schemas.openxmlformats.org/officeDocument/2006/relationships/customXml" Target="../ink/ink591.xml"/><Relationship Id="rId210" Type="http://schemas.openxmlformats.org/officeDocument/2006/relationships/customXml" Target="../ink/ink606.xml"/><Relationship Id="rId215" Type="http://schemas.openxmlformats.org/officeDocument/2006/relationships/image" Target="../media/image662.png"/><Relationship Id="rId26" Type="http://schemas.openxmlformats.org/officeDocument/2006/relationships/customXml" Target="../ink/ink514.xml"/><Relationship Id="rId47" Type="http://schemas.openxmlformats.org/officeDocument/2006/relationships/image" Target="../media/image579.png"/><Relationship Id="rId68" Type="http://schemas.openxmlformats.org/officeDocument/2006/relationships/customXml" Target="../ink/ink535.xml"/><Relationship Id="rId89" Type="http://schemas.openxmlformats.org/officeDocument/2006/relationships/image" Target="../media/image599.png"/><Relationship Id="rId112" Type="http://schemas.openxmlformats.org/officeDocument/2006/relationships/customXml" Target="../ink/ink557.xml"/><Relationship Id="rId133" Type="http://schemas.openxmlformats.org/officeDocument/2006/relationships/image" Target="../media/image621.png"/><Relationship Id="rId154" Type="http://schemas.openxmlformats.org/officeDocument/2006/relationships/customXml" Target="../ink/ink578.xml"/><Relationship Id="rId175" Type="http://schemas.openxmlformats.org/officeDocument/2006/relationships/image" Target="../media/image642.png"/><Relationship Id="rId196" Type="http://schemas.openxmlformats.org/officeDocument/2006/relationships/customXml" Target="../ink/ink599.xml"/><Relationship Id="rId200" Type="http://schemas.openxmlformats.org/officeDocument/2006/relationships/customXml" Target="../ink/ink601.xml"/><Relationship Id="rId16" Type="http://schemas.openxmlformats.org/officeDocument/2006/relationships/customXml" Target="../ink/ink509.xml"/><Relationship Id="rId221" Type="http://schemas.openxmlformats.org/officeDocument/2006/relationships/image" Target="../media/image665.png"/><Relationship Id="rId37" Type="http://schemas.openxmlformats.org/officeDocument/2006/relationships/image" Target="../media/image464.png"/><Relationship Id="rId58" Type="http://schemas.openxmlformats.org/officeDocument/2006/relationships/customXml" Target="../ink/ink530.xml"/><Relationship Id="rId79" Type="http://schemas.openxmlformats.org/officeDocument/2006/relationships/image" Target="../media/image594.png"/><Relationship Id="rId102" Type="http://schemas.openxmlformats.org/officeDocument/2006/relationships/customXml" Target="../ink/ink552.xml"/><Relationship Id="rId123" Type="http://schemas.openxmlformats.org/officeDocument/2006/relationships/image" Target="../media/image474.png"/><Relationship Id="rId144" Type="http://schemas.openxmlformats.org/officeDocument/2006/relationships/customXml" Target="../ink/ink573.xml"/><Relationship Id="rId90" Type="http://schemas.openxmlformats.org/officeDocument/2006/relationships/customXml" Target="../ink/ink546.xml"/><Relationship Id="rId165" Type="http://schemas.openxmlformats.org/officeDocument/2006/relationships/image" Target="../media/image637.png"/><Relationship Id="rId186" Type="http://schemas.openxmlformats.org/officeDocument/2006/relationships/customXml" Target="../ink/ink594.xml"/><Relationship Id="rId211" Type="http://schemas.openxmlformats.org/officeDocument/2006/relationships/image" Target="../media/image660.png"/><Relationship Id="rId27" Type="http://schemas.openxmlformats.org/officeDocument/2006/relationships/image" Target="../media/image569.png"/><Relationship Id="rId48" Type="http://schemas.openxmlformats.org/officeDocument/2006/relationships/customXml" Target="../ink/ink525.xml"/><Relationship Id="rId69" Type="http://schemas.openxmlformats.org/officeDocument/2006/relationships/image" Target="../media/image466.png"/><Relationship Id="rId113" Type="http://schemas.openxmlformats.org/officeDocument/2006/relationships/image" Target="../media/image611.png"/><Relationship Id="rId134" Type="http://schemas.openxmlformats.org/officeDocument/2006/relationships/customXml" Target="../ink/ink568.xml"/><Relationship Id="rId80" Type="http://schemas.openxmlformats.org/officeDocument/2006/relationships/customXml" Target="../ink/ink541.xml"/><Relationship Id="rId155" Type="http://schemas.openxmlformats.org/officeDocument/2006/relationships/image" Target="../media/image632.png"/><Relationship Id="rId176" Type="http://schemas.openxmlformats.org/officeDocument/2006/relationships/customXml" Target="../ink/ink589.xml"/><Relationship Id="rId197" Type="http://schemas.openxmlformats.org/officeDocument/2006/relationships/image" Target="../media/image653.png"/><Relationship Id="rId201" Type="http://schemas.openxmlformats.org/officeDocument/2006/relationships/image" Target="../media/image655.png"/><Relationship Id="rId222" Type="http://schemas.openxmlformats.org/officeDocument/2006/relationships/customXml" Target="../ink/ink612.xml"/><Relationship Id="rId17" Type="http://schemas.openxmlformats.org/officeDocument/2006/relationships/image" Target="../media/image461.png"/><Relationship Id="rId38" Type="http://schemas.openxmlformats.org/officeDocument/2006/relationships/customXml" Target="../ink/ink520.xml"/><Relationship Id="rId59" Type="http://schemas.openxmlformats.org/officeDocument/2006/relationships/image" Target="../media/image585.png"/><Relationship Id="rId103" Type="http://schemas.openxmlformats.org/officeDocument/2006/relationships/image" Target="../media/image606.png"/><Relationship Id="rId124" Type="http://schemas.openxmlformats.org/officeDocument/2006/relationships/customXml" Target="../ink/ink563.xml"/><Relationship Id="rId70" Type="http://schemas.openxmlformats.org/officeDocument/2006/relationships/customXml" Target="../ink/ink536.xml"/><Relationship Id="rId91" Type="http://schemas.openxmlformats.org/officeDocument/2006/relationships/image" Target="../media/image600.png"/><Relationship Id="rId145" Type="http://schemas.openxmlformats.org/officeDocument/2006/relationships/image" Target="../media/image627.png"/><Relationship Id="rId166" Type="http://schemas.openxmlformats.org/officeDocument/2006/relationships/customXml" Target="../ink/ink584.xml"/><Relationship Id="rId187" Type="http://schemas.openxmlformats.org/officeDocument/2006/relationships/image" Target="../media/image64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607.xml"/><Relationship Id="rId28" Type="http://schemas.openxmlformats.org/officeDocument/2006/relationships/customXml" Target="../ink/ink515.xml"/><Relationship Id="rId49" Type="http://schemas.openxmlformats.org/officeDocument/2006/relationships/image" Target="../media/image580.png"/><Relationship Id="rId114" Type="http://schemas.openxmlformats.org/officeDocument/2006/relationships/customXml" Target="../ink/ink558.xml"/><Relationship Id="rId60" Type="http://schemas.openxmlformats.org/officeDocument/2006/relationships/customXml" Target="../ink/ink531.xml"/><Relationship Id="rId81" Type="http://schemas.openxmlformats.org/officeDocument/2006/relationships/image" Target="../media/image595.png"/><Relationship Id="rId135" Type="http://schemas.openxmlformats.org/officeDocument/2006/relationships/image" Target="../media/image622.png"/><Relationship Id="rId156" Type="http://schemas.openxmlformats.org/officeDocument/2006/relationships/customXml" Target="../ink/ink579.xml"/><Relationship Id="rId177" Type="http://schemas.openxmlformats.org/officeDocument/2006/relationships/image" Target="../media/image643.png"/><Relationship Id="rId198" Type="http://schemas.openxmlformats.org/officeDocument/2006/relationships/customXml" Target="../ink/ink600.xml"/><Relationship Id="rId202" Type="http://schemas.openxmlformats.org/officeDocument/2006/relationships/customXml" Target="../ink/ink602.xml"/><Relationship Id="rId223" Type="http://schemas.openxmlformats.org/officeDocument/2006/relationships/image" Target="../media/image666.png"/><Relationship Id="rId18" Type="http://schemas.openxmlformats.org/officeDocument/2006/relationships/customXml" Target="../ink/ink510.xml"/><Relationship Id="rId39" Type="http://schemas.openxmlformats.org/officeDocument/2006/relationships/image" Target="../media/image465.png"/><Relationship Id="rId50" Type="http://schemas.openxmlformats.org/officeDocument/2006/relationships/customXml" Target="../ink/ink526.xml"/><Relationship Id="rId104" Type="http://schemas.openxmlformats.org/officeDocument/2006/relationships/customXml" Target="../ink/ink553.xml"/><Relationship Id="rId125" Type="http://schemas.openxmlformats.org/officeDocument/2006/relationships/image" Target="../media/image475.png"/><Relationship Id="rId146" Type="http://schemas.openxmlformats.org/officeDocument/2006/relationships/customXml" Target="../ink/ink574.xml"/><Relationship Id="rId167" Type="http://schemas.openxmlformats.org/officeDocument/2006/relationships/image" Target="../media/image638.png"/><Relationship Id="rId188" Type="http://schemas.openxmlformats.org/officeDocument/2006/relationships/customXml" Target="../ink/ink595.xml"/><Relationship Id="rId71" Type="http://schemas.openxmlformats.org/officeDocument/2006/relationships/image" Target="../media/image467.png"/><Relationship Id="rId92" Type="http://schemas.openxmlformats.org/officeDocument/2006/relationships/customXml" Target="../ink/ink547.xml"/><Relationship Id="rId213" Type="http://schemas.openxmlformats.org/officeDocument/2006/relationships/image" Target="../media/image661.png"/><Relationship Id="rId2" Type="http://schemas.openxmlformats.org/officeDocument/2006/relationships/customXml" Target="../ink/ink502.xml"/><Relationship Id="rId29" Type="http://schemas.openxmlformats.org/officeDocument/2006/relationships/image" Target="../media/image570.png"/><Relationship Id="rId40" Type="http://schemas.openxmlformats.org/officeDocument/2006/relationships/customXml" Target="../ink/ink521.xml"/><Relationship Id="rId115" Type="http://schemas.openxmlformats.org/officeDocument/2006/relationships/image" Target="../media/image612.png"/><Relationship Id="rId136" Type="http://schemas.openxmlformats.org/officeDocument/2006/relationships/customXml" Target="../ink/ink569.xml"/><Relationship Id="rId157" Type="http://schemas.openxmlformats.org/officeDocument/2006/relationships/image" Target="../media/image633.png"/><Relationship Id="rId178" Type="http://schemas.openxmlformats.org/officeDocument/2006/relationships/customXml" Target="../ink/ink590.xml"/><Relationship Id="rId61" Type="http://schemas.openxmlformats.org/officeDocument/2006/relationships/image" Target="../media/image586.png"/><Relationship Id="rId82" Type="http://schemas.openxmlformats.org/officeDocument/2006/relationships/customXml" Target="../ink/ink542.xml"/><Relationship Id="rId199" Type="http://schemas.openxmlformats.org/officeDocument/2006/relationships/image" Target="../media/image654.png"/><Relationship Id="rId203" Type="http://schemas.openxmlformats.org/officeDocument/2006/relationships/image" Target="../media/image656.png"/><Relationship Id="rId19" Type="http://schemas.openxmlformats.org/officeDocument/2006/relationships/image" Target="../media/image565.png"/><Relationship Id="rId224" Type="http://schemas.openxmlformats.org/officeDocument/2006/relationships/customXml" Target="../ink/ink613.xml"/><Relationship Id="rId30" Type="http://schemas.openxmlformats.org/officeDocument/2006/relationships/customXml" Target="../ink/ink516.xml"/><Relationship Id="rId105" Type="http://schemas.openxmlformats.org/officeDocument/2006/relationships/image" Target="../media/image607.png"/><Relationship Id="rId126" Type="http://schemas.openxmlformats.org/officeDocument/2006/relationships/customXml" Target="../ink/ink564.xml"/><Relationship Id="rId147" Type="http://schemas.openxmlformats.org/officeDocument/2006/relationships/image" Target="../media/image628.png"/><Relationship Id="rId168" Type="http://schemas.openxmlformats.org/officeDocument/2006/relationships/customXml" Target="../ink/ink585.xml"/><Relationship Id="rId51" Type="http://schemas.openxmlformats.org/officeDocument/2006/relationships/image" Target="../media/image581.png"/><Relationship Id="rId72" Type="http://schemas.openxmlformats.org/officeDocument/2006/relationships/customXml" Target="../ink/ink537.xml"/><Relationship Id="rId93" Type="http://schemas.openxmlformats.org/officeDocument/2006/relationships/image" Target="../media/image601.png"/><Relationship Id="rId189" Type="http://schemas.openxmlformats.org/officeDocument/2006/relationships/image" Target="../media/image649.png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97.png"/><Relationship Id="rId21" Type="http://schemas.openxmlformats.org/officeDocument/2006/relationships/image" Target="../media/image678.png"/><Relationship Id="rId324" Type="http://schemas.openxmlformats.org/officeDocument/2006/relationships/customXml" Target="../ink/ink758.xml"/><Relationship Id="rId531" Type="http://schemas.openxmlformats.org/officeDocument/2006/relationships/image" Target="../media/image725.png"/><Relationship Id="rId170" Type="http://schemas.openxmlformats.org/officeDocument/2006/relationships/customXml" Target="../ink/ink686.xml"/><Relationship Id="rId268" Type="http://schemas.openxmlformats.org/officeDocument/2006/relationships/customXml" Target="../ink/ink732.xml"/><Relationship Id="rId475" Type="http://schemas.openxmlformats.org/officeDocument/2006/relationships/image" Target="../media/image597.png"/><Relationship Id="rId32" Type="http://schemas.openxmlformats.org/officeDocument/2006/relationships/customXml" Target="../ink/ink630.xml"/><Relationship Id="rId128" Type="http://schemas.openxmlformats.org/officeDocument/2006/relationships/customXml" Target="../ink/ink678.xml"/><Relationship Id="rId335" Type="http://schemas.openxmlformats.org/officeDocument/2006/relationships/image" Target="../media/image835.png"/><Relationship Id="rId542" Type="http://schemas.openxmlformats.org/officeDocument/2006/relationships/customXml" Target="../ink/ink862.xml"/><Relationship Id="rId181" Type="http://schemas.openxmlformats.org/officeDocument/2006/relationships/image" Target="../media/image758.png"/><Relationship Id="rId402" Type="http://schemas.openxmlformats.org/officeDocument/2006/relationships/customXml" Target="../ink/ink792.xml"/><Relationship Id="rId279" Type="http://schemas.openxmlformats.org/officeDocument/2006/relationships/image" Target="../media/image807.png"/><Relationship Id="rId486" Type="http://schemas.openxmlformats.org/officeDocument/2006/relationships/customXml" Target="../ink/ink834.xml"/><Relationship Id="rId43" Type="http://schemas.openxmlformats.org/officeDocument/2006/relationships/image" Target="../media/image689.png"/><Relationship Id="rId346" Type="http://schemas.openxmlformats.org/officeDocument/2006/relationships/customXml" Target="../ink/ink765.xml"/><Relationship Id="rId553" Type="http://schemas.openxmlformats.org/officeDocument/2006/relationships/image" Target="../media/image741.png"/><Relationship Id="rId192" Type="http://schemas.openxmlformats.org/officeDocument/2006/relationships/customXml" Target="../ink/ink697.xml"/><Relationship Id="rId206" Type="http://schemas.openxmlformats.org/officeDocument/2006/relationships/customXml" Target="../ink/ink704.xml"/><Relationship Id="rId413" Type="http://schemas.openxmlformats.org/officeDocument/2006/relationships/image" Target="../media/image534.png"/><Relationship Id="rId497" Type="http://schemas.openxmlformats.org/officeDocument/2006/relationships/image" Target="../media/image676.png"/><Relationship Id="rId357" Type="http://schemas.openxmlformats.org/officeDocument/2006/relationships/image" Target="../media/image846.png"/><Relationship Id="rId54" Type="http://schemas.openxmlformats.org/officeDocument/2006/relationships/customXml" Target="../ink/ink641.xml"/><Relationship Id="rId217" Type="http://schemas.openxmlformats.org/officeDocument/2006/relationships/image" Target="../media/image776.png"/><Relationship Id="rId564" Type="http://schemas.openxmlformats.org/officeDocument/2006/relationships/customXml" Target="../ink/ink873.xml"/><Relationship Id="rId424" Type="http://schemas.openxmlformats.org/officeDocument/2006/relationships/customXml" Target="../ink/ink803.xml"/><Relationship Id="rId23" Type="http://schemas.openxmlformats.org/officeDocument/2006/relationships/image" Target="../media/image679.png"/><Relationship Id="rId119" Type="http://schemas.openxmlformats.org/officeDocument/2006/relationships/image" Target="../media/image727.png"/><Relationship Id="rId270" Type="http://schemas.openxmlformats.org/officeDocument/2006/relationships/customXml" Target="../ink/ink733.xml"/><Relationship Id="rId326" Type="http://schemas.openxmlformats.org/officeDocument/2006/relationships/customXml" Target="../ink/ink759.xml"/><Relationship Id="rId533" Type="http://schemas.openxmlformats.org/officeDocument/2006/relationships/image" Target="../media/image726.png"/><Relationship Id="rId65" Type="http://schemas.openxmlformats.org/officeDocument/2006/relationships/image" Target="../media/image487.png"/><Relationship Id="rId130" Type="http://schemas.openxmlformats.org/officeDocument/2006/relationships/customXml" Target="../ink/ink679.xml"/><Relationship Id="rId368" Type="http://schemas.openxmlformats.org/officeDocument/2006/relationships/customXml" Target="../ink/ink775.xml"/><Relationship Id="rId575" Type="http://schemas.openxmlformats.org/officeDocument/2006/relationships/image" Target="../media/image784.png"/><Relationship Id="rId172" Type="http://schemas.openxmlformats.org/officeDocument/2006/relationships/customXml" Target="../ink/ink687.xml"/><Relationship Id="rId228" Type="http://schemas.openxmlformats.org/officeDocument/2006/relationships/customXml" Target="../ink/ink714.xml"/><Relationship Id="rId435" Type="http://schemas.openxmlformats.org/officeDocument/2006/relationships/image" Target="../media/image545.png"/><Relationship Id="rId477" Type="http://schemas.openxmlformats.org/officeDocument/2006/relationships/image" Target="../media/image598.png"/><Relationship Id="rId600" Type="http://schemas.openxmlformats.org/officeDocument/2006/relationships/customXml" Target="../ink/ink891.xml"/><Relationship Id="rId281" Type="http://schemas.openxmlformats.org/officeDocument/2006/relationships/image" Target="../media/image808.png"/><Relationship Id="rId502" Type="http://schemas.openxmlformats.org/officeDocument/2006/relationships/customXml" Target="../ink/ink842.xml"/><Relationship Id="rId34" Type="http://schemas.openxmlformats.org/officeDocument/2006/relationships/customXml" Target="../ink/ink631.xml"/><Relationship Id="rId76" Type="http://schemas.openxmlformats.org/officeDocument/2006/relationships/customXml" Target="../ink/ink652.xml"/><Relationship Id="rId379" Type="http://schemas.openxmlformats.org/officeDocument/2006/relationships/image" Target="../media/image517.png"/><Relationship Id="rId544" Type="http://schemas.openxmlformats.org/officeDocument/2006/relationships/customXml" Target="../ink/ink863.xml"/><Relationship Id="rId586" Type="http://schemas.openxmlformats.org/officeDocument/2006/relationships/customXml" Target="../ink/ink884.xml"/><Relationship Id="rId7" Type="http://schemas.openxmlformats.org/officeDocument/2006/relationships/image" Target="../media/image671.png"/><Relationship Id="rId183" Type="http://schemas.openxmlformats.org/officeDocument/2006/relationships/image" Target="../media/image759.png"/><Relationship Id="rId239" Type="http://schemas.openxmlformats.org/officeDocument/2006/relationships/image" Target="../media/image787.png"/><Relationship Id="rId390" Type="http://schemas.openxmlformats.org/officeDocument/2006/relationships/customXml" Target="../ink/ink786.xml"/><Relationship Id="rId404" Type="http://schemas.openxmlformats.org/officeDocument/2006/relationships/customXml" Target="../ink/ink793.xml"/><Relationship Id="rId446" Type="http://schemas.openxmlformats.org/officeDocument/2006/relationships/customXml" Target="../ink/ink814.xml"/><Relationship Id="rId250" Type="http://schemas.openxmlformats.org/officeDocument/2006/relationships/customXml" Target="../ink/ink724.xml"/><Relationship Id="rId292" Type="http://schemas.openxmlformats.org/officeDocument/2006/relationships/customXml" Target="../ink/ink744.xml"/><Relationship Id="rId306" Type="http://schemas.openxmlformats.org/officeDocument/2006/relationships/customXml" Target="../ink/ink751.xml"/><Relationship Id="rId488" Type="http://schemas.openxmlformats.org/officeDocument/2006/relationships/customXml" Target="../ink/ink835.xml"/><Relationship Id="rId45" Type="http://schemas.openxmlformats.org/officeDocument/2006/relationships/image" Target="../media/image690.png"/><Relationship Id="rId87" Type="http://schemas.openxmlformats.org/officeDocument/2006/relationships/image" Target="../media/image711.png"/><Relationship Id="rId110" Type="http://schemas.openxmlformats.org/officeDocument/2006/relationships/customXml" Target="../ink/ink669.xml"/><Relationship Id="rId348" Type="http://schemas.openxmlformats.org/officeDocument/2006/relationships/customXml" Target="../ink/ink766.xml"/><Relationship Id="rId513" Type="http://schemas.openxmlformats.org/officeDocument/2006/relationships/image" Target="../media/image700.png"/><Relationship Id="rId555" Type="http://schemas.openxmlformats.org/officeDocument/2006/relationships/image" Target="../media/image742.png"/><Relationship Id="rId597" Type="http://schemas.openxmlformats.org/officeDocument/2006/relationships/image" Target="../media/image825.png"/><Relationship Id="rId194" Type="http://schemas.openxmlformats.org/officeDocument/2006/relationships/customXml" Target="../ink/ink698.xml"/><Relationship Id="rId208" Type="http://schemas.openxmlformats.org/officeDocument/2006/relationships/customXml" Target="../ink/ink705.xml"/><Relationship Id="rId415" Type="http://schemas.openxmlformats.org/officeDocument/2006/relationships/image" Target="../media/image535.png"/><Relationship Id="rId457" Type="http://schemas.openxmlformats.org/officeDocument/2006/relationships/image" Target="../media/image556.png"/><Relationship Id="rId261" Type="http://schemas.openxmlformats.org/officeDocument/2006/relationships/image" Target="../media/image798.png"/><Relationship Id="rId499" Type="http://schemas.openxmlformats.org/officeDocument/2006/relationships/image" Target="../media/image682.png"/><Relationship Id="rId14" Type="http://schemas.openxmlformats.org/officeDocument/2006/relationships/customXml" Target="../ink/ink621.xml"/><Relationship Id="rId56" Type="http://schemas.openxmlformats.org/officeDocument/2006/relationships/customXml" Target="../ink/ink642.xml"/><Relationship Id="rId359" Type="http://schemas.openxmlformats.org/officeDocument/2006/relationships/image" Target="../media/image847.png"/><Relationship Id="rId524" Type="http://schemas.openxmlformats.org/officeDocument/2006/relationships/customXml" Target="../ink/ink853.xml"/><Relationship Id="rId566" Type="http://schemas.openxmlformats.org/officeDocument/2006/relationships/customXml" Target="../ink/ink874.xml"/><Relationship Id="rId98" Type="http://schemas.openxmlformats.org/officeDocument/2006/relationships/customXml" Target="../ink/ink663.xml"/><Relationship Id="rId121" Type="http://schemas.openxmlformats.org/officeDocument/2006/relationships/image" Target="../media/image728.png"/><Relationship Id="rId163" Type="http://schemas.openxmlformats.org/officeDocument/2006/relationships/image" Target="../media/image749.png"/><Relationship Id="rId219" Type="http://schemas.openxmlformats.org/officeDocument/2006/relationships/image" Target="../media/image777.png"/><Relationship Id="rId370" Type="http://schemas.openxmlformats.org/officeDocument/2006/relationships/customXml" Target="../ink/ink776.xml"/><Relationship Id="rId426" Type="http://schemas.openxmlformats.org/officeDocument/2006/relationships/customXml" Target="../ink/ink804.xml"/><Relationship Id="rId230" Type="http://schemas.openxmlformats.org/officeDocument/2006/relationships/customXml" Target="../ink/ink715.xml"/><Relationship Id="rId468" Type="http://schemas.openxmlformats.org/officeDocument/2006/relationships/customXml" Target="../ink/ink825.xml"/><Relationship Id="rId25" Type="http://schemas.openxmlformats.org/officeDocument/2006/relationships/image" Target="../media/image680.png"/><Relationship Id="rId67" Type="http://schemas.openxmlformats.org/officeDocument/2006/relationships/image" Target="../media/image701.png"/><Relationship Id="rId272" Type="http://schemas.openxmlformats.org/officeDocument/2006/relationships/customXml" Target="../ink/ink734.xml"/><Relationship Id="rId328" Type="http://schemas.openxmlformats.org/officeDocument/2006/relationships/customXml" Target="../ink/ink760.xml"/><Relationship Id="rId535" Type="http://schemas.openxmlformats.org/officeDocument/2006/relationships/image" Target="../media/image731.png"/><Relationship Id="rId577" Type="http://schemas.openxmlformats.org/officeDocument/2006/relationships/image" Target="../media/image791.png"/><Relationship Id="rId132" Type="http://schemas.openxmlformats.org/officeDocument/2006/relationships/customXml" Target="../ink/ink680.xml"/><Relationship Id="rId174" Type="http://schemas.openxmlformats.org/officeDocument/2006/relationships/customXml" Target="../ink/ink688.xml"/><Relationship Id="rId381" Type="http://schemas.openxmlformats.org/officeDocument/2006/relationships/image" Target="../media/image518.png"/><Relationship Id="rId602" Type="http://schemas.openxmlformats.org/officeDocument/2006/relationships/customXml" Target="../ink/ink892.xml"/><Relationship Id="rId241" Type="http://schemas.openxmlformats.org/officeDocument/2006/relationships/image" Target="../media/image788.png"/><Relationship Id="rId437" Type="http://schemas.openxmlformats.org/officeDocument/2006/relationships/image" Target="../media/image546.png"/><Relationship Id="rId479" Type="http://schemas.openxmlformats.org/officeDocument/2006/relationships/image" Target="../media/image603.png"/><Relationship Id="rId36" Type="http://schemas.openxmlformats.org/officeDocument/2006/relationships/customXml" Target="../ink/ink632.xml"/><Relationship Id="rId283" Type="http://schemas.openxmlformats.org/officeDocument/2006/relationships/image" Target="../media/image508.png"/><Relationship Id="rId490" Type="http://schemas.openxmlformats.org/officeDocument/2006/relationships/customXml" Target="../ink/ink836.xml"/><Relationship Id="rId504" Type="http://schemas.openxmlformats.org/officeDocument/2006/relationships/customXml" Target="../ink/ink843.xml"/><Relationship Id="rId546" Type="http://schemas.openxmlformats.org/officeDocument/2006/relationships/customXml" Target="../ink/ink864.xml"/><Relationship Id="rId78" Type="http://schemas.openxmlformats.org/officeDocument/2006/relationships/customXml" Target="../ink/ink653.xml"/><Relationship Id="rId101" Type="http://schemas.openxmlformats.org/officeDocument/2006/relationships/image" Target="../media/image718.png"/><Relationship Id="rId185" Type="http://schemas.openxmlformats.org/officeDocument/2006/relationships/image" Target="../media/image760.png"/><Relationship Id="rId406" Type="http://schemas.openxmlformats.org/officeDocument/2006/relationships/customXml" Target="../ink/ink794.xml"/><Relationship Id="rId588" Type="http://schemas.openxmlformats.org/officeDocument/2006/relationships/customXml" Target="../ink/ink885.xml"/><Relationship Id="rId9" Type="http://schemas.openxmlformats.org/officeDocument/2006/relationships/image" Target="../media/image672.png"/><Relationship Id="rId392" Type="http://schemas.openxmlformats.org/officeDocument/2006/relationships/customXml" Target="../ink/ink787.xml"/><Relationship Id="rId448" Type="http://schemas.openxmlformats.org/officeDocument/2006/relationships/customXml" Target="../ink/ink815.xml"/><Relationship Id="rId294" Type="http://schemas.openxmlformats.org/officeDocument/2006/relationships/customXml" Target="../ink/ink745.xml"/><Relationship Id="rId308" Type="http://schemas.openxmlformats.org/officeDocument/2006/relationships/customXml" Target="../ink/ink752.xml"/><Relationship Id="rId515" Type="http://schemas.openxmlformats.org/officeDocument/2006/relationships/image" Target="../media/image705.png"/><Relationship Id="rId47" Type="http://schemas.openxmlformats.org/officeDocument/2006/relationships/image" Target="../media/image691.png"/><Relationship Id="rId89" Type="http://schemas.openxmlformats.org/officeDocument/2006/relationships/image" Target="../media/image712.png"/><Relationship Id="rId112" Type="http://schemas.openxmlformats.org/officeDocument/2006/relationships/customXml" Target="../ink/ink670.xml"/><Relationship Id="rId361" Type="http://schemas.openxmlformats.org/officeDocument/2006/relationships/image" Target="../media/image848.png"/><Relationship Id="rId557" Type="http://schemas.openxmlformats.org/officeDocument/2006/relationships/image" Target="../media/image743.png"/><Relationship Id="rId599" Type="http://schemas.openxmlformats.org/officeDocument/2006/relationships/image" Target="../media/image826.png"/><Relationship Id="rId196" Type="http://schemas.openxmlformats.org/officeDocument/2006/relationships/customXml" Target="../ink/ink699.xml"/><Relationship Id="rId417" Type="http://schemas.openxmlformats.org/officeDocument/2006/relationships/image" Target="../media/image536.png"/><Relationship Id="rId459" Type="http://schemas.openxmlformats.org/officeDocument/2006/relationships/image" Target="../media/image563.png"/><Relationship Id="rId16" Type="http://schemas.openxmlformats.org/officeDocument/2006/relationships/customXml" Target="../ink/ink622.xml"/><Relationship Id="rId221" Type="http://schemas.openxmlformats.org/officeDocument/2006/relationships/image" Target="../media/image778.png"/><Relationship Id="rId263" Type="http://schemas.openxmlformats.org/officeDocument/2006/relationships/image" Target="../media/image799.png"/><Relationship Id="rId470" Type="http://schemas.openxmlformats.org/officeDocument/2006/relationships/customXml" Target="../ink/ink826.xml"/><Relationship Id="rId526" Type="http://schemas.openxmlformats.org/officeDocument/2006/relationships/customXml" Target="../ink/ink854.xml"/><Relationship Id="rId58" Type="http://schemas.openxmlformats.org/officeDocument/2006/relationships/customXml" Target="../ink/ink643.xml"/><Relationship Id="rId123" Type="http://schemas.openxmlformats.org/officeDocument/2006/relationships/image" Target="../media/image729.png"/><Relationship Id="rId330" Type="http://schemas.openxmlformats.org/officeDocument/2006/relationships/customXml" Target="../ink/ink761.xml"/><Relationship Id="rId568" Type="http://schemas.openxmlformats.org/officeDocument/2006/relationships/customXml" Target="../ink/ink875.xml"/><Relationship Id="rId165" Type="http://schemas.openxmlformats.org/officeDocument/2006/relationships/image" Target="../media/image500.png"/><Relationship Id="rId372" Type="http://schemas.openxmlformats.org/officeDocument/2006/relationships/customXml" Target="../ink/ink777.xml"/><Relationship Id="rId428" Type="http://schemas.openxmlformats.org/officeDocument/2006/relationships/customXml" Target="../ink/ink805.xml"/><Relationship Id="rId232" Type="http://schemas.openxmlformats.org/officeDocument/2006/relationships/customXml" Target="../ink/ink716.xml"/><Relationship Id="rId274" Type="http://schemas.openxmlformats.org/officeDocument/2006/relationships/customXml" Target="../ink/ink735.xml"/><Relationship Id="rId481" Type="http://schemas.openxmlformats.org/officeDocument/2006/relationships/image" Target="../media/image604.png"/><Relationship Id="rId27" Type="http://schemas.openxmlformats.org/officeDocument/2006/relationships/image" Target="../media/image681.png"/><Relationship Id="rId69" Type="http://schemas.openxmlformats.org/officeDocument/2006/relationships/image" Target="../media/image702.png"/><Relationship Id="rId537" Type="http://schemas.openxmlformats.org/officeDocument/2006/relationships/image" Target="../media/image732.png"/><Relationship Id="rId579" Type="http://schemas.openxmlformats.org/officeDocument/2006/relationships/image" Target="../media/image792.png"/><Relationship Id="rId80" Type="http://schemas.openxmlformats.org/officeDocument/2006/relationships/customXml" Target="../ink/ink654.xml"/><Relationship Id="rId176" Type="http://schemas.openxmlformats.org/officeDocument/2006/relationships/customXml" Target="../ink/ink689.xml"/><Relationship Id="rId383" Type="http://schemas.openxmlformats.org/officeDocument/2006/relationships/image" Target="../media/image519.png"/><Relationship Id="rId439" Type="http://schemas.openxmlformats.org/officeDocument/2006/relationships/image" Target="../media/image547.png"/><Relationship Id="rId590" Type="http://schemas.openxmlformats.org/officeDocument/2006/relationships/customXml" Target="../ink/ink886.xml"/><Relationship Id="rId604" Type="http://schemas.openxmlformats.org/officeDocument/2006/relationships/customXml" Target="../ink/ink893.xml"/><Relationship Id="rId201" Type="http://schemas.openxmlformats.org/officeDocument/2006/relationships/image" Target="../media/image768.png"/><Relationship Id="rId243" Type="http://schemas.openxmlformats.org/officeDocument/2006/relationships/image" Target="../media/image789.png"/><Relationship Id="rId285" Type="http://schemas.openxmlformats.org/officeDocument/2006/relationships/image" Target="../media/image509.png"/><Relationship Id="rId450" Type="http://schemas.openxmlformats.org/officeDocument/2006/relationships/customXml" Target="../ink/ink816.xml"/><Relationship Id="rId506" Type="http://schemas.openxmlformats.org/officeDocument/2006/relationships/customXml" Target="../ink/ink844.xml"/><Relationship Id="rId38" Type="http://schemas.openxmlformats.org/officeDocument/2006/relationships/customXml" Target="../ink/ink633.xml"/><Relationship Id="rId103" Type="http://schemas.openxmlformats.org/officeDocument/2006/relationships/image" Target="../media/image719.png"/><Relationship Id="rId310" Type="http://schemas.openxmlformats.org/officeDocument/2006/relationships/customXml" Target="../ink/ink753.xml"/><Relationship Id="rId492" Type="http://schemas.openxmlformats.org/officeDocument/2006/relationships/customXml" Target="../ink/ink837.xml"/><Relationship Id="rId548" Type="http://schemas.openxmlformats.org/officeDocument/2006/relationships/customXml" Target="../ink/ink865.xml"/><Relationship Id="rId91" Type="http://schemas.openxmlformats.org/officeDocument/2006/relationships/image" Target="../media/image713.png"/><Relationship Id="rId187" Type="http://schemas.openxmlformats.org/officeDocument/2006/relationships/image" Target="../media/image761.png"/><Relationship Id="rId352" Type="http://schemas.openxmlformats.org/officeDocument/2006/relationships/customXml" Target="../ink/ink767.xml"/><Relationship Id="rId394" Type="http://schemas.openxmlformats.org/officeDocument/2006/relationships/customXml" Target="../ink/ink788.xml"/><Relationship Id="rId408" Type="http://schemas.openxmlformats.org/officeDocument/2006/relationships/customXml" Target="../ink/ink795.xml"/><Relationship Id="rId212" Type="http://schemas.openxmlformats.org/officeDocument/2006/relationships/customXml" Target="../ink/ink706.xml"/><Relationship Id="rId254" Type="http://schemas.openxmlformats.org/officeDocument/2006/relationships/customXml" Target="../ink/ink725.xml"/><Relationship Id="rId49" Type="http://schemas.openxmlformats.org/officeDocument/2006/relationships/image" Target="../media/image692.png"/><Relationship Id="rId114" Type="http://schemas.openxmlformats.org/officeDocument/2006/relationships/customXml" Target="../ink/ink671.xml"/><Relationship Id="rId296" Type="http://schemas.openxmlformats.org/officeDocument/2006/relationships/customXml" Target="../ink/ink746.xml"/><Relationship Id="rId461" Type="http://schemas.openxmlformats.org/officeDocument/2006/relationships/image" Target="../media/image564.png"/><Relationship Id="rId517" Type="http://schemas.openxmlformats.org/officeDocument/2006/relationships/image" Target="../media/image706.png"/><Relationship Id="rId559" Type="http://schemas.openxmlformats.org/officeDocument/2006/relationships/image" Target="../media/image744.png"/><Relationship Id="rId60" Type="http://schemas.openxmlformats.org/officeDocument/2006/relationships/customXml" Target="../ink/ink644.xml"/><Relationship Id="rId156" Type="http://schemas.openxmlformats.org/officeDocument/2006/relationships/customXml" Target="../ink/ink681.xml"/><Relationship Id="rId198" Type="http://schemas.openxmlformats.org/officeDocument/2006/relationships/customXml" Target="../ink/ink700.xml"/><Relationship Id="rId321" Type="http://schemas.openxmlformats.org/officeDocument/2006/relationships/image" Target="../media/image828.png"/><Relationship Id="rId363" Type="http://schemas.openxmlformats.org/officeDocument/2006/relationships/image" Target="../media/image849.png"/><Relationship Id="rId419" Type="http://schemas.openxmlformats.org/officeDocument/2006/relationships/image" Target="../media/image537.png"/><Relationship Id="rId570" Type="http://schemas.openxmlformats.org/officeDocument/2006/relationships/customXml" Target="../ink/ink876.xml"/><Relationship Id="rId223" Type="http://schemas.openxmlformats.org/officeDocument/2006/relationships/image" Target="../media/image779.png"/><Relationship Id="rId430" Type="http://schemas.openxmlformats.org/officeDocument/2006/relationships/customXml" Target="../ink/ink806.xml"/><Relationship Id="rId18" Type="http://schemas.openxmlformats.org/officeDocument/2006/relationships/customXml" Target="../ink/ink623.xml"/><Relationship Id="rId265" Type="http://schemas.openxmlformats.org/officeDocument/2006/relationships/image" Target="../media/image800.png"/><Relationship Id="rId472" Type="http://schemas.openxmlformats.org/officeDocument/2006/relationships/customXml" Target="../ink/ink827.xml"/><Relationship Id="rId528" Type="http://schemas.openxmlformats.org/officeDocument/2006/relationships/customXml" Target="../ink/ink855.xml"/><Relationship Id="rId125" Type="http://schemas.openxmlformats.org/officeDocument/2006/relationships/image" Target="../media/image730.png"/><Relationship Id="rId167" Type="http://schemas.openxmlformats.org/officeDocument/2006/relationships/image" Target="../media/image501.png"/><Relationship Id="rId332" Type="http://schemas.openxmlformats.org/officeDocument/2006/relationships/customXml" Target="../ink/ink762.xml"/><Relationship Id="rId374" Type="http://schemas.openxmlformats.org/officeDocument/2006/relationships/customXml" Target="../ink/ink778.xml"/><Relationship Id="rId581" Type="http://schemas.openxmlformats.org/officeDocument/2006/relationships/image" Target="../media/image793.png"/><Relationship Id="rId71" Type="http://schemas.openxmlformats.org/officeDocument/2006/relationships/image" Target="../media/image703.png"/><Relationship Id="rId2" Type="http://schemas.openxmlformats.org/officeDocument/2006/relationships/customXml" Target="../ink/ink615.xml"/><Relationship Id="rId29" Type="http://schemas.openxmlformats.org/officeDocument/2006/relationships/image" Target="../media/image480.png"/><Relationship Id="rId276" Type="http://schemas.openxmlformats.org/officeDocument/2006/relationships/customXml" Target="../ink/ink736.xml"/><Relationship Id="rId441" Type="http://schemas.openxmlformats.org/officeDocument/2006/relationships/image" Target="../media/image548.png"/><Relationship Id="rId483" Type="http://schemas.openxmlformats.org/officeDocument/2006/relationships/image" Target="../media/image613.png"/><Relationship Id="rId539" Type="http://schemas.openxmlformats.org/officeDocument/2006/relationships/image" Target="../media/image734.png"/><Relationship Id="rId40" Type="http://schemas.openxmlformats.org/officeDocument/2006/relationships/customXml" Target="../ink/ink634.xml"/><Relationship Id="rId178" Type="http://schemas.openxmlformats.org/officeDocument/2006/relationships/customXml" Target="../ink/ink690.xml"/><Relationship Id="rId301" Type="http://schemas.openxmlformats.org/officeDocument/2006/relationships/image" Target="../media/image511.png"/><Relationship Id="rId550" Type="http://schemas.openxmlformats.org/officeDocument/2006/relationships/customXml" Target="../ink/ink866.xml"/><Relationship Id="rId82" Type="http://schemas.openxmlformats.org/officeDocument/2006/relationships/customXml" Target="../ink/ink655.xml"/><Relationship Id="rId203" Type="http://schemas.openxmlformats.org/officeDocument/2006/relationships/image" Target="../media/image769.png"/><Relationship Id="rId385" Type="http://schemas.openxmlformats.org/officeDocument/2006/relationships/image" Target="../media/image520.png"/><Relationship Id="rId592" Type="http://schemas.openxmlformats.org/officeDocument/2006/relationships/customXml" Target="../ink/ink887.xml"/><Relationship Id="rId606" Type="http://schemas.openxmlformats.org/officeDocument/2006/relationships/customXml" Target="../ink/ink894.xml"/><Relationship Id="rId245" Type="http://schemas.openxmlformats.org/officeDocument/2006/relationships/image" Target="../media/image790.png"/><Relationship Id="rId287" Type="http://schemas.openxmlformats.org/officeDocument/2006/relationships/image" Target="../media/image811.png"/><Relationship Id="rId410" Type="http://schemas.openxmlformats.org/officeDocument/2006/relationships/customXml" Target="../ink/ink796.xml"/><Relationship Id="rId452" Type="http://schemas.openxmlformats.org/officeDocument/2006/relationships/customXml" Target="../ink/ink817.xml"/><Relationship Id="rId494" Type="http://schemas.openxmlformats.org/officeDocument/2006/relationships/customXml" Target="../ink/ink838.xml"/><Relationship Id="rId508" Type="http://schemas.openxmlformats.org/officeDocument/2006/relationships/customXml" Target="../ink/ink845.xml"/><Relationship Id="rId105" Type="http://schemas.openxmlformats.org/officeDocument/2006/relationships/image" Target="../media/image494.png"/><Relationship Id="rId312" Type="http://schemas.openxmlformats.org/officeDocument/2006/relationships/customXml" Target="../ink/ink754.xml"/><Relationship Id="rId354" Type="http://schemas.openxmlformats.org/officeDocument/2006/relationships/customXml" Target="../ink/ink768.xml"/><Relationship Id="rId51" Type="http://schemas.openxmlformats.org/officeDocument/2006/relationships/image" Target="../media/image484.png"/><Relationship Id="rId93" Type="http://schemas.openxmlformats.org/officeDocument/2006/relationships/image" Target="../media/image492.png"/><Relationship Id="rId189" Type="http://schemas.openxmlformats.org/officeDocument/2006/relationships/image" Target="../media/image762.png"/><Relationship Id="rId396" Type="http://schemas.openxmlformats.org/officeDocument/2006/relationships/customXml" Target="../ink/ink789.xml"/><Relationship Id="rId561" Type="http://schemas.openxmlformats.org/officeDocument/2006/relationships/image" Target="../media/image747.png"/><Relationship Id="rId214" Type="http://schemas.openxmlformats.org/officeDocument/2006/relationships/customXml" Target="../ink/ink707.xml"/><Relationship Id="rId256" Type="http://schemas.openxmlformats.org/officeDocument/2006/relationships/customXml" Target="../ink/ink726.xml"/><Relationship Id="rId298" Type="http://schemas.openxmlformats.org/officeDocument/2006/relationships/customXml" Target="../ink/ink747.xml"/><Relationship Id="rId421" Type="http://schemas.openxmlformats.org/officeDocument/2006/relationships/image" Target="../media/image538.png"/><Relationship Id="rId463" Type="http://schemas.openxmlformats.org/officeDocument/2006/relationships/image" Target="../media/image567.png"/><Relationship Id="rId519" Type="http://schemas.openxmlformats.org/officeDocument/2006/relationships/image" Target="../media/image709.png"/><Relationship Id="rId116" Type="http://schemas.openxmlformats.org/officeDocument/2006/relationships/customXml" Target="../ink/ink672.xml"/><Relationship Id="rId158" Type="http://schemas.openxmlformats.org/officeDocument/2006/relationships/customXml" Target="../ink/ink682.xml"/><Relationship Id="rId323" Type="http://schemas.openxmlformats.org/officeDocument/2006/relationships/image" Target="../media/image829.png"/><Relationship Id="rId530" Type="http://schemas.openxmlformats.org/officeDocument/2006/relationships/customXml" Target="../ink/ink856.xml"/><Relationship Id="rId20" Type="http://schemas.openxmlformats.org/officeDocument/2006/relationships/customXml" Target="../ink/ink624.xml"/><Relationship Id="rId62" Type="http://schemas.openxmlformats.org/officeDocument/2006/relationships/customXml" Target="../ink/ink645.xml"/><Relationship Id="rId365" Type="http://schemas.openxmlformats.org/officeDocument/2006/relationships/image" Target="../media/image850.png"/><Relationship Id="rId572" Type="http://schemas.openxmlformats.org/officeDocument/2006/relationships/customXml" Target="../ink/ink877.xml"/><Relationship Id="rId225" Type="http://schemas.openxmlformats.org/officeDocument/2006/relationships/image" Target="../media/image780.png"/><Relationship Id="rId267" Type="http://schemas.openxmlformats.org/officeDocument/2006/relationships/image" Target="../media/image801.png"/><Relationship Id="rId432" Type="http://schemas.openxmlformats.org/officeDocument/2006/relationships/customXml" Target="../ink/ink807.xml"/><Relationship Id="rId474" Type="http://schemas.openxmlformats.org/officeDocument/2006/relationships/customXml" Target="../ink/ink828.xml"/><Relationship Id="rId127" Type="http://schemas.openxmlformats.org/officeDocument/2006/relationships/image" Target="../media/image498.png"/><Relationship Id="rId31" Type="http://schemas.openxmlformats.org/officeDocument/2006/relationships/image" Target="../media/image481.png"/><Relationship Id="rId73" Type="http://schemas.openxmlformats.org/officeDocument/2006/relationships/image" Target="../media/image704.png"/><Relationship Id="rId169" Type="http://schemas.openxmlformats.org/officeDocument/2006/relationships/image" Target="../media/image752.png"/><Relationship Id="rId334" Type="http://schemas.openxmlformats.org/officeDocument/2006/relationships/customXml" Target="../ink/ink763.xml"/><Relationship Id="rId376" Type="http://schemas.openxmlformats.org/officeDocument/2006/relationships/customXml" Target="../ink/ink779.xml"/><Relationship Id="rId541" Type="http://schemas.openxmlformats.org/officeDocument/2006/relationships/image" Target="../media/image735.png"/><Relationship Id="rId583" Type="http://schemas.openxmlformats.org/officeDocument/2006/relationships/image" Target="../media/image802.png"/><Relationship Id="rId4" Type="http://schemas.openxmlformats.org/officeDocument/2006/relationships/customXml" Target="../ink/ink616.xml"/><Relationship Id="rId180" Type="http://schemas.openxmlformats.org/officeDocument/2006/relationships/customXml" Target="../ink/ink691.xml"/><Relationship Id="rId236" Type="http://schemas.openxmlformats.org/officeDocument/2006/relationships/customXml" Target="../ink/ink717.xml"/><Relationship Id="rId278" Type="http://schemas.openxmlformats.org/officeDocument/2006/relationships/customXml" Target="../ink/ink737.xml"/><Relationship Id="rId401" Type="http://schemas.openxmlformats.org/officeDocument/2006/relationships/image" Target="../media/image528.png"/><Relationship Id="rId443" Type="http://schemas.openxmlformats.org/officeDocument/2006/relationships/image" Target="../media/image549.png"/><Relationship Id="rId303" Type="http://schemas.openxmlformats.org/officeDocument/2006/relationships/image" Target="../media/image819.png"/><Relationship Id="rId485" Type="http://schemas.openxmlformats.org/officeDocument/2006/relationships/image" Target="../media/image614.png"/><Relationship Id="rId42" Type="http://schemas.openxmlformats.org/officeDocument/2006/relationships/customXml" Target="../ink/ink635.xml"/><Relationship Id="rId84" Type="http://schemas.openxmlformats.org/officeDocument/2006/relationships/customXml" Target="../ink/ink656.xml"/><Relationship Id="rId345" Type="http://schemas.openxmlformats.org/officeDocument/2006/relationships/image" Target="../media/image840.png"/><Relationship Id="rId387" Type="http://schemas.openxmlformats.org/officeDocument/2006/relationships/image" Target="../media/image521.png"/><Relationship Id="rId510" Type="http://schemas.openxmlformats.org/officeDocument/2006/relationships/customXml" Target="../ink/ink846.xml"/><Relationship Id="rId552" Type="http://schemas.openxmlformats.org/officeDocument/2006/relationships/customXml" Target="../ink/ink867.xml"/><Relationship Id="rId594" Type="http://schemas.openxmlformats.org/officeDocument/2006/relationships/customXml" Target="../ink/ink888.xml"/><Relationship Id="rId191" Type="http://schemas.openxmlformats.org/officeDocument/2006/relationships/image" Target="../media/image763.png"/><Relationship Id="rId205" Type="http://schemas.openxmlformats.org/officeDocument/2006/relationships/image" Target="../media/image770.png"/><Relationship Id="rId247" Type="http://schemas.openxmlformats.org/officeDocument/2006/relationships/image" Target="../media/image504.png"/><Relationship Id="rId412" Type="http://schemas.openxmlformats.org/officeDocument/2006/relationships/customXml" Target="../ink/ink797.xml"/><Relationship Id="rId107" Type="http://schemas.openxmlformats.org/officeDocument/2006/relationships/image" Target="../media/image495.png"/><Relationship Id="rId289" Type="http://schemas.openxmlformats.org/officeDocument/2006/relationships/image" Target="../media/image812.png"/><Relationship Id="rId454" Type="http://schemas.openxmlformats.org/officeDocument/2006/relationships/customXml" Target="../ink/ink818.xml"/><Relationship Id="rId496" Type="http://schemas.openxmlformats.org/officeDocument/2006/relationships/customXml" Target="../ink/ink839.xml"/><Relationship Id="rId11" Type="http://schemas.openxmlformats.org/officeDocument/2006/relationships/image" Target="../media/image673.png"/><Relationship Id="rId53" Type="http://schemas.openxmlformats.org/officeDocument/2006/relationships/image" Target="../media/image485.png"/><Relationship Id="rId314" Type="http://schemas.openxmlformats.org/officeDocument/2006/relationships/customXml" Target="../ink/ink755.xml"/><Relationship Id="rId356" Type="http://schemas.openxmlformats.org/officeDocument/2006/relationships/customXml" Target="../ink/ink769.xml"/><Relationship Id="rId398" Type="http://schemas.openxmlformats.org/officeDocument/2006/relationships/customXml" Target="../ink/ink790.xml"/><Relationship Id="rId521" Type="http://schemas.openxmlformats.org/officeDocument/2006/relationships/image" Target="../media/image710.png"/><Relationship Id="rId563" Type="http://schemas.openxmlformats.org/officeDocument/2006/relationships/image" Target="../media/image748.png"/><Relationship Id="rId95" Type="http://schemas.openxmlformats.org/officeDocument/2006/relationships/image" Target="../media/image493.png"/><Relationship Id="rId216" Type="http://schemas.openxmlformats.org/officeDocument/2006/relationships/customXml" Target="../ink/ink708.xml"/><Relationship Id="rId423" Type="http://schemas.openxmlformats.org/officeDocument/2006/relationships/image" Target="../media/image539.png"/><Relationship Id="rId258" Type="http://schemas.openxmlformats.org/officeDocument/2006/relationships/customXml" Target="../ink/ink727.xml"/><Relationship Id="rId465" Type="http://schemas.openxmlformats.org/officeDocument/2006/relationships/image" Target="../media/image568.png"/><Relationship Id="rId22" Type="http://schemas.openxmlformats.org/officeDocument/2006/relationships/customXml" Target="../ink/ink625.xml"/><Relationship Id="rId64" Type="http://schemas.openxmlformats.org/officeDocument/2006/relationships/customXml" Target="../ink/ink646.xml"/><Relationship Id="rId118" Type="http://schemas.openxmlformats.org/officeDocument/2006/relationships/customXml" Target="../ink/ink673.xml"/><Relationship Id="rId325" Type="http://schemas.openxmlformats.org/officeDocument/2006/relationships/image" Target="../media/image830.png"/><Relationship Id="rId367" Type="http://schemas.openxmlformats.org/officeDocument/2006/relationships/image" Target="../media/image851.png"/><Relationship Id="rId532" Type="http://schemas.openxmlformats.org/officeDocument/2006/relationships/customXml" Target="../ink/ink857.xml"/><Relationship Id="rId574" Type="http://schemas.openxmlformats.org/officeDocument/2006/relationships/customXml" Target="../ink/ink878.xml"/><Relationship Id="rId171" Type="http://schemas.openxmlformats.org/officeDocument/2006/relationships/image" Target="../media/image753.png"/><Relationship Id="rId227" Type="http://schemas.openxmlformats.org/officeDocument/2006/relationships/image" Target="../media/image781.png"/><Relationship Id="rId269" Type="http://schemas.openxmlformats.org/officeDocument/2006/relationships/image" Target="../media/image506.png"/><Relationship Id="rId434" Type="http://schemas.openxmlformats.org/officeDocument/2006/relationships/customXml" Target="../ink/ink808.xml"/><Relationship Id="rId476" Type="http://schemas.openxmlformats.org/officeDocument/2006/relationships/customXml" Target="../ink/ink829.xml"/><Relationship Id="rId33" Type="http://schemas.openxmlformats.org/officeDocument/2006/relationships/image" Target="../media/image684.png"/><Relationship Id="rId129" Type="http://schemas.openxmlformats.org/officeDocument/2006/relationships/image" Target="../media/image499.png"/><Relationship Id="rId280" Type="http://schemas.openxmlformats.org/officeDocument/2006/relationships/customXml" Target="../ink/ink738.xml"/><Relationship Id="rId336" Type="http://schemas.openxmlformats.org/officeDocument/2006/relationships/customXml" Target="../ink/ink764.xml"/><Relationship Id="rId501" Type="http://schemas.openxmlformats.org/officeDocument/2006/relationships/image" Target="../media/image683.png"/><Relationship Id="rId543" Type="http://schemas.openxmlformats.org/officeDocument/2006/relationships/image" Target="../media/image736.png"/><Relationship Id="rId75" Type="http://schemas.openxmlformats.org/officeDocument/2006/relationships/image" Target="../media/image488.png"/><Relationship Id="rId182" Type="http://schemas.openxmlformats.org/officeDocument/2006/relationships/customXml" Target="../ink/ink692.xml"/><Relationship Id="rId378" Type="http://schemas.openxmlformats.org/officeDocument/2006/relationships/customXml" Target="../ink/ink780.xml"/><Relationship Id="rId403" Type="http://schemas.openxmlformats.org/officeDocument/2006/relationships/image" Target="../media/image529.png"/><Relationship Id="rId585" Type="http://schemas.openxmlformats.org/officeDocument/2006/relationships/image" Target="../media/image803.png"/><Relationship Id="rId6" Type="http://schemas.openxmlformats.org/officeDocument/2006/relationships/customXml" Target="../ink/ink617.xml"/><Relationship Id="rId238" Type="http://schemas.openxmlformats.org/officeDocument/2006/relationships/customXml" Target="../ink/ink718.xml"/><Relationship Id="rId445" Type="http://schemas.openxmlformats.org/officeDocument/2006/relationships/image" Target="../media/image550.png"/><Relationship Id="rId487" Type="http://schemas.openxmlformats.org/officeDocument/2006/relationships/image" Target="../media/image616.png"/><Relationship Id="rId291" Type="http://schemas.openxmlformats.org/officeDocument/2006/relationships/image" Target="../media/image813.png"/><Relationship Id="rId305" Type="http://schemas.openxmlformats.org/officeDocument/2006/relationships/image" Target="../media/image820.png"/><Relationship Id="rId347" Type="http://schemas.openxmlformats.org/officeDocument/2006/relationships/image" Target="../media/image841.png"/><Relationship Id="rId512" Type="http://schemas.openxmlformats.org/officeDocument/2006/relationships/customXml" Target="../ink/ink847.xml"/><Relationship Id="rId44" Type="http://schemas.openxmlformats.org/officeDocument/2006/relationships/customXml" Target="../ink/ink636.xml"/><Relationship Id="rId86" Type="http://schemas.openxmlformats.org/officeDocument/2006/relationships/customXml" Target="../ink/ink657.xml"/><Relationship Id="rId389" Type="http://schemas.openxmlformats.org/officeDocument/2006/relationships/image" Target="../media/image522.png"/><Relationship Id="rId554" Type="http://schemas.openxmlformats.org/officeDocument/2006/relationships/customXml" Target="../ink/ink868.xml"/><Relationship Id="rId596" Type="http://schemas.openxmlformats.org/officeDocument/2006/relationships/customXml" Target="../ink/ink889.xml"/><Relationship Id="rId193" Type="http://schemas.openxmlformats.org/officeDocument/2006/relationships/image" Target="../media/image764.png"/><Relationship Id="rId207" Type="http://schemas.openxmlformats.org/officeDocument/2006/relationships/image" Target="../media/image771.png"/><Relationship Id="rId249" Type="http://schemas.openxmlformats.org/officeDocument/2006/relationships/image" Target="../media/image505.png"/><Relationship Id="rId414" Type="http://schemas.openxmlformats.org/officeDocument/2006/relationships/customXml" Target="../ink/ink798.xml"/><Relationship Id="rId456" Type="http://schemas.openxmlformats.org/officeDocument/2006/relationships/customXml" Target="../ink/ink819.xml"/><Relationship Id="rId498" Type="http://schemas.openxmlformats.org/officeDocument/2006/relationships/customXml" Target="../ink/ink840.xml"/><Relationship Id="rId13" Type="http://schemas.openxmlformats.org/officeDocument/2006/relationships/image" Target="../media/image674.png"/><Relationship Id="rId109" Type="http://schemas.openxmlformats.org/officeDocument/2006/relationships/image" Target="../media/image722.png"/><Relationship Id="rId260" Type="http://schemas.openxmlformats.org/officeDocument/2006/relationships/customXml" Target="../ink/ink728.xml"/><Relationship Id="rId316" Type="http://schemas.openxmlformats.org/officeDocument/2006/relationships/customXml" Target="../ink/ink756.xml"/><Relationship Id="rId523" Type="http://schemas.openxmlformats.org/officeDocument/2006/relationships/image" Target="../media/image714.png"/><Relationship Id="rId55" Type="http://schemas.openxmlformats.org/officeDocument/2006/relationships/image" Target="../media/image695.png"/><Relationship Id="rId97" Type="http://schemas.openxmlformats.org/officeDocument/2006/relationships/image" Target="../media/image716.png"/><Relationship Id="rId120" Type="http://schemas.openxmlformats.org/officeDocument/2006/relationships/customXml" Target="../ink/ink674.xml"/><Relationship Id="rId358" Type="http://schemas.openxmlformats.org/officeDocument/2006/relationships/customXml" Target="../ink/ink770.xml"/><Relationship Id="rId565" Type="http://schemas.openxmlformats.org/officeDocument/2006/relationships/image" Target="../media/image750.png"/><Relationship Id="rId218" Type="http://schemas.openxmlformats.org/officeDocument/2006/relationships/customXml" Target="../ink/ink709.xml"/><Relationship Id="rId425" Type="http://schemas.openxmlformats.org/officeDocument/2006/relationships/image" Target="../media/image540.png"/><Relationship Id="rId467" Type="http://schemas.openxmlformats.org/officeDocument/2006/relationships/image" Target="../media/image574.png"/><Relationship Id="rId271" Type="http://schemas.openxmlformats.org/officeDocument/2006/relationships/image" Target="../media/image507.png"/><Relationship Id="rId24" Type="http://schemas.openxmlformats.org/officeDocument/2006/relationships/customXml" Target="../ink/ink626.xml"/><Relationship Id="rId66" Type="http://schemas.openxmlformats.org/officeDocument/2006/relationships/customXml" Target="../ink/ink647.xml"/><Relationship Id="rId131" Type="http://schemas.openxmlformats.org/officeDocument/2006/relationships/image" Target="../media/image733.png"/><Relationship Id="rId327" Type="http://schemas.openxmlformats.org/officeDocument/2006/relationships/image" Target="../media/image831.png"/><Relationship Id="rId369" Type="http://schemas.openxmlformats.org/officeDocument/2006/relationships/image" Target="../media/image852.png"/><Relationship Id="rId534" Type="http://schemas.openxmlformats.org/officeDocument/2006/relationships/customXml" Target="../ink/ink858.xml"/><Relationship Id="rId576" Type="http://schemas.openxmlformats.org/officeDocument/2006/relationships/customXml" Target="../ink/ink879.xml"/><Relationship Id="rId173" Type="http://schemas.openxmlformats.org/officeDocument/2006/relationships/image" Target="../media/image754.png"/><Relationship Id="rId229" Type="http://schemas.openxmlformats.org/officeDocument/2006/relationships/image" Target="../media/image502.png"/><Relationship Id="rId380" Type="http://schemas.openxmlformats.org/officeDocument/2006/relationships/customXml" Target="../ink/ink781.xml"/><Relationship Id="rId436" Type="http://schemas.openxmlformats.org/officeDocument/2006/relationships/customXml" Target="../ink/ink809.xml"/><Relationship Id="rId601" Type="http://schemas.openxmlformats.org/officeDocument/2006/relationships/image" Target="../media/image827.png"/><Relationship Id="rId240" Type="http://schemas.openxmlformats.org/officeDocument/2006/relationships/customXml" Target="../ink/ink719.xml"/><Relationship Id="rId478" Type="http://schemas.openxmlformats.org/officeDocument/2006/relationships/customXml" Target="../ink/ink830.xml"/><Relationship Id="rId35" Type="http://schemas.openxmlformats.org/officeDocument/2006/relationships/image" Target="../media/image685.png"/><Relationship Id="rId77" Type="http://schemas.openxmlformats.org/officeDocument/2006/relationships/image" Target="../media/image489.png"/><Relationship Id="rId100" Type="http://schemas.openxmlformats.org/officeDocument/2006/relationships/customXml" Target="../ink/ink664.xml"/><Relationship Id="rId282" Type="http://schemas.openxmlformats.org/officeDocument/2006/relationships/customXml" Target="../ink/ink739.xml"/><Relationship Id="rId503" Type="http://schemas.openxmlformats.org/officeDocument/2006/relationships/image" Target="../media/image686.png"/><Relationship Id="rId545" Type="http://schemas.openxmlformats.org/officeDocument/2006/relationships/image" Target="../media/image737.png"/><Relationship Id="rId587" Type="http://schemas.openxmlformats.org/officeDocument/2006/relationships/image" Target="../media/image809.png"/><Relationship Id="rId8" Type="http://schemas.openxmlformats.org/officeDocument/2006/relationships/customXml" Target="../ink/ink618.xml"/><Relationship Id="rId184" Type="http://schemas.openxmlformats.org/officeDocument/2006/relationships/customXml" Target="../ink/ink693.xml"/><Relationship Id="rId391" Type="http://schemas.openxmlformats.org/officeDocument/2006/relationships/image" Target="../media/image523.png"/><Relationship Id="rId405" Type="http://schemas.openxmlformats.org/officeDocument/2006/relationships/image" Target="../media/image530.png"/><Relationship Id="rId447" Type="http://schemas.openxmlformats.org/officeDocument/2006/relationships/image" Target="../media/image551.png"/><Relationship Id="rId489" Type="http://schemas.openxmlformats.org/officeDocument/2006/relationships/image" Target="../media/image617.png"/><Relationship Id="rId46" Type="http://schemas.openxmlformats.org/officeDocument/2006/relationships/customXml" Target="../ink/ink637.xml"/><Relationship Id="rId293" Type="http://schemas.openxmlformats.org/officeDocument/2006/relationships/image" Target="../media/image814.png"/><Relationship Id="rId307" Type="http://schemas.openxmlformats.org/officeDocument/2006/relationships/image" Target="../media/image821.png"/><Relationship Id="rId514" Type="http://schemas.openxmlformats.org/officeDocument/2006/relationships/customXml" Target="../ink/ink848.xml"/><Relationship Id="rId556" Type="http://schemas.openxmlformats.org/officeDocument/2006/relationships/customXml" Target="../ink/ink869.xml"/><Relationship Id="rId88" Type="http://schemas.openxmlformats.org/officeDocument/2006/relationships/customXml" Target="../ink/ink658.xml"/><Relationship Id="rId111" Type="http://schemas.openxmlformats.org/officeDocument/2006/relationships/image" Target="../media/image723.png"/><Relationship Id="rId195" Type="http://schemas.openxmlformats.org/officeDocument/2006/relationships/image" Target="../media/image765.png"/><Relationship Id="rId360" Type="http://schemas.openxmlformats.org/officeDocument/2006/relationships/customXml" Target="../ink/ink771.xml"/><Relationship Id="rId416" Type="http://schemas.openxmlformats.org/officeDocument/2006/relationships/customXml" Target="../ink/ink799.xml"/><Relationship Id="rId598" Type="http://schemas.openxmlformats.org/officeDocument/2006/relationships/customXml" Target="../ink/ink890.xml"/><Relationship Id="rId220" Type="http://schemas.openxmlformats.org/officeDocument/2006/relationships/customXml" Target="../ink/ink710.xml"/><Relationship Id="rId458" Type="http://schemas.openxmlformats.org/officeDocument/2006/relationships/customXml" Target="../ink/ink820.xml"/><Relationship Id="rId15" Type="http://schemas.openxmlformats.org/officeDocument/2006/relationships/image" Target="../media/image478.png"/><Relationship Id="rId57" Type="http://schemas.openxmlformats.org/officeDocument/2006/relationships/image" Target="../media/image696.png"/><Relationship Id="rId262" Type="http://schemas.openxmlformats.org/officeDocument/2006/relationships/customXml" Target="../ink/ink729.xml"/><Relationship Id="rId525" Type="http://schemas.openxmlformats.org/officeDocument/2006/relationships/image" Target="../media/image715.png"/><Relationship Id="rId567" Type="http://schemas.openxmlformats.org/officeDocument/2006/relationships/image" Target="../media/image751.png"/><Relationship Id="rId99" Type="http://schemas.openxmlformats.org/officeDocument/2006/relationships/image" Target="../media/image717.png"/><Relationship Id="rId122" Type="http://schemas.openxmlformats.org/officeDocument/2006/relationships/customXml" Target="../ink/ink675.xml"/><Relationship Id="rId164" Type="http://schemas.openxmlformats.org/officeDocument/2006/relationships/customXml" Target="../ink/ink683.xml"/><Relationship Id="rId371" Type="http://schemas.openxmlformats.org/officeDocument/2006/relationships/image" Target="../media/image853.png"/><Relationship Id="rId427" Type="http://schemas.openxmlformats.org/officeDocument/2006/relationships/image" Target="../media/image541.png"/><Relationship Id="rId469" Type="http://schemas.openxmlformats.org/officeDocument/2006/relationships/image" Target="../media/image575.png"/><Relationship Id="rId26" Type="http://schemas.openxmlformats.org/officeDocument/2006/relationships/customXml" Target="../ink/ink627.xml"/><Relationship Id="rId231" Type="http://schemas.openxmlformats.org/officeDocument/2006/relationships/image" Target="../media/image503.png"/><Relationship Id="rId273" Type="http://schemas.openxmlformats.org/officeDocument/2006/relationships/image" Target="../media/image804.png"/><Relationship Id="rId329" Type="http://schemas.openxmlformats.org/officeDocument/2006/relationships/image" Target="../media/image832.png"/><Relationship Id="rId480" Type="http://schemas.openxmlformats.org/officeDocument/2006/relationships/customXml" Target="../ink/ink831.xml"/><Relationship Id="rId536" Type="http://schemas.openxmlformats.org/officeDocument/2006/relationships/customXml" Target="../ink/ink859.xml"/><Relationship Id="rId68" Type="http://schemas.openxmlformats.org/officeDocument/2006/relationships/customXml" Target="../ink/ink648.xml"/><Relationship Id="rId175" Type="http://schemas.openxmlformats.org/officeDocument/2006/relationships/image" Target="../media/image755.png"/><Relationship Id="rId578" Type="http://schemas.openxmlformats.org/officeDocument/2006/relationships/customXml" Target="../ink/ink880.xml"/><Relationship Id="rId200" Type="http://schemas.openxmlformats.org/officeDocument/2006/relationships/customXml" Target="../ink/ink701.xml"/><Relationship Id="rId382" Type="http://schemas.openxmlformats.org/officeDocument/2006/relationships/customXml" Target="../ink/ink782.xml"/><Relationship Id="rId438" Type="http://schemas.openxmlformats.org/officeDocument/2006/relationships/customXml" Target="../ink/ink810.xml"/><Relationship Id="rId603" Type="http://schemas.openxmlformats.org/officeDocument/2006/relationships/image" Target="../media/image836.png"/><Relationship Id="rId242" Type="http://schemas.openxmlformats.org/officeDocument/2006/relationships/customXml" Target="../ink/ink720.xml"/><Relationship Id="rId284" Type="http://schemas.openxmlformats.org/officeDocument/2006/relationships/customXml" Target="../ink/ink740.xml"/><Relationship Id="rId491" Type="http://schemas.openxmlformats.org/officeDocument/2006/relationships/image" Target="../media/image667.png"/><Relationship Id="rId505" Type="http://schemas.openxmlformats.org/officeDocument/2006/relationships/image" Target="../media/image687.png"/><Relationship Id="rId37" Type="http://schemas.openxmlformats.org/officeDocument/2006/relationships/image" Target="../media/image482.png"/><Relationship Id="rId79" Type="http://schemas.openxmlformats.org/officeDocument/2006/relationships/image" Target="../media/image707.png"/><Relationship Id="rId102" Type="http://schemas.openxmlformats.org/officeDocument/2006/relationships/customXml" Target="../ink/ink665.xml"/><Relationship Id="rId547" Type="http://schemas.openxmlformats.org/officeDocument/2006/relationships/image" Target="../media/image738.png"/><Relationship Id="rId589" Type="http://schemas.openxmlformats.org/officeDocument/2006/relationships/image" Target="../media/image810.png"/><Relationship Id="rId90" Type="http://schemas.openxmlformats.org/officeDocument/2006/relationships/customXml" Target="../ink/ink659.xml"/><Relationship Id="rId186" Type="http://schemas.openxmlformats.org/officeDocument/2006/relationships/customXml" Target="../ink/ink694.xml"/><Relationship Id="rId351" Type="http://schemas.openxmlformats.org/officeDocument/2006/relationships/image" Target="../media/image843.png"/><Relationship Id="rId393" Type="http://schemas.openxmlformats.org/officeDocument/2006/relationships/image" Target="../media/image524.png"/><Relationship Id="rId407" Type="http://schemas.openxmlformats.org/officeDocument/2006/relationships/image" Target="../media/image531.png"/><Relationship Id="rId449" Type="http://schemas.openxmlformats.org/officeDocument/2006/relationships/image" Target="../media/image552.png"/><Relationship Id="rId211" Type="http://schemas.openxmlformats.org/officeDocument/2006/relationships/image" Target="../media/image773.png"/><Relationship Id="rId253" Type="http://schemas.openxmlformats.org/officeDocument/2006/relationships/image" Target="../media/image794.png"/><Relationship Id="rId295" Type="http://schemas.openxmlformats.org/officeDocument/2006/relationships/image" Target="../media/image815.png"/><Relationship Id="rId309" Type="http://schemas.openxmlformats.org/officeDocument/2006/relationships/image" Target="../media/image822.png"/><Relationship Id="rId460" Type="http://schemas.openxmlformats.org/officeDocument/2006/relationships/customXml" Target="../ink/ink821.xml"/><Relationship Id="rId516" Type="http://schemas.openxmlformats.org/officeDocument/2006/relationships/customXml" Target="../ink/ink849.xml"/><Relationship Id="rId48" Type="http://schemas.openxmlformats.org/officeDocument/2006/relationships/customXml" Target="../ink/ink638.xml"/><Relationship Id="rId113" Type="http://schemas.openxmlformats.org/officeDocument/2006/relationships/image" Target="../media/image724.png"/><Relationship Id="rId558" Type="http://schemas.openxmlformats.org/officeDocument/2006/relationships/customXml" Target="../ink/ink870.xml"/><Relationship Id="rId155" Type="http://schemas.openxmlformats.org/officeDocument/2006/relationships/image" Target="../media/image745.png"/><Relationship Id="rId197" Type="http://schemas.openxmlformats.org/officeDocument/2006/relationships/image" Target="../media/image766.png"/><Relationship Id="rId362" Type="http://schemas.openxmlformats.org/officeDocument/2006/relationships/customXml" Target="../ink/ink772.xml"/><Relationship Id="rId418" Type="http://schemas.openxmlformats.org/officeDocument/2006/relationships/customXml" Target="../ink/ink800.xml"/><Relationship Id="rId222" Type="http://schemas.openxmlformats.org/officeDocument/2006/relationships/customXml" Target="../ink/ink711.xml"/><Relationship Id="rId264" Type="http://schemas.openxmlformats.org/officeDocument/2006/relationships/customXml" Target="../ink/ink730.xml"/><Relationship Id="rId471" Type="http://schemas.openxmlformats.org/officeDocument/2006/relationships/image" Target="../media/image590.png"/><Relationship Id="rId17" Type="http://schemas.openxmlformats.org/officeDocument/2006/relationships/image" Target="../media/image479.png"/><Relationship Id="rId59" Type="http://schemas.openxmlformats.org/officeDocument/2006/relationships/image" Target="../media/image697.png"/><Relationship Id="rId124" Type="http://schemas.openxmlformats.org/officeDocument/2006/relationships/customXml" Target="../ink/ink676.xml"/><Relationship Id="rId527" Type="http://schemas.openxmlformats.org/officeDocument/2006/relationships/image" Target="../media/image720.png"/><Relationship Id="rId569" Type="http://schemas.openxmlformats.org/officeDocument/2006/relationships/image" Target="../media/image772.png"/><Relationship Id="rId70" Type="http://schemas.openxmlformats.org/officeDocument/2006/relationships/customXml" Target="../ink/ink649.xml"/><Relationship Id="rId166" Type="http://schemas.openxmlformats.org/officeDocument/2006/relationships/customXml" Target="../ink/ink684.xml"/><Relationship Id="rId331" Type="http://schemas.openxmlformats.org/officeDocument/2006/relationships/image" Target="../media/image833.png"/><Relationship Id="rId373" Type="http://schemas.openxmlformats.org/officeDocument/2006/relationships/image" Target="../media/image514.png"/><Relationship Id="rId429" Type="http://schemas.openxmlformats.org/officeDocument/2006/relationships/image" Target="../media/image542.png"/><Relationship Id="rId580" Type="http://schemas.openxmlformats.org/officeDocument/2006/relationships/customXml" Target="../ink/ink881.xml"/><Relationship Id="rId1" Type="http://schemas.openxmlformats.org/officeDocument/2006/relationships/slideLayout" Target="../slideLayouts/slideLayout7.xml"/><Relationship Id="rId440" Type="http://schemas.openxmlformats.org/officeDocument/2006/relationships/customXml" Target="../ink/ink811.xml"/><Relationship Id="rId28" Type="http://schemas.openxmlformats.org/officeDocument/2006/relationships/customXml" Target="../ink/ink628.xml"/><Relationship Id="rId275" Type="http://schemas.openxmlformats.org/officeDocument/2006/relationships/image" Target="../media/image805.png"/><Relationship Id="rId300" Type="http://schemas.openxmlformats.org/officeDocument/2006/relationships/customXml" Target="../ink/ink748.xml"/><Relationship Id="rId482" Type="http://schemas.openxmlformats.org/officeDocument/2006/relationships/customXml" Target="../ink/ink832.xml"/><Relationship Id="rId538" Type="http://schemas.openxmlformats.org/officeDocument/2006/relationships/customXml" Target="../ink/ink860.xml"/><Relationship Id="rId81" Type="http://schemas.openxmlformats.org/officeDocument/2006/relationships/image" Target="../media/image708.png"/><Relationship Id="rId177" Type="http://schemas.openxmlformats.org/officeDocument/2006/relationships/image" Target="../media/image756.png"/><Relationship Id="rId384" Type="http://schemas.openxmlformats.org/officeDocument/2006/relationships/customXml" Target="../ink/ink783.xml"/><Relationship Id="rId591" Type="http://schemas.openxmlformats.org/officeDocument/2006/relationships/image" Target="../media/image817.png"/><Relationship Id="rId605" Type="http://schemas.openxmlformats.org/officeDocument/2006/relationships/image" Target="../media/image837.png"/><Relationship Id="rId202" Type="http://schemas.openxmlformats.org/officeDocument/2006/relationships/customXml" Target="../ink/ink702.xml"/><Relationship Id="rId244" Type="http://schemas.openxmlformats.org/officeDocument/2006/relationships/customXml" Target="../ink/ink721.xml"/><Relationship Id="rId39" Type="http://schemas.openxmlformats.org/officeDocument/2006/relationships/image" Target="../media/image483.png"/><Relationship Id="rId286" Type="http://schemas.openxmlformats.org/officeDocument/2006/relationships/customXml" Target="../ink/ink741.xml"/><Relationship Id="rId451" Type="http://schemas.openxmlformats.org/officeDocument/2006/relationships/image" Target="../media/image553.png"/><Relationship Id="rId493" Type="http://schemas.openxmlformats.org/officeDocument/2006/relationships/image" Target="../media/image668.png"/><Relationship Id="rId507" Type="http://schemas.openxmlformats.org/officeDocument/2006/relationships/image" Target="../media/image693.png"/><Relationship Id="rId549" Type="http://schemas.openxmlformats.org/officeDocument/2006/relationships/image" Target="../media/image739.png"/><Relationship Id="rId50" Type="http://schemas.openxmlformats.org/officeDocument/2006/relationships/customXml" Target="../ink/ink639.xml"/><Relationship Id="rId104" Type="http://schemas.openxmlformats.org/officeDocument/2006/relationships/customXml" Target="../ink/ink666.xml"/><Relationship Id="rId188" Type="http://schemas.openxmlformats.org/officeDocument/2006/relationships/customXml" Target="../ink/ink695.xml"/><Relationship Id="rId311" Type="http://schemas.openxmlformats.org/officeDocument/2006/relationships/image" Target="../media/image823.png"/><Relationship Id="rId353" Type="http://schemas.openxmlformats.org/officeDocument/2006/relationships/image" Target="../media/image844.png"/><Relationship Id="rId395" Type="http://schemas.openxmlformats.org/officeDocument/2006/relationships/image" Target="../media/image525.png"/><Relationship Id="rId409" Type="http://schemas.openxmlformats.org/officeDocument/2006/relationships/image" Target="../media/image532.png"/><Relationship Id="rId560" Type="http://schemas.openxmlformats.org/officeDocument/2006/relationships/customXml" Target="../ink/ink871.xml"/><Relationship Id="rId92" Type="http://schemas.openxmlformats.org/officeDocument/2006/relationships/customXml" Target="../ink/ink660.xml"/><Relationship Id="rId213" Type="http://schemas.openxmlformats.org/officeDocument/2006/relationships/image" Target="../media/image774.png"/><Relationship Id="rId420" Type="http://schemas.openxmlformats.org/officeDocument/2006/relationships/customXml" Target="../ink/ink801.xml"/><Relationship Id="rId255" Type="http://schemas.openxmlformats.org/officeDocument/2006/relationships/image" Target="../media/image795.png"/><Relationship Id="rId297" Type="http://schemas.openxmlformats.org/officeDocument/2006/relationships/image" Target="../media/image816.png"/><Relationship Id="rId462" Type="http://schemas.openxmlformats.org/officeDocument/2006/relationships/customXml" Target="../ink/ink822.xml"/><Relationship Id="rId518" Type="http://schemas.openxmlformats.org/officeDocument/2006/relationships/customXml" Target="../ink/ink850.xml"/><Relationship Id="rId115" Type="http://schemas.openxmlformats.org/officeDocument/2006/relationships/image" Target="../media/image496.png"/><Relationship Id="rId157" Type="http://schemas.openxmlformats.org/officeDocument/2006/relationships/image" Target="../media/image746.png"/><Relationship Id="rId322" Type="http://schemas.openxmlformats.org/officeDocument/2006/relationships/customXml" Target="../ink/ink757.xml"/><Relationship Id="rId364" Type="http://schemas.openxmlformats.org/officeDocument/2006/relationships/customXml" Target="../ink/ink773.xml"/><Relationship Id="rId61" Type="http://schemas.openxmlformats.org/officeDocument/2006/relationships/image" Target="../media/image698.png"/><Relationship Id="rId199" Type="http://schemas.openxmlformats.org/officeDocument/2006/relationships/image" Target="../media/image767.png"/><Relationship Id="rId571" Type="http://schemas.openxmlformats.org/officeDocument/2006/relationships/image" Target="../media/image782.png"/><Relationship Id="rId19" Type="http://schemas.openxmlformats.org/officeDocument/2006/relationships/image" Target="../media/image677.png"/><Relationship Id="rId224" Type="http://schemas.openxmlformats.org/officeDocument/2006/relationships/customXml" Target="../ink/ink712.xml"/><Relationship Id="rId266" Type="http://schemas.openxmlformats.org/officeDocument/2006/relationships/customXml" Target="../ink/ink731.xml"/><Relationship Id="rId431" Type="http://schemas.openxmlformats.org/officeDocument/2006/relationships/image" Target="../media/image543.png"/><Relationship Id="rId473" Type="http://schemas.openxmlformats.org/officeDocument/2006/relationships/image" Target="../media/image591.png"/><Relationship Id="rId529" Type="http://schemas.openxmlformats.org/officeDocument/2006/relationships/image" Target="../media/image721.png"/><Relationship Id="rId30" Type="http://schemas.openxmlformats.org/officeDocument/2006/relationships/customXml" Target="../ink/ink629.xml"/><Relationship Id="rId126" Type="http://schemas.openxmlformats.org/officeDocument/2006/relationships/customXml" Target="../ink/ink677.xml"/><Relationship Id="rId168" Type="http://schemas.openxmlformats.org/officeDocument/2006/relationships/customXml" Target="../ink/ink685.xml"/><Relationship Id="rId333" Type="http://schemas.openxmlformats.org/officeDocument/2006/relationships/image" Target="../media/image834.png"/><Relationship Id="rId540" Type="http://schemas.openxmlformats.org/officeDocument/2006/relationships/customXml" Target="../ink/ink861.xml"/><Relationship Id="rId72" Type="http://schemas.openxmlformats.org/officeDocument/2006/relationships/customXml" Target="../ink/ink650.xml"/><Relationship Id="rId375" Type="http://schemas.openxmlformats.org/officeDocument/2006/relationships/image" Target="../media/image515.png"/><Relationship Id="rId582" Type="http://schemas.openxmlformats.org/officeDocument/2006/relationships/customXml" Target="../ink/ink882.xml"/><Relationship Id="rId3" Type="http://schemas.openxmlformats.org/officeDocument/2006/relationships/image" Target="../media/image669.png"/><Relationship Id="rId235" Type="http://schemas.openxmlformats.org/officeDocument/2006/relationships/image" Target="../media/image785.png"/><Relationship Id="rId277" Type="http://schemas.openxmlformats.org/officeDocument/2006/relationships/image" Target="../media/image806.png"/><Relationship Id="rId400" Type="http://schemas.openxmlformats.org/officeDocument/2006/relationships/customXml" Target="../ink/ink791.xml"/><Relationship Id="rId442" Type="http://schemas.openxmlformats.org/officeDocument/2006/relationships/customXml" Target="../ink/ink812.xml"/><Relationship Id="rId484" Type="http://schemas.openxmlformats.org/officeDocument/2006/relationships/customXml" Target="../ink/ink833.xml"/><Relationship Id="rId302" Type="http://schemas.openxmlformats.org/officeDocument/2006/relationships/customXml" Target="../ink/ink749.xml"/><Relationship Id="rId41" Type="http://schemas.openxmlformats.org/officeDocument/2006/relationships/image" Target="../media/image688.png"/><Relationship Id="rId83" Type="http://schemas.openxmlformats.org/officeDocument/2006/relationships/image" Target="../media/image490.png"/><Relationship Id="rId179" Type="http://schemas.openxmlformats.org/officeDocument/2006/relationships/image" Target="../media/image757.png"/><Relationship Id="rId386" Type="http://schemas.openxmlformats.org/officeDocument/2006/relationships/customXml" Target="../ink/ink784.xml"/><Relationship Id="rId551" Type="http://schemas.openxmlformats.org/officeDocument/2006/relationships/image" Target="../media/image740.png"/><Relationship Id="rId593" Type="http://schemas.openxmlformats.org/officeDocument/2006/relationships/image" Target="../media/image818.png"/><Relationship Id="rId607" Type="http://schemas.openxmlformats.org/officeDocument/2006/relationships/image" Target="../media/image838.png"/><Relationship Id="rId190" Type="http://schemas.openxmlformats.org/officeDocument/2006/relationships/customXml" Target="../ink/ink696.xml"/><Relationship Id="rId204" Type="http://schemas.openxmlformats.org/officeDocument/2006/relationships/customXml" Target="../ink/ink703.xml"/><Relationship Id="rId246" Type="http://schemas.openxmlformats.org/officeDocument/2006/relationships/customXml" Target="../ink/ink722.xml"/><Relationship Id="rId288" Type="http://schemas.openxmlformats.org/officeDocument/2006/relationships/customXml" Target="../ink/ink742.xml"/><Relationship Id="rId411" Type="http://schemas.openxmlformats.org/officeDocument/2006/relationships/image" Target="../media/image533.png"/><Relationship Id="rId453" Type="http://schemas.openxmlformats.org/officeDocument/2006/relationships/image" Target="../media/image554.png"/><Relationship Id="rId509" Type="http://schemas.openxmlformats.org/officeDocument/2006/relationships/image" Target="../media/image694.png"/><Relationship Id="rId106" Type="http://schemas.openxmlformats.org/officeDocument/2006/relationships/customXml" Target="../ink/ink667.xml"/><Relationship Id="rId313" Type="http://schemas.openxmlformats.org/officeDocument/2006/relationships/image" Target="../media/image512.png"/><Relationship Id="rId495" Type="http://schemas.openxmlformats.org/officeDocument/2006/relationships/image" Target="../media/image675.png"/><Relationship Id="rId10" Type="http://schemas.openxmlformats.org/officeDocument/2006/relationships/customXml" Target="../ink/ink619.xml"/><Relationship Id="rId52" Type="http://schemas.openxmlformats.org/officeDocument/2006/relationships/customXml" Target="../ink/ink640.xml"/><Relationship Id="rId94" Type="http://schemas.openxmlformats.org/officeDocument/2006/relationships/customXml" Target="../ink/ink661.xml"/><Relationship Id="rId355" Type="http://schemas.openxmlformats.org/officeDocument/2006/relationships/image" Target="../media/image845.png"/><Relationship Id="rId397" Type="http://schemas.openxmlformats.org/officeDocument/2006/relationships/image" Target="../media/image526.png"/><Relationship Id="rId520" Type="http://schemas.openxmlformats.org/officeDocument/2006/relationships/customXml" Target="../ink/ink851.xml"/><Relationship Id="rId562" Type="http://schemas.openxmlformats.org/officeDocument/2006/relationships/customXml" Target="../ink/ink872.xml"/><Relationship Id="rId215" Type="http://schemas.openxmlformats.org/officeDocument/2006/relationships/image" Target="../media/image775.png"/><Relationship Id="rId257" Type="http://schemas.openxmlformats.org/officeDocument/2006/relationships/image" Target="../media/image796.png"/><Relationship Id="rId422" Type="http://schemas.openxmlformats.org/officeDocument/2006/relationships/customXml" Target="../ink/ink802.xml"/><Relationship Id="rId464" Type="http://schemas.openxmlformats.org/officeDocument/2006/relationships/customXml" Target="../ink/ink823.xml"/><Relationship Id="rId299" Type="http://schemas.openxmlformats.org/officeDocument/2006/relationships/image" Target="../media/image510.png"/><Relationship Id="rId63" Type="http://schemas.openxmlformats.org/officeDocument/2006/relationships/image" Target="../media/image486.png"/><Relationship Id="rId366" Type="http://schemas.openxmlformats.org/officeDocument/2006/relationships/customXml" Target="../ink/ink774.xml"/><Relationship Id="rId573" Type="http://schemas.openxmlformats.org/officeDocument/2006/relationships/image" Target="../media/image783.png"/><Relationship Id="rId226" Type="http://schemas.openxmlformats.org/officeDocument/2006/relationships/customXml" Target="../ink/ink713.xml"/><Relationship Id="rId433" Type="http://schemas.openxmlformats.org/officeDocument/2006/relationships/image" Target="../media/image544.png"/><Relationship Id="rId74" Type="http://schemas.openxmlformats.org/officeDocument/2006/relationships/customXml" Target="../ink/ink651.xml"/><Relationship Id="rId377" Type="http://schemas.openxmlformats.org/officeDocument/2006/relationships/image" Target="../media/image516.png"/><Relationship Id="rId500" Type="http://schemas.openxmlformats.org/officeDocument/2006/relationships/customXml" Target="../ink/ink841.xml"/><Relationship Id="rId584" Type="http://schemas.openxmlformats.org/officeDocument/2006/relationships/customXml" Target="../ink/ink883.xml"/><Relationship Id="rId5" Type="http://schemas.openxmlformats.org/officeDocument/2006/relationships/image" Target="../media/image670.png"/><Relationship Id="rId237" Type="http://schemas.openxmlformats.org/officeDocument/2006/relationships/image" Target="../media/image786.png"/><Relationship Id="rId444" Type="http://schemas.openxmlformats.org/officeDocument/2006/relationships/customXml" Target="../ink/ink813.xml"/><Relationship Id="rId290" Type="http://schemas.openxmlformats.org/officeDocument/2006/relationships/customXml" Target="../ink/ink743.xml"/><Relationship Id="rId304" Type="http://schemas.openxmlformats.org/officeDocument/2006/relationships/customXml" Target="../ink/ink750.xml"/><Relationship Id="rId388" Type="http://schemas.openxmlformats.org/officeDocument/2006/relationships/customXml" Target="../ink/ink785.xml"/><Relationship Id="rId511" Type="http://schemas.openxmlformats.org/officeDocument/2006/relationships/image" Target="../media/image699.png"/><Relationship Id="rId85" Type="http://schemas.openxmlformats.org/officeDocument/2006/relationships/image" Target="../media/image491.png"/><Relationship Id="rId595" Type="http://schemas.openxmlformats.org/officeDocument/2006/relationships/image" Target="../media/image824.png"/><Relationship Id="rId248" Type="http://schemas.openxmlformats.org/officeDocument/2006/relationships/customXml" Target="../ink/ink723.xml"/><Relationship Id="rId455" Type="http://schemas.openxmlformats.org/officeDocument/2006/relationships/image" Target="../media/image555.png"/><Relationship Id="rId12" Type="http://schemas.openxmlformats.org/officeDocument/2006/relationships/customXml" Target="../ink/ink620.xml"/><Relationship Id="rId108" Type="http://schemas.openxmlformats.org/officeDocument/2006/relationships/customXml" Target="../ink/ink668.xml"/><Relationship Id="rId315" Type="http://schemas.openxmlformats.org/officeDocument/2006/relationships/image" Target="../media/image513.png"/><Relationship Id="rId522" Type="http://schemas.openxmlformats.org/officeDocument/2006/relationships/customXml" Target="../ink/ink852.xml"/><Relationship Id="rId96" Type="http://schemas.openxmlformats.org/officeDocument/2006/relationships/customXml" Target="../ink/ink662.xml"/><Relationship Id="rId399" Type="http://schemas.openxmlformats.org/officeDocument/2006/relationships/image" Target="../media/image527.png"/><Relationship Id="rId259" Type="http://schemas.openxmlformats.org/officeDocument/2006/relationships/image" Target="../media/image797.png"/><Relationship Id="rId466" Type="http://schemas.openxmlformats.org/officeDocument/2006/relationships/customXml" Target="../ink/ink82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5.png"/><Relationship Id="rId13" Type="http://schemas.openxmlformats.org/officeDocument/2006/relationships/customXml" Target="../ink/ink900.xml"/><Relationship Id="rId18" Type="http://schemas.openxmlformats.org/officeDocument/2006/relationships/image" Target="../media/image860.png"/><Relationship Id="rId26" Type="http://schemas.openxmlformats.org/officeDocument/2006/relationships/image" Target="../media/image864.png"/><Relationship Id="rId3" Type="http://schemas.openxmlformats.org/officeDocument/2006/relationships/customXml" Target="../ink/ink895.xml"/><Relationship Id="rId21" Type="http://schemas.openxmlformats.org/officeDocument/2006/relationships/customXml" Target="../ink/ink904.xml"/><Relationship Id="rId7" Type="http://schemas.openxmlformats.org/officeDocument/2006/relationships/customXml" Target="../ink/ink897.xml"/><Relationship Id="rId12" Type="http://schemas.openxmlformats.org/officeDocument/2006/relationships/image" Target="../media/image857.png"/><Relationship Id="rId17" Type="http://schemas.openxmlformats.org/officeDocument/2006/relationships/customXml" Target="../ink/ink902.xml"/><Relationship Id="rId25" Type="http://schemas.openxmlformats.org/officeDocument/2006/relationships/customXml" Target="../ink/ink906.xml"/><Relationship Id="rId2" Type="http://schemas.openxmlformats.org/officeDocument/2006/relationships/image" Target="../media/image839.png"/><Relationship Id="rId16" Type="http://schemas.openxmlformats.org/officeDocument/2006/relationships/image" Target="../media/image859.png"/><Relationship Id="rId20" Type="http://schemas.openxmlformats.org/officeDocument/2006/relationships/image" Target="../media/image8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4.png"/><Relationship Id="rId11" Type="http://schemas.openxmlformats.org/officeDocument/2006/relationships/customXml" Target="../ink/ink899.xml"/><Relationship Id="rId24" Type="http://schemas.openxmlformats.org/officeDocument/2006/relationships/image" Target="../media/image863.png"/><Relationship Id="rId5" Type="http://schemas.openxmlformats.org/officeDocument/2006/relationships/customXml" Target="../ink/ink896.xml"/><Relationship Id="rId15" Type="http://schemas.openxmlformats.org/officeDocument/2006/relationships/customXml" Target="../ink/ink901.xml"/><Relationship Id="rId23" Type="http://schemas.openxmlformats.org/officeDocument/2006/relationships/customXml" Target="../ink/ink905.xml"/><Relationship Id="rId28" Type="http://schemas.openxmlformats.org/officeDocument/2006/relationships/image" Target="../media/image865.png"/><Relationship Id="rId10" Type="http://schemas.openxmlformats.org/officeDocument/2006/relationships/image" Target="../media/image856.png"/><Relationship Id="rId19" Type="http://schemas.openxmlformats.org/officeDocument/2006/relationships/customXml" Target="../ink/ink903.xml"/><Relationship Id="rId4" Type="http://schemas.openxmlformats.org/officeDocument/2006/relationships/image" Target="../media/image842.png"/><Relationship Id="rId9" Type="http://schemas.openxmlformats.org/officeDocument/2006/relationships/customXml" Target="../ink/ink898.xml"/><Relationship Id="rId14" Type="http://schemas.openxmlformats.org/officeDocument/2006/relationships/image" Target="../media/image858.png"/><Relationship Id="rId22" Type="http://schemas.openxmlformats.org/officeDocument/2006/relationships/image" Target="../media/image862.png"/><Relationship Id="rId27" Type="http://schemas.openxmlformats.org/officeDocument/2006/relationships/customXml" Target="../ink/ink90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projector.tensorflow.org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7.jpeg"/><Relationship Id="rId2" Type="http://schemas.openxmlformats.org/officeDocument/2006/relationships/image" Target="../media/image86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68.png"/><Relationship Id="rId299" Type="http://schemas.openxmlformats.org/officeDocument/2006/relationships/image" Target="../media/image959.png"/><Relationship Id="rId303" Type="http://schemas.openxmlformats.org/officeDocument/2006/relationships/image" Target="../media/image961.png"/><Relationship Id="rId84" Type="http://schemas.openxmlformats.org/officeDocument/2006/relationships/customXml" Target="../ink/ink912.xml"/><Relationship Id="rId138" Type="http://schemas.openxmlformats.org/officeDocument/2006/relationships/customXml" Target="../ink/ink939.xml"/><Relationship Id="rId159" Type="http://schemas.openxmlformats.org/officeDocument/2006/relationships/image" Target="../media/image889.png"/><Relationship Id="rId170" Type="http://schemas.openxmlformats.org/officeDocument/2006/relationships/customXml" Target="../ink/ink955.xml"/><Relationship Id="rId191" Type="http://schemas.openxmlformats.org/officeDocument/2006/relationships/image" Target="../media/image905.png"/><Relationship Id="rId205" Type="http://schemas.openxmlformats.org/officeDocument/2006/relationships/image" Target="../media/image912.png"/><Relationship Id="rId226" Type="http://schemas.openxmlformats.org/officeDocument/2006/relationships/customXml" Target="../ink/ink983.xml"/><Relationship Id="rId247" Type="http://schemas.openxmlformats.org/officeDocument/2006/relationships/image" Target="../media/image933.png"/><Relationship Id="rId107" Type="http://schemas.openxmlformats.org/officeDocument/2006/relationships/image" Target="../media/image1158.png"/><Relationship Id="rId268" Type="http://schemas.openxmlformats.org/officeDocument/2006/relationships/customXml" Target="../ink/ink1004.xml"/><Relationship Id="rId289" Type="http://schemas.openxmlformats.org/officeDocument/2006/relationships/image" Target="../media/image954.png"/><Relationship Id="rId11" Type="http://schemas.openxmlformats.org/officeDocument/2006/relationships/image" Target="../media/image1110.png"/><Relationship Id="rId128" Type="http://schemas.openxmlformats.org/officeDocument/2006/relationships/customXml" Target="../ink/ink934.xml"/><Relationship Id="rId149" Type="http://schemas.openxmlformats.org/officeDocument/2006/relationships/image" Target="../media/image884.png"/><Relationship Id="rId314" Type="http://schemas.openxmlformats.org/officeDocument/2006/relationships/customXml" Target="../ink/ink1027.xml"/><Relationship Id="rId95" Type="http://schemas.openxmlformats.org/officeDocument/2006/relationships/image" Target="../media/image1152.png"/><Relationship Id="rId160" Type="http://schemas.openxmlformats.org/officeDocument/2006/relationships/customXml" Target="../ink/ink950.xml"/><Relationship Id="rId181" Type="http://schemas.openxmlformats.org/officeDocument/2006/relationships/image" Target="../media/image900.png"/><Relationship Id="rId216" Type="http://schemas.openxmlformats.org/officeDocument/2006/relationships/customXml" Target="../ink/ink978.xml"/><Relationship Id="rId237" Type="http://schemas.openxmlformats.org/officeDocument/2006/relationships/image" Target="../media/image928.png"/><Relationship Id="rId258" Type="http://schemas.openxmlformats.org/officeDocument/2006/relationships/customXml" Target="../ink/ink999.xml"/><Relationship Id="rId279" Type="http://schemas.openxmlformats.org/officeDocument/2006/relationships/image" Target="../media/image949.png"/><Relationship Id="rId118" Type="http://schemas.openxmlformats.org/officeDocument/2006/relationships/customXml" Target="../ink/ink929.xml"/><Relationship Id="rId139" Type="http://schemas.openxmlformats.org/officeDocument/2006/relationships/image" Target="../media/image879.png"/><Relationship Id="rId290" Type="http://schemas.openxmlformats.org/officeDocument/2006/relationships/customXml" Target="../ink/ink1015.xml"/><Relationship Id="rId304" Type="http://schemas.openxmlformats.org/officeDocument/2006/relationships/customXml" Target="../ink/ink1022.xml"/><Relationship Id="rId85" Type="http://schemas.openxmlformats.org/officeDocument/2006/relationships/image" Target="../media/image1147.png"/><Relationship Id="rId150" Type="http://schemas.openxmlformats.org/officeDocument/2006/relationships/customXml" Target="../ink/ink945.xml"/><Relationship Id="rId171" Type="http://schemas.openxmlformats.org/officeDocument/2006/relationships/image" Target="../media/image895.png"/><Relationship Id="rId192" Type="http://schemas.openxmlformats.org/officeDocument/2006/relationships/customXml" Target="../ink/ink966.xml"/><Relationship Id="rId206" Type="http://schemas.openxmlformats.org/officeDocument/2006/relationships/customXml" Target="../ink/ink973.xml"/><Relationship Id="rId227" Type="http://schemas.openxmlformats.org/officeDocument/2006/relationships/image" Target="../media/image923.png"/><Relationship Id="rId248" Type="http://schemas.openxmlformats.org/officeDocument/2006/relationships/customXml" Target="../ink/ink994.xml"/><Relationship Id="rId269" Type="http://schemas.openxmlformats.org/officeDocument/2006/relationships/image" Target="../media/image944.png"/><Relationship Id="rId12" Type="http://schemas.openxmlformats.org/officeDocument/2006/relationships/customXml" Target="../ink/ink910.xml"/><Relationship Id="rId108" Type="http://schemas.openxmlformats.org/officeDocument/2006/relationships/customXml" Target="../ink/ink924.xml"/><Relationship Id="rId129" Type="http://schemas.openxmlformats.org/officeDocument/2006/relationships/image" Target="../media/image874.png"/><Relationship Id="rId280" Type="http://schemas.openxmlformats.org/officeDocument/2006/relationships/customXml" Target="../ink/ink1010.xml"/><Relationship Id="rId315" Type="http://schemas.openxmlformats.org/officeDocument/2006/relationships/image" Target="../media/image967.png"/><Relationship Id="rId96" Type="http://schemas.openxmlformats.org/officeDocument/2006/relationships/customXml" Target="../ink/ink918.xml"/><Relationship Id="rId140" Type="http://schemas.openxmlformats.org/officeDocument/2006/relationships/customXml" Target="../ink/ink940.xml"/><Relationship Id="rId161" Type="http://schemas.openxmlformats.org/officeDocument/2006/relationships/image" Target="../media/image890.png"/><Relationship Id="rId182" Type="http://schemas.openxmlformats.org/officeDocument/2006/relationships/customXml" Target="../ink/ink961.xml"/><Relationship Id="rId217" Type="http://schemas.openxmlformats.org/officeDocument/2006/relationships/image" Target="../media/image918.png"/><Relationship Id="rId238" Type="http://schemas.openxmlformats.org/officeDocument/2006/relationships/customXml" Target="../ink/ink989.xml"/><Relationship Id="rId259" Type="http://schemas.openxmlformats.org/officeDocument/2006/relationships/image" Target="../media/image939.png"/><Relationship Id="rId119" Type="http://schemas.openxmlformats.org/officeDocument/2006/relationships/image" Target="../media/image869.png"/><Relationship Id="rId270" Type="http://schemas.openxmlformats.org/officeDocument/2006/relationships/customXml" Target="../ink/ink1005.xml"/><Relationship Id="rId291" Type="http://schemas.openxmlformats.org/officeDocument/2006/relationships/image" Target="../media/image955.png"/><Relationship Id="rId305" Type="http://schemas.openxmlformats.org/officeDocument/2006/relationships/image" Target="../media/image962.png"/><Relationship Id="rId86" Type="http://schemas.openxmlformats.org/officeDocument/2006/relationships/customXml" Target="../ink/ink913.xml"/><Relationship Id="rId130" Type="http://schemas.openxmlformats.org/officeDocument/2006/relationships/customXml" Target="../ink/ink935.xml"/><Relationship Id="rId151" Type="http://schemas.openxmlformats.org/officeDocument/2006/relationships/image" Target="../media/image885.png"/><Relationship Id="rId172" Type="http://schemas.openxmlformats.org/officeDocument/2006/relationships/customXml" Target="../ink/ink956.xml"/><Relationship Id="rId193" Type="http://schemas.openxmlformats.org/officeDocument/2006/relationships/image" Target="../media/image906.png"/><Relationship Id="rId207" Type="http://schemas.openxmlformats.org/officeDocument/2006/relationships/image" Target="../media/image913.png"/><Relationship Id="rId228" Type="http://schemas.openxmlformats.org/officeDocument/2006/relationships/customXml" Target="../ink/ink984.xml"/><Relationship Id="rId249" Type="http://schemas.openxmlformats.org/officeDocument/2006/relationships/image" Target="../media/image934.png"/><Relationship Id="rId109" Type="http://schemas.openxmlformats.org/officeDocument/2006/relationships/image" Target="../media/image1159.png"/><Relationship Id="rId260" Type="http://schemas.openxmlformats.org/officeDocument/2006/relationships/customXml" Target="../ink/ink1000.xml"/><Relationship Id="rId281" Type="http://schemas.openxmlformats.org/officeDocument/2006/relationships/image" Target="../media/image950.png"/><Relationship Id="rId97" Type="http://schemas.openxmlformats.org/officeDocument/2006/relationships/image" Target="../media/image1153.png"/><Relationship Id="rId120" Type="http://schemas.openxmlformats.org/officeDocument/2006/relationships/customXml" Target="../ink/ink930.xml"/><Relationship Id="rId141" Type="http://schemas.openxmlformats.org/officeDocument/2006/relationships/image" Target="../media/image880.png"/><Relationship Id="rId162" Type="http://schemas.openxmlformats.org/officeDocument/2006/relationships/customXml" Target="../ink/ink951.xml"/><Relationship Id="rId183" Type="http://schemas.openxmlformats.org/officeDocument/2006/relationships/image" Target="../media/image901.png"/><Relationship Id="rId218" Type="http://schemas.openxmlformats.org/officeDocument/2006/relationships/customXml" Target="../ink/ink979.xml"/><Relationship Id="rId239" Type="http://schemas.openxmlformats.org/officeDocument/2006/relationships/image" Target="../media/image929.png"/><Relationship Id="rId250" Type="http://schemas.openxmlformats.org/officeDocument/2006/relationships/customXml" Target="../ink/ink995.xml"/><Relationship Id="rId271" Type="http://schemas.openxmlformats.org/officeDocument/2006/relationships/image" Target="../media/image945.png"/><Relationship Id="rId292" Type="http://schemas.openxmlformats.org/officeDocument/2006/relationships/customXml" Target="../ink/ink1016.xml"/><Relationship Id="rId306" Type="http://schemas.openxmlformats.org/officeDocument/2006/relationships/customXml" Target="../ink/ink1023.xml"/><Relationship Id="rId87" Type="http://schemas.openxmlformats.org/officeDocument/2006/relationships/image" Target="../media/image1148.png"/><Relationship Id="rId110" Type="http://schemas.openxmlformats.org/officeDocument/2006/relationships/customXml" Target="../ink/ink925.xml"/><Relationship Id="rId131" Type="http://schemas.openxmlformats.org/officeDocument/2006/relationships/image" Target="../media/image875.png"/><Relationship Id="rId152" Type="http://schemas.openxmlformats.org/officeDocument/2006/relationships/customXml" Target="../ink/ink946.xml"/><Relationship Id="rId173" Type="http://schemas.openxmlformats.org/officeDocument/2006/relationships/image" Target="../media/image896.png"/><Relationship Id="rId194" Type="http://schemas.openxmlformats.org/officeDocument/2006/relationships/customXml" Target="../ink/ink967.xml"/><Relationship Id="rId208" Type="http://schemas.openxmlformats.org/officeDocument/2006/relationships/customXml" Target="../ink/ink974.xml"/><Relationship Id="rId229" Type="http://schemas.openxmlformats.org/officeDocument/2006/relationships/image" Target="../media/image924.png"/><Relationship Id="rId240" Type="http://schemas.openxmlformats.org/officeDocument/2006/relationships/customXml" Target="../ink/ink990.xml"/><Relationship Id="rId261" Type="http://schemas.openxmlformats.org/officeDocument/2006/relationships/image" Target="../media/image940.png"/><Relationship Id="rId100" Type="http://schemas.openxmlformats.org/officeDocument/2006/relationships/customXml" Target="../ink/ink920.xml"/><Relationship Id="rId282" Type="http://schemas.openxmlformats.org/officeDocument/2006/relationships/customXml" Target="../ink/ink1011.xml"/><Relationship Id="rId98" Type="http://schemas.openxmlformats.org/officeDocument/2006/relationships/customXml" Target="../ink/ink919.xml"/><Relationship Id="rId121" Type="http://schemas.openxmlformats.org/officeDocument/2006/relationships/image" Target="../media/image870.png"/><Relationship Id="rId142" Type="http://schemas.openxmlformats.org/officeDocument/2006/relationships/customXml" Target="../ink/ink941.xml"/><Relationship Id="rId163" Type="http://schemas.openxmlformats.org/officeDocument/2006/relationships/image" Target="../media/image891.png"/><Relationship Id="rId184" Type="http://schemas.openxmlformats.org/officeDocument/2006/relationships/customXml" Target="../ink/ink962.xml"/><Relationship Id="rId219" Type="http://schemas.openxmlformats.org/officeDocument/2006/relationships/image" Target="../media/image919.png"/><Relationship Id="rId230" Type="http://schemas.openxmlformats.org/officeDocument/2006/relationships/customXml" Target="../ink/ink985.xml"/><Relationship Id="rId251" Type="http://schemas.openxmlformats.org/officeDocument/2006/relationships/image" Target="../media/image935.png"/><Relationship Id="rId272" Type="http://schemas.openxmlformats.org/officeDocument/2006/relationships/customXml" Target="../ink/ink1006.xml"/><Relationship Id="rId293" Type="http://schemas.openxmlformats.org/officeDocument/2006/relationships/image" Target="../media/image956.png"/><Relationship Id="rId307" Type="http://schemas.openxmlformats.org/officeDocument/2006/relationships/image" Target="../media/image963.png"/><Relationship Id="rId88" Type="http://schemas.openxmlformats.org/officeDocument/2006/relationships/customXml" Target="../ink/ink914.xml"/><Relationship Id="rId111" Type="http://schemas.openxmlformats.org/officeDocument/2006/relationships/image" Target="../media/image1160.png"/><Relationship Id="rId132" Type="http://schemas.openxmlformats.org/officeDocument/2006/relationships/customXml" Target="../ink/ink936.xml"/><Relationship Id="rId153" Type="http://schemas.openxmlformats.org/officeDocument/2006/relationships/image" Target="../media/image886.png"/><Relationship Id="rId174" Type="http://schemas.openxmlformats.org/officeDocument/2006/relationships/customXml" Target="../ink/ink957.xml"/><Relationship Id="rId195" Type="http://schemas.openxmlformats.org/officeDocument/2006/relationships/image" Target="../media/image907.png"/><Relationship Id="rId209" Type="http://schemas.openxmlformats.org/officeDocument/2006/relationships/image" Target="../media/image914.png"/><Relationship Id="rId220" Type="http://schemas.openxmlformats.org/officeDocument/2006/relationships/customXml" Target="../ink/ink980.xml"/><Relationship Id="rId241" Type="http://schemas.openxmlformats.org/officeDocument/2006/relationships/image" Target="../media/image930.png"/><Relationship Id="rId106" Type="http://schemas.openxmlformats.org/officeDocument/2006/relationships/customXml" Target="../ink/ink923.xml"/><Relationship Id="rId127" Type="http://schemas.openxmlformats.org/officeDocument/2006/relationships/image" Target="../media/image873.png"/><Relationship Id="rId262" Type="http://schemas.openxmlformats.org/officeDocument/2006/relationships/customXml" Target="../ink/ink1001.xml"/><Relationship Id="rId283" Type="http://schemas.openxmlformats.org/officeDocument/2006/relationships/image" Target="../media/image951.png"/><Relationship Id="rId313" Type="http://schemas.openxmlformats.org/officeDocument/2006/relationships/image" Target="../media/image966.png"/><Relationship Id="rId10" Type="http://schemas.openxmlformats.org/officeDocument/2006/relationships/customXml" Target="../ink/ink909.xml"/><Relationship Id="rId94" Type="http://schemas.openxmlformats.org/officeDocument/2006/relationships/customXml" Target="../ink/ink917.xml"/><Relationship Id="rId99" Type="http://schemas.openxmlformats.org/officeDocument/2006/relationships/image" Target="../media/image1154.png"/><Relationship Id="rId101" Type="http://schemas.openxmlformats.org/officeDocument/2006/relationships/image" Target="../media/image1155.png"/><Relationship Id="rId122" Type="http://schemas.openxmlformats.org/officeDocument/2006/relationships/customXml" Target="../ink/ink931.xml"/><Relationship Id="rId143" Type="http://schemas.openxmlformats.org/officeDocument/2006/relationships/image" Target="../media/image881.png"/><Relationship Id="rId148" Type="http://schemas.openxmlformats.org/officeDocument/2006/relationships/customXml" Target="../ink/ink944.xml"/><Relationship Id="rId164" Type="http://schemas.openxmlformats.org/officeDocument/2006/relationships/customXml" Target="../ink/ink952.xml"/><Relationship Id="rId169" Type="http://schemas.openxmlformats.org/officeDocument/2006/relationships/image" Target="../media/image894.png"/><Relationship Id="rId185" Type="http://schemas.openxmlformats.org/officeDocument/2006/relationships/image" Target="../media/image902.png"/><Relationship Id="rId9" Type="http://schemas.openxmlformats.org/officeDocument/2006/relationships/image" Target="../media/image1109.png"/><Relationship Id="rId180" Type="http://schemas.openxmlformats.org/officeDocument/2006/relationships/customXml" Target="../ink/ink960.xml"/><Relationship Id="rId210" Type="http://schemas.openxmlformats.org/officeDocument/2006/relationships/customXml" Target="../ink/ink975.xml"/><Relationship Id="rId215" Type="http://schemas.openxmlformats.org/officeDocument/2006/relationships/image" Target="../media/image917.png"/><Relationship Id="rId236" Type="http://schemas.openxmlformats.org/officeDocument/2006/relationships/customXml" Target="../ink/ink988.xml"/><Relationship Id="rId257" Type="http://schemas.openxmlformats.org/officeDocument/2006/relationships/image" Target="../media/image938.png"/><Relationship Id="rId278" Type="http://schemas.openxmlformats.org/officeDocument/2006/relationships/customXml" Target="../ink/ink1009.xml"/><Relationship Id="rId231" Type="http://schemas.openxmlformats.org/officeDocument/2006/relationships/image" Target="../media/image925.png"/><Relationship Id="rId252" Type="http://schemas.openxmlformats.org/officeDocument/2006/relationships/customXml" Target="../ink/ink996.xml"/><Relationship Id="rId273" Type="http://schemas.openxmlformats.org/officeDocument/2006/relationships/image" Target="../media/image946.png"/><Relationship Id="rId294" Type="http://schemas.openxmlformats.org/officeDocument/2006/relationships/customXml" Target="../ink/ink1017.xml"/><Relationship Id="rId308" Type="http://schemas.openxmlformats.org/officeDocument/2006/relationships/customXml" Target="../ink/ink1024.xml"/><Relationship Id="rId89" Type="http://schemas.openxmlformats.org/officeDocument/2006/relationships/image" Target="../media/image1149.png"/><Relationship Id="rId112" Type="http://schemas.openxmlformats.org/officeDocument/2006/relationships/customXml" Target="../ink/ink926.xml"/><Relationship Id="rId133" Type="http://schemas.openxmlformats.org/officeDocument/2006/relationships/image" Target="../media/image876.png"/><Relationship Id="rId154" Type="http://schemas.openxmlformats.org/officeDocument/2006/relationships/customXml" Target="../ink/ink947.xml"/><Relationship Id="rId175" Type="http://schemas.openxmlformats.org/officeDocument/2006/relationships/image" Target="../media/image897.png"/><Relationship Id="rId196" Type="http://schemas.openxmlformats.org/officeDocument/2006/relationships/customXml" Target="../ink/ink968.xml"/><Relationship Id="rId200" Type="http://schemas.openxmlformats.org/officeDocument/2006/relationships/customXml" Target="../ink/ink970.xml"/><Relationship Id="rId221" Type="http://schemas.openxmlformats.org/officeDocument/2006/relationships/image" Target="../media/image920.png"/><Relationship Id="rId242" Type="http://schemas.openxmlformats.org/officeDocument/2006/relationships/customXml" Target="../ink/ink991.xml"/><Relationship Id="rId263" Type="http://schemas.openxmlformats.org/officeDocument/2006/relationships/image" Target="../media/image941.png"/><Relationship Id="rId284" Type="http://schemas.openxmlformats.org/officeDocument/2006/relationships/customXml" Target="../ink/ink1012.xml"/><Relationship Id="rId102" Type="http://schemas.openxmlformats.org/officeDocument/2006/relationships/customXml" Target="../ink/ink921.xml"/><Relationship Id="rId123" Type="http://schemas.openxmlformats.org/officeDocument/2006/relationships/image" Target="../media/image871.png"/><Relationship Id="rId144" Type="http://schemas.openxmlformats.org/officeDocument/2006/relationships/customXml" Target="../ink/ink942.xml"/><Relationship Id="rId90" Type="http://schemas.openxmlformats.org/officeDocument/2006/relationships/customXml" Target="../ink/ink915.xml"/><Relationship Id="rId165" Type="http://schemas.openxmlformats.org/officeDocument/2006/relationships/image" Target="../media/image892.png"/><Relationship Id="rId186" Type="http://schemas.openxmlformats.org/officeDocument/2006/relationships/customXml" Target="../ink/ink963.xml"/><Relationship Id="rId211" Type="http://schemas.openxmlformats.org/officeDocument/2006/relationships/image" Target="../media/image915.png"/><Relationship Id="rId232" Type="http://schemas.openxmlformats.org/officeDocument/2006/relationships/customXml" Target="../ink/ink986.xml"/><Relationship Id="rId253" Type="http://schemas.openxmlformats.org/officeDocument/2006/relationships/image" Target="../media/image936.png"/><Relationship Id="rId274" Type="http://schemas.openxmlformats.org/officeDocument/2006/relationships/customXml" Target="../ink/ink1007.xml"/><Relationship Id="rId295" Type="http://schemas.openxmlformats.org/officeDocument/2006/relationships/image" Target="../media/image957.png"/><Relationship Id="rId309" Type="http://schemas.openxmlformats.org/officeDocument/2006/relationships/image" Target="../media/image964.png"/><Relationship Id="rId113" Type="http://schemas.openxmlformats.org/officeDocument/2006/relationships/image" Target="../media/image1161.png"/><Relationship Id="rId134" Type="http://schemas.openxmlformats.org/officeDocument/2006/relationships/customXml" Target="../ink/ink937.xml"/><Relationship Id="rId155" Type="http://schemas.openxmlformats.org/officeDocument/2006/relationships/image" Target="../media/image887.png"/><Relationship Id="rId176" Type="http://schemas.openxmlformats.org/officeDocument/2006/relationships/customXml" Target="../ink/ink958.xml"/><Relationship Id="rId197" Type="http://schemas.openxmlformats.org/officeDocument/2006/relationships/image" Target="../media/image908.png"/><Relationship Id="rId201" Type="http://schemas.openxmlformats.org/officeDocument/2006/relationships/image" Target="../media/image910.png"/><Relationship Id="rId222" Type="http://schemas.openxmlformats.org/officeDocument/2006/relationships/customXml" Target="../ink/ink981.xml"/><Relationship Id="rId243" Type="http://schemas.openxmlformats.org/officeDocument/2006/relationships/image" Target="../media/image931.png"/><Relationship Id="rId264" Type="http://schemas.openxmlformats.org/officeDocument/2006/relationships/customXml" Target="../ink/ink1002.xml"/><Relationship Id="rId285" Type="http://schemas.openxmlformats.org/officeDocument/2006/relationships/image" Target="../media/image952.png"/><Relationship Id="rId103" Type="http://schemas.openxmlformats.org/officeDocument/2006/relationships/image" Target="../media/image1156.png"/><Relationship Id="rId124" Type="http://schemas.openxmlformats.org/officeDocument/2006/relationships/customXml" Target="../ink/ink932.xml"/><Relationship Id="rId310" Type="http://schemas.openxmlformats.org/officeDocument/2006/relationships/customXml" Target="../ink/ink1025.xml"/><Relationship Id="rId91" Type="http://schemas.openxmlformats.org/officeDocument/2006/relationships/image" Target="../media/image1150.png"/><Relationship Id="rId145" Type="http://schemas.openxmlformats.org/officeDocument/2006/relationships/image" Target="../media/image882.png"/><Relationship Id="rId166" Type="http://schemas.openxmlformats.org/officeDocument/2006/relationships/customXml" Target="../ink/ink953.xml"/><Relationship Id="rId187" Type="http://schemas.openxmlformats.org/officeDocument/2006/relationships/image" Target="../media/image90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976.xml"/><Relationship Id="rId233" Type="http://schemas.openxmlformats.org/officeDocument/2006/relationships/image" Target="../media/image926.png"/><Relationship Id="rId254" Type="http://schemas.openxmlformats.org/officeDocument/2006/relationships/customXml" Target="../ink/ink997.xml"/><Relationship Id="rId114" Type="http://schemas.openxmlformats.org/officeDocument/2006/relationships/customXml" Target="../ink/ink927.xml"/><Relationship Id="rId275" Type="http://schemas.openxmlformats.org/officeDocument/2006/relationships/image" Target="../media/image947.png"/><Relationship Id="rId296" Type="http://schemas.openxmlformats.org/officeDocument/2006/relationships/customXml" Target="../ink/ink1018.xml"/><Relationship Id="rId300" Type="http://schemas.openxmlformats.org/officeDocument/2006/relationships/customXml" Target="../ink/ink1020.xml"/><Relationship Id="rId81" Type="http://schemas.openxmlformats.org/officeDocument/2006/relationships/image" Target="../media/image1145.png"/><Relationship Id="rId135" Type="http://schemas.openxmlformats.org/officeDocument/2006/relationships/image" Target="../media/image877.png"/><Relationship Id="rId156" Type="http://schemas.openxmlformats.org/officeDocument/2006/relationships/customXml" Target="../ink/ink948.xml"/><Relationship Id="rId177" Type="http://schemas.openxmlformats.org/officeDocument/2006/relationships/image" Target="../media/image898.png"/><Relationship Id="rId198" Type="http://schemas.openxmlformats.org/officeDocument/2006/relationships/customXml" Target="../ink/ink969.xml"/><Relationship Id="rId202" Type="http://schemas.openxmlformats.org/officeDocument/2006/relationships/customXml" Target="../ink/ink971.xml"/><Relationship Id="rId223" Type="http://schemas.openxmlformats.org/officeDocument/2006/relationships/image" Target="../media/image921.png"/><Relationship Id="rId244" Type="http://schemas.openxmlformats.org/officeDocument/2006/relationships/customXml" Target="../ink/ink992.xml"/><Relationship Id="rId265" Type="http://schemas.openxmlformats.org/officeDocument/2006/relationships/image" Target="../media/image942.png"/><Relationship Id="rId286" Type="http://schemas.openxmlformats.org/officeDocument/2006/relationships/customXml" Target="../ink/ink1013.xml"/><Relationship Id="rId104" Type="http://schemas.openxmlformats.org/officeDocument/2006/relationships/customXml" Target="../ink/ink922.xml"/><Relationship Id="rId125" Type="http://schemas.openxmlformats.org/officeDocument/2006/relationships/image" Target="../media/image872.png"/><Relationship Id="rId146" Type="http://schemas.openxmlformats.org/officeDocument/2006/relationships/customXml" Target="../ink/ink943.xml"/><Relationship Id="rId167" Type="http://schemas.openxmlformats.org/officeDocument/2006/relationships/image" Target="../media/image893.png"/><Relationship Id="rId188" Type="http://schemas.openxmlformats.org/officeDocument/2006/relationships/customXml" Target="../ink/ink964.xml"/><Relationship Id="rId311" Type="http://schemas.openxmlformats.org/officeDocument/2006/relationships/image" Target="../media/image965.png"/><Relationship Id="rId92" Type="http://schemas.openxmlformats.org/officeDocument/2006/relationships/customXml" Target="../ink/ink916.xml"/><Relationship Id="rId213" Type="http://schemas.openxmlformats.org/officeDocument/2006/relationships/image" Target="../media/image916.png"/><Relationship Id="rId234" Type="http://schemas.openxmlformats.org/officeDocument/2006/relationships/customXml" Target="../ink/ink987.xml"/><Relationship Id="rId2" Type="http://schemas.openxmlformats.org/officeDocument/2006/relationships/customXml" Target="../ink/ink908.xml"/><Relationship Id="rId255" Type="http://schemas.openxmlformats.org/officeDocument/2006/relationships/image" Target="../media/image937.png"/><Relationship Id="rId276" Type="http://schemas.openxmlformats.org/officeDocument/2006/relationships/customXml" Target="../ink/ink1008.xml"/><Relationship Id="rId297" Type="http://schemas.openxmlformats.org/officeDocument/2006/relationships/image" Target="../media/image958.png"/><Relationship Id="rId115" Type="http://schemas.openxmlformats.org/officeDocument/2006/relationships/image" Target="../media/image1162.png"/><Relationship Id="rId136" Type="http://schemas.openxmlformats.org/officeDocument/2006/relationships/customXml" Target="../ink/ink938.xml"/><Relationship Id="rId157" Type="http://schemas.openxmlformats.org/officeDocument/2006/relationships/image" Target="../media/image888.png"/><Relationship Id="rId178" Type="http://schemas.openxmlformats.org/officeDocument/2006/relationships/customXml" Target="../ink/ink959.xml"/><Relationship Id="rId301" Type="http://schemas.openxmlformats.org/officeDocument/2006/relationships/image" Target="../media/image960.png"/><Relationship Id="rId82" Type="http://schemas.openxmlformats.org/officeDocument/2006/relationships/customXml" Target="../ink/ink911.xml"/><Relationship Id="rId199" Type="http://schemas.openxmlformats.org/officeDocument/2006/relationships/image" Target="../media/image909.png"/><Relationship Id="rId203" Type="http://schemas.openxmlformats.org/officeDocument/2006/relationships/image" Target="../media/image911.png"/><Relationship Id="rId224" Type="http://schemas.openxmlformats.org/officeDocument/2006/relationships/customXml" Target="../ink/ink982.xml"/><Relationship Id="rId245" Type="http://schemas.openxmlformats.org/officeDocument/2006/relationships/image" Target="../media/image932.png"/><Relationship Id="rId266" Type="http://schemas.openxmlformats.org/officeDocument/2006/relationships/customXml" Target="../ink/ink1003.xml"/><Relationship Id="rId287" Type="http://schemas.openxmlformats.org/officeDocument/2006/relationships/image" Target="../media/image953.png"/><Relationship Id="rId105" Type="http://schemas.openxmlformats.org/officeDocument/2006/relationships/image" Target="../media/image1157.png"/><Relationship Id="rId126" Type="http://schemas.openxmlformats.org/officeDocument/2006/relationships/customXml" Target="../ink/ink933.xml"/><Relationship Id="rId147" Type="http://schemas.openxmlformats.org/officeDocument/2006/relationships/image" Target="../media/image883.png"/><Relationship Id="rId168" Type="http://schemas.openxmlformats.org/officeDocument/2006/relationships/customXml" Target="../ink/ink954.xml"/><Relationship Id="rId312" Type="http://schemas.openxmlformats.org/officeDocument/2006/relationships/customXml" Target="../ink/ink1026.xml"/><Relationship Id="rId93" Type="http://schemas.openxmlformats.org/officeDocument/2006/relationships/image" Target="../media/image1151.png"/><Relationship Id="rId189" Type="http://schemas.openxmlformats.org/officeDocument/2006/relationships/image" Target="../media/image904.png"/><Relationship Id="rId214" Type="http://schemas.openxmlformats.org/officeDocument/2006/relationships/customXml" Target="../ink/ink977.xml"/><Relationship Id="rId235" Type="http://schemas.openxmlformats.org/officeDocument/2006/relationships/image" Target="../media/image927.png"/><Relationship Id="rId256" Type="http://schemas.openxmlformats.org/officeDocument/2006/relationships/customXml" Target="../ink/ink998.xml"/><Relationship Id="rId277" Type="http://schemas.openxmlformats.org/officeDocument/2006/relationships/image" Target="../media/image948.png"/><Relationship Id="rId298" Type="http://schemas.openxmlformats.org/officeDocument/2006/relationships/customXml" Target="../ink/ink1019.xml"/><Relationship Id="rId116" Type="http://schemas.openxmlformats.org/officeDocument/2006/relationships/customXml" Target="../ink/ink928.xml"/><Relationship Id="rId137" Type="http://schemas.openxmlformats.org/officeDocument/2006/relationships/image" Target="../media/image878.png"/><Relationship Id="rId158" Type="http://schemas.openxmlformats.org/officeDocument/2006/relationships/customXml" Target="../ink/ink949.xml"/><Relationship Id="rId302" Type="http://schemas.openxmlformats.org/officeDocument/2006/relationships/customXml" Target="../ink/ink1021.xml"/><Relationship Id="rId83" Type="http://schemas.openxmlformats.org/officeDocument/2006/relationships/image" Target="../media/image1146.png"/><Relationship Id="rId179" Type="http://schemas.openxmlformats.org/officeDocument/2006/relationships/image" Target="../media/image899.png"/><Relationship Id="rId190" Type="http://schemas.openxmlformats.org/officeDocument/2006/relationships/customXml" Target="../ink/ink965.xml"/><Relationship Id="rId204" Type="http://schemas.openxmlformats.org/officeDocument/2006/relationships/customXml" Target="../ink/ink972.xml"/><Relationship Id="rId225" Type="http://schemas.openxmlformats.org/officeDocument/2006/relationships/image" Target="../media/image922.png"/><Relationship Id="rId246" Type="http://schemas.openxmlformats.org/officeDocument/2006/relationships/customXml" Target="../ink/ink993.xml"/><Relationship Id="rId267" Type="http://schemas.openxmlformats.org/officeDocument/2006/relationships/image" Target="../media/image943.png"/><Relationship Id="rId288" Type="http://schemas.openxmlformats.org/officeDocument/2006/relationships/customXml" Target="../ink/ink1014.xml"/></Relationships>
</file>

<file path=ppt/slides/_rels/slide3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85.xml"/><Relationship Id="rId21" Type="http://schemas.openxmlformats.org/officeDocument/2006/relationships/customXml" Target="../ink/ink1037.xml"/><Relationship Id="rId42" Type="http://schemas.openxmlformats.org/officeDocument/2006/relationships/image" Target="../media/image988.png"/><Relationship Id="rId63" Type="http://schemas.openxmlformats.org/officeDocument/2006/relationships/customXml" Target="../ink/ink1058.xml"/><Relationship Id="rId84" Type="http://schemas.openxmlformats.org/officeDocument/2006/relationships/image" Target="../media/image1009.png"/><Relationship Id="rId138" Type="http://schemas.openxmlformats.org/officeDocument/2006/relationships/image" Target="../media/image1036.png"/><Relationship Id="rId107" Type="http://schemas.openxmlformats.org/officeDocument/2006/relationships/customXml" Target="../ink/ink1080.xml"/><Relationship Id="rId11" Type="http://schemas.openxmlformats.org/officeDocument/2006/relationships/customXml" Target="../ink/ink1032.xml"/><Relationship Id="rId32" Type="http://schemas.openxmlformats.org/officeDocument/2006/relationships/image" Target="../media/image983.png"/><Relationship Id="rId53" Type="http://schemas.openxmlformats.org/officeDocument/2006/relationships/customXml" Target="../ink/ink1053.xml"/><Relationship Id="rId74" Type="http://schemas.openxmlformats.org/officeDocument/2006/relationships/image" Target="../media/image1004.png"/><Relationship Id="rId128" Type="http://schemas.openxmlformats.org/officeDocument/2006/relationships/image" Target="../media/image1031.png"/><Relationship Id="rId149" Type="http://schemas.openxmlformats.org/officeDocument/2006/relationships/customXml" Target="../ink/ink1101.xml"/><Relationship Id="rId5" Type="http://schemas.openxmlformats.org/officeDocument/2006/relationships/customXml" Target="../ink/ink1029.xml"/><Relationship Id="rId95" Type="http://schemas.openxmlformats.org/officeDocument/2006/relationships/customXml" Target="../ink/ink1074.xml"/><Relationship Id="rId22" Type="http://schemas.openxmlformats.org/officeDocument/2006/relationships/image" Target="../media/image978.png"/><Relationship Id="rId27" Type="http://schemas.openxmlformats.org/officeDocument/2006/relationships/customXml" Target="../ink/ink1040.xml"/><Relationship Id="rId43" Type="http://schemas.openxmlformats.org/officeDocument/2006/relationships/customXml" Target="../ink/ink1048.xml"/><Relationship Id="rId48" Type="http://schemas.openxmlformats.org/officeDocument/2006/relationships/image" Target="../media/image991.png"/><Relationship Id="rId64" Type="http://schemas.openxmlformats.org/officeDocument/2006/relationships/image" Target="../media/image999.png"/><Relationship Id="rId69" Type="http://schemas.openxmlformats.org/officeDocument/2006/relationships/customXml" Target="../ink/ink1061.xml"/><Relationship Id="rId113" Type="http://schemas.openxmlformats.org/officeDocument/2006/relationships/customXml" Target="../ink/ink1083.xml"/><Relationship Id="rId118" Type="http://schemas.openxmlformats.org/officeDocument/2006/relationships/image" Target="../media/image1026.png"/><Relationship Id="rId134" Type="http://schemas.openxmlformats.org/officeDocument/2006/relationships/image" Target="../media/image1034.png"/><Relationship Id="rId139" Type="http://schemas.openxmlformats.org/officeDocument/2006/relationships/customXml" Target="../ink/ink1096.xml"/><Relationship Id="rId80" Type="http://schemas.openxmlformats.org/officeDocument/2006/relationships/image" Target="../media/image1007.png"/><Relationship Id="rId85" Type="http://schemas.openxmlformats.org/officeDocument/2006/relationships/customXml" Target="../ink/ink1069.xml"/><Relationship Id="rId150" Type="http://schemas.openxmlformats.org/officeDocument/2006/relationships/image" Target="../media/image1042.png"/><Relationship Id="rId12" Type="http://schemas.openxmlformats.org/officeDocument/2006/relationships/image" Target="../media/image973.png"/><Relationship Id="rId17" Type="http://schemas.openxmlformats.org/officeDocument/2006/relationships/customXml" Target="../ink/ink1035.xml"/><Relationship Id="rId33" Type="http://schemas.openxmlformats.org/officeDocument/2006/relationships/customXml" Target="../ink/ink1043.xml"/><Relationship Id="rId38" Type="http://schemas.openxmlformats.org/officeDocument/2006/relationships/image" Target="../media/image986.png"/><Relationship Id="rId59" Type="http://schemas.openxmlformats.org/officeDocument/2006/relationships/customXml" Target="../ink/ink1056.xml"/><Relationship Id="rId103" Type="http://schemas.openxmlformats.org/officeDocument/2006/relationships/customXml" Target="../ink/ink1078.xml"/><Relationship Id="rId108" Type="http://schemas.openxmlformats.org/officeDocument/2006/relationships/image" Target="../media/image1021.png"/><Relationship Id="rId124" Type="http://schemas.openxmlformats.org/officeDocument/2006/relationships/image" Target="../media/image1029.png"/><Relationship Id="rId129" Type="http://schemas.openxmlformats.org/officeDocument/2006/relationships/customXml" Target="../ink/ink1091.xml"/><Relationship Id="rId54" Type="http://schemas.openxmlformats.org/officeDocument/2006/relationships/image" Target="../media/image994.png"/><Relationship Id="rId70" Type="http://schemas.openxmlformats.org/officeDocument/2006/relationships/image" Target="../media/image1002.png"/><Relationship Id="rId75" Type="http://schemas.openxmlformats.org/officeDocument/2006/relationships/customXml" Target="../ink/ink1064.xml"/><Relationship Id="rId91" Type="http://schemas.openxmlformats.org/officeDocument/2006/relationships/customXml" Target="../ink/ink1072.xml"/><Relationship Id="rId96" Type="http://schemas.openxmlformats.org/officeDocument/2006/relationships/image" Target="../media/image1015.png"/><Relationship Id="rId140" Type="http://schemas.openxmlformats.org/officeDocument/2006/relationships/image" Target="../media/image1037.png"/><Relationship Id="rId145" Type="http://schemas.openxmlformats.org/officeDocument/2006/relationships/customXml" Target="../ink/ink109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70.png"/><Relationship Id="rId23" Type="http://schemas.openxmlformats.org/officeDocument/2006/relationships/customXml" Target="../ink/ink1038.xml"/><Relationship Id="rId28" Type="http://schemas.openxmlformats.org/officeDocument/2006/relationships/image" Target="../media/image981.png"/><Relationship Id="rId49" Type="http://schemas.openxmlformats.org/officeDocument/2006/relationships/customXml" Target="../ink/ink1051.xml"/><Relationship Id="rId114" Type="http://schemas.openxmlformats.org/officeDocument/2006/relationships/image" Target="../media/image1024.png"/><Relationship Id="rId119" Type="http://schemas.openxmlformats.org/officeDocument/2006/relationships/customXml" Target="../ink/ink1086.xml"/><Relationship Id="rId44" Type="http://schemas.openxmlformats.org/officeDocument/2006/relationships/image" Target="../media/image989.png"/><Relationship Id="rId60" Type="http://schemas.openxmlformats.org/officeDocument/2006/relationships/image" Target="../media/image997.png"/><Relationship Id="rId65" Type="http://schemas.openxmlformats.org/officeDocument/2006/relationships/customXml" Target="../ink/ink1059.xml"/><Relationship Id="rId81" Type="http://schemas.openxmlformats.org/officeDocument/2006/relationships/customXml" Target="../ink/ink1067.xml"/><Relationship Id="rId86" Type="http://schemas.openxmlformats.org/officeDocument/2006/relationships/image" Target="../media/image1010.png"/><Relationship Id="rId130" Type="http://schemas.openxmlformats.org/officeDocument/2006/relationships/image" Target="../media/image1032.png"/><Relationship Id="rId135" Type="http://schemas.openxmlformats.org/officeDocument/2006/relationships/customXml" Target="../ink/ink1094.xml"/><Relationship Id="rId151" Type="http://schemas.openxmlformats.org/officeDocument/2006/relationships/customXml" Target="../ink/ink1102.xml"/><Relationship Id="rId13" Type="http://schemas.openxmlformats.org/officeDocument/2006/relationships/customXml" Target="../ink/ink1033.xml"/><Relationship Id="rId18" Type="http://schemas.openxmlformats.org/officeDocument/2006/relationships/image" Target="../media/image976.png"/><Relationship Id="rId39" Type="http://schemas.openxmlformats.org/officeDocument/2006/relationships/customXml" Target="../ink/ink1046.xml"/><Relationship Id="rId109" Type="http://schemas.openxmlformats.org/officeDocument/2006/relationships/customXml" Target="../ink/ink1081.xml"/><Relationship Id="rId34" Type="http://schemas.openxmlformats.org/officeDocument/2006/relationships/image" Target="../media/image984.png"/><Relationship Id="rId50" Type="http://schemas.openxmlformats.org/officeDocument/2006/relationships/image" Target="../media/image992.png"/><Relationship Id="rId55" Type="http://schemas.openxmlformats.org/officeDocument/2006/relationships/customXml" Target="../ink/ink1054.xml"/><Relationship Id="rId76" Type="http://schemas.openxmlformats.org/officeDocument/2006/relationships/image" Target="../media/image1005.png"/><Relationship Id="rId97" Type="http://schemas.openxmlformats.org/officeDocument/2006/relationships/customXml" Target="../ink/ink1075.xml"/><Relationship Id="rId104" Type="http://schemas.openxmlformats.org/officeDocument/2006/relationships/image" Target="../media/image1019.png"/><Relationship Id="rId120" Type="http://schemas.openxmlformats.org/officeDocument/2006/relationships/image" Target="../media/image1027.png"/><Relationship Id="rId125" Type="http://schemas.openxmlformats.org/officeDocument/2006/relationships/customXml" Target="../ink/ink1089.xml"/><Relationship Id="rId141" Type="http://schemas.openxmlformats.org/officeDocument/2006/relationships/customXml" Target="../ink/ink1097.xml"/><Relationship Id="rId146" Type="http://schemas.openxmlformats.org/officeDocument/2006/relationships/image" Target="../media/image1040.png"/><Relationship Id="rId7" Type="http://schemas.openxmlformats.org/officeDocument/2006/relationships/customXml" Target="../ink/ink1030.xml"/><Relationship Id="rId71" Type="http://schemas.openxmlformats.org/officeDocument/2006/relationships/customXml" Target="../ink/ink1062.xml"/><Relationship Id="rId92" Type="http://schemas.openxmlformats.org/officeDocument/2006/relationships/image" Target="../media/image1013.png"/><Relationship Id="rId2" Type="http://schemas.openxmlformats.org/officeDocument/2006/relationships/image" Target="../media/image968.png"/><Relationship Id="rId29" Type="http://schemas.openxmlformats.org/officeDocument/2006/relationships/customXml" Target="../ink/ink1041.xml"/><Relationship Id="rId24" Type="http://schemas.openxmlformats.org/officeDocument/2006/relationships/image" Target="../media/image979.png"/><Relationship Id="rId40" Type="http://schemas.openxmlformats.org/officeDocument/2006/relationships/image" Target="../media/image987.png"/><Relationship Id="rId45" Type="http://schemas.openxmlformats.org/officeDocument/2006/relationships/customXml" Target="../ink/ink1049.xml"/><Relationship Id="rId66" Type="http://schemas.openxmlformats.org/officeDocument/2006/relationships/image" Target="../media/image1000.png"/><Relationship Id="rId87" Type="http://schemas.openxmlformats.org/officeDocument/2006/relationships/customXml" Target="../ink/ink1070.xml"/><Relationship Id="rId110" Type="http://schemas.openxmlformats.org/officeDocument/2006/relationships/image" Target="../media/image1022.png"/><Relationship Id="rId115" Type="http://schemas.openxmlformats.org/officeDocument/2006/relationships/customXml" Target="../ink/ink1084.xml"/><Relationship Id="rId131" Type="http://schemas.openxmlformats.org/officeDocument/2006/relationships/customXml" Target="../ink/ink1092.xml"/><Relationship Id="rId136" Type="http://schemas.openxmlformats.org/officeDocument/2006/relationships/image" Target="../media/image1035.png"/><Relationship Id="rId61" Type="http://schemas.openxmlformats.org/officeDocument/2006/relationships/customXml" Target="../ink/ink1057.xml"/><Relationship Id="rId82" Type="http://schemas.openxmlformats.org/officeDocument/2006/relationships/image" Target="../media/image1008.png"/><Relationship Id="rId152" Type="http://schemas.openxmlformats.org/officeDocument/2006/relationships/image" Target="../media/image1043.png"/><Relationship Id="rId19" Type="http://schemas.openxmlformats.org/officeDocument/2006/relationships/customXml" Target="../ink/ink1036.xml"/><Relationship Id="rId14" Type="http://schemas.openxmlformats.org/officeDocument/2006/relationships/image" Target="../media/image974.png"/><Relationship Id="rId30" Type="http://schemas.openxmlformats.org/officeDocument/2006/relationships/image" Target="../media/image982.png"/><Relationship Id="rId35" Type="http://schemas.openxmlformats.org/officeDocument/2006/relationships/customXml" Target="../ink/ink1044.xml"/><Relationship Id="rId56" Type="http://schemas.openxmlformats.org/officeDocument/2006/relationships/image" Target="../media/image995.png"/><Relationship Id="rId77" Type="http://schemas.openxmlformats.org/officeDocument/2006/relationships/customXml" Target="../ink/ink1065.xml"/><Relationship Id="rId100" Type="http://schemas.openxmlformats.org/officeDocument/2006/relationships/image" Target="../media/image1017.png"/><Relationship Id="rId105" Type="http://schemas.openxmlformats.org/officeDocument/2006/relationships/customXml" Target="../ink/ink1079.xml"/><Relationship Id="rId126" Type="http://schemas.openxmlformats.org/officeDocument/2006/relationships/image" Target="../media/image1030.png"/><Relationship Id="rId147" Type="http://schemas.openxmlformats.org/officeDocument/2006/relationships/customXml" Target="../ink/ink1100.xml"/><Relationship Id="rId8" Type="http://schemas.openxmlformats.org/officeDocument/2006/relationships/image" Target="../media/image971.png"/><Relationship Id="rId51" Type="http://schemas.openxmlformats.org/officeDocument/2006/relationships/customXml" Target="../ink/ink1052.xml"/><Relationship Id="rId72" Type="http://schemas.openxmlformats.org/officeDocument/2006/relationships/image" Target="../media/image1003.png"/><Relationship Id="rId93" Type="http://schemas.openxmlformats.org/officeDocument/2006/relationships/customXml" Target="../ink/ink1073.xml"/><Relationship Id="rId98" Type="http://schemas.openxmlformats.org/officeDocument/2006/relationships/image" Target="../media/image1016.png"/><Relationship Id="rId121" Type="http://schemas.openxmlformats.org/officeDocument/2006/relationships/customXml" Target="../ink/ink1087.xml"/><Relationship Id="rId142" Type="http://schemas.openxmlformats.org/officeDocument/2006/relationships/image" Target="../media/image1038.png"/><Relationship Id="rId3" Type="http://schemas.openxmlformats.org/officeDocument/2006/relationships/customXml" Target="../ink/ink1028.xml"/><Relationship Id="rId25" Type="http://schemas.openxmlformats.org/officeDocument/2006/relationships/customXml" Target="../ink/ink1039.xml"/><Relationship Id="rId46" Type="http://schemas.openxmlformats.org/officeDocument/2006/relationships/image" Target="../media/image990.png"/><Relationship Id="rId67" Type="http://schemas.openxmlformats.org/officeDocument/2006/relationships/customXml" Target="../ink/ink1060.xml"/><Relationship Id="rId116" Type="http://schemas.openxmlformats.org/officeDocument/2006/relationships/image" Target="../media/image1025.png"/><Relationship Id="rId137" Type="http://schemas.openxmlformats.org/officeDocument/2006/relationships/customXml" Target="../ink/ink1095.xml"/><Relationship Id="rId20" Type="http://schemas.openxmlformats.org/officeDocument/2006/relationships/image" Target="../media/image977.png"/><Relationship Id="rId41" Type="http://schemas.openxmlformats.org/officeDocument/2006/relationships/customXml" Target="../ink/ink1047.xml"/><Relationship Id="rId62" Type="http://schemas.openxmlformats.org/officeDocument/2006/relationships/image" Target="../media/image998.png"/><Relationship Id="rId83" Type="http://schemas.openxmlformats.org/officeDocument/2006/relationships/customXml" Target="../ink/ink1068.xml"/><Relationship Id="rId88" Type="http://schemas.openxmlformats.org/officeDocument/2006/relationships/image" Target="../media/image1011.png"/><Relationship Id="rId111" Type="http://schemas.openxmlformats.org/officeDocument/2006/relationships/customXml" Target="../ink/ink1082.xml"/><Relationship Id="rId132" Type="http://schemas.openxmlformats.org/officeDocument/2006/relationships/image" Target="../media/image1033.png"/><Relationship Id="rId153" Type="http://schemas.openxmlformats.org/officeDocument/2006/relationships/customXml" Target="../ink/ink1103.xml"/><Relationship Id="rId15" Type="http://schemas.openxmlformats.org/officeDocument/2006/relationships/customXml" Target="../ink/ink1034.xml"/><Relationship Id="rId36" Type="http://schemas.openxmlformats.org/officeDocument/2006/relationships/image" Target="../media/image985.png"/><Relationship Id="rId57" Type="http://schemas.openxmlformats.org/officeDocument/2006/relationships/customXml" Target="../ink/ink1055.xml"/><Relationship Id="rId106" Type="http://schemas.openxmlformats.org/officeDocument/2006/relationships/image" Target="../media/image1020.png"/><Relationship Id="rId127" Type="http://schemas.openxmlformats.org/officeDocument/2006/relationships/customXml" Target="../ink/ink1090.xml"/><Relationship Id="rId10" Type="http://schemas.openxmlformats.org/officeDocument/2006/relationships/image" Target="../media/image972.png"/><Relationship Id="rId31" Type="http://schemas.openxmlformats.org/officeDocument/2006/relationships/customXml" Target="../ink/ink1042.xml"/><Relationship Id="rId52" Type="http://schemas.openxmlformats.org/officeDocument/2006/relationships/image" Target="../media/image993.png"/><Relationship Id="rId73" Type="http://schemas.openxmlformats.org/officeDocument/2006/relationships/customXml" Target="../ink/ink1063.xml"/><Relationship Id="rId78" Type="http://schemas.openxmlformats.org/officeDocument/2006/relationships/image" Target="../media/image1006.png"/><Relationship Id="rId94" Type="http://schemas.openxmlformats.org/officeDocument/2006/relationships/image" Target="../media/image1014.png"/><Relationship Id="rId99" Type="http://schemas.openxmlformats.org/officeDocument/2006/relationships/customXml" Target="../ink/ink1076.xml"/><Relationship Id="rId101" Type="http://schemas.openxmlformats.org/officeDocument/2006/relationships/customXml" Target="../ink/ink1077.xml"/><Relationship Id="rId122" Type="http://schemas.openxmlformats.org/officeDocument/2006/relationships/image" Target="../media/image1028.png"/><Relationship Id="rId143" Type="http://schemas.openxmlformats.org/officeDocument/2006/relationships/customXml" Target="../ink/ink1098.xml"/><Relationship Id="rId148" Type="http://schemas.openxmlformats.org/officeDocument/2006/relationships/image" Target="../media/image1041.png"/><Relationship Id="rId4" Type="http://schemas.openxmlformats.org/officeDocument/2006/relationships/image" Target="../media/image969.png"/><Relationship Id="rId9" Type="http://schemas.openxmlformats.org/officeDocument/2006/relationships/customXml" Target="../ink/ink1031.xml"/><Relationship Id="rId26" Type="http://schemas.openxmlformats.org/officeDocument/2006/relationships/image" Target="../media/image980.png"/><Relationship Id="rId47" Type="http://schemas.openxmlformats.org/officeDocument/2006/relationships/customXml" Target="../ink/ink1050.xml"/><Relationship Id="rId68" Type="http://schemas.openxmlformats.org/officeDocument/2006/relationships/image" Target="../media/image1001.png"/><Relationship Id="rId89" Type="http://schemas.openxmlformats.org/officeDocument/2006/relationships/customXml" Target="../ink/ink1071.xml"/><Relationship Id="rId112" Type="http://schemas.openxmlformats.org/officeDocument/2006/relationships/image" Target="../media/image1023.png"/><Relationship Id="rId133" Type="http://schemas.openxmlformats.org/officeDocument/2006/relationships/customXml" Target="../ink/ink1093.xml"/><Relationship Id="rId154" Type="http://schemas.openxmlformats.org/officeDocument/2006/relationships/image" Target="../media/image1044.png"/><Relationship Id="rId16" Type="http://schemas.openxmlformats.org/officeDocument/2006/relationships/image" Target="../media/image975.png"/><Relationship Id="rId37" Type="http://schemas.openxmlformats.org/officeDocument/2006/relationships/customXml" Target="../ink/ink1045.xml"/><Relationship Id="rId58" Type="http://schemas.openxmlformats.org/officeDocument/2006/relationships/image" Target="../media/image996.png"/><Relationship Id="rId79" Type="http://schemas.openxmlformats.org/officeDocument/2006/relationships/customXml" Target="../ink/ink1066.xml"/><Relationship Id="rId102" Type="http://schemas.openxmlformats.org/officeDocument/2006/relationships/image" Target="../media/image1018.png"/><Relationship Id="rId123" Type="http://schemas.openxmlformats.org/officeDocument/2006/relationships/customXml" Target="../ink/ink1088.xml"/><Relationship Id="rId144" Type="http://schemas.openxmlformats.org/officeDocument/2006/relationships/image" Target="../media/image1039.png"/><Relationship Id="rId90" Type="http://schemas.openxmlformats.org/officeDocument/2006/relationships/image" Target="../media/image1012.png"/></Relationships>
</file>

<file path=ppt/slides/_rels/slide3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02.png"/><Relationship Id="rId299" Type="http://schemas.openxmlformats.org/officeDocument/2006/relationships/image" Target="../media/image1211.png"/><Relationship Id="rId21" Type="http://schemas.openxmlformats.org/officeDocument/2006/relationships/image" Target="../media/image1054.png"/><Relationship Id="rId63" Type="http://schemas.openxmlformats.org/officeDocument/2006/relationships/image" Target="../media/image1075.png"/><Relationship Id="rId159" Type="http://schemas.openxmlformats.org/officeDocument/2006/relationships/image" Target="../media/image1124.png"/><Relationship Id="rId324" Type="http://schemas.openxmlformats.org/officeDocument/2006/relationships/customXml" Target="../ink/ink1265.xml"/><Relationship Id="rId366" Type="http://schemas.openxmlformats.org/officeDocument/2006/relationships/customXml" Target="../ink/ink1286.xml"/><Relationship Id="rId170" Type="http://schemas.openxmlformats.org/officeDocument/2006/relationships/customXml" Target="../ink/ink1188.xml"/><Relationship Id="rId226" Type="http://schemas.openxmlformats.org/officeDocument/2006/relationships/customXml" Target="../ink/ink1216.xml"/><Relationship Id="rId268" Type="http://schemas.openxmlformats.org/officeDocument/2006/relationships/customXml" Target="../ink/ink1237.xml"/><Relationship Id="rId32" Type="http://schemas.openxmlformats.org/officeDocument/2006/relationships/customXml" Target="../ink/ink1119.xml"/><Relationship Id="rId74" Type="http://schemas.openxmlformats.org/officeDocument/2006/relationships/customXml" Target="../ink/ink1140.xml"/><Relationship Id="rId128" Type="http://schemas.openxmlformats.org/officeDocument/2006/relationships/customXml" Target="../ink/ink1167.xml"/><Relationship Id="rId335" Type="http://schemas.openxmlformats.org/officeDocument/2006/relationships/image" Target="../media/image1229.png"/><Relationship Id="rId377" Type="http://schemas.openxmlformats.org/officeDocument/2006/relationships/image" Target="../media/image1250.png"/><Relationship Id="rId5" Type="http://schemas.openxmlformats.org/officeDocument/2006/relationships/image" Target="../media/image1046.png"/><Relationship Id="rId181" Type="http://schemas.openxmlformats.org/officeDocument/2006/relationships/image" Target="../media/image1135.png"/><Relationship Id="rId237" Type="http://schemas.openxmlformats.org/officeDocument/2006/relationships/image" Target="../media/image1180.png"/><Relationship Id="rId279" Type="http://schemas.openxmlformats.org/officeDocument/2006/relationships/image" Target="../media/image1201.png"/><Relationship Id="rId43" Type="http://schemas.openxmlformats.org/officeDocument/2006/relationships/image" Target="../media/image1065.png"/><Relationship Id="rId139" Type="http://schemas.openxmlformats.org/officeDocument/2006/relationships/image" Target="../media/image1114.png"/><Relationship Id="rId290" Type="http://schemas.openxmlformats.org/officeDocument/2006/relationships/customXml" Target="../ink/ink1248.xml"/><Relationship Id="rId304" Type="http://schemas.openxmlformats.org/officeDocument/2006/relationships/customXml" Target="../ink/ink1255.xml"/><Relationship Id="rId346" Type="http://schemas.openxmlformats.org/officeDocument/2006/relationships/customXml" Target="../ink/ink1276.xml"/><Relationship Id="rId388" Type="http://schemas.openxmlformats.org/officeDocument/2006/relationships/customXml" Target="../ink/ink1297.xml"/><Relationship Id="rId85" Type="http://schemas.openxmlformats.org/officeDocument/2006/relationships/image" Target="../media/image1086.png"/><Relationship Id="rId150" Type="http://schemas.openxmlformats.org/officeDocument/2006/relationships/customXml" Target="../ink/ink1178.xml"/><Relationship Id="rId192" Type="http://schemas.openxmlformats.org/officeDocument/2006/relationships/customXml" Target="../ink/ink1199.xml"/><Relationship Id="rId206" Type="http://schemas.openxmlformats.org/officeDocument/2006/relationships/customXml" Target="../ink/ink1206.xml"/><Relationship Id="rId248" Type="http://schemas.openxmlformats.org/officeDocument/2006/relationships/customXml" Target="../ink/ink1227.xml"/><Relationship Id="rId12" Type="http://schemas.openxmlformats.org/officeDocument/2006/relationships/customXml" Target="../ink/ink1109.xml"/><Relationship Id="rId108" Type="http://schemas.openxmlformats.org/officeDocument/2006/relationships/customXml" Target="../ink/ink1157.xml"/><Relationship Id="rId315" Type="http://schemas.openxmlformats.org/officeDocument/2006/relationships/image" Target="../media/image1219.png"/><Relationship Id="rId357" Type="http://schemas.openxmlformats.org/officeDocument/2006/relationships/image" Target="../media/image1240.png"/><Relationship Id="rId54" Type="http://schemas.openxmlformats.org/officeDocument/2006/relationships/customXml" Target="../ink/ink1130.xml"/><Relationship Id="rId96" Type="http://schemas.openxmlformats.org/officeDocument/2006/relationships/customXml" Target="../ink/ink1151.xml"/><Relationship Id="rId161" Type="http://schemas.openxmlformats.org/officeDocument/2006/relationships/image" Target="../media/image1125.png"/><Relationship Id="rId217" Type="http://schemas.openxmlformats.org/officeDocument/2006/relationships/image" Target="../media/image1170.png"/><Relationship Id="rId399" Type="http://schemas.openxmlformats.org/officeDocument/2006/relationships/image" Target="../media/image1261.png"/><Relationship Id="rId259" Type="http://schemas.openxmlformats.org/officeDocument/2006/relationships/image" Target="../media/image1191.png"/><Relationship Id="rId23" Type="http://schemas.openxmlformats.org/officeDocument/2006/relationships/image" Target="../media/image1055.png"/><Relationship Id="rId119" Type="http://schemas.openxmlformats.org/officeDocument/2006/relationships/image" Target="../media/image1103.png"/><Relationship Id="rId270" Type="http://schemas.openxmlformats.org/officeDocument/2006/relationships/customXml" Target="../ink/ink1238.xml"/><Relationship Id="rId326" Type="http://schemas.openxmlformats.org/officeDocument/2006/relationships/customXml" Target="../ink/ink1266.xml"/><Relationship Id="rId65" Type="http://schemas.openxmlformats.org/officeDocument/2006/relationships/image" Target="../media/image1076.png"/><Relationship Id="rId130" Type="http://schemas.openxmlformats.org/officeDocument/2006/relationships/customXml" Target="../ink/ink1168.xml"/><Relationship Id="rId368" Type="http://schemas.openxmlformats.org/officeDocument/2006/relationships/customXml" Target="../ink/ink1287.xml"/><Relationship Id="rId172" Type="http://schemas.openxmlformats.org/officeDocument/2006/relationships/customXml" Target="../ink/ink1189.xml"/><Relationship Id="rId228" Type="http://schemas.openxmlformats.org/officeDocument/2006/relationships/customXml" Target="../ink/ink1217.xml"/><Relationship Id="rId281" Type="http://schemas.openxmlformats.org/officeDocument/2006/relationships/image" Target="../media/image1202.png"/><Relationship Id="rId337" Type="http://schemas.openxmlformats.org/officeDocument/2006/relationships/image" Target="../media/image1230.png"/><Relationship Id="rId34" Type="http://schemas.openxmlformats.org/officeDocument/2006/relationships/customXml" Target="../ink/ink1120.xml"/><Relationship Id="rId76" Type="http://schemas.openxmlformats.org/officeDocument/2006/relationships/customXml" Target="../ink/ink1141.xml"/><Relationship Id="rId141" Type="http://schemas.openxmlformats.org/officeDocument/2006/relationships/image" Target="../media/image1115.png"/><Relationship Id="rId379" Type="http://schemas.openxmlformats.org/officeDocument/2006/relationships/image" Target="../media/image1251.png"/><Relationship Id="rId7" Type="http://schemas.openxmlformats.org/officeDocument/2006/relationships/image" Target="../media/image1047.png"/><Relationship Id="rId183" Type="http://schemas.openxmlformats.org/officeDocument/2006/relationships/image" Target="../media/image1136.png"/><Relationship Id="rId239" Type="http://schemas.openxmlformats.org/officeDocument/2006/relationships/image" Target="../media/image1181.png"/><Relationship Id="rId390" Type="http://schemas.openxmlformats.org/officeDocument/2006/relationships/customXml" Target="../ink/ink1298.xml"/><Relationship Id="rId250" Type="http://schemas.openxmlformats.org/officeDocument/2006/relationships/customXml" Target="../ink/ink1228.xml"/><Relationship Id="rId292" Type="http://schemas.openxmlformats.org/officeDocument/2006/relationships/customXml" Target="../ink/ink1249.xml"/><Relationship Id="rId306" Type="http://schemas.openxmlformats.org/officeDocument/2006/relationships/customXml" Target="../ink/ink1256.xml"/><Relationship Id="rId45" Type="http://schemas.openxmlformats.org/officeDocument/2006/relationships/image" Target="../media/image1066.png"/><Relationship Id="rId87" Type="http://schemas.openxmlformats.org/officeDocument/2006/relationships/image" Target="../media/image1087.png"/><Relationship Id="rId110" Type="http://schemas.openxmlformats.org/officeDocument/2006/relationships/customXml" Target="../ink/ink1158.xml"/><Relationship Id="rId348" Type="http://schemas.openxmlformats.org/officeDocument/2006/relationships/customXml" Target="../ink/ink1277.xml"/><Relationship Id="rId152" Type="http://schemas.openxmlformats.org/officeDocument/2006/relationships/customXml" Target="../ink/ink1179.xml"/><Relationship Id="rId194" Type="http://schemas.openxmlformats.org/officeDocument/2006/relationships/customXml" Target="../ink/ink1200.xml"/><Relationship Id="rId208" Type="http://schemas.openxmlformats.org/officeDocument/2006/relationships/customXml" Target="../ink/ink1207.xml"/><Relationship Id="rId261" Type="http://schemas.openxmlformats.org/officeDocument/2006/relationships/image" Target="../media/image1192.png"/><Relationship Id="rId14" Type="http://schemas.openxmlformats.org/officeDocument/2006/relationships/customXml" Target="../ink/ink1110.xml"/><Relationship Id="rId56" Type="http://schemas.openxmlformats.org/officeDocument/2006/relationships/customXml" Target="../ink/ink1131.xml"/><Relationship Id="rId317" Type="http://schemas.openxmlformats.org/officeDocument/2006/relationships/image" Target="../media/image1220.png"/><Relationship Id="rId359" Type="http://schemas.openxmlformats.org/officeDocument/2006/relationships/image" Target="../media/image1241.png"/><Relationship Id="rId98" Type="http://schemas.openxmlformats.org/officeDocument/2006/relationships/customXml" Target="../ink/ink1152.xml"/><Relationship Id="rId121" Type="http://schemas.openxmlformats.org/officeDocument/2006/relationships/image" Target="../media/image257.png"/><Relationship Id="rId163" Type="http://schemas.openxmlformats.org/officeDocument/2006/relationships/image" Target="../media/image1126.png"/><Relationship Id="rId219" Type="http://schemas.openxmlformats.org/officeDocument/2006/relationships/image" Target="../media/image1171.png"/><Relationship Id="rId370" Type="http://schemas.openxmlformats.org/officeDocument/2006/relationships/customXml" Target="../ink/ink1288.xml"/><Relationship Id="rId230" Type="http://schemas.openxmlformats.org/officeDocument/2006/relationships/customXml" Target="../ink/ink1218.xml"/><Relationship Id="rId25" Type="http://schemas.openxmlformats.org/officeDocument/2006/relationships/image" Target="../media/image1056.png"/><Relationship Id="rId67" Type="http://schemas.openxmlformats.org/officeDocument/2006/relationships/image" Target="../media/image1077.png"/><Relationship Id="rId272" Type="http://schemas.openxmlformats.org/officeDocument/2006/relationships/customXml" Target="../ink/ink1239.xml"/><Relationship Id="rId328" Type="http://schemas.openxmlformats.org/officeDocument/2006/relationships/customXml" Target="../ink/ink1267.xml"/><Relationship Id="rId132" Type="http://schemas.openxmlformats.org/officeDocument/2006/relationships/customXml" Target="../ink/ink1169.xml"/><Relationship Id="rId174" Type="http://schemas.openxmlformats.org/officeDocument/2006/relationships/customXml" Target="../ink/ink1190.xml"/><Relationship Id="rId381" Type="http://schemas.openxmlformats.org/officeDocument/2006/relationships/image" Target="../media/image1252.png"/><Relationship Id="rId241" Type="http://schemas.openxmlformats.org/officeDocument/2006/relationships/image" Target="../media/image1182.png"/><Relationship Id="rId36" Type="http://schemas.openxmlformats.org/officeDocument/2006/relationships/customXml" Target="../ink/ink1121.xml"/><Relationship Id="rId283" Type="http://schemas.openxmlformats.org/officeDocument/2006/relationships/image" Target="../media/image1203.png"/><Relationship Id="rId339" Type="http://schemas.openxmlformats.org/officeDocument/2006/relationships/image" Target="../media/image1231.png"/><Relationship Id="rId78" Type="http://schemas.openxmlformats.org/officeDocument/2006/relationships/customXml" Target="../ink/ink1142.xml"/><Relationship Id="rId101" Type="http://schemas.openxmlformats.org/officeDocument/2006/relationships/image" Target="../media/image1094.png"/><Relationship Id="rId143" Type="http://schemas.openxmlformats.org/officeDocument/2006/relationships/image" Target="../media/image1116.png"/><Relationship Id="rId185" Type="http://schemas.openxmlformats.org/officeDocument/2006/relationships/image" Target="../media/image1137.png"/><Relationship Id="rId350" Type="http://schemas.openxmlformats.org/officeDocument/2006/relationships/customXml" Target="../ink/ink1278.xml"/><Relationship Id="rId9" Type="http://schemas.openxmlformats.org/officeDocument/2006/relationships/image" Target="../media/image1048.png"/><Relationship Id="rId210" Type="http://schemas.openxmlformats.org/officeDocument/2006/relationships/customXml" Target="../ink/ink1208.xml"/><Relationship Id="rId392" Type="http://schemas.openxmlformats.org/officeDocument/2006/relationships/customXml" Target="../ink/ink1299.xml"/><Relationship Id="rId252" Type="http://schemas.openxmlformats.org/officeDocument/2006/relationships/customXml" Target="../ink/ink1229.xml"/><Relationship Id="rId294" Type="http://schemas.openxmlformats.org/officeDocument/2006/relationships/customXml" Target="../ink/ink1250.xml"/><Relationship Id="rId308" Type="http://schemas.openxmlformats.org/officeDocument/2006/relationships/customXml" Target="../ink/ink1257.xml"/><Relationship Id="rId47" Type="http://schemas.openxmlformats.org/officeDocument/2006/relationships/image" Target="../media/image1067.png"/><Relationship Id="rId89" Type="http://schemas.openxmlformats.org/officeDocument/2006/relationships/image" Target="../media/image1088.png"/><Relationship Id="rId112" Type="http://schemas.openxmlformats.org/officeDocument/2006/relationships/customXml" Target="../ink/ink1159.xml"/><Relationship Id="rId154" Type="http://schemas.openxmlformats.org/officeDocument/2006/relationships/customXml" Target="../ink/ink1180.xml"/><Relationship Id="rId361" Type="http://schemas.openxmlformats.org/officeDocument/2006/relationships/image" Target="../media/image1242.png"/><Relationship Id="rId196" Type="http://schemas.openxmlformats.org/officeDocument/2006/relationships/customXml" Target="../ink/ink1201.xml"/><Relationship Id="rId16" Type="http://schemas.openxmlformats.org/officeDocument/2006/relationships/customXml" Target="../ink/ink1111.xml"/><Relationship Id="rId221" Type="http://schemas.openxmlformats.org/officeDocument/2006/relationships/image" Target="../media/image1172.png"/><Relationship Id="rId263" Type="http://schemas.openxmlformats.org/officeDocument/2006/relationships/image" Target="../media/image1193.png"/><Relationship Id="rId319" Type="http://schemas.openxmlformats.org/officeDocument/2006/relationships/image" Target="../media/image1221.png"/><Relationship Id="rId58" Type="http://schemas.openxmlformats.org/officeDocument/2006/relationships/customXml" Target="../ink/ink1132.xml"/><Relationship Id="rId123" Type="http://schemas.openxmlformats.org/officeDocument/2006/relationships/image" Target="../media/image1104.png"/><Relationship Id="rId330" Type="http://schemas.openxmlformats.org/officeDocument/2006/relationships/customXml" Target="../ink/ink1268.xml"/><Relationship Id="rId90" Type="http://schemas.openxmlformats.org/officeDocument/2006/relationships/customXml" Target="../ink/ink1148.xml"/><Relationship Id="rId165" Type="http://schemas.openxmlformats.org/officeDocument/2006/relationships/image" Target="../media/image1127.png"/><Relationship Id="rId186" Type="http://schemas.openxmlformats.org/officeDocument/2006/relationships/customXml" Target="../ink/ink1196.xml"/><Relationship Id="rId351" Type="http://schemas.openxmlformats.org/officeDocument/2006/relationships/image" Target="../media/image1237.png"/><Relationship Id="rId372" Type="http://schemas.openxmlformats.org/officeDocument/2006/relationships/customXml" Target="../ink/ink1289.xml"/><Relationship Id="rId393" Type="http://schemas.openxmlformats.org/officeDocument/2006/relationships/image" Target="../media/image1258.png"/><Relationship Id="rId211" Type="http://schemas.openxmlformats.org/officeDocument/2006/relationships/image" Target="../media/image1167.png"/><Relationship Id="rId232" Type="http://schemas.openxmlformats.org/officeDocument/2006/relationships/customXml" Target="../ink/ink1219.xml"/><Relationship Id="rId253" Type="http://schemas.openxmlformats.org/officeDocument/2006/relationships/image" Target="../media/image1188.png"/><Relationship Id="rId274" Type="http://schemas.openxmlformats.org/officeDocument/2006/relationships/customXml" Target="../ink/ink1240.xml"/><Relationship Id="rId295" Type="http://schemas.openxmlformats.org/officeDocument/2006/relationships/image" Target="../media/image1209.png"/><Relationship Id="rId309" Type="http://schemas.openxmlformats.org/officeDocument/2006/relationships/image" Target="../media/image1216.png"/><Relationship Id="rId27" Type="http://schemas.openxmlformats.org/officeDocument/2006/relationships/image" Target="../media/image1057.png"/><Relationship Id="rId48" Type="http://schemas.openxmlformats.org/officeDocument/2006/relationships/customXml" Target="../ink/ink1127.xml"/><Relationship Id="rId69" Type="http://schemas.openxmlformats.org/officeDocument/2006/relationships/image" Target="../media/image1078.png"/><Relationship Id="rId113" Type="http://schemas.openxmlformats.org/officeDocument/2006/relationships/image" Target="../media/image1100.png"/><Relationship Id="rId134" Type="http://schemas.openxmlformats.org/officeDocument/2006/relationships/customXml" Target="../ink/ink1170.xml"/><Relationship Id="rId320" Type="http://schemas.openxmlformats.org/officeDocument/2006/relationships/customXml" Target="../ink/ink1263.xml"/><Relationship Id="rId80" Type="http://schemas.openxmlformats.org/officeDocument/2006/relationships/customXml" Target="../ink/ink1143.xml"/><Relationship Id="rId155" Type="http://schemas.openxmlformats.org/officeDocument/2006/relationships/image" Target="../media/image1122.png"/><Relationship Id="rId176" Type="http://schemas.openxmlformats.org/officeDocument/2006/relationships/customXml" Target="../ink/ink1191.xml"/><Relationship Id="rId197" Type="http://schemas.openxmlformats.org/officeDocument/2006/relationships/image" Target="../media/image1143.png"/><Relationship Id="rId341" Type="http://schemas.openxmlformats.org/officeDocument/2006/relationships/image" Target="../media/image1232.png"/><Relationship Id="rId362" Type="http://schemas.openxmlformats.org/officeDocument/2006/relationships/customXml" Target="../ink/ink1284.xml"/><Relationship Id="rId383" Type="http://schemas.openxmlformats.org/officeDocument/2006/relationships/image" Target="../media/image1253.png"/><Relationship Id="rId201" Type="http://schemas.openxmlformats.org/officeDocument/2006/relationships/image" Target="../media/image1163.png"/><Relationship Id="rId222" Type="http://schemas.openxmlformats.org/officeDocument/2006/relationships/customXml" Target="../ink/ink1214.xml"/><Relationship Id="rId243" Type="http://schemas.openxmlformats.org/officeDocument/2006/relationships/image" Target="../media/image1183.png"/><Relationship Id="rId264" Type="http://schemas.openxmlformats.org/officeDocument/2006/relationships/customXml" Target="../ink/ink1235.xml"/><Relationship Id="rId285" Type="http://schemas.openxmlformats.org/officeDocument/2006/relationships/image" Target="../media/image1204.png"/><Relationship Id="rId17" Type="http://schemas.openxmlformats.org/officeDocument/2006/relationships/image" Target="../media/image1052.png"/><Relationship Id="rId38" Type="http://schemas.openxmlformats.org/officeDocument/2006/relationships/customXml" Target="../ink/ink1122.xml"/><Relationship Id="rId59" Type="http://schemas.openxmlformats.org/officeDocument/2006/relationships/image" Target="../media/image1073.png"/><Relationship Id="rId103" Type="http://schemas.openxmlformats.org/officeDocument/2006/relationships/image" Target="../media/image1095.png"/><Relationship Id="rId124" Type="http://schemas.openxmlformats.org/officeDocument/2006/relationships/customXml" Target="../ink/ink1165.xml"/><Relationship Id="rId310" Type="http://schemas.openxmlformats.org/officeDocument/2006/relationships/customXml" Target="../ink/ink1258.xml"/><Relationship Id="rId70" Type="http://schemas.openxmlformats.org/officeDocument/2006/relationships/customXml" Target="../ink/ink1138.xml"/><Relationship Id="rId91" Type="http://schemas.openxmlformats.org/officeDocument/2006/relationships/image" Target="../media/image1089.png"/><Relationship Id="rId145" Type="http://schemas.openxmlformats.org/officeDocument/2006/relationships/image" Target="../media/image1117.png"/><Relationship Id="rId166" Type="http://schemas.openxmlformats.org/officeDocument/2006/relationships/customXml" Target="../ink/ink1186.xml"/><Relationship Id="rId187" Type="http://schemas.openxmlformats.org/officeDocument/2006/relationships/image" Target="../media/image1138.png"/><Relationship Id="rId331" Type="http://schemas.openxmlformats.org/officeDocument/2006/relationships/image" Target="../media/image1227.png"/><Relationship Id="rId352" Type="http://schemas.openxmlformats.org/officeDocument/2006/relationships/customXml" Target="../ink/ink1279.xml"/><Relationship Id="rId373" Type="http://schemas.openxmlformats.org/officeDocument/2006/relationships/image" Target="../media/image1248.png"/><Relationship Id="rId394" Type="http://schemas.openxmlformats.org/officeDocument/2006/relationships/customXml" Target="../ink/ink1300.xml"/><Relationship Id="rId1" Type="http://schemas.openxmlformats.org/officeDocument/2006/relationships/slideLayout" Target="../slideLayouts/slideLayout6.xml"/><Relationship Id="rId212" Type="http://schemas.openxmlformats.org/officeDocument/2006/relationships/customXml" Target="../ink/ink1209.xml"/><Relationship Id="rId233" Type="http://schemas.openxmlformats.org/officeDocument/2006/relationships/image" Target="../media/image1178.png"/><Relationship Id="rId254" Type="http://schemas.openxmlformats.org/officeDocument/2006/relationships/customXml" Target="../ink/ink1230.xml"/><Relationship Id="rId28" Type="http://schemas.openxmlformats.org/officeDocument/2006/relationships/customXml" Target="../ink/ink1117.xml"/><Relationship Id="rId49" Type="http://schemas.openxmlformats.org/officeDocument/2006/relationships/image" Target="../media/image1068.png"/><Relationship Id="rId114" Type="http://schemas.openxmlformats.org/officeDocument/2006/relationships/customXml" Target="../ink/ink1160.xml"/><Relationship Id="rId275" Type="http://schemas.openxmlformats.org/officeDocument/2006/relationships/image" Target="../media/image1199.png"/><Relationship Id="rId296" Type="http://schemas.openxmlformats.org/officeDocument/2006/relationships/customXml" Target="../ink/ink1251.xml"/><Relationship Id="rId300" Type="http://schemas.openxmlformats.org/officeDocument/2006/relationships/customXml" Target="../ink/ink1253.xml"/><Relationship Id="rId60" Type="http://schemas.openxmlformats.org/officeDocument/2006/relationships/customXml" Target="../ink/ink1133.xml"/><Relationship Id="rId81" Type="http://schemas.openxmlformats.org/officeDocument/2006/relationships/image" Target="../media/image1084.png"/><Relationship Id="rId135" Type="http://schemas.openxmlformats.org/officeDocument/2006/relationships/image" Target="../media/image1112.png"/><Relationship Id="rId156" Type="http://schemas.openxmlformats.org/officeDocument/2006/relationships/customXml" Target="../ink/ink1181.xml"/><Relationship Id="rId177" Type="http://schemas.openxmlformats.org/officeDocument/2006/relationships/image" Target="../media/image1133.png"/><Relationship Id="rId198" Type="http://schemas.openxmlformats.org/officeDocument/2006/relationships/customXml" Target="../ink/ink1202.xml"/><Relationship Id="rId321" Type="http://schemas.openxmlformats.org/officeDocument/2006/relationships/image" Target="../media/image1222.png"/><Relationship Id="rId342" Type="http://schemas.openxmlformats.org/officeDocument/2006/relationships/customXml" Target="../ink/ink1274.xml"/><Relationship Id="rId363" Type="http://schemas.openxmlformats.org/officeDocument/2006/relationships/image" Target="../media/image1243.png"/><Relationship Id="rId384" Type="http://schemas.openxmlformats.org/officeDocument/2006/relationships/customXml" Target="../ink/ink1295.xml"/><Relationship Id="rId202" Type="http://schemas.openxmlformats.org/officeDocument/2006/relationships/customXml" Target="../ink/ink1204.xml"/><Relationship Id="rId223" Type="http://schemas.openxmlformats.org/officeDocument/2006/relationships/image" Target="../media/image1173.png"/><Relationship Id="rId244" Type="http://schemas.openxmlformats.org/officeDocument/2006/relationships/customXml" Target="../ink/ink1225.xml"/><Relationship Id="rId18" Type="http://schemas.openxmlformats.org/officeDocument/2006/relationships/customXml" Target="../ink/ink1112.xml"/><Relationship Id="rId39" Type="http://schemas.openxmlformats.org/officeDocument/2006/relationships/image" Target="../media/image1063.png"/><Relationship Id="rId265" Type="http://schemas.openxmlformats.org/officeDocument/2006/relationships/image" Target="../media/image1194.png"/><Relationship Id="rId286" Type="http://schemas.openxmlformats.org/officeDocument/2006/relationships/customXml" Target="../ink/ink1246.xml"/><Relationship Id="rId50" Type="http://schemas.openxmlformats.org/officeDocument/2006/relationships/customXml" Target="../ink/ink1128.xml"/><Relationship Id="rId104" Type="http://schemas.openxmlformats.org/officeDocument/2006/relationships/customXml" Target="../ink/ink1155.xml"/><Relationship Id="rId125" Type="http://schemas.openxmlformats.org/officeDocument/2006/relationships/image" Target="../media/image1105.png"/><Relationship Id="rId146" Type="http://schemas.openxmlformats.org/officeDocument/2006/relationships/customXml" Target="../ink/ink1176.xml"/><Relationship Id="rId167" Type="http://schemas.openxmlformats.org/officeDocument/2006/relationships/image" Target="../media/image1128.png"/><Relationship Id="rId188" Type="http://schemas.openxmlformats.org/officeDocument/2006/relationships/customXml" Target="../ink/ink1197.xml"/><Relationship Id="rId311" Type="http://schemas.openxmlformats.org/officeDocument/2006/relationships/image" Target="../media/image1217.png"/><Relationship Id="rId332" Type="http://schemas.openxmlformats.org/officeDocument/2006/relationships/customXml" Target="../ink/ink1269.xml"/><Relationship Id="rId353" Type="http://schemas.openxmlformats.org/officeDocument/2006/relationships/image" Target="../media/image1238.png"/><Relationship Id="rId374" Type="http://schemas.openxmlformats.org/officeDocument/2006/relationships/customXml" Target="../ink/ink1290.xml"/><Relationship Id="rId395" Type="http://schemas.openxmlformats.org/officeDocument/2006/relationships/image" Target="../media/image1259.png"/><Relationship Id="rId71" Type="http://schemas.openxmlformats.org/officeDocument/2006/relationships/image" Target="../media/image1079.png"/><Relationship Id="rId92" Type="http://schemas.openxmlformats.org/officeDocument/2006/relationships/customXml" Target="../ink/ink1149.xml"/><Relationship Id="rId213" Type="http://schemas.openxmlformats.org/officeDocument/2006/relationships/image" Target="../media/image1168.png"/><Relationship Id="rId234" Type="http://schemas.openxmlformats.org/officeDocument/2006/relationships/customXml" Target="../ink/ink1220.xml"/><Relationship Id="rId2" Type="http://schemas.openxmlformats.org/officeDocument/2006/relationships/customXml" Target="../ink/ink1104.xml"/><Relationship Id="rId29" Type="http://schemas.openxmlformats.org/officeDocument/2006/relationships/image" Target="../media/image1058.png"/><Relationship Id="rId255" Type="http://schemas.openxmlformats.org/officeDocument/2006/relationships/image" Target="../media/image1189.png"/><Relationship Id="rId276" Type="http://schemas.openxmlformats.org/officeDocument/2006/relationships/customXml" Target="../ink/ink1241.xml"/><Relationship Id="rId297" Type="http://schemas.openxmlformats.org/officeDocument/2006/relationships/image" Target="../media/image1210.png"/><Relationship Id="rId40" Type="http://schemas.openxmlformats.org/officeDocument/2006/relationships/customXml" Target="../ink/ink1123.xml"/><Relationship Id="rId115" Type="http://schemas.openxmlformats.org/officeDocument/2006/relationships/image" Target="../media/image1101.png"/><Relationship Id="rId136" Type="http://schemas.openxmlformats.org/officeDocument/2006/relationships/customXml" Target="../ink/ink1171.xml"/><Relationship Id="rId157" Type="http://schemas.openxmlformats.org/officeDocument/2006/relationships/image" Target="../media/image1123.png"/><Relationship Id="rId178" Type="http://schemas.openxmlformats.org/officeDocument/2006/relationships/customXml" Target="../ink/ink1192.xml"/><Relationship Id="rId301" Type="http://schemas.openxmlformats.org/officeDocument/2006/relationships/image" Target="../media/image1212.png"/><Relationship Id="rId322" Type="http://schemas.openxmlformats.org/officeDocument/2006/relationships/customXml" Target="../ink/ink1264.xml"/><Relationship Id="rId343" Type="http://schemas.openxmlformats.org/officeDocument/2006/relationships/image" Target="../media/image1233.png"/><Relationship Id="rId364" Type="http://schemas.openxmlformats.org/officeDocument/2006/relationships/customXml" Target="../ink/ink1285.xml"/><Relationship Id="rId61" Type="http://schemas.openxmlformats.org/officeDocument/2006/relationships/image" Target="../media/image1074.png"/><Relationship Id="rId82" Type="http://schemas.openxmlformats.org/officeDocument/2006/relationships/customXml" Target="../ink/ink1144.xml"/><Relationship Id="rId199" Type="http://schemas.openxmlformats.org/officeDocument/2006/relationships/image" Target="../media/image1144.png"/><Relationship Id="rId203" Type="http://schemas.openxmlformats.org/officeDocument/2006/relationships/image" Target="../media/image1164.png"/><Relationship Id="rId385" Type="http://schemas.openxmlformats.org/officeDocument/2006/relationships/image" Target="../media/image1254.png"/><Relationship Id="rId19" Type="http://schemas.openxmlformats.org/officeDocument/2006/relationships/image" Target="../media/image1053.png"/><Relationship Id="rId224" Type="http://schemas.openxmlformats.org/officeDocument/2006/relationships/customXml" Target="../ink/ink1215.xml"/><Relationship Id="rId245" Type="http://schemas.openxmlformats.org/officeDocument/2006/relationships/image" Target="../media/image1184.png"/><Relationship Id="rId266" Type="http://schemas.openxmlformats.org/officeDocument/2006/relationships/customXml" Target="../ink/ink1236.xml"/><Relationship Id="rId287" Type="http://schemas.openxmlformats.org/officeDocument/2006/relationships/image" Target="../media/image1205.png"/><Relationship Id="rId30" Type="http://schemas.openxmlformats.org/officeDocument/2006/relationships/customXml" Target="../ink/ink1118.xml"/><Relationship Id="rId105" Type="http://schemas.openxmlformats.org/officeDocument/2006/relationships/image" Target="../media/image1096.png"/><Relationship Id="rId126" Type="http://schemas.openxmlformats.org/officeDocument/2006/relationships/customXml" Target="../ink/ink1166.xml"/><Relationship Id="rId147" Type="http://schemas.openxmlformats.org/officeDocument/2006/relationships/image" Target="../media/image1118.png"/><Relationship Id="rId168" Type="http://schemas.openxmlformats.org/officeDocument/2006/relationships/customXml" Target="../ink/ink1187.xml"/><Relationship Id="rId312" Type="http://schemas.openxmlformats.org/officeDocument/2006/relationships/customXml" Target="../ink/ink1259.xml"/><Relationship Id="rId333" Type="http://schemas.openxmlformats.org/officeDocument/2006/relationships/image" Target="../media/image1228.png"/><Relationship Id="rId354" Type="http://schemas.openxmlformats.org/officeDocument/2006/relationships/customXml" Target="../ink/ink1280.xml"/><Relationship Id="rId51" Type="http://schemas.openxmlformats.org/officeDocument/2006/relationships/image" Target="../media/image1069.png"/><Relationship Id="rId72" Type="http://schemas.openxmlformats.org/officeDocument/2006/relationships/customXml" Target="../ink/ink1139.xml"/><Relationship Id="rId93" Type="http://schemas.openxmlformats.org/officeDocument/2006/relationships/image" Target="../media/image1090.png"/><Relationship Id="rId189" Type="http://schemas.openxmlformats.org/officeDocument/2006/relationships/image" Target="../media/image1139.png"/><Relationship Id="rId375" Type="http://schemas.openxmlformats.org/officeDocument/2006/relationships/image" Target="../media/image1249.png"/><Relationship Id="rId396" Type="http://schemas.openxmlformats.org/officeDocument/2006/relationships/customXml" Target="../ink/ink1301.xml"/><Relationship Id="rId3" Type="http://schemas.openxmlformats.org/officeDocument/2006/relationships/image" Target="../media/image1045.png"/><Relationship Id="rId214" Type="http://schemas.openxmlformats.org/officeDocument/2006/relationships/customXml" Target="../ink/ink1210.xml"/><Relationship Id="rId235" Type="http://schemas.openxmlformats.org/officeDocument/2006/relationships/image" Target="../media/image1179.png"/><Relationship Id="rId256" Type="http://schemas.openxmlformats.org/officeDocument/2006/relationships/customXml" Target="../ink/ink1231.xml"/><Relationship Id="rId277" Type="http://schemas.openxmlformats.org/officeDocument/2006/relationships/image" Target="../media/image1200.png"/><Relationship Id="rId298" Type="http://schemas.openxmlformats.org/officeDocument/2006/relationships/customXml" Target="../ink/ink1252.xml"/><Relationship Id="rId400" Type="http://schemas.openxmlformats.org/officeDocument/2006/relationships/customXml" Target="../ink/ink1303.xml"/><Relationship Id="rId116" Type="http://schemas.openxmlformats.org/officeDocument/2006/relationships/customXml" Target="../ink/ink1161.xml"/><Relationship Id="rId137" Type="http://schemas.openxmlformats.org/officeDocument/2006/relationships/image" Target="../media/image1113.png"/><Relationship Id="rId158" Type="http://schemas.openxmlformats.org/officeDocument/2006/relationships/customXml" Target="../ink/ink1182.xml"/><Relationship Id="rId302" Type="http://schemas.openxmlformats.org/officeDocument/2006/relationships/customXml" Target="../ink/ink1254.xml"/><Relationship Id="rId323" Type="http://schemas.openxmlformats.org/officeDocument/2006/relationships/image" Target="../media/image1223.png"/><Relationship Id="rId344" Type="http://schemas.openxmlformats.org/officeDocument/2006/relationships/customXml" Target="../ink/ink1275.xml"/><Relationship Id="rId20" Type="http://schemas.openxmlformats.org/officeDocument/2006/relationships/customXml" Target="../ink/ink1113.xml"/><Relationship Id="rId41" Type="http://schemas.openxmlformats.org/officeDocument/2006/relationships/image" Target="../media/image1064.png"/><Relationship Id="rId62" Type="http://schemas.openxmlformats.org/officeDocument/2006/relationships/customXml" Target="../ink/ink1134.xml"/><Relationship Id="rId83" Type="http://schemas.openxmlformats.org/officeDocument/2006/relationships/image" Target="../media/image1085.png"/><Relationship Id="rId179" Type="http://schemas.openxmlformats.org/officeDocument/2006/relationships/image" Target="../media/image1134.png"/><Relationship Id="rId365" Type="http://schemas.openxmlformats.org/officeDocument/2006/relationships/image" Target="../media/image1244.png"/><Relationship Id="rId386" Type="http://schemas.openxmlformats.org/officeDocument/2006/relationships/customXml" Target="../ink/ink1296.xml"/><Relationship Id="rId190" Type="http://schemas.openxmlformats.org/officeDocument/2006/relationships/customXml" Target="../ink/ink1198.xml"/><Relationship Id="rId204" Type="http://schemas.openxmlformats.org/officeDocument/2006/relationships/customXml" Target="../ink/ink1205.xml"/><Relationship Id="rId225" Type="http://schemas.openxmlformats.org/officeDocument/2006/relationships/image" Target="../media/image1174.png"/><Relationship Id="rId246" Type="http://schemas.openxmlformats.org/officeDocument/2006/relationships/customXml" Target="../ink/ink1226.xml"/><Relationship Id="rId267" Type="http://schemas.openxmlformats.org/officeDocument/2006/relationships/image" Target="../media/image1195.png"/><Relationship Id="rId288" Type="http://schemas.openxmlformats.org/officeDocument/2006/relationships/customXml" Target="../ink/ink1247.xml"/><Relationship Id="rId106" Type="http://schemas.openxmlformats.org/officeDocument/2006/relationships/customXml" Target="../ink/ink1156.xml"/><Relationship Id="rId127" Type="http://schemas.openxmlformats.org/officeDocument/2006/relationships/image" Target="../media/image1106.png"/><Relationship Id="rId313" Type="http://schemas.openxmlformats.org/officeDocument/2006/relationships/image" Target="../media/image1218.png"/><Relationship Id="rId10" Type="http://schemas.openxmlformats.org/officeDocument/2006/relationships/customXml" Target="../ink/ink1108.xml"/><Relationship Id="rId31" Type="http://schemas.openxmlformats.org/officeDocument/2006/relationships/image" Target="../media/image1059.png"/><Relationship Id="rId52" Type="http://schemas.openxmlformats.org/officeDocument/2006/relationships/customXml" Target="../ink/ink1129.xml"/><Relationship Id="rId73" Type="http://schemas.openxmlformats.org/officeDocument/2006/relationships/image" Target="../media/image1080.png"/><Relationship Id="rId94" Type="http://schemas.openxmlformats.org/officeDocument/2006/relationships/customXml" Target="../ink/ink1150.xml"/><Relationship Id="rId148" Type="http://schemas.openxmlformats.org/officeDocument/2006/relationships/customXml" Target="../ink/ink1177.xml"/><Relationship Id="rId169" Type="http://schemas.openxmlformats.org/officeDocument/2006/relationships/image" Target="../media/image1129.png"/><Relationship Id="rId334" Type="http://schemas.openxmlformats.org/officeDocument/2006/relationships/customXml" Target="../ink/ink1270.xml"/><Relationship Id="rId355" Type="http://schemas.openxmlformats.org/officeDocument/2006/relationships/image" Target="../media/image1239.png"/><Relationship Id="rId376" Type="http://schemas.openxmlformats.org/officeDocument/2006/relationships/customXml" Target="../ink/ink1291.xml"/><Relationship Id="rId397" Type="http://schemas.openxmlformats.org/officeDocument/2006/relationships/image" Target="../media/image1260.png"/><Relationship Id="rId4" Type="http://schemas.openxmlformats.org/officeDocument/2006/relationships/customXml" Target="../ink/ink1105.xml"/><Relationship Id="rId180" Type="http://schemas.openxmlformats.org/officeDocument/2006/relationships/customXml" Target="../ink/ink1193.xml"/><Relationship Id="rId215" Type="http://schemas.openxmlformats.org/officeDocument/2006/relationships/image" Target="../media/image1169.png"/><Relationship Id="rId236" Type="http://schemas.openxmlformats.org/officeDocument/2006/relationships/customXml" Target="../ink/ink1221.xml"/><Relationship Id="rId257" Type="http://schemas.openxmlformats.org/officeDocument/2006/relationships/image" Target="../media/image1190.png"/><Relationship Id="rId278" Type="http://schemas.openxmlformats.org/officeDocument/2006/relationships/customXml" Target="../ink/ink1242.xml"/><Relationship Id="rId401" Type="http://schemas.openxmlformats.org/officeDocument/2006/relationships/image" Target="../media/image1262.png"/><Relationship Id="rId303" Type="http://schemas.openxmlformats.org/officeDocument/2006/relationships/image" Target="../media/image1213.png"/><Relationship Id="rId42" Type="http://schemas.openxmlformats.org/officeDocument/2006/relationships/customXml" Target="../ink/ink1124.xml"/><Relationship Id="rId84" Type="http://schemas.openxmlformats.org/officeDocument/2006/relationships/customXml" Target="../ink/ink1145.xml"/><Relationship Id="rId138" Type="http://schemas.openxmlformats.org/officeDocument/2006/relationships/customXml" Target="../ink/ink1172.xml"/><Relationship Id="rId345" Type="http://schemas.openxmlformats.org/officeDocument/2006/relationships/image" Target="../media/image1234.png"/><Relationship Id="rId387" Type="http://schemas.openxmlformats.org/officeDocument/2006/relationships/image" Target="../media/image1255.png"/><Relationship Id="rId191" Type="http://schemas.openxmlformats.org/officeDocument/2006/relationships/image" Target="../media/image1140.png"/><Relationship Id="rId205" Type="http://schemas.openxmlformats.org/officeDocument/2006/relationships/image" Target="../media/image345.png"/><Relationship Id="rId247" Type="http://schemas.openxmlformats.org/officeDocument/2006/relationships/image" Target="../media/image1185.png"/><Relationship Id="rId107" Type="http://schemas.openxmlformats.org/officeDocument/2006/relationships/image" Target="../media/image1097.png"/><Relationship Id="rId289" Type="http://schemas.openxmlformats.org/officeDocument/2006/relationships/image" Target="../media/image1206.png"/><Relationship Id="rId11" Type="http://schemas.openxmlformats.org/officeDocument/2006/relationships/image" Target="../media/image1049.png"/><Relationship Id="rId53" Type="http://schemas.openxmlformats.org/officeDocument/2006/relationships/image" Target="../media/image1070.png"/><Relationship Id="rId149" Type="http://schemas.openxmlformats.org/officeDocument/2006/relationships/image" Target="../media/image1119.png"/><Relationship Id="rId314" Type="http://schemas.openxmlformats.org/officeDocument/2006/relationships/customXml" Target="../ink/ink1260.xml"/><Relationship Id="rId356" Type="http://schemas.openxmlformats.org/officeDocument/2006/relationships/customXml" Target="../ink/ink1281.xml"/><Relationship Id="rId398" Type="http://schemas.openxmlformats.org/officeDocument/2006/relationships/customXml" Target="../ink/ink1302.xml"/><Relationship Id="rId95" Type="http://schemas.openxmlformats.org/officeDocument/2006/relationships/image" Target="../media/image1091.png"/><Relationship Id="rId160" Type="http://schemas.openxmlformats.org/officeDocument/2006/relationships/customXml" Target="../ink/ink1183.xml"/><Relationship Id="rId216" Type="http://schemas.openxmlformats.org/officeDocument/2006/relationships/customXml" Target="../ink/ink1211.xml"/><Relationship Id="rId258" Type="http://schemas.openxmlformats.org/officeDocument/2006/relationships/customXml" Target="../ink/ink1232.xml"/><Relationship Id="rId22" Type="http://schemas.openxmlformats.org/officeDocument/2006/relationships/customXml" Target="../ink/ink1114.xml"/><Relationship Id="rId64" Type="http://schemas.openxmlformats.org/officeDocument/2006/relationships/customXml" Target="../ink/ink1135.xml"/><Relationship Id="rId118" Type="http://schemas.openxmlformats.org/officeDocument/2006/relationships/customXml" Target="../ink/ink1162.xml"/><Relationship Id="rId325" Type="http://schemas.openxmlformats.org/officeDocument/2006/relationships/image" Target="../media/image1224.png"/><Relationship Id="rId367" Type="http://schemas.openxmlformats.org/officeDocument/2006/relationships/image" Target="../media/image1245.png"/><Relationship Id="rId171" Type="http://schemas.openxmlformats.org/officeDocument/2006/relationships/image" Target="../media/image1130.png"/><Relationship Id="rId227" Type="http://schemas.openxmlformats.org/officeDocument/2006/relationships/image" Target="../media/image1175.png"/><Relationship Id="rId269" Type="http://schemas.openxmlformats.org/officeDocument/2006/relationships/image" Target="../media/image1196.png"/><Relationship Id="rId33" Type="http://schemas.openxmlformats.org/officeDocument/2006/relationships/image" Target="../media/image1060.png"/><Relationship Id="rId129" Type="http://schemas.openxmlformats.org/officeDocument/2006/relationships/image" Target="../media/image1107.png"/><Relationship Id="rId280" Type="http://schemas.openxmlformats.org/officeDocument/2006/relationships/customXml" Target="../ink/ink1243.xml"/><Relationship Id="rId336" Type="http://schemas.openxmlformats.org/officeDocument/2006/relationships/customXml" Target="../ink/ink1271.xml"/><Relationship Id="rId75" Type="http://schemas.openxmlformats.org/officeDocument/2006/relationships/image" Target="../media/image1081.png"/><Relationship Id="rId140" Type="http://schemas.openxmlformats.org/officeDocument/2006/relationships/customXml" Target="../ink/ink1173.xml"/><Relationship Id="rId182" Type="http://schemas.openxmlformats.org/officeDocument/2006/relationships/customXml" Target="../ink/ink1194.xml"/><Relationship Id="rId378" Type="http://schemas.openxmlformats.org/officeDocument/2006/relationships/customXml" Target="../ink/ink1292.xml"/><Relationship Id="rId6" Type="http://schemas.openxmlformats.org/officeDocument/2006/relationships/customXml" Target="../ink/ink1106.xml"/><Relationship Id="rId238" Type="http://schemas.openxmlformats.org/officeDocument/2006/relationships/customXml" Target="../ink/ink1222.xml"/><Relationship Id="rId291" Type="http://schemas.openxmlformats.org/officeDocument/2006/relationships/image" Target="../media/image1207.png"/><Relationship Id="rId305" Type="http://schemas.openxmlformats.org/officeDocument/2006/relationships/image" Target="../media/image1214.png"/><Relationship Id="rId347" Type="http://schemas.openxmlformats.org/officeDocument/2006/relationships/image" Target="../media/image1235.png"/><Relationship Id="rId44" Type="http://schemas.openxmlformats.org/officeDocument/2006/relationships/customXml" Target="../ink/ink1125.xml"/><Relationship Id="rId86" Type="http://schemas.openxmlformats.org/officeDocument/2006/relationships/customXml" Target="../ink/ink1146.xml"/><Relationship Id="rId151" Type="http://schemas.openxmlformats.org/officeDocument/2006/relationships/image" Target="../media/image1120.png"/><Relationship Id="rId389" Type="http://schemas.openxmlformats.org/officeDocument/2006/relationships/image" Target="../media/image1256.png"/><Relationship Id="rId193" Type="http://schemas.openxmlformats.org/officeDocument/2006/relationships/image" Target="../media/image1141.png"/><Relationship Id="rId207" Type="http://schemas.openxmlformats.org/officeDocument/2006/relationships/image" Target="../media/image1165.png"/><Relationship Id="rId249" Type="http://schemas.openxmlformats.org/officeDocument/2006/relationships/image" Target="../media/image1186.png"/><Relationship Id="rId13" Type="http://schemas.openxmlformats.org/officeDocument/2006/relationships/image" Target="../media/image1050.png"/><Relationship Id="rId109" Type="http://schemas.openxmlformats.org/officeDocument/2006/relationships/image" Target="../media/image1098.png"/><Relationship Id="rId260" Type="http://schemas.openxmlformats.org/officeDocument/2006/relationships/customXml" Target="../ink/ink1233.xml"/><Relationship Id="rId316" Type="http://schemas.openxmlformats.org/officeDocument/2006/relationships/customXml" Target="../ink/ink1261.xml"/><Relationship Id="rId55" Type="http://schemas.openxmlformats.org/officeDocument/2006/relationships/image" Target="../media/image1071.png"/><Relationship Id="rId97" Type="http://schemas.openxmlformats.org/officeDocument/2006/relationships/image" Target="../media/image1092.png"/><Relationship Id="rId120" Type="http://schemas.openxmlformats.org/officeDocument/2006/relationships/customXml" Target="../ink/ink1163.xml"/><Relationship Id="rId358" Type="http://schemas.openxmlformats.org/officeDocument/2006/relationships/customXml" Target="../ink/ink1282.xml"/><Relationship Id="rId162" Type="http://schemas.openxmlformats.org/officeDocument/2006/relationships/customXml" Target="../ink/ink1184.xml"/><Relationship Id="rId218" Type="http://schemas.openxmlformats.org/officeDocument/2006/relationships/customXml" Target="../ink/ink1212.xml"/><Relationship Id="rId271" Type="http://schemas.openxmlformats.org/officeDocument/2006/relationships/image" Target="../media/image1197.png"/><Relationship Id="rId24" Type="http://schemas.openxmlformats.org/officeDocument/2006/relationships/customXml" Target="../ink/ink1115.xml"/><Relationship Id="rId66" Type="http://schemas.openxmlformats.org/officeDocument/2006/relationships/customXml" Target="../ink/ink1136.xml"/><Relationship Id="rId131" Type="http://schemas.openxmlformats.org/officeDocument/2006/relationships/image" Target="../media/image1108.png"/><Relationship Id="rId327" Type="http://schemas.openxmlformats.org/officeDocument/2006/relationships/image" Target="../media/image1225.png"/><Relationship Id="rId369" Type="http://schemas.openxmlformats.org/officeDocument/2006/relationships/image" Target="../media/image1246.png"/><Relationship Id="rId173" Type="http://schemas.openxmlformats.org/officeDocument/2006/relationships/image" Target="../media/image1131.png"/><Relationship Id="rId229" Type="http://schemas.openxmlformats.org/officeDocument/2006/relationships/image" Target="../media/image1176.png"/><Relationship Id="rId380" Type="http://schemas.openxmlformats.org/officeDocument/2006/relationships/customXml" Target="../ink/ink1293.xml"/><Relationship Id="rId240" Type="http://schemas.openxmlformats.org/officeDocument/2006/relationships/customXml" Target="../ink/ink1223.xml"/><Relationship Id="rId35" Type="http://schemas.openxmlformats.org/officeDocument/2006/relationships/image" Target="../media/image1061.png"/><Relationship Id="rId77" Type="http://schemas.openxmlformats.org/officeDocument/2006/relationships/image" Target="../media/image1082.png"/><Relationship Id="rId100" Type="http://schemas.openxmlformats.org/officeDocument/2006/relationships/customXml" Target="../ink/ink1153.xml"/><Relationship Id="rId282" Type="http://schemas.openxmlformats.org/officeDocument/2006/relationships/customXml" Target="../ink/ink1244.xml"/><Relationship Id="rId338" Type="http://schemas.openxmlformats.org/officeDocument/2006/relationships/customXml" Target="../ink/ink1272.xml"/><Relationship Id="rId8" Type="http://schemas.openxmlformats.org/officeDocument/2006/relationships/customXml" Target="../ink/ink1107.xml"/><Relationship Id="rId142" Type="http://schemas.openxmlformats.org/officeDocument/2006/relationships/customXml" Target="../ink/ink1174.xml"/><Relationship Id="rId184" Type="http://schemas.openxmlformats.org/officeDocument/2006/relationships/customXml" Target="../ink/ink1195.xml"/><Relationship Id="rId391" Type="http://schemas.openxmlformats.org/officeDocument/2006/relationships/image" Target="../media/image1257.png"/><Relationship Id="rId251" Type="http://schemas.openxmlformats.org/officeDocument/2006/relationships/image" Target="../media/image1187.png"/><Relationship Id="rId46" Type="http://schemas.openxmlformats.org/officeDocument/2006/relationships/customXml" Target="../ink/ink1126.xml"/><Relationship Id="rId293" Type="http://schemas.openxmlformats.org/officeDocument/2006/relationships/image" Target="../media/image1208.png"/><Relationship Id="rId307" Type="http://schemas.openxmlformats.org/officeDocument/2006/relationships/image" Target="../media/image1215.png"/><Relationship Id="rId349" Type="http://schemas.openxmlformats.org/officeDocument/2006/relationships/image" Target="../media/image1236.png"/><Relationship Id="rId88" Type="http://schemas.openxmlformats.org/officeDocument/2006/relationships/customXml" Target="../ink/ink1147.xml"/><Relationship Id="rId111" Type="http://schemas.openxmlformats.org/officeDocument/2006/relationships/image" Target="../media/image1099.png"/><Relationship Id="rId153" Type="http://schemas.openxmlformats.org/officeDocument/2006/relationships/image" Target="../media/image1121.png"/><Relationship Id="rId195" Type="http://schemas.openxmlformats.org/officeDocument/2006/relationships/image" Target="../media/image1142.png"/><Relationship Id="rId209" Type="http://schemas.openxmlformats.org/officeDocument/2006/relationships/image" Target="../media/image1166.png"/><Relationship Id="rId360" Type="http://schemas.openxmlformats.org/officeDocument/2006/relationships/customXml" Target="../ink/ink1283.xml"/><Relationship Id="rId220" Type="http://schemas.openxmlformats.org/officeDocument/2006/relationships/customXml" Target="../ink/ink1213.xml"/><Relationship Id="rId15" Type="http://schemas.openxmlformats.org/officeDocument/2006/relationships/image" Target="../media/image1051.png"/><Relationship Id="rId57" Type="http://schemas.openxmlformats.org/officeDocument/2006/relationships/image" Target="../media/image1072.png"/><Relationship Id="rId262" Type="http://schemas.openxmlformats.org/officeDocument/2006/relationships/customXml" Target="../ink/ink1234.xml"/><Relationship Id="rId318" Type="http://schemas.openxmlformats.org/officeDocument/2006/relationships/customXml" Target="../ink/ink1262.xml"/><Relationship Id="rId99" Type="http://schemas.openxmlformats.org/officeDocument/2006/relationships/image" Target="../media/image1093.png"/><Relationship Id="rId122" Type="http://schemas.openxmlformats.org/officeDocument/2006/relationships/customXml" Target="../ink/ink1164.xml"/><Relationship Id="rId164" Type="http://schemas.openxmlformats.org/officeDocument/2006/relationships/customXml" Target="../ink/ink1185.xml"/><Relationship Id="rId371" Type="http://schemas.openxmlformats.org/officeDocument/2006/relationships/image" Target="../media/image1247.png"/><Relationship Id="rId26" Type="http://schemas.openxmlformats.org/officeDocument/2006/relationships/customXml" Target="../ink/ink1116.xml"/><Relationship Id="rId231" Type="http://schemas.openxmlformats.org/officeDocument/2006/relationships/image" Target="../media/image1177.png"/><Relationship Id="rId273" Type="http://schemas.openxmlformats.org/officeDocument/2006/relationships/image" Target="../media/image1198.png"/><Relationship Id="rId329" Type="http://schemas.openxmlformats.org/officeDocument/2006/relationships/image" Target="../media/image1226.png"/><Relationship Id="rId68" Type="http://schemas.openxmlformats.org/officeDocument/2006/relationships/customXml" Target="../ink/ink1137.xml"/><Relationship Id="rId133" Type="http://schemas.openxmlformats.org/officeDocument/2006/relationships/image" Target="../media/image1111.png"/><Relationship Id="rId175" Type="http://schemas.openxmlformats.org/officeDocument/2006/relationships/image" Target="../media/image1132.png"/><Relationship Id="rId340" Type="http://schemas.openxmlformats.org/officeDocument/2006/relationships/customXml" Target="../ink/ink1273.xml"/><Relationship Id="rId200" Type="http://schemas.openxmlformats.org/officeDocument/2006/relationships/customXml" Target="../ink/ink1203.xml"/><Relationship Id="rId382" Type="http://schemas.openxmlformats.org/officeDocument/2006/relationships/customXml" Target="../ink/ink1294.xml"/><Relationship Id="rId242" Type="http://schemas.openxmlformats.org/officeDocument/2006/relationships/customXml" Target="../ink/ink1224.xml"/><Relationship Id="rId284" Type="http://schemas.openxmlformats.org/officeDocument/2006/relationships/customXml" Target="../ink/ink1245.xml"/><Relationship Id="rId37" Type="http://schemas.openxmlformats.org/officeDocument/2006/relationships/image" Target="../media/image1062.png"/><Relationship Id="rId79" Type="http://schemas.openxmlformats.org/officeDocument/2006/relationships/image" Target="../media/image1083.png"/><Relationship Id="rId102" Type="http://schemas.openxmlformats.org/officeDocument/2006/relationships/customXml" Target="../ink/ink1154.xml"/><Relationship Id="rId144" Type="http://schemas.openxmlformats.org/officeDocument/2006/relationships/customXml" Target="../ink/ink1175.xml"/></Relationships>
</file>

<file path=ppt/slides/_rels/slide3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61.xml"/><Relationship Id="rId21" Type="http://schemas.openxmlformats.org/officeDocument/2006/relationships/customXml" Target="../ink/ink1313.xml"/><Relationship Id="rId42" Type="http://schemas.openxmlformats.org/officeDocument/2006/relationships/image" Target="../media/image1275.png"/><Relationship Id="rId63" Type="http://schemas.openxmlformats.org/officeDocument/2006/relationships/customXml" Target="../ink/ink1334.xml"/><Relationship Id="rId84" Type="http://schemas.openxmlformats.org/officeDocument/2006/relationships/image" Target="../media/image1287.png"/><Relationship Id="rId138" Type="http://schemas.openxmlformats.org/officeDocument/2006/relationships/image" Target="../media/image1314.png"/><Relationship Id="rId159" Type="http://schemas.openxmlformats.org/officeDocument/2006/relationships/customXml" Target="../ink/ink1382.xml"/><Relationship Id="rId170" Type="http://schemas.openxmlformats.org/officeDocument/2006/relationships/image" Target="../media/image1330.png"/><Relationship Id="rId191" Type="http://schemas.openxmlformats.org/officeDocument/2006/relationships/customXml" Target="../ink/ink1398.xml"/><Relationship Id="rId205" Type="http://schemas.openxmlformats.org/officeDocument/2006/relationships/customXml" Target="../ink/ink1405.xml"/><Relationship Id="rId226" Type="http://schemas.openxmlformats.org/officeDocument/2006/relationships/image" Target="../media/image1358.png"/><Relationship Id="rId107" Type="http://schemas.openxmlformats.org/officeDocument/2006/relationships/customXml" Target="../ink/ink1356.xml"/><Relationship Id="rId11" Type="http://schemas.openxmlformats.org/officeDocument/2006/relationships/customXml" Target="../ink/ink1308.xml"/><Relationship Id="rId32" Type="http://schemas.openxmlformats.org/officeDocument/2006/relationships/image" Target="../media/image1272.png"/><Relationship Id="rId53" Type="http://schemas.openxmlformats.org/officeDocument/2006/relationships/customXml" Target="../ink/ink1329.xml"/><Relationship Id="rId74" Type="http://schemas.openxmlformats.org/officeDocument/2006/relationships/image" Target="../media/image1282.png"/><Relationship Id="rId128" Type="http://schemas.openxmlformats.org/officeDocument/2006/relationships/image" Target="../media/image1309.png"/><Relationship Id="rId149" Type="http://schemas.openxmlformats.org/officeDocument/2006/relationships/customXml" Target="../ink/ink1377.xml"/><Relationship Id="rId5" Type="http://schemas.openxmlformats.org/officeDocument/2006/relationships/customXml" Target="../ink/ink1305.xml"/><Relationship Id="rId95" Type="http://schemas.openxmlformats.org/officeDocument/2006/relationships/customXml" Target="../ink/ink1350.xml"/><Relationship Id="rId160" Type="http://schemas.openxmlformats.org/officeDocument/2006/relationships/image" Target="../media/image1325.png"/><Relationship Id="rId181" Type="http://schemas.openxmlformats.org/officeDocument/2006/relationships/customXml" Target="../ink/ink1393.xml"/><Relationship Id="rId216" Type="http://schemas.openxmlformats.org/officeDocument/2006/relationships/image" Target="../media/image1353.png"/><Relationship Id="rId237" Type="http://schemas.openxmlformats.org/officeDocument/2006/relationships/customXml" Target="../ink/ink1421.xml"/><Relationship Id="rId22" Type="http://schemas.openxmlformats.org/officeDocument/2006/relationships/image" Target="../media/image1269.png"/><Relationship Id="rId43" Type="http://schemas.openxmlformats.org/officeDocument/2006/relationships/customXml" Target="../ink/ink1324.xml"/><Relationship Id="rId64" Type="http://schemas.openxmlformats.org/officeDocument/2006/relationships/image" Target="../media/image10120.png"/><Relationship Id="rId118" Type="http://schemas.openxmlformats.org/officeDocument/2006/relationships/image" Target="../media/image1304.png"/><Relationship Id="rId139" Type="http://schemas.openxmlformats.org/officeDocument/2006/relationships/customXml" Target="../ink/ink1372.xml"/><Relationship Id="rId85" Type="http://schemas.openxmlformats.org/officeDocument/2006/relationships/customXml" Target="../ink/ink1345.xml"/><Relationship Id="rId150" Type="http://schemas.openxmlformats.org/officeDocument/2006/relationships/image" Target="../media/image1320.png"/><Relationship Id="rId171" Type="http://schemas.openxmlformats.org/officeDocument/2006/relationships/customXml" Target="../ink/ink1388.xml"/><Relationship Id="rId192" Type="http://schemas.openxmlformats.org/officeDocument/2006/relationships/image" Target="../media/image1341.png"/><Relationship Id="rId206" Type="http://schemas.openxmlformats.org/officeDocument/2006/relationships/image" Target="../media/image1348.png"/><Relationship Id="rId227" Type="http://schemas.openxmlformats.org/officeDocument/2006/relationships/customXml" Target="../ink/ink1416.xml"/><Relationship Id="rId12" Type="http://schemas.openxmlformats.org/officeDocument/2006/relationships/image" Target="../media/image9860.png"/><Relationship Id="rId33" Type="http://schemas.openxmlformats.org/officeDocument/2006/relationships/customXml" Target="../ink/ink1319.xml"/><Relationship Id="rId108" Type="http://schemas.openxmlformats.org/officeDocument/2006/relationships/image" Target="../media/image1299.png"/><Relationship Id="rId129" Type="http://schemas.openxmlformats.org/officeDocument/2006/relationships/customXml" Target="../ink/ink1367.xml"/><Relationship Id="rId54" Type="http://schemas.openxmlformats.org/officeDocument/2006/relationships/image" Target="../media/image1278.png"/><Relationship Id="rId75" Type="http://schemas.openxmlformats.org/officeDocument/2006/relationships/customXml" Target="../ink/ink1340.xml"/><Relationship Id="rId96" Type="http://schemas.openxmlformats.org/officeDocument/2006/relationships/image" Target="../media/image1293.png"/><Relationship Id="rId140" Type="http://schemas.openxmlformats.org/officeDocument/2006/relationships/image" Target="../media/image1315.png"/><Relationship Id="rId161" Type="http://schemas.openxmlformats.org/officeDocument/2006/relationships/customXml" Target="../ink/ink1383.xml"/><Relationship Id="rId182" Type="http://schemas.openxmlformats.org/officeDocument/2006/relationships/image" Target="../media/image1336.png"/><Relationship Id="rId217" Type="http://schemas.openxmlformats.org/officeDocument/2006/relationships/customXml" Target="../ink/ink1411.xml"/><Relationship Id="rId6" Type="http://schemas.openxmlformats.org/officeDocument/2006/relationships/image" Target="../media/image1265.png"/><Relationship Id="rId238" Type="http://schemas.openxmlformats.org/officeDocument/2006/relationships/image" Target="../media/image1364.png"/><Relationship Id="rId23" Type="http://schemas.openxmlformats.org/officeDocument/2006/relationships/customXml" Target="../ink/ink1314.xml"/><Relationship Id="rId119" Type="http://schemas.openxmlformats.org/officeDocument/2006/relationships/customXml" Target="../ink/ink1362.xml"/><Relationship Id="rId44" Type="http://schemas.openxmlformats.org/officeDocument/2006/relationships/image" Target="../media/image1276.png"/><Relationship Id="rId65" Type="http://schemas.openxmlformats.org/officeDocument/2006/relationships/customXml" Target="../ink/ink1335.xml"/><Relationship Id="rId86" Type="http://schemas.openxmlformats.org/officeDocument/2006/relationships/image" Target="../media/image1288.png"/><Relationship Id="rId130" Type="http://schemas.openxmlformats.org/officeDocument/2006/relationships/image" Target="../media/image1310.png"/><Relationship Id="rId151" Type="http://schemas.openxmlformats.org/officeDocument/2006/relationships/customXml" Target="../ink/ink1378.xml"/><Relationship Id="rId172" Type="http://schemas.openxmlformats.org/officeDocument/2006/relationships/image" Target="../media/image1331.png"/><Relationship Id="rId193" Type="http://schemas.openxmlformats.org/officeDocument/2006/relationships/customXml" Target="../ink/ink1399.xml"/><Relationship Id="rId207" Type="http://schemas.openxmlformats.org/officeDocument/2006/relationships/customXml" Target="../ink/ink1406.xml"/><Relationship Id="rId228" Type="http://schemas.openxmlformats.org/officeDocument/2006/relationships/image" Target="../media/image1359.png"/><Relationship Id="rId13" Type="http://schemas.openxmlformats.org/officeDocument/2006/relationships/customXml" Target="../ink/ink1309.xml"/><Relationship Id="rId109" Type="http://schemas.openxmlformats.org/officeDocument/2006/relationships/customXml" Target="../ink/ink1357.xml"/><Relationship Id="rId34" Type="http://schemas.openxmlformats.org/officeDocument/2006/relationships/image" Target="../media/image1273.png"/><Relationship Id="rId55" Type="http://schemas.openxmlformats.org/officeDocument/2006/relationships/customXml" Target="../ink/ink1330.xml"/><Relationship Id="rId76" Type="http://schemas.openxmlformats.org/officeDocument/2006/relationships/image" Target="../media/image1283.png"/><Relationship Id="rId97" Type="http://schemas.openxmlformats.org/officeDocument/2006/relationships/customXml" Target="../ink/ink1351.xml"/><Relationship Id="rId120" Type="http://schemas.openxmlformats.org/officeDocument/2006/relationships/image" Target="../media/image1305.png"/><Relationship Id="rId141" Type="http://schemas.openxmlformats.org/officeDocument/2006/relationships/customXml" Target="../ink/ink1373.xml"/><Relationship Id="rId7" Type="http://schemas.openxmlformats.org/officeDocument/2006/relationships/customXml" Target="../ink/ink1306.xml"/><Relationship Id="rId162" Type="http://schemas.openxmlformats.org/officeDocument/2006/relationships/image" Target="../media/image1326.png"/><Relationship Id="rId183" Type="http://schemas.openxmlformats.org/officeDocument/2006/relationships/customXml" Target="../ink/ink1394.xml"/><Relationship Id="rId218" Type="http://schemas.openxmlformats.org/officeDocument/2006/relationships/image" Target="../media/image1354.png"/><Relationship Id="rId239" Type="http://schemas.openxmlformats.org/officeDocument/2006/relationships/customXml" Target="../ink/ink1422.xml"/><Relationship Id="rId24" Type="http://schemas.openxmlformats.org/officeDocument/2006/relationships/image" Target="../media/image9920.png"/><Relationship Id="rId45" Type="http://schemas.openxmlformats.org/officeDocument/2006/relationships/customXml" Target="../ink/ink1325.xml"/><Relationship Id="rId66" Type="http://schemas.openxmlformats.org/officeDocument/2006/relationships/image" Target="../media/image10130.png"/><Relationship Id="rId87" Type="http://schemas.openxmlformats.org/officeDocument/2006/relationships/customXml" Target="../ink/ink1346.xml"/><Relationship Id="rId110" Type="http://schemas.openxmlformats.org/officeDocument/2006/relationships/image" Target="../media/image1300.png"/><Relationship Id="rId131" Type="http://schemas.openxmlformats.org/officeDocument/2006/relationships/customXml" Target="../ink/ink1368.xml"/><Relationship Id="rId152" Type="http://schemas.openxmlformats.org/officeDocument/2006/relationships/image" Target="../media/image1321.png"/><Relationship Id="rId173" Type="http://schemas.openxmlformats.org/officeDocument/2006/relationships/customXml" Target="../ink/ink1389.xml"/><Relationship Id="rId194" Type="http://schemas.openxmlformats.org/officeDocument/2006/relationships/image" Target="../media/image1342.png"/><Relationship Id="rId208" Type="http://schemas.openxmlformats.org/officeDocument/2006/relationships/image" Target="../media/image1349.png"/><Relationship Id="rId229" Type="http://schemas.openxmlformats.org/officeDocument/2006/relationships/customXml" Target="../ink/ink1417.xml"/><Relationship Id="rId240" Type="http://schemas.openxmlformats.org/officeDocument/2006/relationships/image" Target="../media/image1365.png"/><Relationship Id="rId14" Type="http://schemas.openxmlformats.org/officeDocument/2006/relationships/image" Target="../media/image9870.png"/><Relationship Id="rId35" Type="http://schemas.openxmlformats.org/officeDocument/2006/relationships/customXml" Target="../ink/ink1320.xml"/><Relationship Id="rId56" Type="http://schemas.openxmlformats.org/officeDocument/2006/relationships/image" Target="../media/image1279.png"/><Relationship Id="rId77" Type="http://schemas.openxmlformats.org/officeDocument/2006/relationships/customXml" Target="../ink/ink1341.xml"/><Relationship Id="rId100" Type="http://schemas.openxmlformats.org/officeDocument/2006/relationships/image" Target="../media/image1295.png"/><Relationship Id="rId8" Type="http://schemas.openxmlformats.org/officeDocument/2006/relationships/image" Target="../media/image9840.png"/><Relationship Id="rId98" Type="http://schemas.openxmlformats.org/officeDocument/2006/relationships/image" Target="../media/image1294.png"/><Relationship Id="rId121" Type="http://schemas.openxmlformats.org/officeDocument/2006/relationships/customXml" Target="../ink/ink1363.xml"/><Relationship Id="rId142" Type="http://schemas.openxmlformats.org/officeDocument/2006/relationships/image" Target="../media/image1316.png"/><Relationship Id="rId163" Type="http://schemas.openxmlformats.org/officeDocument/2006/relationships/customXml" Target="../ink/ink1384.xml"/><Relationship Id="rId184" Type="http://schemas.openxmlformats.org/officeDocument/2006/relationships/image" Target="../media/image1337.png"/><Relationship Id="rId219" Type="http://schemas.openxmlformats.org/officeDocument/2006/relationships/customXml" Target="../ink/ink1412.xml"/><Relationship Id="rId230" Type="http://schemas.openxmlformats.org/officeDocument/2006/relationships/image" Target="../media/image1360.png"/><Relationship Id="rId25" Type="http://schemas.openxmlformats.org/officeDocument/2006/relationships/customXml" Target="../ink/ink1315.xml"/><Relationship Id="rId46" Type="http://schemas.openxmlformats.org/officeDocument/2006/relationships/image" Target="../media/image1277.png"/><Relationship Id="rId67" Type="http://schemas.openxmlformats.org/officeDocument/2006/relationships/customXml" Target="../ink/ink1336.xml"/><Relationship Id="rId88" Type="http://schemas.openxmlformats.org/officeDocument/2006/relationships/image" Target="../media/image1289.png"/><Relationship Id="rId111" Type="http://schemas.openxmlformats.org/officeDocument/2006/relationships/customXml" Target="../ink/ink1358.xml"/><Relationship Id="rId132" Type="http://schemas.openxmlformats.org/officeDocument/2006/relationships/image" Target="../media/image1311.png"/><Relationship Id="rId153" Type="http://schemas.openxmlformats.org/officeDocument/2006/relationships/customXml" Target="../ink/ink1379.xml"/><Relationship Id="rId174" Type="http://schemas.openxmlformats.org/officeDocument/2006/relationships/image" Target="../media/image1332.png"/><Relationship Id="rId195" Type="http://schemas.openxmlformats.org/officeDocument/2006/relationships/customXml" Target="../ink/ink1400.xml"/><Relationship Id="rId209" Type="http://schemas.openxmlformats.org/officeDocument/2006/relationships/customXml" Target="../ink/ink1407.xml"/><Relationship Id="rId220" Type="http://schemas.openxmlformats.org/officeDocument/2006/relationships/image" Target="../media/image1355.png"/><Relationship Id="rId241" Type="http://schemas.openxmlformats.org/officeDocument/2006/relationships/customXml" Target="../ink/ink1423.xml"/><Relationship Id="rId15" Type="http://schemas.openxmlformats.org/officeDocument/2006/relationships/customXml" Target="../ink/ink1310.xml"/><Relationship Id="rId36" Type="http://schemas.openxmlformats.org/officeDocument/2006/relationships/image" Target="../media/image9980.png"/><Relationship Id="rId57" Type="http://schemas.openxmlformats.org/officeDocument/2006/relationships/customXml" Target="../ink/ink1331.xml"/><Relationship Id="rId106" Type="http://schemas.openxmlformats.org/officeDocument/2006/relationships/image" Target="../media/image1298.png"/><Relationship Id="rId127" Type="http://schemas.openxmlformats.org/officeDocument/2006/relationships/customXml" Target="../ink/ink1366.xml"/><Relationship Id="rId10" Type="http://schemas.openxmlformats.org/officeDocument/2006/relationships/image" Target="../media/image9850.png"/><Relationship Id="rId31" Type="http://schemas.openxmlformats.org/officeDocument/2006/relationships/customXml" Target="../ink/ink1318.xml"/><Relationship Id="rId52" Type="http://schemas.openxmlformats.org/officeDocument/2006/relationships/image" Target="../media/image10060.png"/><Relationship Id="rId73" Type="http://schemas.openxmlformats.org/officeDocument/2006/relationships/customXml" Target="../ink/ink1339.xml"/><Relationship Id="rId78" Type="http://schemas.openxmlformats.org/officeDocument/2006/relationships/image" Target="../media/image1284.png"/><Relationship Id="rId94" Type="http://schemas.openxmlformats.org/officeDocument/2006/relationships/image" Target="../media/image1292.png"/><Relationship Id="rId99" Type="http://schemas.openxmlformats.org/officeDocument/2006/relationships/customXml" Target="../ink/ink1352.xml"/><Relationship Id="rId101" Type="http://schemas.openxmlformats.org/officeDocument/2006/relationships/customXml" Target="../ink/ink1353.xml"/><Relationship Id="rId122" Type="http://schemas.openxmlformats.org/officeDocument/2006/relationships/image" Target="../media/image1306.png"/><Relationship Id="rId143" Type="http://schemas.openxmlformats.org/officeDocument/2006/relationships/customXml" Target="../ink/ink1374.xml"/><Relationship Id="rId148" Type="http://schemas.openxmlformats.org/officeDocument/2006/relationships/image" Target="../media/image1319.png"/><Relationship Id="rId164" Type="http://schemas.openxmlformats.org/officeDocument/2006/relationships/image" Target="../media/image1327.png"/><Relationship Id="rId169" Type="http://schemas.openxmlformats.org/officeDocument/2006/relationships/customXml" Target="../ink/ink1387.xml"/><Relationship Id="rId185" Type="http://schemas.openxmlformats.org/officeDocument/2006/relationships/customXml" Target="../ink/ink1395.xml"/><Relationship Id="rId4" Type="http://schemas.openxmlformats.org/officeDocument/2006/relationships/image" Target="../media/image1264.png"/><Relationship Id="rId9" Type="http://schemas.openxmlformats.org/officeDocument/2006/relationships/customXml" Target="../ink/ink1307.xml"/><Relationship Id="rId180" Type="http://schemas.openxmlformats.org/officeDocument/2006/relationships/image" Target="../media/image1335.png"/><Relationship Id="rId210" Type="http://schemas.openxmlformats.org/officeDocument/2006/relationships/image" Target="../media/image1350.png"/><Relationship Id="rId215" Type="http://schemas.openxmlformats.org/officeDocument/2006/relationships/customXml" Target="../ink/ink1410.xml"/><Relationship Id="rId236" Type="http://schemas.openxmlformats.org/officeDocument/2006/relationships/image" Target="../media/image1363.png"/><Relationship Id="rId26" Type="http://schemas.openxmlformats.org/officeDocument/2006/relationships/image" Target="../media/image9930.png"/><Relationship Id="rId231" Type="http://schemas.openxmlformats.org/officeDocument/2006/relationships/customXml" Target="../ink/ink1418.xml"/><Relationship Id="rId47" Type="http://schemas.openxmlformats.org/officeDocument/2006/relationships/customXml" Target="../ink/ink1326.xml"/><Relationship Id="rId68" Type="http://schemas.openxmlformats.org/officeDocument/2006/relationships/image" Target="../media/image10140.png"/><Relationship Id="rId89" Type="http://schemas.openxmlformats.org/officeDocument/2006/relationships/customXml" Target="../ink/ink1347.xml"/><Relationship Id="rId112" Type="http://schemas.openxmlformats.org/officeDocument/2006/relationships/image" Target="../media/image1301.png"/><Relationship Id="rId133" Type="http://schemas.openxmlformats.org/officeDocument/2006/relationships/customXml" Target="../ink/ink1369.xml"/><Relationship Id="rId154" Type="http://schemas.openxmlformats.org/officeDocument/2006/relationships/image" Target="../media/image1322.png"/><Relationship Id="rId175" Type="http://schemas.openxmlformats.org/officeDocument/2006/relationships/customXml" Target="../ink/ink1390.xml"/><Relationship Id="rId196" Type="http://schemas.openxmlformats.org/officeDocument/2006/relationships/image" Target="../media/image1343.png"/><Relationship Id="rId200" Type="http://schemas.openxmlformats.org/officeDocument/2006/relationships/image" Target="../media/image1345.png"/><Relationship Id="rId16" Type="http://schemas.openxmlformats.org/officeDocument/2006/relationships/image" Target="../media/image1266.png"/><Relationship Id="rId221" Type="http://schemas.openxmlformats.org/officeDocument/2006/relationships/customXml" Target="../ink/ink1413.xml"/><Relationship Id="rId242" Type="http://schemas.openxmlformats.org/officeDocument/2006/relationships/image" Target="../media/image1366.png"/><Relationship Id="rId37" Type="http://schemas.openxmlformats.org/officeDocument/2006/relationships/customXml" Target="../ink/ink1321.xml"/><Relationship Id="rId58" Type="http://schemas.openxmlformats.org/officeDocument/2006/relationships/image" Target="../media/image10090.png"/><Relationship Id="rId79" Type="http://schemas.openxmlformats.org/officeDocument/2006/relationships/customXml" Target="../ink/ink1342.xml"/><Relationship Id="rId102" Type="http://schemas.openxmlformats.org/officeDocument/2006/relationships/image" Target="../media/image1296.png"/><Relationship Id="rId123" Type="http://schemas.openxmlformats.org/officeDocument/2006/relationships/customXml" Target="../ink/ink1364.xml"/><Relationship Id="rId144" Type="http://schemas.openxmlformats.org/officeDocument/2006/relationships/image" Target="../media/image1317.png"/><Relationship Id="rId90" Type="http://schemas.openxmlformats.org/officeDocument/2006/relationships/image" Target="../media/image1290.png"/><Relationship Id="rId165" Type="http://schemas.openxmlformats.org/officeDocument/2006/relationships/customXml" Target="../ink/ink1385.xml"/><Relationship Id="rId186" Type="http://schemas.openxmlformats.org/officeDocument/2006/relationships/image" Target="../media/image1338.png"/><Relationship Id="rId211" Type="http://schemas.openxmlformats.org/officeDocument/2006/relationships/customXml" Target="../ink/ink1408.xml"/><Relationship Id="rId232" Type="http://schemas.openxmlformats.org/officeDocument/2006/relationships/image" Target="../media/image1361.png"/><Relationship Id="rId27" Type="http://schemas.openxmlformats.org/officeDocument/2006/relationships/customXml" Target="../ink/ink1316.xml"/><Relationship Id="rId48" Type="http://schemas.openxmlformats.org/officeDocument/2006/relationships/image" Target="../media/image10040.png"/><Relationship Id="rId69" Type="http://schemas.openxmlformats.org/officeDocument/2006/relationships/customXml" Target="../ink/ink1337.xml"/><Relationship Id="rId113" Type="http://schemas.openxmlformats.org/officeDocument/2006/relationships/customXml" Target="../ink/ink1359.xml"/><Relationship Id="rId134" Type="http://schemas.openxmlformats.org/officeDocument/2006/relationships/image" Target="../media/image1312.png"/><Relationship Id="rId80" Type="http://schemas.openxmlformats.org/officeDocument/2006/relationships/image" Target="../media/image1285.png"/><Relationship Id="rId155" Type="http://schemas.openxmlformats.org/officeDocument/2006/relationships/customXml" Target="../ink/ink1380.xml"/><Relationship Id="rId176" Type="http://schemas.openxmlformats.org/officeDocument/2006/relationships/image" Target="../media/image1333.png"/><Relationship Id="rId197" Type="http://schemas.openxmlformats.org/officeDocument/2006/relationships/customXml" Target="../ink/ink1401.xml"/><Relationship Id="rId201" Type="http://schemas.openxmlformats.org/officeDocument/2006/relationships/customXml" Target="../ink/ink1403.xml"/><Relationship Id="rId222" Type="http://schemas.openxmlformats.org/officeDocument/2006/relationships/image" Target="../media/image1356.png"/><Relationship Id="rId243" Type="http://schemas.openxmlformats.org/officeDocument/2006/relationships/customXml" Target="../ink/ink1424.xml"/><Relationship Id="rId17" Type="http://schemas.openxmlformats.org/officeDocument/2006/relationships/customXml" Target="../ink/ink1311.xml"/><Relationship Id="rId38" Type="http://schemas.openxmlformats.org/officeDocument/2006/relationships/image" Target="../media/image9990.png"/><Relationship Id="rId59" Type="http://schemas.openxmlformats.org/officeDocument/2006/relationships/customXml" Target="../ink/ink1332.xml"/><Relationship Id="rId103" Type="http://schemas.openxmlformats.org/officeDocument/2006/relationships/customXml" Target="../ink/ink1354.xml"/><Relationship Id="rId124" Type="http://schemas.openxmlformats.org/officeDocument/2006/relationships/image" Target="../media/image1307.png"/><Relationship Id="rId70" Type="http://schemas.openxmlformats.org/officeDocument/2006/relationships/image" Target="../media/image1280.png"/><Relationship Id="rId91" Type="http://schemas.openxmlformats.org/officeDocument/2006/relationships/customXml" Target="../ink/ink1348.xml"/><Relationship Id="rId145" Type="http://schemas.openxmlformats.org/officeDocument/2006/relationships/customXml" Target="../ink/ink1375.xml"/><Relationship Id="rId166" Type="http://schemas.openxmlformats.org/officeDocument/2006/relationships/image" Target="../media/image1328.png"/><Relationship Id="rId187" Type="http://schemas.openxmlformats.org/officeDocument/2006/relationships/customXml" Target="../ink/ink1396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351.png"/><Relationship Id="rId233" Type="http://schemas.openxmlformats.org/officeDocument/2006/relationships/customXml" Target="../ink/ink1419.xml"/><Relationship Id="rId28" Type="http://schemas.openxmlformats.org/officeDocument/2006/relationships/image" Target="../media/image1270.png"/><Relationship Id="rId49" Type="http://schemas.openxmlformats.org/officeDocument/2006/relationships/customXml" Target="../ink/ink1327.xml"/><Relationship Id="rId114" Type="http://schemas.openxmlformats.org/officeDocument/2006/relationships/image" Target="../media/image1302.png"/><Relationship Id="rId60" Type="http://schemas.openxmlformats.org/officeDocument/2006/relationships/image" Target="../media/image10100.png"/><Relationship Id="rId81" Type="http://schemas.openxmlformats.org/officeDocument/2006/relationships/customXml" Target="../ink/ink1343.xml"/><Relationship Id="rId135" Type="http://schemas.openxmlformats.org/officeDocument/2006/relationships/customXml" Target="../ink/ink1370.xml"/><Relationship Id="rId156" Type="http://schemas.openxmlformats.org/officeDocument/2006/relationships/image" Target="../media/image1323.png"/><Relationship Id="rId177" Type="http://schemas.openxmlformats.org/officeDocument/2006/relationships/customXml" Target="../ink/ink1391.xml"/><Relationship Id="rId198" Type="http://schemas.openxmlformats.org/officeDocument/2006/relationships/image" Target="../media/image1344.png"/><Relationship Id="rId202" Type="http://schemas.openxmlformats.org/officeDocument/2006/relationships/image" Target="../media/image1346.png"/><Relationship Id="rId223" Type="http://schemas.openxmlformats.org/officeDocument/2006/relationships/customXml" Target="../ink/ink1414.xml"/><Relationship Id="rId244" Type="http://schemas.openxmlformats.org/officeDocument/2006/relationships/image" Target="../media/image1367.png"/><Relationship Id="rId18" Type="http://schemas.openxmlformats.org/officeDocument/2006/relationships/image" Target="../media/image1267.png"/><Relationship Id="rId39" Type="http://schemas.openxmlformats.org/officeDocument/2006/relationships/customXml" Target="../ink/ink1322.xml"/><Relationship Id="rId50" Type="http://schemas.openxmlformats.org/officeDocument/2006/relationships/image" Target="../media/image10050.png"/><Relationship Id="rId104" Type="http://schemas.openxmlformats.org/officeDocument/2006/relationships/image" Target="../media/image1297.png"/><Relationship Id="rId125" Type="http://schemas.openxmlformats.org/officeDocument/2006/relationships/customXml" Target="../ink/ink1365.xml"/><Relationship Id="rId146" Type="http://schemas.openxmlformats.org/officeDocument/2006/relationships/image" Target="../media/image1318.png"/><Relationship Id="rId167" Type="http://schemas.openxmlformats.org/officeDocument/2006/relationships/customXml" Target="../ink/ink1386.xml"/><Relationship Id="rId188" Type="http://schemas.openxmlformats.org/officeDocument/2006/relationships/image" Target="../media/image1339.png"/><Relationship Id="rId71" Type="http://schemas.openxmlformats.org/officeDocument/2006/relationships/customXml" Target="../ink/ink1338.xml"/><Relationship Id="rId92" Type="http://schemas.openxmlformats.org/officeDocument/2006/relationships/image" Target="../media/image1291.png"/><Relationship Id="rId213" Type="http://schemas.openxmlformats.org/officeDocument/2006/relationships/customXml" Target="../ink/ink1409.xml"/><Relationship Id="rId234" Type="http://schemas.openxmlformats.org/officeDocument/2006/relationships/image" Target="../media/image1362.png"/><Relationship Id="rId2" Type="http://schemas.openxmlformats.org/officeDocument/2006/relationships/image" Target="../media/image1263.png"/><Relationship Id="rId29" Type="http://schemas.openxmlformats.org/officeDocument/2006/relationships/customXml" Target="../ink/ink1317.xml"/><Relationship Id="rId40" Type="http://schemas.openxmlformats.org/officeDocument/2006/relationships/image" Target="../media/image1274.png"/><Relationship Id="rId115" Type="http://schemas.openxmlformats.org/officeDocument/2006/relationships/customXml" Target="../ink/ink1360.xml"/><Relationship Id="rId136" Type="http://schemas.openxmlformats.org/officeDocument/2006/relationships/image" Target="../media/image1313.png"/><Relationship Id="rId157" Type="http://schemas.openxmlformats.org/officeDocument/2006/relationships/customXml" Target="../ink/ink1381.xml"/><Relationship Id="rId178" Type="http://schemas.openxmlformats.org/officeDocument/2006/relationships/image" Target="../media/image1334.png"/><Relationship Id="rId61" Type="http://schemas.openxmlformats.org/officeDocument/2006/relationships/customXml" Target="../ink/ink1333.xml"/><Relationship Id="rId82" Type="http://schemas.openxmlformats.org/officeDocument/2006/relationships/image" Target="../media/image1286.png"/><Relationship Id="rId199" Type="http://schemas.openxmlformats.org/officeDocument/2006/relationships/customXml" Target="../ink/ink1402.xml"/><Relationship Id="rId203" Type="http://schemas.openxmlformats.org/officeDocument/2006/relationships/customXml" Target="../ink/ink1404.xml"/><Relationship Id="rId19" Type="http://schemas.openxmlformats.org/officeDocument/2006/relationships/customXml" Target="../ink/ink1312.xml"/><Relationship Id="rId224" Type="http://schemas.openxmlformats.org/officeDocument/2006/relationships/image" Target="../media/image1357.png"/><Relationship Id="rId30" Type="http://schemas.openxmlformats.org/officeDocument/2006/relationships/image" Target="../media/image1271.png"/><Relationship Id="rId105" Type="http://schemas.openxmlformats.org/officeDocument/2006/relationships/customXml" Target="../ink/ink1355.xml"/><Relationship Id="rId126" Type="http://schemas.openxmlformats.org/officeDocument/2006/relationships/image" Target="../media/image1308.png"/><Relationship Id="rId147" Type="http://schemas.openxmlformats.org/officeDocument/2006/relationships/customXml" Target="../ink/ink1376.xml"/><Relationship Id="rId168" Type="http://schemas.openxmlformats.org/officeDocument/2006/relationships/image" Target="../media/image1329.png"/><Relationship Id="rId51" Type="http://schemas.openxmlformats.org/officeDocument/2006/relationships/customXml" Target="../ink/ink1328.xml"/><Relationship Id="rId72" Type="http://schemas.openxmlformats.org/officeDocument/2006/relationships/image" Target="../media/image1281.png"/><Relationship Id="rId93" Type="http://schemas.openxmlformats.org/officeDocument/2006/relationships/customXml" Target="../ink/ink1349.xml"/><Relationship Id="rId189" Type="http://schemas.openxmlformats.org/officeDocument/2006/relationships/customXml" Target="../ink/ink1397.xml"/><Relationship Id="rId3" Type="http://schemas.openxmlformats.org/officeDocument/2006/relationships/customXml" Target="../ink/ink1304.xml"/><Relationship Id="rId214" Type="http://schemas.openxmlformats.org/officeDocument/2006/relationships/image" Target="../media/image1352.png"/><Relationship Id="rId235" Type="http://schemas.openxmlformats.org/officeDocument/2006/relationships/customXml" Target="../ink/ink1420.xml"/><Relationship Id="rId116" Type="http://schemas.openxmlformats.org/officeDocument/2006/relationships/image" Target="../media/image1303.png"/><Relationship Id="rId137" Type="http://schemas.openxmlformats.org/officeDocument/2006/relationships/customXml" Target="../ink/ink1371.xml"/><Relationship Id="rId158" Type="http://schemas.openxmlformats.org/officeDocument/2006/relationships/image" Target="../media/image1324.png"/><Relationship Id="rId20" Type="http://schemas.openxmlformats.org/officeDocument/2006/relationships/image" Target="../media/image1268.png"/><Relationship Id="rId41" Type="http://schemas.openxmlformats.org/officeDocument/2006/relationships/customXml" Target="../ink/ink1323.xml"/><Relationship Id="rId62" Type="http://schemas.openxmlformats.org/officeDocument/2006/relationships/image" Target="../media/image10110.png"/><Relationship Id="rId83" Type="http://schemas.openxmlformats.org/officeDocument/2006/relationships/customXml" Target="../ink/ink1344.xml"/><Relationship Id="rId179" Type="http://schemas.openxmlformats.org/officeDocument/2006/relationships/customXml" Target="../ink/ink1392.xml"/><Relationship Id="rId190" Type="http://schemas.openxmlformats.org/officeDocument/2006/relationships/image" Target="../media/image1340.png"/><Relationship Id="rId204" Type="http://schemas.openxmlformats.org/officeDocument/2006/relationships/image" Target="../media/image1347.png"/><Relationship Id="rId225" Type="http://schemas.openxmlformats.org/officeDocument/2006/relationships/customXml" Target="../ink/ink1415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1.png"/><Relationship Id="rId3" Type="http://schemas.openxmlformats.org/officeDocument/2006/relationships/customXml" Target="../ink/ink1425.xml"/><Relationship Id="rId7" Type="http://schemas.openxmlformats.org/officeDocument/2006/relationships/customXml" Target="../ink/ink1427.xml"/><Relationship Id="rId2" Type="http://schemas.openxmlformats.org/officeDocument/2006/relationships/image" Target="../media/image13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0.png"/><Relationship Id="rId5" Type="http://schemas.openxmlformats.org/officeDocument/2006/relationships/customXml" Target="../ink/ink1426.xml"/><Relationship Id="rId10" Type="http://schemas.openxmlformats.org/officeDocument/2006/relationships/image" Target="../media/image1372.png"/><Relationship Id="rId4" Type="http://schemas.openxmlformats.org/officeDocument/2006/relationships/image" Target="../media/image1369.png"/><Relationship Id="rId9" Type="http://schemas.openxmlformats.org/officeDocument/2006/relationships/customXml" Target="../ink/ink1428.xml"/></Relationships>
</file>

<file path=ppt/slides/_rels/slide4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86.xml"/><Relationship Id="rId299" Type="http://schemas.openxmlformats.org/officeDocument/2006/relationships/customXml" Target="../ink/ink1577.xml"/><Relationship Id="rId21" Type="http://schemas.openxmlformats.org/officeDocument/2006/relationships/customXml" Target="../ink/ink1438.xml"/><Relationship Id="rId63" Type="http://schemas.openxmlformats.org/officeDocument/2006/relationships/customXml" Target="../ink/ink1459.xml"/><Relationship Id="rId159" Type="http://schemas.openxmlformats.org/officeDocument/2006/relationships/customXml" Target="../ink/ink1507.xml"/><Relationship Id="rId170" Type="http://schemas.openxmlformats.org/officeDocument/2006/relationships/image" Target="../media/image1456.png"/><Relationship Id="rId226" Type="http://schemas.openxmlformats.org/officeDocument/2006/relationships/image" Target="../media/image1484.png"/><Relationship Id="rId268" Type="http://schemas.openxmlformats.org/officeDocument/2006/relationships/image" Target="../media/image1505.png"/><Relationship Id="rId32" Type="http://schemas.openxmlformats.org/officeDocument/2006/relationships/image" Target="../media/image1387.png"/><Relationship Id="rId74" Type="http://schemas.openxmlformats.org/officeDocument/2006/relationships/image" Target="../media/image1408.png"/><Relationship Id="rId128" Type="http://schemas.openxmlformats.org/officeDocument/2006/relationships/image" Target="../media/image1435.png"/><Relationship Id="rId5" Type="http://schemas.openxmlformats.org/officeDocument/2006/relationships/customXml" Target="../ink/ink1430.xml"/><Relationship Id="rId181" Type="http://schemas.openxmlformats.org/officeDocument/2006/relationships/customXml" Target="../ink/ink1518.xml"/><Relationship Id="rId237" Type="http://schemas.openxmlformats.org/officeDocument/2006/relationships/customXml" Target="../ink/ink1546.xml"/><Relationship Id="rId279" Type="http://schemas.openxmlformats.org/officeDocument/2006/relationships/customXml" Target="../ink/ink1567.xml"/><Relationship Id="rId43" Type="http://schemas.openxmlformats.org/officeDocument/2006/relationships/customXml" Target="../ink/ink1449.xml"/><Relationship Id="rId139" Type="http://schemas.openxmlformats.org/officeDocument/2006/relationships/customXml" Target="../ink/ink1497.xml"/><Relationship Id="rId290" Type="http://schemas.openxmlformats.org/officeDocument/2006/relationships/image" Target="../media/image1516.png"/><Relationship Id="rId304" Type="http://schemas.openxmlformats.org/officeDocument/2006/relationships/image" Target="../media/image1523.png"/><Relationship Id="rId85" Type="http://schemas.openxmlformats.org/officeDocument/2006/relationships/customXml" Target="../ink/ink1470.xml"/><Relationship Id="rId150" Type="http://schemas.openxmlformats.org/officeDocument/2006/relationships/image" Target="../media/image1446.png"/><Relationship Id="rId192" Type="http://schemas.openxmlformats.org/officeDocument/2006/relationships/image" Target="../media/image1467.png"/><Relationship Id="rId206" Type="http://schemas.openxmlformats.org/officeDocument/2006/relationships/image" Target="../media/image1474.png"/><Relationship Id="rId248" Type="http://schemas.openxmlformats.org/officeDocument/2006/relationships/image" Target="../media/image1495.png"/><Relationship Id="rId12" Type="http://schemas.openxmlformats.org/officeDocument/2006/relationships/image" Target="../media/image1377.png"/><Relationship Id="rId108" Type="http://schemas.openxmlformats.org/officeDocument/2006/relationships/image" Target="../media/image1425.png"/><Relationship Id="rId315" Type="http://schemas.openxmlformats.org/officeDocument/2006/relationships/customXml" Target="../ink/ink1585.xml"/><Relationship Id="rId54" Type="http://schemas.openxmlformats.org/officeDocument/2006/relationships/image" Target="../media/image1398.png"/><Relationship Id="rId96" Type="http://schemas.openxmlformats.org/officeDocument/2006/relationships/image" Target="../media/image1419.png"/><Relationship Id="rId161" Type="http://schemas.openxmlformats.org/officeDocument/2006/relationships/customXml" Target="../ink/ink1508.xml"/><Relationship Id="rId217" Type="http://schemas.openxmlformats.org/officeDocument/2006/relationships/customXml" Target="../ink/ink1536.xml"/><Relationship Id="rId259" Type="http://schemas.openxmlformats.org/officeDocument/2006/relationships/customXml" Target="../ink/ink1557.xml"/><Relationship Id="rId23" Type="http://schemas.openxmlformats.org/officeDocument/2006/relationships/customXml" Target="../ink/ink1439.xml"/><Relationship Id="rId119" Type="http://schemas.openxmlformats.org/officeDocument/2006/relationships/customXml" Target="../ink/ink1487.xml"/><Relationship Id="rId270" Type="http://schemas.openxmlformats.org/officeDocument/2006/relationships/image" Target="../media/image1506.png"/><Relationship Id="rId65" Type="http://schemas.openxmlformats.org/officeDocument/2006/relationships/customXml" Target="../ink/ink1460.xml"/><Relationship Id="rId130" Type="http://schemas.openxmlformats.org/officeDocument/2006/relationships/image" Target="../media/image1436.png"/><Relationship Id="rId172" Type="http://schemas.openxmlformats.org/officeDocument/2006/relationships/image" Target="../media/image1457.png"/><Relationship Id="rId228" Type="http://schemas.openxmlformats.org/officeDocument/2006/relationships/image" Target="../media/image1485.png"/><Relationship Id="rId13" Type="http://schemas.openxmlformats.org/officeDocument/2006/relationships/customXml" Target="../ink/ink1434.xml"/><Relationship Id="rId109" Type="http://schemas.openxmlformats.org/officeDocument/2006/relationships/customXml" Target="../ink/ink1482.xml"/><Relationship Id="rId260" Type="http://schemas.openxmlformats.org/officeDocument/2006/relationships/image" Target="../media/image1501.png"/><Relationship Id="rId281" Type="http://schemas.openxmlformats.org/officeDocument/2006/relationships/customXml" Target="../ink/ink1568.xml"/><Relationship Id="rId316" Type="http://schemas.openxmlformats.org/officeDocument/2006/relationships/image" Target="../media/image1529.png"/><Relationship Id="rId34" Type="http://schemas.openxmlformats.org/officeDocument/2006/relationships/image" Target="../media/image1388.png"/><Relationship Id="rId55" Type="http://schemas.openxmlformats.org/officeDocument/2006/relationships/customXml" Target="../ink/ink1455.xml"/><Relationship Id="rId76" Type="http://schemas.openxmlformats.org/officeDocument/2006/relationships/image" Target="../media/image1409.png"/><Relationship Id="rId97" Type="http://schemas.openxmlformats.org/officeDocument/2006/relationships/customXml" Target="../ink/ink1476.xml"/><Relationship Id="rId120" Type="http://schemas.openxmlformats.org/officeDocument/2006/relationships/image" Target="../media/image1431.png"/><Relationship Id="rId141" Type="http://schemas.openxmlformats.org/officeDocument/2006/relationships/customXml" Target="../ink/ink1498.xml"/><Relationship Id="rId7" Type="http://schemas.openxmlformats.org/officeDocument/2006/relationships/customXml" Target="../ink/ink1431.xml"/><Relationship Id="rId162" Type="http://schemas.openxmlformats.org/officeDocument/2006/relationships/image" Target="../media/image1452.png"/><Relationship Id="rId183" Type="http://schemas.openxmlformats.org/officeDocument/2006/relationships/customXml" Target="../ink/ink1519.xml"/><Relationship Id="rId218" Type="http://schemas.openxmlformats.org/officeDocument/2006/relationships/image" Target="../media/image1480.png"/><Relationship Id="rId239" Type="http://schemas.openxmlformats.org/officeDocument/2006/relationships/customXml" Target="../ink/ink1547.xml"/><Relationship Id="rId250" Type="http://schemas.openxmlformats.org/officeDocument/2006/relationships/image" Target="../media/image1496.png"/><Relationship Id="rId271" Type="http://schemas.openxmlformats.org/officeDocument/2006/relationships/customXml" Target="../ink/ink1563.xml"/><Relationship Id="rId292" Type="http://schemas.openxmlformats.org/officeDocument/2006/relationships/image" Target="../media/image1517.png"/><Relationship Id="rId306" Type="http://schemas.openxmlformats.org/officeDocument/2006/relationships/image" Target="../media/image1524.png"/><Relationship Id="rId24" Type="http://schemas.openxmlformats.org/officeDocument/2006/relationships/image" Target="../media/image1383.png"/><Relationship Id="rId45" Type="http://schemas.openxmlformats.org/officeDocument/2006/relationships/customXml" Target="../ink/ink1450.xml"/><Relationship Id="rId66" Type="http://schemas.openxmlformats.org/officeDocument/2006/relationships/image" Target="../media/image1404.png"/><Relationship Id="rId87" Type="http://schemas.openxmlformats.org/officeDocument/2006/relationships/customXml" Target="../ink/ink1471.xml"/><Relationship Id="rId110" Type="http://schemas.openxmlformats.org/officeDocument/2006/relationships/image" Target="../media/image1426.png"/><Relationship Id="rId131" Type="http://schemas.openxmlformats.org/officeDocument/2006/relationships/customXml" Target="../ink/ink1493.xml"/><Relationship Id="rId152" Type="http://schemas.openxmlformats.org/officeDocument/2006/relationships/image" Target="../media/image1447.png"/><Relationship Id="rId173" Type="http://schemas.openxmlformats.org/officeDocument/2006/relationships/customXml" Target="../ink/ink1514.xml"/><Relationship Id="rId194" Type="http://schemas.openxmlformats.org/officeDocument/2006/relationships/image" Target="../media/image1468.png"/><Relationship Id="rId208" Type="http://schemas.openxmlformats.org/officeDocument/2006/relationships/image" Target="../media/image1475.png"/><Relationship Id="rId229" Type="http://schemas.openxmlformats.org/officeDocument/2006/relationships/customXml" Target="../ink/ink1542.xml"/><Relationship Id="rId240" Type="http://schemas.openxmlformats.org/officeDocument/2006/relationships/image" Target="../media/image1491.png"/><Relationship Id="rId261" Type="http://schemas.openxmlformats.org/officeDocument/2006/relationships/customXml" Target="../ink/ink1558.xml"/><Relationship Id="rId14" Type="http://schemas.openxmlformats.org/officeDocument/2006/relationships/image" Target="../media/image1378.png"/><Relationship Id="rId35" Type="http://schemas.openxmlformats.org/officeDocument/2006/relationships/customXml" Target="../ink/ink1445.xml"/><Relationship Id="rId56" Type="http://schemas.openxmlformats.org/officeDocument/2006/relationships/image" Target="../media/image1399.png"/><Relationship Id="rId77" Type="http://schemas.openxmlformats.org/officeDocument/2006/relationships/customXml" Target="../ink/ink1466.xml"/><Relationship Id="rId100" Type="http://schemas.openxmlformats.org/officeDocument/2006/relationships/image" Target="../media/image1421.png"/><Relationship Id="rId282" Type="http://schemas.openxmlformats.org/officeDocument/2006/relationships/image" Target="../media/image1512.png"/><Relationship Id="rId317" Type="http://schemas.openxmlformats.org/officeDocument/2006/relationships/customXml" Target="../ink/ink1586.xml"/><Relationship Id="rId8" Type="http://schemas.openxmlformats.org/officeDocument/2006/relationships/image" Target="../media/image1375.png"/><Relationship Id="rId98" Type="http://schemas.openxmlformats.org/officeDocument/2006/relationships/image" Target="../media/image1420.png"/><Relationship Id="rId121" Type="http://schemas.openxmlformats.org/officeDocument/2006/relationships/customXml" Target="../ink/ink1488.xml"/><Relationship Id="rId142" Type="http://schemas.openxmlformats.org/officeDocument/2006/relationships/image" Target="../media/image1442.png"/><Relationship Id="rId163" Type="http://schemas.openxmlformats.org/officeDocument/2006/relationships/customXml" Target="../ink/ink1509.xml"/><Relationship Id="rId184" Type="http://schemas.openxmlformats.org/officeDocument/2006/relationships/image" Target="../media/image1463.png"/><Relationship Id="rId219" Type="http://schemas.openxmlformats.org/officeDocument/2006/relationships/customXml" Target="../ink/ink1537.xml"/><Relationship Id="rId230" Type="http://schemas.openxmlformats.org/officeDocument/2006/relationships/image" Target="../media/image1486.png"/><Relationship Id="rId251" Type="http://schemas.openxmlformats.org/officeDocument/2006/relationships/customXml" Target="../ink/ink1553.xml"/><Relationship Id="rId25" Type="http://schemas.openxmlformats.org/officeDocument/2006/relationships/customXml" Target="../ink/ink1440.xml"/><Relationship Id="rId46" Type="http://schemas.openxmlformats.org/officeDocument/2006/relationships/image" Target="../media/image1394.png"/><Relationship Id="rId67" Type="http://schemas.openxmlformats.org/officeDocument/2006/relationships/customXml" Target="../ink/ink1461.xml"/><Relationship Id="rId272" Type="http://schemas.openxmlformats.org/officeDocument/2006/relationships/image" Target="../media/image1507.png"/><Relationship Id="rId293" Type="http://schemas.openxmlformats.org/officeDocument/2006/relationships/customXml" Target="../ink/ink1574.xml"/><Relationship Id="rId307" Type="http://schemas.openxmlformats.org/officeDocument/2006/relationships/customXml" Target="../ink/ink1581.xml"/><Relationship Id="rId88" Type="http://schemas.openxmlformats.org/officeDocument/2006/relationships/image" Target="../media/image1415.png"/><Relationship Id="rId111" Type="http://schemas.openxmlformats.org/officeDocument/2006/relationships/customXml" Target="../ink/ink1483.xml"/><Relationship Id="rId132" Type="http://schemas.openxmlformats.org/officeDocument/2006/relationships/image" Target="../media/image1437.png"/><Relationship Id="rId153" Type="http://schemas.openxmlformats.org/officeDocument/2006/relationships/customXml" Target="../ink/ink1504.xml"/><Relationship Id="rId174" Type="http://schemas.openxmlformats.org/officeDocument/2006/relationships/image" Target="../media/image1458.png"/><Relationship Id="rId195" Type="http://schemas.openxmlformats.org/officeDocument/2006/relationships/customXml" Target="../ink/ink1525.xml"/><Relationship Id="rId209" Type="http://schemas.openxmlformats.org/officeDocument/2006/relationships/customXml" Target="../ink/ink1532.xml"/><Relationship Id="rId220" Type="http://schemas.openxmlformats.org/officeDocument/2006/relationships/image" Target="../media/image1481.png"/><Relationship Id="rId241" Type="http://schemas.openxmlformats.org/officeDocument/2006/relationships/customXml" Target="../ink/ink1548.xml"/><Relationship Id="rId15" Type="http://schemas.openxmlformats.org/officeDocument/2006/relationships/customXml" Target="../ink/ink1435.xml"/><Relationship Id="rId36" Type="http://schemas.openxmlformats.org/officeDocument/2006/relationships/image" Target="../media/image1389.png"/><Relationship Id="rId57" Type="http://schemas.openxmlformats.org/officeDocument/2006/relationships/customXml" Target="../ink/ink1456.xml"/><Relationship Id="rId262" Type="http://schemas.openxmlformats.org/officeDocument/2006/relationships/image" Target="../media/image1502.png"/><Relationship Id="rId283" Type="http://schemas.openxmlformats.org/officeDocument/2006/relationships/customXml" Target="../ink/ink1569.xml"/><Relationship Id="rId318" Type="http://schemas.openxmlformats.org/officeDocument/2006/relationships/image" Target="../media/image1530.png"/><Relationship Id="rId78" Type="http://schemas.openxmlformats.org/officeDocument/2006/relationships/image" Target="../media/image1410.png"/><Relationship Id="rId99" Type="http://schemas.openxmlformats.org/officeDocument/2006/relationships/customXml" Target="../ink/ink1477.xml"/><Relationship Id="rId101" Type="http://schemas.openxmlformats.org/officeDocument/2006/relationships/customXml" Target="../ink/ink1478.xml"/><Relationship Id="rId122" Type="http://schemas.openxmlformats.org/officeDocument/2006/relationships/image" Target="../media/image1432.png"/><Relationship Id="rId143" Type="http://schemas.openxmlformats.org/officeDocument/2006/relationships/customXml" Target="../ink/ink1499.xml"/><Relationship Id="rId164" Type="http://schemas.openxmlformats.org/officeDocument/2006/relationships/image" Target="../media/image1453.png"/><Relationship Id="rId185" Type="http://schemas.openxmlformats.org/officeDocument/2006/relationships/customXml" Target="../ink/ink1520.xml"/><Relationship Id="rId9" Type="http://schemas.openxmlformats.org/officeDocument/2006/relationships/customXml" Target="../ink/ink1432.xml"/><Relationship Id="rId210" Type="http://schemas.openxmlformats.org/officeDocument/2006/relationships/image" Target="../media/image1476.png"/><Relationship Id="rId26" Type="http://schemas.openxmlformats.org/officeDocument/2006/relationships/image" Target="../media/image1384.png"/><Relationship Id="rId231" Type="http://schemas.openxmlformats.org/officeDocument/2006/relationships/customXml" Target="../ink/ink1543.xml"/><Relationship Id="rId252" Type="http://schemas.openxmlformats.org/officeDocument/2006/relationships/image" Target="../media/image1497.png"/><Relationship Id="rId273" Type="http://schemas.openxmlformats.org/officeDocument/2006/relationships/customXml" Target="../ink/ink1564.xml"/><Relationship Id="rId294" Type="http://schemas.openxmlformats.org/officeDocument/2006/relationships/image" Target="../media/image1518.png"/><Relationship Id="rId308" Type="http://schemas.openxmlformats.org/officeDocument/2006/relationships/image" Target="../media/image1525.png"/><Relationship Id="rId47" Type="http://schemas.openxmlformats.org/officeDocument/2006/relationships/customXml" Target="../ink/ink1451.xml"/><Relationship Id="rId68" Type="http://schemas.openxmlformats.org/officeDocument/2006/relationships/image" Target="../media/image1405.png"/><Relationship Id="rId89" Type="http://schemas.openxmlformats.org/officeDocument/2006/relationships/customXml" Target="../ink/ink1472.xml"/><Relationship Id="rId112" Type="http://schemas.openxmlformats.org/officeDocument/2006/relationships/image" Target="../media/image1427.png"/><Relationship Id="rId133" Type="http://schemas.openxmlformats.org/officeDocument/2006/relationships/customXml" Target="../ink/ink1494.xml"/><Relationship Id="rId154" Type="http://schemas.openxmlformats.org/officeDocument/2006/relationships/image" Target="../media/image1448.png"/><Relationship Id="rId175" Type="http://schemas.openxmlformats.org/officeDocument/2006/relationships/customXml" Target="../ink/ink1515.xml"/><Relationship Id="rId196" Type="http://schemas.openxmlformats.org/officeDocument/2006/relationships/image" Target="../media/image1469.png"/><Relationship Id="rId200" Type="http://schemas.openxmlformats.org/officeDocument/2006/relationships/image" Target="../media/image1471.png"/><Relationship Id="rId16" Type="http://schemas.openxmlformats.org/officeDocument/2006/relationships/image" Target="../media/image1379.png"/><Relationship Id="rId221" Type="http://schemas.openxmlformats.org/officeDocument/2006/relationships/customXml" Target="../ink/ink1538.xml"/><Relationship Id="rId242" Type="http://schemas.openxmlformats.org/officeDocument/2006/relationships/image" Target="../media/image1492.png"/><Relationship Id="rId263" Type="http://schemas.openxmlformats.org/officeDocument/2006/relationships/customXml" Target="../ink/ink1559.xml"/><Relationship Id="rId284" Type="http://schemas.openxmlformats.org/officeDocument/2006/relationships/image" Target="../media/image1513.png"/><Relationship Id="rId37" Type="http://schemas.openxmlformats.org/officeDocument/2006/relationships/customXml" Target="../ink/ink1446.xml"/><Relationship Id="rId58" Type="http://schemas.openxmlformats.org/officeDocument/2006/relationships/image" Target="../media/image1400.png"/><Relationship Id="rId79" Type="http://schemas.openxmlformats.org/officeDocument/2006/relationships/customXml" Target="../ink/ink1467.xml"/><Relationship Id="rId102" Type="http://schemas.openxmlformats.org/officeDocument/2006/relationships/image" Target="../media/image1422.png"/><Relationship Id="rId123" Type="http://schemas.openxmlformats.org/officeDocument/2006/relationships/customXml" Target="../ink/ink1489.xml"/><Relationship Id="rId144" Type="http://schemas.openxmlformats.org/officeDocument/2006/relationships/image" Target="../media/image1443.png"/><Relationship Id="rId90" Type="http://schemas.openxmlformats.org/officeDocument/2006/relationships/image" Target="../media/image1416.png"/><Relationship Id="rId165" Type="http://schemas.openxmlformats.org/officeDocument/2006/relationships/customXml" Target="../ink/ink1510.xml"/><Relationship Id="rId186" Type="http://schemas.openxmlformats.org/officeDocument/2006/relationships/image" Target="../media/image1464.png"/><Relationship Id="rId211" Type="http://schemas.openxmlformats.org/officeDocument/2006/relationships/customXml" Target="../ink/ink1533.xml"/><Relationship Id="rId232" Type="http://schemas.openxmlformats.org/officeDocument/2006/relationships/image" Target="../media/image1487.png"/><Relationship Id="rId253" Type="http://schemas.openxmlformats.org/officeDocument/2006/relationships/customXml" Target="../ink/ink1554.xml"/><Relationship Id="rId274" Type="http://schemas.openxmlformats.org/officeDocument/2006/relationships/image" Target="../media/image1508.png"/><Relationship Id="rId295" Type="http://schemas.openxmlformats.org/officeDocument/2006/relationships/customXml" Target="../ink/ink1575.xml"/><Relationship Id="rId309" Type="http://schemas.openxmlformats.org/officeDocument/2006/relationships/customXml" Target="../ink/ink1582.xml"/><Relationship Id="rId27" Type="http://schemas.openxmlformats.org/officeDocument/2006/relationships/customXml" Target="../ink/ink1441.xml"/><Relationship Id="rId48" Type="http://schemas.openxmlformats.org/officeDocument/2006/relationships/image" Target="../media/image1395.png"/><Relationship Id="rId69" Type="http://schemas.openxmlformats.org/officeDocument/2006/relationships/customXml" Target="../ink/ink1462.xml"/><Relationship Id="rId113" Type="http://schemas.openxmlformats.org/officeDocument/2006/relationships/customXml" Target="../ink/ink1484.xml"/><Relationship Id="rId134" Type="http://schemas.openxmlformats.org/officeDocument/2006/relationships/image" Target="../media/image1438.png"/><Relationship Id="rId80" Type="http://schemas.openxmlformats.org/officeDocument/2006/relationships/image" Target="../media/image1411.png"/><Relationship Id="rId155" Type="http://schemas.openxmlformats.org/officeDocument/2006/relationships/customXml" Target="../ink/ink1505.xml"/><Relationship Id="rId176" Type="http://schemas.openxmlformats.org/officeDocument/2006/relationships/image" Target="../media/image1459.png"/><Relationship Id="rId197" Type="http://schemas.openxmlformats.org/officeDocument/2006/relationships/customXml" Target="../ink/ink1526.xml"/><Relationship Id="rId201" Type="http://schemas.openxmlformats.org/officeDocument/2006/relationships/customXml" Target="../ink/ink1528.xml"/><Relationship Id="rId222" Type="http://schemas.openxmlformats.org/officeDocument/2006/relationships/image" Target="../media/image1482.png"/><Relationship Id="rId243" Type="http://schemas.openxmlformats.org/officeDocument/2006/relationships/customXml" Target="../ink/ink1549.xml"/><Relationship Id="rId264" Type="http://schemas.openxmlformats.org/officeDocument/2006/relationships/image" Target="../media/image1503.png"/><Relationship Id="rId285" Type="http://schemas.openxmlformats.org/officeDocument/2006/relationships/customXml" Target="../ink/ink1570.xml"/><Relationship Id="rId17" Type="http://schemas.openxmlformats.org/officeDocument/2006/relationships/customXml" Target="../ink/ink1436.xml"/><Relationship Id="rId38" Type="http://schemas.openxmlformats.org/officeDocument/2006/relationships/image" Target="../media/image1390.png"/><Relationship Id="rId59" Type="http://schemas.openxmlformats.org/officeDocument/2006/relationships/customXml" Target="../ink/ink1457.xml"/><Relationship Id="rId103" Type="http://schemas.openxmlformats.org/officeDocument/2006/relationships/customXml" Target="../ink/ink1479.xml"/><Relationship Id="rId124" Type="http://schemas.openxmlformats.org/officeDocument/2006/relationships/image" Target="../media/image1433.png"/><Relationship Id="rId310" Type="http://schemas.openxmlformats.org/officeDocument/2006/relationships/image" Target="../media/image1526.png"/><Relationship Id="rId70" Type="http://schemas.openxmlformats.org/officeDocument/2006/relationships/image" Target="../media/image1406.png"/><Relationship Id="rId91" Type="http://schemas.openxmlformats.org/officeDocument/2006/relationships/customXml" Target="../ink/ink1473.xml"/><Relationship Id="rId145" Type="http://schemas.openxmlformats.org/officeDocument/2006/relationships/customXml" Target="../ink/ink1500.xml"/><Relationship Id="rId166" Type="http://schemas.openxmlformats.org/officeDocument/2006/relationships/image" Target="../media/image1454.png"/><Relationship Id="rId187" Type="http://schemas.openxmlformats.org/officeDocument/2006/relationships/customXml" Target="../ink/ink1521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477.png"/><Relationship Id="rId233" Type="http://schemas.openxmlformats.org/officeDocument/2006/relationships/customXml" Target="../ink/ink1544.xml"/><Relationship Id="rId254" Type="http://schemas.openxmlformats.org/officeDocument/2006/relationships/image" Target="../media/image1498.png"/><Relationship Id="rId28" Type="http://schemas.openxmlformats.org/officeDocument/2006/relationships/image" Target="../media/image1385.png"/><Relationship Id="rId49" Type="http://schemas.openxmlformats.org/officeDocument/2006/relationships/customXml" Target="../ink/ink1452.xml"/><Relationship Id="rId114" Type="http://schemas.openxmlformats.org/officeDocument/2006/relationships/image" Target="../media/image1428.png"/><Relationship Id="rId275" Type="http://schemas.openxmlformats.org/officeDocument/2006/relationships/customXml" Target="../ink/ink1565.xml"/><Relationship Id="rId296" Type="http://schemas.openxmlformats.org/officeDocument/2006/relationships/image" Target="../media/image1519.png"/><Relationship Id="rId300" Type="http://schemas.openxmlformats.org/officeDocument/2006/relationships/image" Target="../media/image1521.png"/><Relationship Id="rId60" Type="http://schemas.openxmlformats.org/officeDocument/2006/relationships/image" Target="../media/image1401.png"/><Relationship Id="rId81" Type="http://schemas.openxmlformats.org/officeDocument/2006/relationships/customXml" Target="../ink/ink1468.xml"/><Relationship Id="rId135" Type="http://schemas.openxmlformats.org/officeDocument/2006/relationships/customXml" Target="../ink/ink1495.xml"/><Relationship Id="rId156" Type="http://schemas.openxmlformats.org/officeDocument/2006/relationships/image" Target="../media/image1449.png"/><Relationship Id="rId177" Type="http://schemas.openxmlformats.org/officeDocument/2006/relationships/customXml" Target="../ink/ink1516.xml"/><Relationship Id="rId198" Type="http://schemas.openxmlformats.org/officeDocument/2006/relationships/image" Target="../media/image1470.png"/><Relationship Id="rId202" Type="http://schemas.openxmlformats.org/officeDocument/2006/relationships/image" Target="../media/image1472.png"/><Relationship Id="rId223" Type="http://schemas.openxmlformats.org/officeDocument/2006/relationships/customXml" Target="../ink/ink1539.xml"/><Relationship Id="rId244" Type="http://schemas.openxmlformats.org/officeDocument/2006/relationships/image" Target="../media/image1493.png"/><Relationship Id="rId18" Type="http://schemas.openxmlformats.org/officeDocument/2006/relationships/image" Target="../media/image1380.png"/><Relationship Id="rId39" Type="http://schemas.openxmlformats.org/officeDocument/2006/relationships/customXml" Target="../ink/ink1447.xml"/><Relationship Id="rId265" Type="http://schemas.openxmlformats.org/officeDocument/2006/relationships/customXml" Target="../ink/ink1560.xml"/><Relationship Id="rId286" Type="http://schemas.openxmlformats.org/officeDocument/2006/relationships/image" Target="../media/image1514.png"/><Relationship Id="rId50" Type="http://schemas.openxmlformats.org/officeDocument/2006/relationships/image" Target="../media/image1396.png"/><Relationship Id="rId104" Type="http://schemas.openxmlformats.org/officeDocument/2006/relationships/image" Target="../media/image1423.png"/><Relationship Id="rId125" Type="http://schemas.openxmlformats.org/officeDocument/2006/relationships/customXml" Target="../ink/ink1490.xml"/><Relationship Id="rId146" Type="http://schemas.openxmlformats.org/officeDocument/2006/relationships/image" Target="../media/image1444.png"/><Relationship Id="rId167" Type="http://schemas.openxmlformats.org/officeDocument/2006/relationships/customXml" Target="../ink/ink1511.xml"/><Relationship Id="rId188" Type="http://schemas.openxmlformats.org/officeDocument/2006/relationships/image" Target="../media/image1465.png"/><Relationship Id="rId311" Type="http://schemas.openxmlformats.org/officeDocument/2006/relationships/customXml" Target="../ink/ink1583.xml"/><Relationship Id="rId71" Type="http://schemas.openxmlformats.org/officeDocument/2006/relationships/customXml" Target="../ink/ink1463.xml"/><Relationship Id="rId92" Type="http://schemas.openxmlformats.org/officeDocument/2006/relationships/image" Target="../media/image1417.png"/><Relationship Id="rId213" Type="http://schemas.openxmlformats.org/officeDocument/2006/relationships/customXml" Target="../ink/ink1534.xml"/><Relationship Id="rId234" Type="http://schemas.openxmlformats.org/officeDocument/2006/relationships/image" Target="../media/image1488.png"/><Relationship Id="rId2" Type="http://schemas.openxmlformats.org/officeDocument/2006/relationships/image" Target="../media/image1263.png"/><Relationship Id="rId29" Type="http://schemas.openxmlformats.org/officeDocument/2006/relationships/customXml" Target="../ink/ink1442.xml"/><Relationship Id="rId255" Type="http://schemas.openxmlformats.org/officeDocument/2006/relationships/customXml" Target="../ink/ink1555.xml"/><Relationship Id="rId276" Type="http://schemas.openxmlformats.org/officeDocument/2006/relationships/image" Target="../media/image1509.png"/><Relationship Id="rId297" Type="http://schemas.openxmlformats.org/officeDocument/2006/relationships/customXml" Target="../ink/ink1576.xml"/><Relationship Id="rId40" Type="http://schemas.openxmlformats.org/officeDocument/2006/relationships/image" Target="../media/image1391.png"/><Relationship Id="rId115" Type="http://schemas.openxmlformats.org/officeDocument/2006/relationships/customXml" Target="../ink/ink1485.xml"/><Relationship Id="rId136" Type="http://schemas.openxmlformats.org/officeDocument/2006/relationships/image" Target="../media/image1439.png"/><Relationship Id="rId157" Type="http://schemas.openxmlformats.org/officeDocument/2006/relationships/customXml" Target="../ink/ink1506.xml"/><Relationship Id="rId178" Type="http://schemas.openxmlformats.org/officeDocument/2006/relationships/image" Target="../media/image1460.png"/><Relationship Id="rId301" Type="http://schemas.openxmlformats.org/officeDocument/2006/relationships/customXml" Target="../ink/ink1578.xml"/><Relationship Id="rId61" Type="http://schemas.openxmlformats.org/officeDocument/2006/relationships/customXml" Target="../ink/ink1458.xml"/><Relationship Id="rId82" Type="http://schemas.openxmlformats.org/officeDocument/2006/relationships/image" Target="../media/image1412.png"/><Relationship Id="rId199" Type="http://schemas.openxmlformats.org/officeDocument/2006/relationships/customXml" Target="../ink/ink1527.xml"/><Relationship Id="rId203" Type="http://schemas.openxmlformats.org/officeDocument/2006/relationships/customXml" Target="../ink/ink1529.xml"/><Relationship Id="rId19" Type="http://schemas.openxmlformats.org/officeDocument/2006/relationships/customXml" Target="../ink/ink1437.xml"/><Relationship Id="rId224" Type="http://schemas.openxmlformats.org/officeDocument/2006/relationships/image" Target="../media/image1483.png"/><Relationship Id="rId245" Type="http://schemas.openxmlformats.org/officeDocument/2006/relationships/customXml" Target="../ink/ink1550.xml"/><Relationship Id="rId266" Type="http://schemas.openxmlformats.org/officeDocument/2006/relationships/image" Target="../media/image1504.png"/><Relationship Id="rId287" Type="http://schemas.openxmlformats.org/officeDocument/2006/relationships/customXml" Target="../ink/ink1571.xml"/><Relationship Id="rId30" Type="http://schemas.openxmlformats.org/officeDocument/2006/relationships/image" Target="../media/image1386.png"/><Relationship Id="rId105" Type="http://schemas.openxmlformats.org/officeDocument/2006/relationships/customXml" Target="../ink/ink1480.xml"/><Relationship Id="rId126" Type="http://schemas.openxmlformats.org/officeDocument/2006/relationships/image" Target="../media/image1434.png"/><Relationship Id="rId147" Type="http://schemas.openxmlformats.org/officeDocument/2006/relationships/customXml" Target="../ink/ink1501.xml"/><Relationship Id="rId168" Type="http://schemas.openxmlformats.org/officeDocument/2006/relationships/image" Target="../media/image1455.png"/><Relationship Id="rId312" Type="http://schemas.openxmlformats.org/officeDocument/2006/relationships/image" Target="../media/image1527.png"/><Relationship Id="rId51" Type="http://schemas.openxmlformats.org/officeDocument/2006/relationships/customXml" Target="../ink/ink1453.xml"/><Relationship Id="rId72" Type="http://schemas.openxmlformats.org/officeDocument/2006/relationships/image" Target="../media/image1407.png"/><Relationship Id="rId93" Type="http://schemas.openxmlformats.org/officeDocument/2006/relationships/customXml" Target="../ink/ink1474.xml"/><Relationship Id="rId189" Type="http://schemas.openxmlformats.org/officeDocument/2006/relationships/customXml" Target="../ink/ink1522.xml"/><Relationship Id="rId3" Type="http://schemas.openxmlformats.org/officeDocument/2006/relationships/customXml" Target="../ink/ink1429.xml"/><Relationship Id="rId214" Type="http://schemas.openxmlformats.org/officeDocument/2006/relationships/image" Target="../media/image1478.png"/><Relationship Id="rId235" Type="http://schemas.openxmlformats.org/officeDocument/2006/relationships/customXml" Target="../ink/ink1545.xml"/><Relationship Id="rId256" Type="http://schemas.openxmlformats.org/officeDocument/2006/relationships/image" Target="../media/image1499.png"/><Relationship Id="rId277" Type="http://schemas.openxmlformats.org/officeDocument/2006/relationships/customXml" Target="../ink/ink1566.xml"/><Relationship Id="rId298" Type="http://schemas.openxmlformats.org/officeDocument/2006/relationships/image" Target="../media/image1520.png"/><Relationship Id="rId116" Type="http://schemas.openxmlformats.org/officeDocument/2006/relationships/image" Target="../media/image1429.png"/><Relationship Id="rId137" Type="http://schemas.openxmlformats.org/officeDocument/2006/relationships/customXml" Target="../ink/ink1496.xml"/><Relationship Id="rId158" Type="http://schemas.openxmlformats.org/officeDocument/2006/relationships/image" Target="../media/image1450.png"/><Relationship Id="rId302" Type="http://schemas.openxmlformats.org/officeDocument/2006/relationships/image" Target="../media/image1522.png"/><Relationship Id="rId20" Type="http://schemas.openxmlformats.org/officeDocument/2006/relationships/image" Target="../media/image1381.png"/><Relationship Id="rId41" Type="http://schemas.openxmlformats.org/officeDocument/2006/relationships/customXml" Target="../ink/ink1448.xml"/><Relationship Id="rId62" Type="http://schemas.openxmlformats.org/officeDocument/2006/relationships/image" Target="../media/image1402.png"/><Relationship Id="rId83" Type="http://schemas.openxmlformats.org/officeDocument/2006/relationships/customXml" Target="../ink/ink1469.xml"/><Relationship Id="rId179" Type="http://schemas.openxmlformats.org/officeDocument/2006/relationships/customXml" Target="../ink/ink1517.xml"/><Relationship Id="rId190" Type="http://schemas.openxmlformats.org/officeDocument/2006/relationships/image" Target="../media/image1466.png"/><Relationship Id="rId204" Type="http://schemas.openxmlformats.org/officeDocument/2006/relationships/image" Target="../media/image1473.png"/><Relationship Id="rId225" Type="http://schemas.openxmlformats.org/officeDocument/2006/relationships/customXml" Target="../ink/ink1540.xml"/><Relationship Id="rId246" Type="http://schemas.openxmlformats.org/officeDocument/2006/relationships/image" Target="../media/image1494.png"/><Relationship Id="rId267" Type="http://schemas.openxmlformats.org/officeDocument/2006/relationships/customXml" Target="../ink/ink1561.xml"/><Relationship Id="rId288" Type="http://schemas.openxmlformats.org/officeDocument/2006/relationships/image" Target="../media/image1515.png"/><Relationship Id="rId106" Type="http://schemas.openxmlformats.org/officeDocument/2006/relationships/image" Target="../media/image1424.png"/><Relationship Id="rId127" Type="http://schemas.openxmlformats.org/officeDocument/2006/relationships/customXml" Target="../ink/ink1491.xml"/><Relationship Id="rId313" Type="http://schemas.openxmlformats.org/officeDocument/2006/relationships/customXml" Target="../ink/ink1584.xml"/><Relationship Id="rId10" Type="http://schemas.openxmlformats.org/officeDocument/2006/relationships/image" Target="../media/image1376.png"/><Relationship Id="rId31" Type="http://schemas.openxmlformats.org/officeDocument/2006/relationships/customXml" Target="../ink/ink1443.xml"/><Relationship Id="rId52" Type="http://schemas.openxmlformats.org/officeDocument/2006/relationships/image" Target="../media/image1397.png"/><Relationship Id="rId73" Type="http://schemas.openxmlformats.org/officeDocument/2006/relationships/customXml" Target="../ink/ink1464.xml"/><Relationship Id="rId94" Type="http://schemas.openxmlformats.org/officeDocument/2006/relationships/image" Target="../media/image1418.png"/><Relationship Id="rId148" Type="http://schemas.openxmlformats.org/officeDocument/2006/relationships/image" Target="../media/image1445.png"/><Relationship Id="rId169" Type="http://schemas.openxmlformats.org/officeDocument/2006/relationships/customXml" Target="../ink/ink1512.xml"/><Relationship Id="rId4" Type="http://schemas.openxmlformats.org/officeDocument/2006/relationships/image" Target="../media/image1373.png"/><Relationship Id="rId180" Type="http://schemas.openxmlformats.org/officeDocument/2006/relationships/image" Target="../media/image1461.png"/><Relationship Id="rId215" Type="http://schemas.openxmlformats.org/officeDocument/2006/relationships/customXml" Target="../ink/ink1535.xml"/><Relationship Id="rId236" Type="http://schemas.openxmlformats.org/officeDocument/2006/relationships/image" Target="../media/image1489.png"/><Relationship Id="rId257" Type="http://schemas.openxmlformats.org/officeDocument/2006/relationships/customXml" Target="../ink/ink1556.xml"/><Relationship Id="rId278" Type="http://schemas.openxmlformats.org/officeDocument/2006/relationships/image" Target="../media/image1510.png"/><Relationship Id="rId303" Type="http://schemas.openxmlformats.org/officeDocument/2006/relationships/customXml" Target="../ink/ink1579.xml"/><Relationship Id="rId42" Type="http://schemas.openxmlformats.org/officeDocument/2006/relationships/image" Target="../media/image1392.png"/><Relationship Id="rId84" Type="http://schemas.openxmlformats.org/officeDocument/2006/relationships/image" Target="../media/image1413.png"/><Relationship Id="rId138" Type="http://schemas.openxmlformats.org/officeDocument/2006/relationships/image" Target="../media/image1440.png"/><Relationship Id="rId191" Type="http://schemas.openxmlformats.org/officeDocument/2006/relationships/customXml" Target="../ink/ink1523.xml"/><Relationship Id="rId205" Type="http://schemas.openxmlformats.org/officeDocument/2006/relationships/customXml" Target="../ink/ink1530.xml"/><Relationship Id="rId247" Type="http://schemas.openxmlformats.org/officeDocument/2006/relationships/customXml" Target="../ink/ink1551.xml"/><Relationship Id="rId107" Type="http://schemas.openxmlformats.org/officeDocument/2006/relationships/customXml" Target="../ink/ink1481.xml"/><Relationship Id="rId289" Type="http://schemas.openxmlformats.org/officeDocument/2006/relationships/customXml" Target="../ink/ink1572.xml"/><Relationship Id="rId11" Type="http://schemas.openxmlformats.org/officeDocument/2006/relationships/customXml" Target="../ink/ink1433.xml"/><Relationship Id="rId53" Type="http://schemas.openxmlformats.org/officeDocument/2006/relationships/customXml" Target="../ink/ink1454.xml"/><Relationship Id="rId149" Type="http://schemas.openxmlformats.org/officeDocument/2006/relationships/customXml" Target="../ink/ink1502.xml"/><Relationship Id="rId314" Type="http://schemas.openxmlformats.org/officeDocument/2006/relationships/image" Target="../media/image1528.png"/><Relationship Id="rId95" Type="http://schemas.openxmlformats.org/officeDocument/2006/relationships/customXml" Target="../ink/ink1475.xml"/><Relationship Id="rId160" Type="http://schemas.openxmlformats.org/officeDocument/2006/relationships/image" Target="../media/image1451.png"/><Relationship Id="rId216" Type="http://schemas.openxmlformats.org/officeDocument/2006/relationships/image" Target="../media/image1479.png"/><Relationship Id="rId258" Type="http://schemas.openxmlformats.org/officeDocument/2006/relationships/image" Target="../media/image1500.png"/><Relationship Id="rId22" Type="http://schemas.openxmlformats.org/officeDocument/2006/relationships/image" Target="../media/image1382.png"/><Relationship Id="rId64" Type="http://schemas.openxmlformats.org/officeDocument/2006/relationships/image" Target="../media/image1403.png"/><Relationship Id="rId118" Type="http://schemas.openxmlformats.org/officeDocument/2006/relationships/image" Target="../media/image1430.png"/><Relationship Id="rId171" Type="http://schemas.openxmlformats.org/officeDocument/2006/relationships/customXml" Target="../ink/ink1513.xml"/><Relationship Id="rId227" Type="http://schemas.openxmlformats.org/officeDocument/2006/relationships/customXml" Target="../ink/ink1541.xml"/><Relationship Id="rId269" Type="http://schemas.openxmlformats.org/officeDocument/2006/relationships/customXml" Target="../ink/ink1562.xml"/><Relationship Id="rId33" Type="http://schemas.openxmlformats.org/officeDocument/2006/relationships/customXml" Target="../ink/ink1444.xml"/><Relationship Id="rId129" Type="http://schemas.openxmlformats.org/officeDocument/2006/relationships/customXml" Target="../ink/ink1492.xml"/><Relationship Id="rId280" Type="http://schemas.openxmlformats.org/officeDocument/2006/relationships/image" Target="../media/image1511.png"/><Relationship Id="rId75" Type="http://schemas.openxmlformats.org/officeDocument/2006/relationships/customXml" Target="../ink/ink1465.xml"/><Relationship Id="rId140" Type="http://schemas.openxmlformats.org/officeDocument/2006/relationships/image" Target="../media/image1441.png"/><Relationship Id="rId182" Type="http://schemas.openxmlformats.org/officeDocument/2006/relationships/image" Target="../media/image1462.png"/><Relationship Id="rId6" Type="http://schemas.openxmlformats.org/officeDocument/2006/relationships/image" Target="../media/image1374.png"/><Relationship Id="rId238" Type="http://schemas.openxmlformats.org/officeDocument/2006/relationships/image" Target="../media/image1490.png"/><Relationship Id="rId291" Type="http://schemas.openxmlformats.org/officeDocument/2006/relationships/customXml" Target="../ink/ink1573.xml"/><Relationship Id="rId305" Type="http://schemas.openxmlformats.org/officeDocument/2006/relationships/customXml" Target="../ink/ink1580.xml"/><Relationship Id="rId44" Type="http://schemas.openxmlformats.org/officeDocument/2006/relationships/image" Target="../media/image1393.png"/><Relationship Id="rId86" Type="http://schemas.openxmlformats.org/officeDocument/2006/relationships/image" Target="../media/image1414.png"/><Relationship Id="rId151" Type="http://schemas.openxmlformats.org/officeDocument/2006/relationships/customXml" Target="../ink/ink1503.xml"/><Relationship Id="rId193" Type="http://schemas.openxmlformats.org/officeDocument/2006/relationships/customXml" Target="../ink/ink1524.xml"/><Relationship Id="rId207" Type="http://schemas.openxmlformats.org/officeDocument/2006/relationships/customXml" Target="../ink/ink1531.xml"/><Relationship Id="rId249" Type="http://schemas.openxmlformats.org/officeDocument/2006/relationships/customXml" Target="../ink/ink1552.xml"/></Relationships>
</file>

<file path=ppt/slides/_rels/slide4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43.png"/><Relationship Id="rId21" Type="http://schemas.openxmlformats.org/officeDocument/2006/relationships/customXml" Target="../ink/ink1596.xml"/><Relationship Id="rId34" Type="http://schemas.openxmlformats.org/officeDocument/2006/relationships/image" Target="../media/image1547.png"/><Relationship Id="rId42" Type="http://schemas.openxmlformats.org/officeDocument/2006/relationships/image" Target="../media/image1551.png"/><Relationship Id="rId47" Type="http://schemas.openxmlformats.org/officeDocument/2006/relationships/customXml" Target="../ink/ink1609.xml"/><Relationship Id="rId50" Type="http://schemas.openxmlformats.org/officeDocument/2006/relationships/image" Target="../media/image1555.png"/><Relationship Id="rId55" Type="http://schemas.openxmlformats.org/officeDocument/2006/relationships/customXml" Target="../ink/ink1613.xml"/><Relationship Id="rId63" Type="http://schemas.openxmlformats.org/officeDocument/2006/relationships/customXml" Target="../ink/ink1617.xml"/><Relationship Id="rId7" Type="http://schemas.openxmlformats.org/officeDocument/2006/relationships/customXml" Target="../ink/ink1589.xml"/><Relationship Id="rId2" Type="http://schemas.openxmlformats.org/officeDocument/2006/relationships/image" Target="../media/image1531.png"/><Relationship Id="rId16" Type="http://schemas.openxmlformats.org/officeDocument/2006/relationships/image" Target="../media/image1538.png"/><Relationship Id="rId29" Type="http://schemas.openxmlformats.org/officeDocument/2006/relationships/customXml" Target="../ink/ink1600.xml"/><Relationship Id="rId11" Type="http://schemas.openxmlformats.org/officeDocument/2006/relationships/customXml" Target="../ink/ink1591.xml"/><Relationship Id="rId24" Type="http://schemas.openxmlformats.org/officeDocument/2006/relationships/image" Target="../media/image1542.png"/><Relationship Id="rId32" Type="http://schemas.openxmlformats.org/officeDocument/2006/relationships/image" Target="../media/image1546.png"/><Relationship Id="rId37" Type="http://schemas.openxmlformats.org/officeDocument/2006/relationships/customXml" Target="../ink/ink1604.xml"/><Relationship Id="rId40" Type="http://schemas.openxmlformats.org/officeDocument/2006/relationships/image" Target="../media/image1550.png"/><Relationship Id="rId45" Type="http://schemas.openxmlformats.org/officeDocument/2006/relationships/customXml" Target="../ink/ink1608.xml"/><Relationship Id="rId53" Type="http://schemas.openxmlformats.org/officeDocument/2006/relationships/customXml" Target="../ink/ink1612.xml"/><Relationship Id="rId58" Type="http://schemas.openxmlformats.org/officeDocument/2006/relationships/image" Target="../media/image1559.png"/><Relationship Id="rId66" Type="http://schemas.openxmlformats.org/officeDocument/2006/relationships/image" Target="../media/image1563.png"/><Relationship Id="rId5" Type="http://schemas.openxmlformats.org/officeDocument/2006/relationships/customXml" Target="../ink/ink1588.xml"/><Relationship Id="rId61" Type="http://schemas.openxmlformats.org/officeDocument/2006/relationships/customXml" Target="../ink/ink1616.xml"/><Relationship Id="rId19" Type="http://schemas.openxmlformats.org/officeDocument/2006/relationships/customXml" Target="../ink/ink1595.xml"/><Relationship Id="rId14" Type="http://schemas.openxmlformats.org/officeDocument/2006/relationships/image" Target="../media/image1537.png"/><Relationship Id="rId22" Type="http://schemas.openxmlformats.org/officeDocument/2006/relationships/image" Target="../media/image1541.png"/><Relationship Id="rId27" Type="http://schemas.openxmlformats.org/officeDocument/2006/relationships/customXml" Target="../ink/ink1599.xml"/><Relationship Id="rId30" Type="http://schemas.openxmlformats.org/officeDocument/2006/relationships/image" Target="../media/image1545.png"/><Relationship Id="rId35" Type="http://schemas.openxmlformats.org/officeDocument/2006/relationships/customXml" Target="../ink/ink1603.xml"/><Relationship Id="rId43" Type="http://schemas.openxmlformats.org/officeDocument/2006/relationships/customXml" Target="../ink/ink1607.xml"/><Relationship Id="rId48" Type="http://schemas.openxmlformats.org/officeDocument/2006/relationships/image" Target="../media/image1554.png"/><Relationship Id="rId56" Type="http://schemas.openxmlformats.org/officeDocument/2006/relationships/image" Target="../media/image1558.png"/><Relationship Id="rId64" Type="http://schemas.openxmlformats.org/officeDocument/2006/relationships/image" Target="../media/image1562.png"/><Relationship Id="rId8" Type="http://schemas.openxmlformats.org/officeDocument/2006/relationships/image" Target="../media/image1534.png"/><Relationship Id="rId51" Type="http://schemas.openxmlformats.org/officeDocument/2006/relationships/customXml" Target="../ink/ink1611.xml"/><Relationship Id="rId3" Type="http://schemas.openxmlformats.org/officeDocument/2006/relationships/customXml" Target="../ink/ink1587.xml"/><Relationship Id="rId12" Type="http://schemas.openxmlformats.org/officeDocument/2006/relationships/image" Target="../media/image1536.png"/><Relationship Id="rId17" Type="http://schemas.openxmlformats.org/officeDocument/2006/relationships/customXml" Target="../ink/ink1594.xml"/><Relationship Id="rId25" Type="http://schemas.openxmlformats.org/officeDocument/2006/relationships/customXml" Target="../ink/ink1598.xml"/><Relationship Id="rId33" Type="http://schemas.openxmlformats.org/officeDocument/2006/relationships/customXml" Target="../ink/ink1602.xml"/><Relationship Id="rId38" Type="http://schemas.openxmlformats.org/officeDocument/2006/relationships/image" Target="../media/image1549.png"/><Relationship Id="rId46" Type="http://schemas.openxmlformats.org/officeDocument/2006/relationships/image" Target="../media/image1553.png"/><Relationship Id="rId59" Type="http://schemas.openxmlformats.org/officeDocument/2006/relationships/customXml" Target="../ink/ink1615.xml"/><Relationship Id="rId20" Type="http://schemas.openxmlformats.org/officeDocument/2006/relationships/image" Target="../media/image1540.png"/><Relationship Id="rId41" Type="http://schemas.openxmlformats.org/officeDocument/2006/relationships/customXml" Target="../ink/ink1606.xml"/><Relationship Id="rId54" Type="http://schemas.openxmlformats.org/officeDocument/2006/relationships/image" Target="../media/image1557.png"/><Relationship Id="rId62" Type="http://schemas.openxmlformats.org/officeDocument/2006/relationships/image" Target="../media/image15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3.png"/><Relationship Id="rId15" Type="http://schemas.openxmlformats.org/officeDocument/2006/relationships/customXml" Target="../ink/ink1593.xml"/><Relationship Id="rId23" Type="http://schemas.openxmlformats.org/officeDocument/2006/relationships/customXml" Target="../ink/ink1597.xml"/><Relationship Id="rId28" Type="http://schemas.openxmlformats.org/officeDocument/2006/relationships/image" Target="../media/image1544.png"/><Relationship Id="rId36" Type="http://schemas.openxmlformats.org/officeDocument/2006/relationships/image" Target="../media/image1548.png"/><Relationship Id="rId49" Type="http://schemas.openxmlformats.org/officeDocument/2006/relationships/customXml" Target="../ink/ink1610.xml"/><Relationship Id="rId57" Type="http://schemas.openxmlformats.org/officeDocument/2006/relationships/customXml" Target="../ink/ink1614.xml"/><Relationship Id="rId10" Type="http://schemas.openxmlformats.org/officeDocument/2006/relationships/image" Target="../media/image1535.png"/><Relationship Id="rId31" Type="http://schemas.openxmlformats.org/officeDocument/2006/relationships/customXml" Target="../ink/ink1601.xml"/><Relationship Id="rId44" Type="http://schemas.openxmlformats.org/officeDocument/2006/relationships/image" Target="../media/image1552.png"/><Relationship Id="rId52" Type="http://schemas.openxmlformats.org/officeDocument/2006/relationships/image" Target="../media/image1556.png"/><Relationship Id="rId60" Type="http://schemas.openxmlformats.org/officeDocument/2006/relationships/image" Target="../media/image1560.png"/><Relationship Id="rId65" Type="http://schemas.openxmlformats.org/officeDocument/2006/relationships/customXml" Target="../ink/ink1618.xml"/><Relationship Id="rId4" Type="http://schemas.openxmlformats.org/officeDocument/2006/relationships/image" Target="../media/image1532.png"/><Relationship Id="rId9" Type="http://schemas.openxmlformats.org/officeDocument/2006/relationships/customXml" Target="../ink/ink1590.xml"/><Relationship Id="rId13" Type="http://schemas.openxmlformats.org/officeDocument/2006/relationships/customXml" Target="../ink/ink1592.xml"/><Relationship Id="rId18" Type="http://schemas.openxmlformats.org/officeDocument/2006/relationships/image" Target="../media/image1539.png"/><Relationship Id="rId39" Type="http://schemas.openxmlformats.org/officeDocument/2006/relationships/customXml" Target="../ink/ink160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kCc8FmEb1nY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tiktokenizer.vercel.app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ai/grade-school-math" TargetMode="External"/><Relationship Id="rId2" Type="http://schemas.openxmlformats.org/officeDocument/2006/relationships/hyperlink" Target="https://cs.rochester.edu/nlp/rocstories/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DE20-E231-4248-D7F3-A8126F1C5E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Concepts in Machine Learning for Energy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8478C7-0901-A4E4-29A2-7B00E9BB0F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Time: April 7, 9, 11, 14, 15, 1:00 pm - 5:30 pm (in-person students)</a:t>
            </a:r>
          </a:p>
          <a:p>
            <a:r>
              <a:rPr lang="en-US" dirty="0"/>
              <a:t>          April 7 to 25, 2025 (distance students)</a:t>
            </a:r>
          </a:p>
          <a:p>
            <a:r>
              <a:rPr lang="en-US" dirty="0"/>
              <a:t>Location: GERB 315 and Zoom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5C9D51D-066D-C74E-8425-240CEC6AB020}"/>
                  </a:ext>
                </a:extLst>
              </p14:cNvPr>
              <p14:cNvContentPartPr/>
              <p14:nvPr/>
            </p14:nvContentPartPr>
            <p14:xfrm>
              <a:off x="11481594" y="6405348"/>
              <a:ext cx="3960" cy="14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5C9D51D-066D-C74E-8425-240CEC6AB0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72594" y="6396708"/>
                <a:ext cx="21600" cy="3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4250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516;p3">
            <a:extLst>
              <a:ext uri="{FF2B5EF4-FFF2-40B4-BE49-F238E27FC236}">
                <a16:creationId xmlns:a16="http://schemas.microsoft.com/office/drawing/2014/main" id="{0CB4CB1F-E381-58E5-09F1-83CD1CA2CF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2135960"/>
              </p:ext>
            </p:extLst>
          </p:nvPr>
        </p:nvGraphicFramePr>
        <p:xfrm>
          <a:off x="252663" y="481263"/>
          <a:ext cx="11851105" cy="5948755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362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7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806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Lecture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Topic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Quiz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80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1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Neural network fundamentals and continuous optimization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 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76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2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Image classification, object detection, and pixel segmentation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#1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76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3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Autoencoder, </a:t>
                      </a:r>
                      <a:r>
                        <a:rPr lang="en-US" sz="2800" u="none" strike="noStrike" cap="none" dirty="0" err="1">
                          <a:latin typeface="+mn-lt"/>
                        </a:rPr>
                        <a:t>autodecoder</a:t>
                      </a:r>
                      <a:r>
                        <a:rPr lang="en-US" sz="2800" u="none" strike="noStrike" cap="none" dirty="0">
                          <a:latin typeface="+mn-lt"/>
                        </a:rPr>
                        <a:t>, and generative adversarial network (GAN)</a:t>
                      </a:r>
                      <a:endParaRPr lang="en-US"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#2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76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4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Attention mechanism, generative pretrained transformers (GPT)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#3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806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5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Final project Q&amp;A, advanced topics review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#4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931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7EFA2-926F-15D2-70D1-6F7042A87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E2E30-BF8C-B6B1-4DAF-55723B77C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5649"/>
          </a:xfrm>
        </p:spPr>
        <p:txBody>
          <a:bodyPr>
            <a:normAutofit/>
          </a:bodyPr>
          <a:lstStyle/>
          <a:p>
            <a:r>
              <a:rPr lang="en-US" dirty="0"/>
              <a:t>Word tokenization &amp; lab 4a (1:00-2:00 pm)</a:t>
            </a:r>
          </a:p>
          <a:p>
            <a:r>
              <a:rPr lang="en-US" dirty="0"/>
              <a:t>Word embedding &amp; lab 4b word2vec (2:00-3:00 pm)</a:t>
            </a:r>
          </a:p>
          <a:p>
            <a:r>
              <a:rPr lang="en-US" dirty="0"/>
              <a:t>Text classification &amp; Lab 4b text classification (3:00-3:30 pm)</a:t>
            </a:r>
          </a:p>
          <a:p>
            <a:r>
              <a:rPr lang="en-US" dirty="0"/>
              <a:t>Attention &amp; Lab 4c 1</a:t>
            </a:r>
            <a:r>
              <a:rPr lang="en-US" baseline="30000" dirty="0"/>
              <a:t>st</a:t>
            </a:r>
            <a:r>
              <a:rPr lang="en-US" dirty="0"/>
              <a:t> half(3:30-4:00 pm)</a:t>
            </a:r>
          </a:p>
          <a:p>
            <a:r>
              <a:rPr lang="en-US" b="0" i="0" dirty="0">
                <a:effectLst/>
                <a:latin typeface="system-ui"/>
              </a:rPr>
              <a:t>Transformer &amp; </a:t>
            </a:r>
            <a:r>
              <a:rPr lang="en-US" dirty="0"/>
              <a:t>Lab 4c 2</a:t>
            </a:r>
            <a:r>
              <a:rPr lang="en-US" baseline="30000" dirty="0"/>
              <a:t>nd</a:t>
            </a:r>
            <a:r>
              <a:rPr lang="en-US" dirty="0"/>
              <a:t> half (4:30-5:00 pm)</a:t>
            </a:r>
          </a:p>
          <a:p>
            <a:r>
              <a:rPr lang="en-US" dirty="0"/>
              <a:t>Lab 4e BLEU (5:00-5:30 pm)</a:t>
            </a:r>
          </a:p>
        </p:txBody>
      </p:sp>
    </p:spTree>
    <p:extLst>
      <p:ext uri="{BB962C8B-B14F-4D97-AF65-F5344CB8AC3E}">
        <p14:creationId xmlns:p14="http://schemas.microsoft.com/office/powerpoint/2010/main" val="2795673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0F5B1-B761-DD75-7A03-AA005CE1C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CC256-7F12-C3AD-E226-0DF200F41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fisherman went to the bank. He deposited some money. </a:t>
            </a:r>
          </a:p>
          <a:p>
            <a:r>
              <a:rPr lang="en-US" dirty="0"/>
              <a:t>The fisherman went to the bank. He caught a lot of fish there. </a:t>
            </a:r>
          </a:p>
        </p:txBody>
      </p:sp>
    </p:spTree>
    <p:extLst>
      <p:ext uri="{BB962C8B-B14F-4D97-AF65-F5344CB8AC3E}">
        <p14:creationId xmlns:p14="http://schemas.microsoft.com/office/powerpoint/2010/main" val="3926108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BD00A-76FB-CF29-052F-11F4720D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corpus is massive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5A1BA-9E1F-559C-E448-23B408923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English vocabulary: 30-40k </a:t>
            </a:r>
          </a:p>
          <a:p>
            <a:pPr marL="0" indent="0">
              <a:buNone/>
            </a:pPr>
            <a:r>
              <a:rPr lang="en-US" dirty="0"/>
              <a:t>Wikipedia: 2.9 billion words (English)</a:t>
            </a:r>
          </a:p>
        </p:txBody>
      </p:sp>
    </p:spTree>
    <p:extLst>
      <p:ext uri="{BB962C8B-B14F-4D97-AF65-F5344CB8AC3E}">
        <p14:creationId xmlns:p14="http://schemas.microsoft.com/office/powerpoint/2010/main" val="2922370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07D17-537A-C168-C717-CE5AAC8F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C67D8-2094-57EB-8858-19BFBC857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Dialogue</a:t>
            </a:r>
          </a:p>
          <a:p>
            <a:r>
              <a:rPr lang="en-US" dirty="0"/>
              <a:t>Text summarization</a:t>
            </a:r>
          </a:p>
          <a:p>
            <a:r>
              <a:rPr lang="en-US" dirty="0"/>
              <a:t>Machine translation </a:t>
            </a:r>
          </a:p>
          <a:p>
            <a:r>
              <a:rPr lang="en-US" dirty="0"/>
              <a:t>Information extraction </a:t>
            </a:r>
          </a:p>
          <a:p>
            <a:r>
              <a:rPr lang="en-US" dirty="0"/>
              <a:t>Sentiment analysis </a:t>
            </a: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67386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81EB2-4AF5-ECCF-8CD1-AECC0C49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the 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A687B-D5F6-BE7E-086F-DFF953CB6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Sequence: “I want pizza”</a:t>
            </a:r>
          </a:p>
          <a:p>
            <a:r>
              <a:rPr lang="en-US" dirty="0"/>
              <a:t>Probabilistic model of a sequence of words</a:t>
            </a:r>
          </a:p>
          <a:p>
            <a:r>
              <a:rPr lang="en-US" dirty="0"/>
              <a:t>Vocabulary </a:t>
            </a:r>
            <a:r>
              <a:rPr lang="en-US" i="1" dirty="0"/>
              <a:t>V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21CD32-A9D6-3A43-AFEE-79EC7AF319A9}"/>
                  </a:ext>
                </a:extLst>
              </p:cNvPr>
              <p:cNvSpPr txBox="1"/>
              <p:nvPr/>
            </p:nvSpPr>
            <p:spPr>
              <a:xfrm>
                <a:off x="1509963" y="3429000"/>
                <a:ext cx="858241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𝑤𝑎𝑛𝑡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𝑝𝑖𝑧𝑧𝑎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𝑤𝑎𝑛𝑡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𝑝𝑖𝑧𝑧𝑎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𝑤𝑎𝑛𝑡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21CD32-A9D6-3A43-AFEE-79EC7AF31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963" y="3429000"/>
                <a:ext cx="8582414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5FFE81-3CB2-20E3-8E83-8C78C836D059}"/>
                  </a:ext>
                </a:extLst>
              </p:cNvPr>
              <p:cNvSpPr txBox="1"/>
              <p:nvPr/>
            </p:nvSpPr>
            <p:spPr>
              <a:xfrm>
                <a:off x="1678405" y="4502986"/>
                <a:ext cx="6675545" cy="13279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𝑝𝑖𝑧𝑧𝑎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𝑤𝑎𝑛𝑡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𝑤𝑎𝑛𝑡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𝑝𝑖𝑧𝑧𝑎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𝑤𝑎𝑛𝑡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800" b="0" dirty="0"/>
              </a:p>
              <a:p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5FFE81-3CB2-20E3-8E83-8C78C836D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405" y="4502986"/>
                <a:ext cx="6675545" cy="13279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3377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69EC9-AB19-A537-8BBA-ED4E4055C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chain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D9751-51EB-AA09-AD48-ABD874040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only the last k words from the context</a:t>
            </a:r>
          </a:p>
          <a:p>
            <a:r>
              <a:rPr lang="en-US" dirty="0"/>
              <a:t>k gram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66CFE4-BDEA-BABC-58B9-8C94AD566C84}"/>
                  </a:ext>
                </a:extLst>
              </p:cNvPr>
              <p:cNvSpPr txBox="1"/>
              <p:nvPr/>
            </p:nvSpPr>
            <p:spPr>
              <a:xfrm>
                <a:off x="2003257" y="4001294"/>
                <a:ext cx="6241389" cy="12202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66CFE4-BDEA-BABC-58B9-8C94AD566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257" y="4001294"/>
                <a:ext cx="6241389" cy="12202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E842513-7A31-6D1E-6033-53C7EAAFD355}"/>
                  </a:ext>
                </a:extLst>
              </p14:cNvPr>
              <p14:cNvContentPartPr/>
              <p14:nvPr/>
            </p14:nvContentPartPr>
            <p14:xfrm>
              <a:off x="6118368" y="4911584"/>
              <a:ext cx="1978920" cy="261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E842513-7A31-6D1E-6033-53C7EAAFD3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09368" y="4902584"/>
                <a:ext cx="1996560" cy="27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63C04D9E-4822-F887-E4C3-4BBCCBF567A9}"/>
              </a:ext>
            </a:extLst>
          </p:cNvPr>
          <p:cNvGrpSpPr/>
          <p:nvPr/>
        </p:nvGrpSpPr>
        <p:grpSpPr>
          <a:xfrm>
            <a:off x="6191088" y="5474984"/>
            <a:ext cx="1861200" cy="391320"/>
            <a:chOff x="6191088" y="5474984"/>
            <a:chExt cx="1861200" cy="39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D4C6DEF-40E0-E573-2334-A5726A69900E}"/>
                    </a:ext>
                  </a:extLst>
                </p14:cNvPr>
                <p14:cNvContentPartPr/>
                <p14:nvPr/>
              </p14:nvContentPartPr>
              <p14:xfrm>
                <a:off x="6191088" y="5637344"/>
                <a:ext cx="99360" cy="178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D4C6DEF-40E0-E573-2334-A5726A69900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82088" y="5628344"/>
                  <a:ext cx="1170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26F3ECA-3F65-84F4-C5DF-0917CEB60859}"/>
                    </a:ext>
                  </a:extLst>
                </p14:cNvPr>
                <p14:cNvContentPartPr/>
                <p14:nvPr/>
              </p14:nvContentPartPr>
              <p14:xfrm>
                <a:off x="6260208" y="5474984"/>
                <a:ext cx="24120" cy="44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26F3ECA-3F65-84F4-C5DF-0917CEB6085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51208" y="5466344"/>
                  <a:ext cx="41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29E78DE-AE8A-D07B-E01F-298DE179B470}"/>
                    </a:ext>
                  </a:extLst>
                </p14:cNvPr>
                <p14:cNvContentPartPr/>
                <p14:nvPr/>
              </p14:nvContentPartPr>
              <p14:xfrm>
                <a:off x="6375408" y="5679824"/>
                <a:ext cx="104400" cy="37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29E78DE-AE8A-D07B-E01F-298DE179B47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366408" y="5670824"/>
                  <a:ext cx="122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6121722-8D1A-6330-F6D8-553A5DFF453E}"/>
                    </a:ext>
                  </a:extLst>
                </p14:cNvPr>
                <p14:cNvContentPartPr/>
                <p14:nvPr/>
              </p14:nvContentPartPr>
              <p14:xfrm>
                <a:off x="6525528" y="5554544"/>
                <a:ext cx="25920" cy="264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6121722-8D1A-6330-F6D8-553A5DFF453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16888" y="5545904"/>
                  <a:ext cx="435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C90C09-245F-AC81-4139-2E919266FD48}"/>
                    </a:ext>
                  </a:extLst>
                </p14:cNvPr>
                <p14:cNvContentPartPr/>
                <p14:nvPr/>
              </p14:nvContentPartPr>
              <p14:xfrm>
                <a:off x="6645408" y="5689184"/>
                <a:ext cx="110880" cy="30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C90C09-245F-AC81-4139-2E919266FD4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36408" y="5680184"/>
                  <a:ext cx="1285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CA8403C-539F-D286-3902-295329D6B6B2}"/>
                    </a:ext>
                  </a:extLst>
                </p14:cNvPr>
                <p14:cNvContentPartPr/>
                <p14:nvPr/>
              </p14:nvContentPartPr>
              <p14:xfrm>
                <a:off x="6910368" y="5607464"/>
                <a:ext cx="138600" cy="164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CA8403C-539F-D286-3902-295329D6B6B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01728" y="5598824"/>
                  <a:ext cx="1562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FFED815-4F00-F92C-9A89-E4D0DEBD1CEE}"/>
                    </a:ext>
                  </a:extLst>
                </p14:cNvPr>
                <p14:cNvContentPartPr/>
                <p14:nvPr/>
              </p14:nvContentPartPr>
              <p14:xfrm>
                <a:off x="7047528" y="5503424"/>
                <a:ext cx="19800" cy="73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FFED815-4F00-F92C-9A89-E4D0DEBD1CE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38888" y="5494784"/>
                  <a:ext cx="374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1F24A59-86AD-05DA-47BC-75BA19F7059C}"/>
                    </a:ext>
                  </a:extLst>
                </p14:cNvPr>
                <p14:cNvContentPartPr/>
                <p14:nvPr/>
              </p14:nvContentPartPr>
              <p14:xfrm>
                <a:off x="7160928" y="5644544"/>
                <a:ext cx="110160" cy="21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1F24A59-86AD-05DA-47BC-75BA19F7059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151928" y="5635904"/>
                  <a:ext cx="1278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283881A-A71E-CAC6-BABA-AAD6C1580FB2}"/>
                    </a:ext>
                  </a:extLst>
                </p14:cNvPr>
                <p14:cNvContentPartPr/>
                <p14:nvPr/>
              </p14:nvContentPartPr>
              <p14:xfrm>
                <a:off x="7423008" y="5487944"/>
                <a:ext cx="19440" cy="308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283881A-A71E-CAC6-BABA-AAD6C1580FB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414008" y="5478944"/>
                  <a:ext cx="3708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454DAA3-E52B-331F-629A-E7B64E24EC4A}"/>
                    </a:ext>
                  </a:extLst>
                </p14:cNvPr>
                <p14:cNvContentPartPr/>
                <p14:nvPr/>
              </p14:nvContentPartPr>
              <p14:xfrm>
                <a:off x="7426248" y="5582984"/>
                <a:ext cx="204120" cy="180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454DAA3-E52B-331F-629A-E7B64E24EC4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417608" y="5573984"/>
                  <a:ext cx="2217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14F45F3-BF99-C055-B7F0-12BFB06C2B9B}"/>
                    </a:ext>
                  </a:extLst>
                </p14:cNvPr>
                <p14:cNvContentPartPr/>
                <p14:nvPr/>
              </p14:nvContentPartPr>
              <p14:xfrm>
                <a:off x="6854208" y="5543384"/>
                <a:ext cx="70920" cy="322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14F45F3-BF99-C055-B7F0-12BFB06C2B9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845208" y="5534744"/>
                  <a:ext cx="8856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74D5D77-FD4E-F53C-6A45-1340709E81A7}"/>
                    </a:ext>
                  </a:extLst>
                </p14:cNvPr>
                <p14:cNvContentPartPr/>
                <p14:nvPr/>
              </p14:nvContentPartPr>
              <p14:xfrm>
                <a:off x="7650528" y="5546624"/>
                <a:ext cx="33840" cy="269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74D5D77-FD4E-F53C-6A45-1340709E81A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641888" y="5537624"/>
                  <a:ext cx="514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5CA20EB-9E13-4CB3-630E-17D2ED00FEB8}"/>
                    </a:ext>
                  </a:extLst>
                </p14:cNvPr>
                <p14:cNvContentPartPr/>
                <p14:nvPr/>
              </p14:nvContentPartPr>
              <p14:xfrm>
                <a:off x="7787328" y="5658584"/>
                <a:ext cx="124920" cy="20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5CA20EB-9E13-4CB3-630E-17D2ED00FEB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778328" y="5649584"/>
                  <a:ext cx="1425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D40FDE1-F165-F829-A676-B7086E3003A3}"/>
                    </a:ext>
                  </a:extLst>
                </p14:cNvPr>
                <p14:cNvContentPartPr/>
                <p14:nvPr/>
              </p14:nvContentPartPr>
              <p14:xfrm>
                <a:off x="7869408" y="5582264"/>
                <a:ext cx="14760" cy="240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D40FDE1-F165-F829-A676-B7086E3003A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860408" y="5573264"/>
                  <a:ext cx="324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D09BCE6-E4DD-BC44-1E06-FD372BEAB281}"/>
                    </a:ext>
                  </a:extLst>
                </p14:cNvPr>
                <p14:cNvContentPartPr/>
                <p14:nvPr/>
              </p14:nvContentPartPr>
              <p14:xfrm>
                <a:off x="8041488" y="5537624"/>
                <a:ext cx="10800" cy="279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D09BCE6-E4DD-BC44-1E06-FD372BEAB28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032848" y="5528624"/>
                  <a:ext cx="28440" cy="29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5B846C8-2D09-57C8-90C2-A804B79A910A}"/>
                  </a:ext>
                </a:extLst>
              </p14:cNvPr>
              <p14:cNvContentPartPr/>
              <p14:nvPr/>
            </p14:nvContentPartPr>
            <p14:xfrm>
              <a:off x="8279448" y="5613224"/>
              <a:ext cx="132120" cy="306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5B846C8-2D09-57C8-90C2-A804B79A910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270448" y="5604584"/>
                <a:ext cx="1497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B7407A0-9ED1-34FD-EAD0-4362CCAB092D}"/>
                  </a:ext>
                </a:extLst>
              </p14:cNvPr>
              <p14:cNvContentPartPr/>
              <p14:nvPr/>
            </p14:nvContentPartPr>
            <p14:xfrm>
              <a:off x="8319048" y="5692064"/>
              <a:ext cx="122760" cy="187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B7407A0-9ED1-34FD-EAD0-4362CCAB092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310048" y="5683424"/>
                <a:ext cx="140400" cy="3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4A5E5E7C-5F81-DF5F-5F64-2C6ED3E07BED}"/>
              </a:ext>
            </a:extLst>
          </p:cNvPr>
          <p:cNvGrpSpPr/>
          <p:nvPr/>
        </p:nvGrpSpPr>
        <p:grpSpPr>
          <a:xfrm>
            <a:off x="8658168" y="5320544"/>
            <a:ext cx="1613520" cy="541080"/>
            <a:chOff x="8658168" y="5320544"/>
            <a:chExt cx="1613520" cy="54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B52E7C2-2376-DB10-E7F2-BCE2998C4304}"/>
                    </a:ext>
                  </a:extLst>
                </p14:cNvPr>
                <p14:cNvContentPartPr/>
                <p14:nvPr/>
              </p14:nvContentPartPr>
              <p14:xfrm>
                <a:off x="8658168" y="5533304"/>
                <a:ext cx="90720" cy="241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B52E7C2-2376-DB10-E7F2-BCE2998C430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649168" y="5524304"/>
                  <a:ext cx="1083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A0347C9-94D3-F98F-E9C8-4EE1EF6F6952}"/>
                    </a:ext>
                  </a:extLst>
                </p14:cNvPr>
                <p14:cNvContentPartPr/>
                <p14:nvPr/>
              </p14:nvContentPartPr>
              <p14:xfrm>
                <a:off x="8749608" y="5392544"/>
                <a:ext cx="34200" cy="82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A0347C9-94D3-F98F-E9C8-4EE1EF6F695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740968" y="5383544"/>
                  <a:ext cx="518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C1C6730-32EA-10E3-DBCB-DE371137099E}"/>
                    </a:ext>
                  </a:extLst>
                </p14:cNvPr>
                <p14:cNvContentPartPr/>
                <p14:nvPr/>
              </p14:nvContentPartPr>
              <p14:xfrm>
                <a:off x="8828448" y="5612504"/>
                <a:ext cx="92880" cy="18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C1C6730-32EA-10E3-DBCB-DE371137099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819808" y="5603504"/>
                  <a:ext cx="110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671BFF4-97B9-5A0A-3A23-86C81968368B}"/>
                    </a:ext>
                  </a:extLst>
                </p14:cNvPr>
                <p14:cNvContentPartPr/>
                <p14:nvPr/>
              </p14:nvContentPartPr>
              <p14:xfrm>
                <a:off x="9015288" y="5433584"/>
                <a:ext cx="20880" cy="334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671BFF4-97B9-5A0A-3A23-86C81968368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006288" y="5424944"/>
                  <a:ext cx="3852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82D217E-E299-7B91-48BD-548CC238B0F0}"/>
                    </a:ext>
                  </a:extLst>
                </p14:cNvPr>
                <p14:cNvContentPartPr/>
                <p14:nvPr/>
              </p14:nvContentPartPr>
              <p14:xfrm>
                <a:off x="9090528" y="5628704"/>
                <a:ext cx="156960" cy="19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82D217E-E299-7B91-48BD-548CC238B0F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81888" y="5620064"/>
                  <a:ext cx="174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FDA9D91-F550-24FF-5099-0DF4F8398AD7}"/>
                    </a:ext>
                  </a:extLst>
                </p14:cNvPr>
                <p14:cNvContentPartPr/>
                <p14:nvPr/>
              </p14:nvContentPartPr>
              <p14:xfrm>
                <a:off x="9230928" y="5579024"/>
                <a:ext cx="171720" cy="158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FDA9D91-F550-24FF-5099-0DF4F8398AD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221928" y="5570384"/>
                  <a:ext cx="1893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ED0026F-4D3F-C4AD-6E36-459EB4135665}"/>
                    </a:ext>
                  </a:extLst>
                </p14:cNvPr>
                <p14:cNvContentPartPr/>
                <p14:nvPr/>
              </p14:nvContentPartPr>
              <p14:xfrm>
                <a:off x="9418128" y="5449064"/>
                <a:ext cx="5400" cy="46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ED0026F-4D3F-C4AD-6E36-459EB413566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409128" y="5440064"/>
                  <a:ext cx="23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28AAB66-2002-BF61-360B-0403BCB3E890}"/>
                    </a:ext>
                  </a:extLst>
                </p14:cNvPr>
                <p14:cNvContentPartPr/>
                <p14:nvPr/>
              </p14:nvContentPartPr>
              <p14:xfrm>
                <a:off x="9493728" y="5609264"/>
                <a:ext cx="138960" cy="19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28AAB66-2002-BF61-360B-0403BCB3E89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485088" y="5600624"/>
                  <a:ext cx="1566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6745278-3DE5-7C50-CD60-A114EB25675D}"/>
                    </a:ext>
                  </a:extLst>
                </p14:cNvPr>
                <p14:cNvContentPartPr/>
                <p14:nvPr/>
              </p14:nvContentPartPr>
              <p14:xfrm>
                <a:off x="9581928" y="5501624"/>
                <a:ext cx="14760" cy="228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6745278-3DE5-7C50-CD60-A114EB25675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573288" y="5492624"/>
                  <a:ext cx="324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BF49094-4C86-E036-F212-4A0A629B397E}"/>
                    </a:ext>
                  </a:extLst>
                </p14:cNvPr>
                <p14:cNvContentPartPr/>
                <p14:nvPr/>
              </p14:nvContentPartPr>
              <p14:xfrm>
                <a:off x="9689568" y="5468864"/>
                <a:ext cx="187920" cy="333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BF49094-4C86-E036-F212-4A0A629B397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680928" y="5459864"/>
                  <a:ext cx="20556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045E69A-ABAA-F10E-2911-908487BFA218}"/>
                    </a:ext>
                  </a:extLst>
                </p14:cNvPr>
                <p14:cNvContentPartPr/>
                <p14:nvPr/>
              </p14:nvContentPartPr>
              <p14:xfrm>
                <a:off x="9970368" y="5637344"/>
                <a:ext cx="98280" cy="12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045E69A-ABAA-F10E-2911-908487BFA21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961368" y="5628344"/>
                  <a:ext cx="115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B35D1D9-09C2-6A6C-6F2B-D9004D3FB6D5}"/>
                    </a:ext>
                  </a:extLst>
                </p14:cNvPr>
                <p14:cNvContentPartPr/>
                <p14:nvPr/>
              </p14:nvContentPartPr>
              <p14:xfrm>
                <a:off x="10071168" y="5518184"/>
                <a:ext cx="15480" cy="180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B35D1D9-09C2-6A6C-6F2B-D9004D3FB6D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062168" y="5509544"/>
                  <a:ext cx="331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0462BA2-8EBD-600D-8FAB-F2428699BF72}"/>
                    </a:ext>
                  </a:extLst>
                </p14:cNvPr>
                <p14:cNvContentPartPr/>
                <p14:nvPr/>
              </p14:nvContentPartPr>
              <p14:xfrm>
                <a:off x="10174848" y="5532584"/>
                <a:ext cx="30240" cy="329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0462BA2-8EBD-600D-8FAB-F2428699BF7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166208" y="5523584"/>
                  <a:ext cx="478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B92915E-A9BA-DB47-35B0-80E4E0BB6983}"/>
                    </a:ext>
                  </a:extLst>
                </p14:cNvPr>
                <p14:cNvContentPartPr/>
                <p14:nvPr/>
              </p14:nvContentPartPr>
              <p14:xfrm>
                <a:off x="8661768" y="5320544"/>
                <a:ext cx="173160" cy="348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B92915E-A9BA-DB47-35B0-80E4E0BB698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652768" y="5311544"/>
                  <a:ext cx="1908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0C0ADC4-EE40-D730-402D-A065B11FAEFB}"/>
                    </a:ext>
                  </a:extLst>
                </p14:cNvPr>
                <p14:cNvContentPartPr/>
                <p14:nvPr/>
              </p14:nvContentPartPr>
              <p14:xfrm>
                <a:off x="9133368" y="5447984"/>
                <a:ext cx="440280" cy="374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0C0ADC4-EE40-D730-402D-A065B11FAEF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124368" y="5438984"/>
                  <a:ext cx="45792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AFB217F-6D74-2EA0-4D2A-6073CCA585DC}"/>
                    </a:ext>
                  </a:extLst>
                </p14:cNvPr>
                <p14:cNvContentPartPr/>
                <p14:nvPr/>
              </p14:nvContentPartPr>
              <p14:xfrm>
                <a:off x="10043808" y="5653904"/>
                <a:ext cx="101160" cy="27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AFB217F-6D74-2EA0-4D2A-6073CCA585D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034808" y="5645264"/>
                  <a:ext cx="118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04D6238-B938-F722-17ED-E6C1D8529801}"/>
                    </a:ext>
                  </a:extLst>
                </p14:cNvPr>
                <p14:cNvContentPartPr/>
                <p14:nvPr/>
              </p14:nvContentPartPr>
              <p14:xfrm>
                <a:off x="8879928" y="5481824"/>
                <a:ext cx="343800" cy="303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04D6238-B938-F722-17ED-E6C1D852980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871288" y="5472824"/>
                  <a:ext cx="3614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F9C6A00-745E-92C7-7B86-8D39B5280FA7}"/>
                    </a:ext>
                  </a:extLst>
                </p14:cNvPr>
                <p14:cNvContentPartPr/>
                <p14:nvPr/>
              </p14:nvContentPartPr>
              <p14:xfrm>
                <a:off x="9964248" y="5571824"/>
                <a:ext cx="307440" cy="263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F9C6A00-745E-92C7-7B86-8D39B5280FA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955608" y="5562824"/>
                  <a:ext cx="32508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B01CC36-7EF5-0B79-9692-7BBEBC10CF71}"/>
              </a:ext>
            </a:extLst>
          </p:cNvPr>
          <p:cNvGrpSpPr/>
          <p:nvPr/>
        </p:nvGrpSpPr>
        <p:grpSpPr>
          <a:xfrm>
            <a:off x="8292768" y="6060704"/>
            <a:ext cx="661320" cy="315720"/>
            <a:chOff x="8292768" y="6060704"/>
            <a:chExt cx="661320" cy="3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95ED663-CF43-A4A7-BA5B-193809160883}"/>
                    </a:ext>
                  </a:extLst>
                </p14:cNvPr>
                <p14:cNvContentPartPr/>
                <p14:nvPr/>
              </p14:nvContentPartPr>
              <p14:xfrm>
                <a:off x="8303208" y="6163664"/>
                <a:ext cx="191520" cy="45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95ED663-CF43-A4A7-BA5B-19380916088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294208" y="6155024"/>
                  <a:ext cx="2091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9D50CE9-9610-4C12-0F35-B93FB17EB006}"/>
                    </a:ext>
                  </a:extLst>
                </p14:cNvPr>
                <p14:cNvContentPartPr/>
                <p14:nvPr/>
              </p14:nvContentPartPr>
              <p14:xfrm>
                <a:off x="8292768" y="6299384"/>
                <a:ext cx="173160" cy="11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9D50CE9-9610-4C12-0F35-B93FB17EB00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284128" y="6290384"/>
                  <a:ext cx="1908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479B639-DDD3-2FE8-09E9-2D7085DD01D5}"/>
                    </a:ext>
                  </a:extLst>
                </p14:cNvPr>
                <p14:cNvContentPartPr/>
                <p14:nvPr/>
              </p14:nvContentPartPr>
              <p14:xfrm>
                <a:off x="8689488" y="6060704"/>
                <a:ext cx="264600" cy="315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479B639-DDD3-2FE8-09E9-2D7085DD01D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680848" y="6052064"/>
                  <a:ext cx="282240" cy="33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5C59D25A-39AC-A48E-F9A1-3530183AAC3C}"/>
                  </a:ext>
                </a:extLst>
              </p14:cNvPr>
              <p14:cNvContentPartPr/>
              <p14:nvPr/>
            </p14:nvContentPartPr>
            <p14:xfrm>
              <a:off x="1105368" y="2782904"/>
              <a:ext cx="1028160" cy="1476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5C59D25A-39AC-A48E-F9A1-3530183AAC3C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96368" y="2773904"/>
                <a:ext cx="1045800" cy="16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C729141-D698-CAE7-CDF7-ECCC90A22A03}"/>
              </a:ext>
            </a:extLst>
          </p:cNvPr>
          <p:cNvGrpSpPr/>
          <p:nvPr/>
        </p:nvGrpSpPr>
        <p:grpSpPr>
          <a:xfrm>
            <a:off x="6329688" y="2654384"/>
            <a:ext cx="3511440" cy="1500480"/>
            <a:chOff x="6329688" y="2654384"/>
            <a:chExt cx="3511440" cy="150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4E29C06-399D-DB2E-6B4B-7701BC7F584A}"/>
                    </a:ext>
                  </a:extLst>
                </p14:cNvPr>
                <p14:cNvContentPartPr/>
                <p14:nvPr/>
              </p14:nvContentPartPr>
              <p14:xfrm>
                <a:off x="6889848" y="2654384"/>
                <a:ext cx="10440" cy="419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4E29C06-399D-DB2E-6B4B-7701BC7F584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881208" y="2645744"/>
                  <a:ext cx="2808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C1EAA35-4730-1B4D-23AD-1EC3B70B433C}"/>
                    </a:ext>
                  </a:extLst>
                </p14:cNvPr>
                <p14:cNvContentPartPr/>
                <p14:nvPr/>
              </p14:nvContentPartPr>
              <p14:xfrm>
                <a:off x="7574928" y="2858144"/>
                <a:ext cx="195840" cy="151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C1EAA35-4730-1B4D-23AD-1EC3B70B433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565928" y="2849504"/>
                  <a:ext cx="2134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DBC04E7-F611-C642-FA65-620E74EC0C01}"/>
                    </a:ext>
                  </a:extLst>
                </p14:cNvPr>
                <p14:cNvContentPartPr/>
                <p14:nvPr/>
              </p14:nvContentPartPr>
              <p14:xfrm>
                <a:off x="7872288" y="2899184"/>
                <a:ext cx="84960" cy="119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DBC04E7-F611-C642-FA65-620E74EC0C0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863288" y="2890184"/>
                  <a:ext cx="1026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38915CF-1C78-428E-D40A-6A082E6E981E}"/>
                    </a:ext>
                  </a:extLst>
                </p14:cNvPr>
                <p14:cNvContentPartPr/>
                <p14:nvPr/>
              </p14:nvContentPartPr>
              <p14:xfrm>
                <a:off x="8030688" y="2924024"/>
                <a:ext cx="115200" cy="795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38915CF-1C78-428E-D40A-6A082E6E981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022048" y="2915384"/>
                  <a:ext cx="1328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6BA09D3-730F-9313-11EE-E840C3AA71DA}"/>
                    </a:ext>
                  </a:extLst>
                </p14:cNvPr>
                <p14:cNvContentPartPr/>
                <p14:nvPr/>
              </p14:nvContentPartPr>
              <p14:xfrm>
                <a:off x="8233728" y="2842664"/>
                <a:ext cx="6840" cy="213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6BA09D3-730F-9313-11EE-E840C3AA71D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225088" y="2834024"/>
                  <a:ext cx="244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BC9455D-91E5-84EE-E05A-3D825BAEA76D}"/>
                    </a:ext>
                  </a:extLst>
                </p14:cNvPr>
                <p14:cNvContentPartPr/>
                <p14:nvPr/>
              </p14:nvContentPartPr>
              <p14:xfrm>
                <a:off x="8195208" y="2895584"/>
                <a:ext cx="146880" cy="30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BC9455D-91E5-84EE-E05A-3D825BAEA76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186208" y="2886944"/>
                  <a:ext cx="1645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477FF78-636C-07E7-9D0F-54BF3620AADF}"/>
                    </a:ext>
                  </a:extLst>
                </p14:cNvPr>
                <p14:cNvContentPartPr/>
                <p14:nvPr/>
              </p14:nvContentPartPr>
              <p14:xfrm>
                <a:off x="9044448" y="2937344"/>
                <a:ext cx="56160" cy="287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477FF78-636C-07E7-9D0F-54BF3620AAD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035448" y="2928344"/>
                  <a:ext cx="738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824F6E9-7D41-D2A7-4127-60BCB8C1D0C1}"/>
                    </a:ext>
                  </a:extLst>
                </p14:cNvPr>
                <p14:cNvContentPartPr/>
                <p14:nvPr/>
              </p14:nvContentPartPr>
              <p14:xfrm>
                <a:off x="9043008" y="2916104"/>
                <a:ext cx="147240" cy="207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824F6E9-7D41-D2A7-4127-60BCB8C1D0C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034368" y="2907464"/>
                  <a:ext cx="1648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C76BAAB-021C-C0B2-FC05-754769A32F4F}"/>
                    </a:ext>
                  </a:extLst>
                </p14:cNvPr>
                <p14:cNvContentPartPr/>
                <p14:nvPr/>
              </p14:nvContentPartPr>
              <p14:xfrm>
                <a:off x="9243888" y="3027344"/>
                <a:ext cx="6840" cy="96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C76BAAB-021C-C0B2-FC05-754769A32F4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235248" y="3018704"/>
                  <a:ext cx="244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3784C01-050E-39CA-AAC0-E1C0C0B1090F}"/>
                    </a:ext>
                  </a:extLst>
                </p14:cNvPr>
                <p14:cNvContentPartPr/>
                <p14:nvPr/>
              </p14:nvContentPartPr>
              <p14:xfrm>
                <a:off x="9278808" y="2911784"/>
                <a:ext cx="6480" cy="42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3784C01-050E-39CA-AAC0-E1C0C0B1090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270168" y="2902784"/>
                  <a:ext cx="241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80324BB-1109-AE1E-EE4F-22CFA8C5EAB6}"/>
                    </a:ext>
                  </a:extLst>
                </p14:cNvPr>
                <p14:cNvContentPartPr/>
                <p14:nvPr/>
              </p14:nvContentPartPr>
              <p14:xfrm>
                <a:off x="9321648" y="2998544"/>
                <a:ext cx="103680" cy="1342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80324BB-1109-AE1E-EE4F-22CFA8C5EAB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313008" y="2989904"/>
                  <a:ext cx="121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F6C8440-D2D5-A882-5385-CD3FC84D6E44}"/>
                    </a:ext>
                  </a:extLst>
                </p14:cNvPr>
                <p14:cNvContentPartPr/>
                <p14:nvPr/>
              </p14:nvContentPartPr>
              <p14:xfrm>
                <a:off x="9483648" y="2979824"/>
                <a:ext cx="357480" cy="182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F6C8440-D2D5-A882-5385-CD3FC84D6E4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474648" y="2970824"/>
                  <a:ext cx="3751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D9B48D7-7688-DA96-6AA5-71AE8D15BFDF}"/>
                    </a:ext>
                  </a:extLst>
                </p14:cNvPr>
                <p14:cNvContentPartPr/>
                <p14:nvPr/>
              </p14:nvContentPartPr>
              <p14:xfrm>
                <a:off x="9160368" y="3692624"/>
                <a:ext cx="115920" cy="1954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D9B48D7-7688-DA96-6AA5-71AE8D15BFD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151728" y="3683984"/>
                  <a:ext cx="1335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16BA078-61CE-3B7E-3D18-78824026B9DF}"/>
                    </a:ext>
                  </a:extLst>
                </p14:cNvPr>
                <p14:cNvContentPartPr/>
                <p14:nvPr/>
              </p14:nvContentPartPr>
              <p14:xfrm>
                <a:off x="9235608" y="3522344"/>
                <a:ext cx="15480" cy="882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16BA078-61CE-3B7E-3D18-78824026B9D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226968" y="3513704"/>
                  <a:ext cx="33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5F2F702-F91B-8730-AA5B-77A6A274D875}"/>
                    </a:ext>
                  </a:extLst>
                </p14:cNvPr>
                <p14:cNvContentPartPr/>
                <p14:nvPr/>
              </p14:nvContentPartPr>
              <p14:xfrm>
                <a:off x="7562328" y="3516944"/>
                <a:ext cx="121320" cy="207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5F2F702-F91B-8730-AA5B-77A6A274D87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553328" y="3508304"/>
                  <a:ext cx="1389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4B85169-7FF0-CBC7-DB32-85A5F5891B1C}"/>
                    </a:ext>
                  </a:extLst>
                </p14:cNvPr>
                <p14:cNvContentPartPr/>
                <p14:nvPr/>
              </p14:nvContentPartPr>
              <p14:xfrm>
                <a:off x="7608048" y="3347744"/>
                <a:ext cx="35640" cy="83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4B85169-7FF0-CBC7-DB32-85A5F5891B1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599408" y="3339104"/>
                  <a:ext cx="53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60BAB38-B561-3360-26E0-4224E6CD2774}"/>
                    </a:ext>
                  </a:extLst>
                </p14:cNvPr>
                <p14:cNvContentPartPr/>
                <p14:nvPr/>
              </p14:nvContentPartPr>
              <p14:xfrm>
                <a:off x="7712448" y="3581744"/>
                <a:ext cx="194760" cy="24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60BAB38-B561-3360-26E0-4224E6CD277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703448" y="3572744"/>
                  <a:ext cx="2124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7541672-1D29-542D-3AB5-72245956A65B}"/>
                    </a:ext>
                  </a:extLst>
                </p14:cNvPr>
                <p14:cNvContentPartPr/>
                <p14:nvPr/>
              </p14:nvContentPartPr>
              <p14:xfrm>
                <a:off x="7942128" y="3443504"/>
                <a:ext cx="11160" cy="3178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7541672-1D29-542D-3AB5-72245956A65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933128" y="3434864"/>
                  <a:ext cx="288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D633A85-B585-6C06-4ACA-5D4A0D4C8FAB}"/>
                    </a:ext>
                  </a:extLst>
                </p14:cNvPr>
                <p14:cNvContentPartPr/>
                <p14:nvPr/>
              </p14:nvContentPartPr>
              <p14:xfrm>
                <a:off x="6477648" y="3370784"/>
                <a:ext cx="84600" cy="392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D633A85-B585-6C06-4ACA-5D4A0D4C8FA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469008" y="3362144"/>
                  <a:ext cx="10224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E45AAED-52D9-C986-54A0-3C987879185A}"/>
                    </a:ext>
                  </a:extLst>
                </p14:cNvPr>
                <p14:cNvContentPartPr/>
                <p14:nvPr/>
              </p14:nvContentPartPr>
              <p14:xfrm>
                <a:off x="6466848" y="3222464"/>
                <a:ext cx="37080" cy="1220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E45AAED-52D9-C986-54A0-3C987879185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458208" y="3213824"/>
                  <a:ext cx="547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8C9FDFA-D6B2-870B-CD6F-42509E27F446}"/>
                    </a:ext>
                  </a:extLst>
                </p14:cNvPr>
                <p14:cNvContentPartPr/>
                <p14:nvPr/>
              </p14:nvContentPartPr>
              <p14:xfrm>
                <a:off x="6646848" y="3563744"/>
                <a:ext cx="130680" cy="36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8C9FDFA-D6B2-870B-CD6F-42509E27F44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637848" y="3555104"/>
                  <a:ext cx="1483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BAFA3FB-9645-8AFB-DDCE-0060BB844322}"/>
                    </a:ext>
                  </a:extLst>
                </p14:cNvPr>
                <p14:cNvContentPartPr/>
                <p14:nvPr/>
              </p14:nvContentPartPr>
              <p14:xfrm>
                <a:off x="6857448" y="3335144"/>
                <a:ext cx="274320" cy="421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BAFA3FB-9645-8AFB-DDCE-0060BB84432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848448" y="3326144"/>
                  <a:ext cx="29196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7F604A4-6703-DA61-1EF7-C6D866BA0A79}"/>
                    </a:ext>
                  </a:extLst>
                </p14:cNvPr>
                <p14:cNvContentPartPr/>
                <p14:nvPr/>
              </p14:nvContentPartPr>
              <p14:xfrm>
                <a:off x="6329688" y="3826904"/>
                <a:ext cx="2177280" cy="327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7F604A4-6703-DA61-1EF7-C6D866BA0A7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321048" y="3818264"/>
                  <a:ext cx="21949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5116E71-13C1-9B7E-96D0-513DB451298F}"/>
                    </a:ext>
                  </a:extLst>
                </p14:cNvPr>
                <p14:cNvContentPartPr/>
                <p14:nvPr/>
              </p14:nvContentPartPr>
              <p14:xfrm>
                <a:off x="8681928" y="4045424"/>
                <a:ext cx="214200" cy="212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5116E71-13C1-9B7E-96D0-513DB451298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673288" y="4036424"/>
                  <a:ext cx="231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A0D71EF-A93E-8EB1-A614-A4819D8C458A}"/>
                    </a:ext>
                  </a:extLst>
                </p14:cNvPr>
                <p14:cNvContentPartPr/>
                <p14:nvPr/>
              </p14:nvContentPartPr>
              <p14:xfrm>
                <a:off x="8865888" y="3974504"/>
                <a:ext cx="104760" cy="1306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A0D71EF-A93E-8EB1-A614-A4819D8C458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856888" y="3965504"/>
                  <a:ext cx="12240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BEF432A5-00A3-E967-9EC0-411D7E755C91}"/>
              </a:ext>
            </a:extLst>
          </p:cNvPr>
          <p:cNvGrpSpPr/>
          <p:nvPr/>
        </p:nvGrpSpPr>
        <p:grpSpPr>
          <a:xfrm>
            <a:off x="2597928" y="3197984"/>
            <a:ext cx="528120" cy="304920"/>
            <a:chOff x="2597928" y="3197984"/>
            <a:chExt cx="528120" cy="30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756F713-3B09-3DB1-C959-F69A9F07F049}"/>
                    </a:ext>
                  </a:extLst>
                </p14:cNvPr>
                <p14:cNvContentPartPr/>
                <p14:nvPr/>
              </p14:nvContentPartPr>
              <p14:xfrm>
                <a:off x="2597928" y="3197984"/>
                <a:ext cx="169200" cy="304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756F713-3B09-3DB1-C959-F69A9F07F04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588928" y="3189344"/>
                  <a:ext cx="18684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6DBCADA-1A71-DE8A-A838-72D72C0BC390}"/>
                    </a:ext>
                  </a:extLst>
                </p14:cNvPr>
                <p14:cNvContentPartPr/>
                <p14:nvPr/>
              </p14:nvContentPartPr>
              <p14:xfrm>
                <a:off x="2790168" y="3331544"/>
                <a:ext cx="59760" cy="86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6DBCADA-1A71-DE8A-A838-72D72C0BC39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781168" y="3322904"/>
                  <a:ext cx="77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600AA1F-61E8-7012-FD00-A7DC53558DB0}"/>
                    </a:ext>
                  </a:extLst>
                </p14:cNvPr>
                <p14:cNvContentPartPr/>
                <p14:nvPr/>
              </p14:nvContentPartPr>
              <p14:xfrm>
                <a:off x="2794128" y="3416144"/>
                <a:ext cx="74880" cy="18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600AA1F-61E8-7012-FD00-A7DC53558DB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785488" y="3407504"/>
                  <a:ext cx="92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C9C261B-5A1F-E8E6-F5A4-CCEE6DB132A1}"/>
                    </a:ext>
                  </a:extLst>
                </p14:cNvPr>
                <p14:cNvContentPartPr/>
                <p14:nvPr/>
              </p14:nvContentPartPr>
              <p14:xfrm>
                <a:off x="2941728" y="3290144"/>
                <a:ext cx="184320" cy="1864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C9C261B-5A1F-E8E6-F5A4-CCEE6DB132A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933088" y="3281504"/>
                  <a:ext cx="201960" cy="204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93453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742A9-3C22-A4CE-1201-8B16072C6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A7EF-44E6-D9A1-C2E4-9D1CE977B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Unigram</a:t>
            </a:r>
          </a:p>
          <a:p>
            <a:r>
              <a:rPr lang="en-US" dirty="0"/>
              <a:t>Bigram</a:t>
            </a:r>
          </a:p>
          <a:p>
            <a:r>
              <a:rPr lang="en-US" dirty="0"/>
              <a:t>Trigram, 4-gram,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Larger N, better accuracy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13D7C75-ACFC-9ACA-C421-F1A2691C95B3}"/>
                  </a:ext>
                </a:extLst>
              </p:cNvPr>
              <p:cNvSpPr txBox="1"/>
              <p:nvPr/>
            </p:nvSpPr>
            <p:spPr>
              <a:xfrm>
                <a:off x="2267952" y="4458494"/>
                <a:ext cx="6241389" cy="12202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13D7C75-ACFC-9ACA-C421-F1A2691C9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952" y="4458494"/>
                <a:ext cx="6241389" cy="12202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12BAD1D9-161C-4834-645B-F4F4CBCF4EBF}"/>
              </a:ext>
            </a:extLst>
          </p:cNvPr>
          <p:cNvGrpSpPr/>
          <p:nvPr/>
        </p:nvGrpSpPr>
        <p:grpSpPr>
          <a:xfrm>
            <a:off x="2962248" y="1747544"/>
            <a:ext cx="497880" cy="364680"/>
            <a:chOff x="2962248" y="1747544"/>
            <a:chExt cx="497880" cy="36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EB54A5C-F07F-3410-4101-C9FE24194EF3}"/>
                    </a:ext>
                  </a:extLst>
                </p14:cNvPr>
                <p14:cNvContentPartPr/>
                <p14:nvPr/>
              </p14:nvContentPartPr>
              <p14:xfrm>
                <a:off x="2962248" y="1747544"/>
                <a:ext cx="171360" cy="364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EB54A5C-F07F-3410-4101-C9FE24194EF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53608" y="1738904"/>
                  <a:ext cx="1890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43A8037-FAE1-54BE-81AB-1860AF434EFD}"/>
                    </a:ext>
                  </a:extLst>
                </p14:cNvPr>
                <p14:cNvContentPartPr/>
                <p14:nvPr/>
              </p14:nvContentPartPr>
              <p14:xfrm>
                <a:off x="3192288" y="1867424"/>
                <a:ext cx="115200" cy="32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43A8037-FAE1-54BE-81AB-1860AF434EF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183288" y="1858784"/>
                  <a:ext cx="1328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D4899F0-2578-A8BF-DDB4-624048964933}"/>
                    </a:ext>
                  </a:extLst>
                </p14:cNvPr>
                <p14:cNvContentPartPr/>
                <p14:nvPr/>
              </p14:nvContentPartPr>
              <p14:xfrm>
                <a:off x="3244128" y="1940144"/>
                <a:ext cx="112320" cy="27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D4899F0-2578-A8BF-DDB4-62404896493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235488" y="1931504"/>
                  <a:ext cx="1299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81B1ACB-02C5-49AA-0F0E-D1559C3F883D}"/>
                    </a:ext>
                  </a:extLst>
                </p14:cNvPr>
                <p14:cNvContentPartPr/>
                <p14:nvPr/>
              </p14:nvContentPartPr>
              <p14:xfrm>
                <a:off x="3443568" y="1793264"/>
                <a:ext cx="16560" cy="261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81B1ACB-02C5-49AA-0F0E-D1559C3F883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34568" y="1784264"/>
                  <a:ext cx="34200" cy="27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2B8DC14-E06F-95D1-270E-B402CD710083}"/>
              </a:ext>
            </a:extLst>
          </p:cNvPr>
          <p:cNvGrpSpPr/>
          <p:nvPr/>
        </p:nvGrpSpPr>
        <p:grpSpPr>
          <a:xfrm>
            <a:off x="2952168" y="2326064"/>
            <a:ext cx="557280" cy="290160"/>
            <a:chOff x="2952168" y="2326064"/>
            <a:chExt cx="557280" cy="29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764DBFA-C339-4C97-4333-D6B05B3DA064}"/>
                    </a:ext>
                  </a:extLst>
                </p14:cNvPr>
                <p14:cNvContentPartPr/>
                <p14:nvPr/>
              </p14:nvContentPartPr>
              <p14:xfrm>
                <a:off x="2952168" y="2326064"/>
                <a:ext cx="151560" cy="290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764DBFA-C339-4C97-4333-D6B05B3DA06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43168" y="2317424"/>
                  <a:ext cx="1692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BD09867-0A02-09AA-EC1C-12595E67E25F}"/>
                    </a:ext>
                  </a:extLst>
                </p14:cNvPr>
                <p14:cNvContentPartPr/>
                <p14:nvPr/>
              </p14:nvContentPartPr>
              <p14:xfrm>
                <a:off x="3149448" y="2471864"/>
                <a:ext cx="86400" cy="29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BD09867-0A02-09AA-EC1C-12595E67E25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40808" y="2462864"/>
                  <a:ext cx="1040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AE78F09-7150-BA57-341F-FD2A3464BB94}"/>
                    </a:ext>
                  </a:extLst>
                </p14:cNvPr>
                <p14:cNvContentPartPr/>
                <p14:nvPr/>
              </p14:nvContentPartPr>
              <p14:xfrm>
                <a:off x="3190848" y="2542064"/>
                <a:ext cx="51480" cy="5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AE78F09-7150-BA57-341F-FD2A3464BB9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81848" y="2533064"/>
                  <a:ext cx="691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83C993E-26EF-B4D5-EA88-AB186F501017}"/>
                    </a:ext>
                  </a:extLst>
                </p14:cNvPr>
                <p14:cNvContentPartPr/>
                <p14:nvPr/>
              </p14:nvContentPartPr>
              <p14:xfrm>
                <a:off x="3337368" y="2412824"/>
                <a:ext cx="172080" cy="158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83C993E-26EF-B4D5-EA88-AB186F50101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328368" y="2403824"/>
                  <a:ext cx="189720" cy="176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88476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hapter 3 - N-gram Sentence Generator | Lucas Adelino">
            <a:extLst>
              <a:ext uri="{FF2B5EF4-FFF2-40B4-BE49-F238E27FC236}">
                <a16:creationId xmlns:a16="http://schemas.microsoft.com/office/drawing/2014/main" id="{985166FC-DB67-D66C-1409-9C38D6208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36" y="565265"/>
            <a:ext cx="11702186" cy="568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62A965D-4D14-441D-9FDF-F904E1AAA289}"/>
              </a:ext>
            </a:extLst>
          </p:cNvPr>
          <p:cNvGrpSpPr/>
          <p:nvPr/>
        </p:nvGrpSpPr>
        <p:grpSpPr>
          <a:xfrm>
            <a:off x="1195728" y="641264"/>
            <a:ext cx="329760" cy="4466520"/>
            <a:chOff x="1195728" y="641264"/>
            <a:chExt cx="329760" cy="446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E249A6C-E62D-5A21-BC90-5621D4C3AF9A}"/>
                    </a:ext>
                  </a:extLst>
                </p14:cNvPr>
                <p14:cNvContentPartPr/>
                <p14:nvPr/>
              </p14:nvContentPartPr>
              <p14:xfrm>
                <a:off x="1318128" y="4239464"/>
                <a:ext cx="207360" cy="868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E249A6C-E62D-5A21-BC90-5621D4C3AF9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09488" y="4230824"/>
                  <a:ext cx="225000" cy="88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AA24D17-A46B-1597-6D19-59807A5DC05C}"/>
                    </a:ext>
                  </a:extLst>
                </p14:cNvPr>
                <p14:cNvContentPartPr/>
                <p14:nvPr/>
              </p14:nvContentPartPr>
              <p14:xfrm>
                <a:off x="1195728" y="3006464"/>
                <a:ext cx="322200" cy="934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AA24D17-A46B-1597-6D19-59807A5DC05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87088" y="2997824"/>
                  <a:ext cx="339840" cy="9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C067A7D-AF06-A097-E4C6-106110AD19B0}"/>
                    </a:ext>
                  </a:extLst>
                </p14:cNvPr>
                <p14:cNvContentPartPr/>
                <p14:nvPr/>
              </p14:nvContentPartPr>
              <p14:xfrm>
                <a:off x="1232448" y="1868144"/>
                <a:ext cx="230040" cy="925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C067A7D-AF06-A097-E4C6-106110AD19B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23448" y="1859144"/>
                  <a:ext cx="247680" cy="9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A3C0481-0A3A-8F2D-7B29-F18EB4A2F1AB}"/>
                    </a:ext>
                  </a:extLst>
                </p14:cNvPr>
                <p14:cNvContentPartPr/>
                <p14:nvPr/>
              </p14:nvContentPartPr>
              <p14:xfrm>
                <a:off x="1198968" y="641264"/>
                <a:ext cx="317520" cy="998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A3C0481-0A3A-8F2D-7B29-F18EB4A2F1A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89968" y="632264"/>
                  <a:ext cx="335160" cy="101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80D405B-56B4-AFED-8793-85DDFB8162AE}"/>
                  </a:ext>
                </a:extLst>
              </p14:cNvPr>
              <p14:cNvContentPartPr/>
              <p14:nvPr/>
            </p14:nvContentPartPr>
            <p14:xfrm>
              <a:off x="6066528" y="5645624"/>
              <a:ext cx="1266120" cy="38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80D405B-56B4-AFED-8793-85DDFB8162A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057528" y="5636624"/>
                <a:ext cx="1283760" cy="5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9883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4993E-092C-7D08-17FB-68D14B318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2F126-9E21-5079-4338-85112B036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Perplexity </a:t>
            </a:r>
          </a:p>
          <a:p>
            <a:r>
              <a:rPr lang="en-US" dirty="0"/>
              <a:t>Bilingual Evaluation Understudy (BLEU) score </a:t>
            </a:r>
          </a:p>
          <a:p>
            <a:r>
              <a:rPr lang="en-US" dirty="0"/>
              <a:t>Reasoning </a:t>
            </a: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67792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BE72D-A43E-A011-F08D-BC1934A13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Perplexity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3D576-65BB-F623-EB6C-4EF461A74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word </a:t>
            </a:r>
            <a:r>
              <a:rPr lang="en-US" dirty="0" err="1"/>
              <a:t>i</a:t>
            </a:r>
            <a:r>
              <a:rPr lang="en-US" dirty="0"/>
              <a:t>, the positive prediction is </a:t>
            </a:r>
            <a:r>
              <a:rPr lang="en-US" dirty="0" err="1"/>
              <a:t>y_pred</a:t>
            </a:r>
            <a:endParaRPr lang="en-US" dirty="0"/>
          </a:p>
          <a:p>
            <a:r>
              <a:rPr lang="en-US" i="1" dirty="0"/>
              <a:t>W</a:t>
            </a:r>
            <a:r>
              <a:rPr lang="en-US" dirty="0"/>
              <a:t> is the total number of words in the test corpus </a:t>
            </a:r>
            <a:r>
              <a:rPr lang="en-US" i="1" dirty="0"/>
              <a:t>S</a:t>
            </a:r>
          </a:p>
          <a:p>
            <a:r>
              <a:rPr lang="en-US" dirty="0"/>
              <a:t>Minimizing perplexity = maximizing 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005780-8876-00A1-0B50-2334F4FC8222}"/>
                  </a:ext>
                </a:extLst>
              </p:cNvPr>
              <p:cNvSpPr txBox="1"/>
              <p:nvPr/>
            </p:nvSpPr>
            <p:spPr>
              <a:xfrm>
                <a:off x="1630278" y="3553799"/>
                <a:ext cx="8625375" cy="8949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𝑝𝑒𝑟𝑝𝑙𝑒𝑥𝑖𝑡𝑦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(−</m:t>
                          </m:r>
                          <m:f>
                            <m:f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40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40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40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𝑝𝑟𝑒𝑑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)) </m:t>
                              </m:r>
                            </m:e>
                          </m:nary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005780-8876-00A1-0B50-2334F4FC8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278" y="3553799"/>
                <a:ext cx="8625375" cy="8949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D7EA819-C78E-DD55-CC8C-5B25641B28A5}"/>
                  </a:ext>
                </a:extLst>
              </p14:cNvPr>
              <p14:cNvContentPartPr/>
              <p14:nvPr/>
            </p14:nvContentPartPr>
            <p14:xfrm>
              <a:off x="6057168" y="4324784"/>
              <a:ext cx="3539880" cy="46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D7EA819-C78E-DD55-CC8C-5B25641B28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48528" y="4315784"/>
                <a:ext cx="3557520" cy="6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863ED08A-53F9-5281-2AD8-3418C6FCC1E4}"/>
              </a:ext>
            </a:extLst>
          </p:cNvPr>
          <p:cNvGrpSpPr/>
          <p:nvPr/>
        </p:nvGrpSpPr>
        <p:grpSpPr>
          <a:xfrm>
            <a:off x="9023928" y="3050024"/>
            <a:ext cx="1766880" cy="357120"/>
            <a:chOff x="9023928" y="3050024"/>
            <a:chExt cx="1766880" cy="35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E448E18-4674-3A3E-A55B-897C3585E29B}"/>
                    </a:ext>
                  </a:extLst>
                </p14:cNvPr>
                <p14:cNvContentPartPr/>
                <p14:nvPr/>
              </p14:nvContentPartPr>
              <p14:xfrm>
                <a:off x="9023928" y="3100424"/>
                <a:ext cx="129240" cy="130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E448E18-4674-3A3E-A55B-897C3585E29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014928" y="3091424"/>
                  <a:ext cx="1468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77EBD5D-8B68-37CE-B2AE-3DF1334AD764}"/>
                    </a:ext>
                  </a:extLst>
                </p14:cNvPr>
                <p14:cNvContentPartPr/>
                <p14:nvPr/>
              </p14:nvContentPartPr>
              <p14:xfrm>
                <a:off x="9208968" y="3108704"/>
                <a:ext cx="54000" cy="137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77EBD5D-8B68-37CE-B2AE-3DF1334AD76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99968" y="3099704"/>
                  <a:ext cx="716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A3096A6-79B7-0EE0-673A-F2250184BE07}"/>
                    </a:ext>
                  </a:extLst>
                </p14:cNvPr>
                <p14:cNvContentPartPr/>
                <p14:nvPr/>
              </p14:nvContentPartPr>
              <p14:xfrm>
                <a:off x="9295728" y="3121664"/>
                <a:ext cx="80640" cy="110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A3096A6-79B7-0EE0-673A-F2250184BE0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286728" y="3112664"/>
                  <a:ext cx="982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5E5B186-E9D8-02CC-6FB9-D3936F73C9F5}"/>
                    </a:ext>
                  </a:extLst>
                </p14:cNvPr>
                <p14:cNvContentPartPr/>
                <p14:nvPr/>
              </p14:nvContentPartPr>
              <p14:xfrm>
                <a:off x="9379968" y="3091424"/>
                <a:ext cx="81720" cy="106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5E5B186-E9D8-02CC-6FB9-D3936F73C9F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370968" y="3082784"/>
                  <a:ext cx="993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49E915E-04B4-7342-86B1-EDB2C575E4EF}"/>
                    </a:ext>
                  </a:extLst>
                </p14:cNvPr>
                <p14:cNvContentPartPr/>
                <p14:nvPr/>
              </p14:nvContentPartPr>
              <p14:xfrm>
                <a:off x="9473208" y="3097184"/>
                <a:ext cx="121680" cy="123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49E915E-04B4-7342-86B1-EDB2C575E4E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464208" y="3088544"/>
                  <a:ext cx="1393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B4E5E94-D7F7-84AD-F94D-BA1A08D62716}"/>
                    </a:ext>
                  </a:extLst>
                </p14:cNvPr>
                <p14:cNvContentPartPr/>
                <p14:nvPr/>
              </p14:nvContentPartPr>
              <p14:xfrm>
                <a:off x="9896208" y="3116264"/>
                <a:ext cx="288000" cy="129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B4E5E94-D7F7-84AD-F94D-BA1A08D6271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887208" y="3107264"/>
                  <a:ext cx="3056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893D472-8A95-E1F5-0D0F-B67A8EE401F5}"/>
                    </a:ext>
                  </a:extLst>
                </p14:cNvPr>
                <p14:cNvContentPartPr/>
                <p14:nvPr/>
              </p14:nvContentPartPr>
              <p14:xfrm>
                <a:off x="10235328" y="3050024"/>
                <a:ext cx="40680" cy="189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893D472-8A95-E1F5-0D0F-B67A8EE401F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226328" y="3041384"/>
                  <a:ext cx="583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3A1FAD1-D328-5FBA-0C44-83C6D68512D7}"/>
                    </a:ext>
                  </a:extLst>
                </p14:cNvPr>
                <p14:cNvContentPartPr/>
                <p14:nvPr/>
              </p14:nvContentPartPr>
              <p14:xfrm>
                <a:off x="10196088" y="3118784"/>
                <a:ext cx="80280" cy="21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3A1FAD1-D328-5FBA-0C44-83C6D68512D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187448" y="3109784"/>
                  <a:ext cx="979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08B45B9-BB66-5561-64BE-294C726227B0}"/>
                    </a:ext>
                  </a:extLst>
                </p14:cNvPr>
                <p14:cNvContentPartPr/>
                <p14:nvPr/>
              </p14:nvContentPartPr>
              <p14:xfrm>
                <a:off x="10319568" y="3120584"/>
                <a:ext cx="167040" cy="144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08B45B9-BB66-5561-64BE-294C726227B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310568" y="3111584"/>
                  <a:ext cx="1846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5A0DAFD-A8DE-59F1-2FF7-8C66E2D5DDCC}"/>
                    </a:ext>
                  </a:extLst>
                </p14:cNvPr>
                <p14:cNvContentPartPr/>
                <p14:nvPr/>
              </p14:nvContentPartPr>
              <p14:xfrm>
                <a:off x="10497408" y="3132104"/>
                <a:ext cx="49680" cy="230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5A0DAFD-A8DE-59F1-2FF7-8C66E2D5DDC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488408" y="3123104"/>
                  <a:ext cx="673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0B0128C-CFBB-B23E-EB27-C066E4B3DE86}"/>
                    </a:ext>
                  </a:extLst>
                </p14:cNvPr>
                <p14:cNvContentPartPr/>
                <p14:nvPr/>
              </p14:nvContentPartPr>
              <p14:xfrm>
                <a:off x="10502448" y="3099344"/>
                <a:ext cx="94680" cy="159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0B0128C-CFBB-B23E-EB27-C066E4B3DE8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493448" y="3090704"/>
                  <a:ext cx="1123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41535F6-746B-D3DF-A1DB-152D4945B2CA}"/>
                    </a:ext>
                  </a:extLst>
                </p14:cNvPr>
                <p14:cNvContentPartPr/>
                <p14:nvPr/>
              </p14:nvContentPartPr>
              <p14:xfrm>
                <a:off x="10597848" y="3143984"/>
                <a:ext cx="192960" cy="263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41535F6-746B-D3DF-A1DB-152D4945B2C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589208" y="3134984"/>
                  <a:ext cx="210600" cy="28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884BA06-423D-D721-0050-778E05378053}"/>
                  </a:ext>
                </a:extLst>
              </p14:cNvPr>
              <p14:cNvContentPartPr/>
              <p14:nvPr/>
            </p14:nvContentPartPr>
            <p14:xfrm>
              <a:off x="1137048" y="2747264"/>
              <a:ext cx="7662600" cy="1234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884BA06-423D-D721-0050-778E0537805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128408" y="2738264"/>
                <a:ext cx="7680240" cy="14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CED95426-4B5A-B94D-28D0-3EE8EB51B7A5}"/>
              </a:ext>
            </a:extLst>
          </p:cNvPr>
          <p:cNvGrpSpPr/>
          <p:nvPr/>
        </p:nvGrpSpPr>
        <p:grpSpPr>
          <a:xfrm>
            <a:off x="2151168" y="5033264"/>
            <a:ext cx="4824360" cy="1045440"/>
            <a:chOff x="2151168" y="5033264"/>
            <a:chExt cx="4824360" cy="104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C41958A-DDDC-19F7-EB65-A9B046E1EF91}"/>
                    </a:ext>
                  </a:extLst>
                </p14:cNvPr>
                <p14:cNvContentPartPr/>
                <p14:nvPr/>
              </p14:nvContentPartPr>
              <p14:xfrm>
                <a:off x="2451048" y="5033264"/>
                <a:ext cx="4524480" cy="1045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C41958A-DDDC-19F7-EB65-A9B046E1EF9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42048" y="5024264"/>
                  <a:ext cx="4542120" cy="10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704BE43-3922-B03E-B3A9-B5C24ADD2E84}"/>
                    </a:ext>
                  </a:extLst>
                </p14:cNvPr>
                <p14:cNvContentPartPr/>
                <p14:nvPr/>
              </p14:nvContentPartPr>
              <p14:xfrm>
                <a:off x="2151168" y="5608544"/>
                <a:ext cx="309960" cy="300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704BE43-3922-B03E-B3A9-B5C24ADD2E8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142528" y="5599544"/>
                  <a:ext cx="327600" cy="31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5005FA9-DA26-5A9E-A1C9-C3E3FFE76D93}"/>
              </a:ext>
            </a:extLst>
          </p:cNvPr>
          <p:cNvGrpSpPr/>
          <p:nvPr/>
        </p:nvGrpSpPr>
        <p:grpSpPr>
          <a:xfrm>
            <a:off x="3142248" y="5243864"/>
            <a:ext cx="2884680" cy="1177920"/>
            <a:chOff x="3142248" y="5243864"/>
            <a:chExt cx="2884680" cy="117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B34F677-C107-7BAC-4518-030DBDBE12F5}"/>
                    </a:ext>
                  </a:extLst>
                </p14:cNvPr>
                <p14:cNvContentPartPr/>
                <p14:nvPr/>
              </p14:nvContentPartPr>
              <p14:xfrm>
                <a:off x="3142248" y="6011744"/>
                <a:ext cx="157680" cy="410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B34F677-C107-7BAC-4518-030DBDBE12F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33248" y="6003104"/>
                  <a:ext cx="17532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0C3DC8-4D19-4C35-41A2-9C4977C1F4F2}"/>
                    </a:ext>
                  </a:extLst>
                </p14:cNvPr>
                <p14:cNvContentPartPr/>
                <p14:nvPr/>
              </p14:nvContentPartPr>
              <p14:xfrm>
                <a:off x="3365808" y="6264104"/>
                <a:ext cx="13320" cy="151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0C3DC8-4D19-4C35-41A2-9C4977C1F4F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356808" y="6255104"/>
                  <a:ext cx="309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FF63A41-BAD9-CE7C-B6D9-A16FE893FEEB}"/>
                    </a:ext>
                  </a:extLst>
                </p14:cNvPr>
                <p14:cNvContentPartPr/>
                <p14:nvPr/>
              </p14:nvContentPartPr>
              <p14:xfrm>
                <a:off x="3564168" y="6171584"/>
                <a:ext cx="20880" cy="10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FF63A41-BAD9-CE7C-B6D9-A16FE893FEE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555528" y="6162944"/>
                  <a:ext cx="38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8289103-E2DB-CDF7-9CE1-264FD31B34C2}"/>
                    </a:ext>
                  </a:extLst>
                </p14:cNvPr>
                <p14:cNvContentPartPr/>
                <p14:nvPr/>
              </p14:nvContentPartPr>
              <p14:xfrm>
                <a:off x="3827328" y="5927504"/>
                <a:ext cx="119520" cy="443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8289103-E2DB-CDF7-9CE1-264FD31B34C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818328" y="5918504"/>
                  <a:ext cx="13716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8FE526C-45F5-40B9-65A8-A30C7A5C4FB7}"/>
                    </a:ext>
                  </a:extLst>
                </p14:cNvPr>
                <p14:cNvContentPartPr/>
                <p14:nvPr/>
              </p14:nvContentPartPr>
              <p14:xfrm>
                <a:off x="3990048" y="6248264"/>
                <a:ext cx="170280" cy="127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8FE526C-45F5-40B9-65A8-A30C7A5C4FB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981408" y="6239264"/>
                  <a:ext cx="1879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E06CD19-E0F1-5EC9-42E9-8A6607907BC8}"/>
                    </a:ext>
                  </a:extLst>
                </p14:cNvPr>
                <p14:cNvContentPartPr/>
                <p14:nvPr/>
              </p14:nvContentPartPr>
              <p14:xfrm>
                <a:off x="4598448" y="6082664"/>
                <a:ext cx="24840" cy="19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E06CD19-E0F1-5EC9-42E9-8A6607907BC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89448" y="6073664"/>
                  <a:ext cx="424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FE0F641-2A71-2EBA-8CEB-BB9F93FD4864}"/>
                    </a:ext>
                  </a:extLst>
                </p14:cNvPr>
                <p14:cNvContentPartPr/>
                <p14:nvPr/>
              </p14:nvContentPartPr>
              <p14:xfrm>
                <a:off x="4727688" y="6101744"/>
                <a:ext cx="22680" cy="18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FE0F641-2A71-2EBA-8CEB-BB9F93FD486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18688" y="6093104"/>
                  <a:ext cx="40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7DEE702-64FE-347E-9E8C-B7162A13E733}"/>
                    </a:ext>
                  </a:extLst>
                </p14:cNvPr>
                <p14:cNvContentPartPr/>
                <p14:nvPr/>
              </p14:nvContentPartPr>
              <p14:xfrm>
                <a:off x="4891128" y="6115064"/>
                <a:ext cx="7200" cy="8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7DEE702-64FE-347E-9E8C-B7162A13E73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82128" y="6106424"/>
                  <a:ext cx="248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3B44210-C703-202E-12FD-C8DD7CB30BCD}"/>
                    </a:ext>
                  </a:extLst>
                </p14:cNvPr>
                <p14:cNvContentPartPr/>
                <p14:nvPr/>
              </p14:nvContentPartPr>
              <p14:xfrm>
                <a:off x="5289288" y="5747504"/>
                <a:ext cx="153360" cy="449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3B44210-C703-202E-12FD-C8DD7CB30BC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280288" y="5738504"/>
                  <a:ext cx="17100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9CB3D09-CF8C-B162-FD75-7F60EEECA258}"/>
                    </a:ext>
                  </a:extLst>
                </p14:cNvPr>
                <p14:cNvContentPartPr/>
                <p14:nvPr/>
              </p14:nvContentPartPr>
              <p14:xfrm>
                <a:off x="5553888" y="5996624"/>
                <a:ext cx="145080" cy="220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9CB3D09-CF8C-B162-FD75-7F60EEECA25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544888" y="5987984"/>
                  <a:ext cx="1627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FC15EA6-7C04-7726-26DB-B0A305AD704A}"/>
                    </a:ext>
                  </a:extLst>
                </p14:cNvPr>
                <p14:cNvContentPartPr/>
                <p14:nvPr/>
              </p14:nvContentPartPr>
              <p14:xfrm>
                <a:off x="3147288" y="5535464"/>
                <a:ext cx="2879640" cy="361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FC15EA6-7C04-7726-26DB-B0A305AD704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138648" y="5526824"/>
                  <a:ext cx="289728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137C0B4-2358-EF07-2560-54DA13FF252F}"/>
                    </a:ext>
                  </a:extLst>
                </p14:cNvPr>
                <p14:cNvContentPartPr/>
                <p14:nvPr/>
              </p14:nvContentPartPr>
              <p14:xfrm>
                <a:off x="4397568" y="5243864"/>
                <a:ext cx="27360" cy="274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137C0B4-2358-EF07-2560-54DA13FF252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388568" y="5234864"/>
                  <a:ext cx="45000" cy="291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62230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73BF64C-59F3-A9DF-8588-C7CA5E5AE6E0}"/>
                  </a:ext>
                </a:extLst>
              </p14:cNvPr>
              <p14:cNvContentPartPr/>
              <p14:nvPr/>
            </p14:nvContentPartPr>
            <p14:xfrm>
              <a:off x="1246848" y="996224"/>
              <a:ext cx="184680" cy="209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73BF64C-59F3-A9DF-8588-C7CA5E5AE6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8208" y="987224"/>
                <a:ext cx="20232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351C9EF-C991-CB57-2622-BFEC8AC5BBE4}"/>
                  </a:ext>
                </a:extLst>
              </p14:cNvPr>
              <p14:cNvContentPartPr/>
              <p14:nvPr/>
            </p14:nvContentPartPr>
            <p14:xfrm>
              <a:off x="1593528" y="759704"/>
              <a:ext cx="125280" cy="38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351C9EF-C991-CB57-2622-BFEC8AC5BB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84888" y="751064"/>
                <a:ext cx="1429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ACE13DE-C10C-40BE-69DD-F8A084A38886}"/>
                  </a:ext>
                </a:extLst>
              </p14:cNvPr>
              <p14:cNvContentPartPr/>
              <p14:nvPr/>
            </p14:nvContentPartPr>
            <p14:xfrm>
              <a:off x="1841208" y="747104"/>
              <a:ext cx="181800" cy="186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ACE13DE-C10C-40BE-69DD-F8A084A3888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32208" y="738104"/>
                <a:ext cx="19944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2DDEAA9-1300-D9A9-C08F-0D896B8EBA72}"/>
                  </a:ext>
                </a:extLst>
              </p14:cNvPr>
              <p14:cNvContentPartPr/>
              <p14:nvPr/>
            </p14:nvContentPartPr>
            <p14:xfrm>
              <a:off x="1838688" y="663584"/>
              <a:ext cx="183600" cy="43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2DDEAA9-1300-D9A9-C08F-0D896B8EBA7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29688" y="654584"/>
                <a:ext cx="2012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E6715D1-4553-0C85-154D-7A4BC89D622C}"/>
                  </a:ext>
                </a:extLst>
              </p14:cNvPr>
              <p14:cNvContentPartPr/>
              <p14:nvPr/>
            </p14:nvContentPartPr>
            <p14:xfrm>
              <a:off x="1939488" y="410144"/>
              <a:ext cx="21240" cy="233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E6715D1-4553-0C85-154D-7A4BC89D622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30848" y="401504"/>
                <a:ext cx="38880" cy="25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22A8A8B3-CCF6-3E69-DA99-AA11ACA638CF}"/>
              </a:ext>
            </a:extLst>
          </p:cNvPr>
          <p:cNvGrpSpPr/>
          <p:nvPr/>
        </p:nvGrpSpPr>
        <p:grpSpPr>
          <a:xfrm>
            <a:off x="2187888" y="375944"/>
            <a:ext cx="262440" cy="720720"/>
            <a:chOff x="2187888" y="375944"/>
            <a:chExt cx="262440" cy="72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4E75A3E-FE40-FB47-7162-444DAC59244D}"/>
                    </a:ext>
                  </a:extLst>
                </p14:cNvPr>
                <p14:cNvContentPartPr/>
                <p14:nvPr/>
              </p14:nvContentPartPr>
              <p14:xfrm>
                <a:off x="2187888" y="526064"/>
                <a:ext cx="262440" cy="349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4E75A3E-FE40-FB47-7162-444DAC59244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78888" y="517424"/>
                  <a:ext cx="2800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50D4212-CB9E-D41C-A1A5-5A95F32A80B9}"/>
                    </a:ext>
                  </a:extLst>
                </p14:cNvPr>
                <p14:cNvContentPartPr/>
                <p14:nvPr/>
              </p14:nvContentPartPr>
              <p14:xfrm>
                <a:off x="2190768" y="1004864"/>
                <a:ext cx="46080" cy="67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50D4212-CB9E-D41C-A1A5-5A95F32A80B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82128" y="996224"/>
                  <a:ext cx="63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D182ED2-1217-29ED-0117-A962DDFCC46C}"/>
                    </a:ext>
                  </a:extLst>
                </p14:cNvPr>
                <p14:cNvContentPartPr/>
                <p14:nvPr/>
              </p14:nvContentPartPr>
              <p14:xfrm>
                <a:off x="2215968" y="940064"/>
                <a:ext cx="21960" cy="34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D182ED2-1217-29ED-0117-A962DDFCC46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06968" y="931424"/>
                  <a:ext cx="396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E24FE26-B381-8A40-FB09-9E726940679F}"/>
                    </a:ext>
                  </a:extLst>
                </p14:cNvPr>
                <p14:cNvContentPartPr/>
                <p14:nvPr/>
              </p14:nvContentPartPr>
              <p14:xfrm>
                <a:off x="2281488" y="996584"/>
                <a:ext cx="16560" cy="4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E24FE26-B381-8A40-FB09-9E726940679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72488" y="987944"/>
                  <a:ext cx="342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F02C0C2-7B2A-C84D-96E6-2BBFC43B0BD2}"/>
                    </a:ext>
                  </a:extLst>
                </p14:cNvPr>
                <p14:cNvContentPartPr/>
                <p14:nvPr/>
              </p14:nvContentPartPr>
              <p14:xfrm>
                <a:off x="2289408" y="1037984"/>
                <a:ext cx="75600" cy="19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F02C0C2-7B2A-C84D-96E6-2BBFC43B0BD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80408" y="1028984"/>
                  <a:ext cx="93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D724BD7-2E89-D910-7BC3-8B948158B81F}"/>
                    </a:ext>
                  </a:extLst>
                </p14:cNvPr>
                <p14:cNvContentPartPr/>
                <p14:nvPr/>
              </p14:nvContentPartPr>
              <p14:xfrm>
                <a:off x="2407488" y="908744"/>
                <a:ext cx="23400" cy="187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D724BD7-2E89-D910-7BC3-8B948158B81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98488" y="899744"/>
                  <a:ext cx="410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8F48F4E-8CC4-57AD-83F8-314314538145}"/>
                    </a:ext>
                  </a:extLst>
                </p14:cNvPr>
                <p14:cNvContentPartPr/>
                <p14:nvPr/>
              </p14:nvContentPartPr>
              <p14:xfrm>
                <a:off x="2250528" y="375944"/>
                <a:ext cx="137160" cy="140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8F48F4E-8CC4-57AD-83F8-31431453814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41888" y="366944"/>
                  <a:ext cx="15480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29E2CE-2760-D4C5-7B3C-8CAB2D5790F2}"/>
              </a:ext>
            </a:extLst>
          </p:cNvPr>
          <p:cNvGrpSpPr/>
          <p:nvPr/>
        </p:nvGrpSpPr>
        <p:grpSpPr>
          <a:xfrm>
            <a:off x="2601528" y="441464"/>
            <a:ext cx="1221480" cy="492480"/>
            <a:chOff x="2601528" y="441464"/>
            <a:chExt cx="1221480" cy="49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737E1C-994E-18CE-D063-D0B0CCDF1B02}"/>
                    </a:ext>
                  </a:extLst>
                </p14:cNvPr>
                <p14:cNvContentPartPr/>
                <p14:nvPr/>
              </p14:nvContentPartPr>
              <p14:xfrm>
                <a:off x="2601528" y="469184"/>
                <a:ext cx="69480" cy="322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737E1C-994E-18CE-D063-D0B0CCDF1B0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92528" y="460544"/>
                  <a:ext cx="871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8AFB9BD-E737-E246-7ECA-D0903B7A0A7C}"/>
                    </a:ext>
                  </a:extLst>
                </p14:cNvPr>
                <p14:cNvContentPartPr/>
                <p14:nvPr/>
              </p14:nvContentPartPr>
              <p14:xfrm>
                <a:off x="2722488" y="643784"/>
                <a:ext cx="75600" cy="124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8AFB9BD-E737-E246-7ECA-D0903B7A0A7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13488" y="635144"/>
                  <a:ext cx="932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C7EAB86-F6D9-5141-E6BD-1CA132E52BBA}"/>
                    </a:ext>
                  </a:extLst>
                </p14:cNvPr>
                <p14:cNvContentPartPr/>
                <p14:nvPr/>
              </p14:nvContentPartPr>
              <p14:xfrm>
                <a:off x="2821848" y="594104"/>
                <a:ext cx="181800" cy="338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C7EAB86-F6D9-5141-E6BD-1CA132E52BB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12848" y="585104"/>
                  <a:ext cx="1994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90B85A7-9D74-7537-A410-D811D2FA488C}"/>
                    </a:ext>
                  </a:extLst>
                </p14:cNvPr>
                <p14:cNvContentPartPr/>
                <p14:nvPr/>
              </p14:nvContentPartPr>
              <p14:xfrm>
                <a:off x="3050808" y="828824"/>
                <a:ext cx="132480" cy="105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90B85A7-9D74-7537-A410-D811D2FA488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41808" y="819824"/>
                  <a:ext cx="1501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CADEE8E-C9EF-4445-5B1B-4B13FB97F75D}"/>
                    </a:ext>
                  </a:extLst>
                </p14:cNvPr>
                <p14:cNvContentPartPr/>
                <p14:nvPr/>
              </p14:nvContentPartPr>
              <p14:xfrm>
                <a:off x="3270768" y="465944"/>
                <a:ext cx="84600" cy="172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CADEE8E-C9EF-4445-5B1B-4B13FB97F75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61768" y="456944"/>
                  <a:ext cx="1022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BC5485A-8FB9-CD35-C013-AA2BBC02BC93}"/>
                    </a:ext>
                  </a:extLst>
                </p14:cNvPr>
                <p14:cNvContentPartPr/>
                <p14:nvPr/>
              </p14:nvContentPartPr>
              <p14:xfrm>
                <a:off x="3234048" y="499784"/>
                <a:ext cx="124920" cy="289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BC5485A-8FB9-CD35-C013-AA2BBC02BC9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25048" y="491144"/>
                  <a:ext cx="1425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7B8BD5C-744E-C047-BFDA-2CFE46E22052}"/>
                    </a:ext>
                  </a:extLst>
                </p14:cNvPr>
                <p14:cNvContentPartPr/>
                <p14:nvPr/>
              </p14:nvContentPartPr>
              <p14:xfrm>
                <a:off x="3403968" y="441464"/>
                <a:ext cx="143640" cy="383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7B8BD5C-744E-C047-BFDA-2CFE46E2205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95328" y="432464"/>
                  <a:ext cx="16128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41F65F2-3AF8-CD19-DC82-61B612A7B660}"/>
                    </a:ext>
                  </a:extLst>
                </p14:cNvPr>
                <p14:cNvContentPartPr/>
                <p14:nvPr/>
              </p14:nvContentPartPr>
              <p14:xfrm>
                <a:off x="3636888" y="677264"/>
                <a:ext cx="90360" cy="152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41F65F2-3AF8-CD19-DC82-61B612A7B66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27888" y="668624"/>
                  <a:ext cx="108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A8B11D7-D5EA-585D-D2F5-FAAC9C511882}"/>
                    </a:ext>
                  </a:extLst>
                </p14:cNvPr>
                <p14:cNvContentPartPr/>
                <p14:nvPr/>
              </p14:nvContentPartPr>
              <p14:xfrm>
                <a:off x="3700968" y="556304"/>
                <a:ext cx="15120" cy="74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A8B11D7-D5EA-585D-D2F5-FAAC9C51188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91968" y="547664"/>
                  <a:ext cx="327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2DF55B4-17D2-E6F7-50D7-336C7C125B2C}"/>
                    </a:ext>
                  </a:extLst>
                </p14:cNvPr>
                <p14:cNvContentPartPr/>
                <p14:nvPr/>
              </p14:nvContentPartPr>
              <p14:xfrm>
                <a:off x="3767208" y="456224"/>
                <a:ext cx="55800" cy="436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2DF55B4-17D2-E6F7-50D7-336C7C125B2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58568" y="447584"/>
                  <a:ext cx="73440" cy="45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80FB34B-9C45-637F-8E74-91DF7DF4A40E}"/>
                  </a:ext>
                </a:extLst>
              </p14:cNvPr>
              <p14:cNvContentPartPr/>
              <p14:nvPr/>
            </p14:nvContentPartPr>
            <p14:xfrm>
              <a:off x="840048" y="1914584"/>
              <a:ext cx="170280" cy="108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80FB34B-9C45-637F-8E74-91DF7DF4A40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31048" y="1905584"/>
                <a:ext cx="1879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247C0CE-4EDE-6E8E-139E-8936EF8B712F}"/>
                  </a:ext>
                </a:extLst>
              </p14:cNvPr>
              <p14:cNvContentPartPr/>
              <p14:nvPr/>
            </p14:nvContentPartPr>
            <p14:xfrm>
              <a:off x="887568" y="2060024"/>
              <a:ext cx="163800" cy="100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247C0CE-4EDE-6E8E-139E-8936EF8B712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78928" y="2051384"/>
                <a:ext cx="18144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852DF6B-65B8-477E-D4C6-4D8E44AE938B}"/>
                  </a:ext>
                </a:extLst>
              </p14:cNvPr>
              <p14:cNvContentPartPr/>
              <p14:nvPr/>
            </p14:nvContentPartPr>
            <p14:xfrm>
              <a:off x="3329088" y="1807304"/>
              <a:ext cx="25200" cy="669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852DF6B-65B8-477E-D4C6-4D8E44AE938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320088" y="1798304"/>
                <a:ext cx="42840" cy="8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8ADFB457-9D93-98F4-1455-BE4BCD04F1DE}"/>
              </a:ext>
            </a:extLst>
          </p:cNvPr>
          <p:cNvGrpSpPr/>
          <p:nvPr/>
        </p:nvGrpSpPr>
        <p:grpSpPr>
          <a:xfrm>
            <a:off x="3666048" y="1342904"/>
            <a:ext cx="786600" cy="636120"/>
            <a:chOff x="3666048" y="1342904"/>
            <a:chExt cx="786600" cy="63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FAB5915-6121-6591-1E76-458E3972D7ED}"/>
                    </a:ext>
                  </a:extLst>
                </p14:cNvPr>
                <p14:cNvContentPartPr/>
                <p14:nvPr/>
              </p14:nvContentPartPr>
              <p14:xfrm>
                <a:off x="3666048" y="1707944"/>
                <a:ext cx="250560" cy="271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FAB5915-6121-6591-1E76-458E3972D7E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57048" y="1699304"/>
                  <a:ext cx="2682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5C50738-D8DC-C518-0354-2F1F1C0966DD}"/>
                    </a:ext>
                  </a:extLst>
                </p14:cNvPr>
                <p14:cNvContentPartPr/>
                <p14:nvPr/>
              </p14:nvContentPartPr>
              <p14:xfrm>
                <a:off x="4038648" y="1603904"/>
                <a:ext cx="99000" cy="22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5C50738-D8DC-C518-0354-2F1F1C0966D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29648" y="1595264"/>
                  <a:ext cx="1166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6528E4A-6A51-2B88-1AAE-05B33015D48A}"/>
                    </a:ext>
                  </a:extLst>
                </p14:cNvPr>
                <p14:cNvContentPartPr/>
                <p14:nvPr/>
              </p14:nvContentPartPr>
              <p14:xfrm>
                <a:off x="4237368" y="1626584"/>
                <a:ext cx="203760" cy="135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6528E4A-6A51-2B88-1AAE-05B33015D48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28368" y="1617584"/>
                  <a:ext cx="2214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E22ABFD-205A-429C-18EF-4666B05BB4D5}"/>
                    </a:ext>
                  </a:extLst>
                </p14:cNvPr>
                <p14:cNvContentPartPr/>
                <p14:nvPr/>
              </p14:nvContentPartPr>
              <p14:xfrm>
                <a:off x="4265088" y="1536584"/>
                <a:ext cx="187560" cy="32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E22ABFD-205A-429C-18EF-4666B05BB4D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56088" y="1527944"/>
                  <a:ext cx="2052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39C266F-A8B9-914A-55D6-C0221E6AEADB}"/>
                    </a:ext>
                  </a:extLst>
                </p14:cNvPr>
                <p14:cNvContentPartPr/>
                <p14:nvPr/>
              </p14:nvContentPartPr>
              <p14:xfrm>
                <a:off x="4337448" y="1342904"/>
                <a:ext cx="23760" cy="157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39C266F-A8B9-914A-55D6-C0221E6AEAD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28808" y="1334264"/>
                  <a:ext cx="4140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C21A900-AC8E-A5FE-C40F-A3446A8033AC}"/>
              </a:ext>
            </a:extLst>
          </p:cNvPr>
          <p:cNvGrpSpPr/>
          <p:nvPr/>
        </p:nvGrpSpPr>
        <p:grpSpPr>
          <a:xfrm>
            <a:off x="4623288" y="1450904"/>
            <a:ext cx="1058760" cy="483480"/>
            <a:chOff x="4623288" y="1450904"/>
            <a:chExt cx="1058760" cy="48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6C787BA-139D-987B-608E-6EA81D4BC91C}"/>
                    </a:ext>
                  </a:extLst>
                </p14:cNvPr>
                <p14:cNvContentPartPr/>
                <p14:nvPr/>
              </p14:nvContentPartPr>
              <p14:xfrm>
                <a:off x="4623288" y="1480064"/>
                <a:ext cx="82800" cy="258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6C787BA-139D-987B-608E-6EA81D4BC91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14648" y="1471064"/>
                  <a:ext cx="1004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A53E7DF-F74B-E443-3AAC-3DC99EFEEB9A}"/>
                    </a:ext>
                  </a:extLst>
                </p14:cNvPr>
                <p14:cNvContentPartPr/>
                <p14:nvPr/>
              </p14:nvContentPartPr>
              <p14:xfrm>
                <a:off x="4723368" y="1608584"/>
                <a:ext cx="75960" cy="119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A53E7DF-F74B-E443-3AAC-3DC99EFEEB9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14728" y="1599584"/>
                  <a:ext cx="936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0BB9EC2-57A8-6AA3-D10C-BBBD60E0F15E}"/>
                    </a:ext>
                  </a:extLst>
                </p14:cNvPr>
                <p14:cNvContentPartPr/>
                <p14:nvPr/>
              </p14:nvContentPartPr>
              <p14:xfrm>
                <a:off x="4789968" y="1574024"/>
                <a:ext cx="158400" cy="360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0BB9EC2-57A8-6AA3-D10C-BBBD60E0F15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81328" y="1565024"/>
                  <a:ext cx="17604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071B6B9-B3C5-8597-5975-2F9E53CF8A23}"/>
                    </a:ext>
                  </a:extLst>
                </p14:cNvPr>
                <p14:cNvContentPartPr/>
                <p14:nvPr/>
              </p14:nvContentPartPr>
              <p14:xfrm>
                <a:off x="5011728" y="1744304"/>
                <a:ext cx="118440" cy="142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071B6B9-B3C5-8597-5975-2F9E53CF8A2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02728" y="1735304"/>
                  <a:ext cx="1360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3CDCD77-FF8F-55BA-D261-E77F6601B740}"/>
                    </a:ext>
                  </a:extLst>
                </p14:cNvPr>
                <p14:cNvContentPartPr/>
                <p14:nvPr/>
              </p14:nvContentPartPr>
              <p14:xfrm>
                <a:off x="5234928" y="1526144"/>
                <a:ext cx="44280" cy="192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3CDCD77-FF8F-55BA-D261-E77F6601B74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225928" y="1517144"/>
                  <a:ext cx="619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065D635-800A-ED4F-6765-A4B7AD024123}"/>
                    </a:ext>
                  </a:extLst>
                </p14:cNvPr>
                <p14:cNvContentPartPr/>
                <p14:nvPr/>
              </p14:nvContentPartPr>
              <p14:xfrm>
                <a:off x="5372448" y="1450904"/>
                <a:ext cx="116280" cy="295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065D635-800A-ED4F-6765-A4B7AD02412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363808" y="1441904"/>
                  <a:ext cx="1339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C2EDECE-72F8-D2A0-8309-7C0ED8EADD10}"/>
                    </a:ext>
                  </a:extLst>
                </p14:cNvPr>
                <p14:cNvContentPartPr/>
                <p14:nvPr/>
              </p14:nvContentPartPr>
              <p14:xfrm>
                <a:off x="5476128" y="1692464"/>
                <a:ext cx="91440" cy="114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C2EDECE-72F8-D2A0-8309-7C0ED8EADD1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467128" y="1683464"/>
                  <a:ext cx="1090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3E59CAA-CE65-2A53-EC2E-4423A0FD7E8D}"/>
                    </a:ext>
                  </a:extLst>
                </p14:cNvPr>
                <p14:cNvContentPartPr/>
                <p14:nvPr/>
              </p14:nvContentPartPr>
              <p14:xfrm>
                <a:off x="5610408" y="1502384"/>
                <a:ext cx="71640" cy="317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3E59CAA-CE65-2A53-EC2E-4423A0FD7E8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01408" y="1493744"/>
                  <a:ext cx="89280" cy="33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B8C69CD4-92B1-EBE4-D0FA-966607A956B5}"/>
                  </a:ext>
                </a:extLst>
              </p14:cNvPr>
              <p14:cNvContentPartPr/>
              <p14:nvPr/>
            </p14:nvContentPartPr>
            <p14:xfrm>
              <a:off x="5941608" y="1705424"/>
              <a:ext cx="11160" cy="1188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B8C69CD4-92B1-EBE4-D0FA-966607A956B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932968" y="1696784"/>
                <a:ext cx="28800" cy="2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346B94C4-1AC8-88CB-76DF-7BA0D7B8DA61}"/>
              </a:ext>
            </a:extLst>
          </p:cNvPr>
          <p:cNvGrpSpPr/>
          <p:nvPr/>
        </p:nvGrpSpPr>
        <p:grpSpPr>
          <a:xfrm>
            <a:off x="6111528" y="1748624"/>
            <a:ext cx="185040" cy="37800"/>
            <a:chOff x="6111528" y="1748624"/>
            <a:chExt cx="185040" cy="3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9A85907-6FD2-6665-2241-3CEF4ADDAC06}"/>
                    </a:ext>
                  </a:extLst>
                </p14:cNvPr>
                <p14:cNvContentPartPr/>
                <p14:nvPr/>
              </p14:nvContentPartPr>
              <p14:xfrm>
                <a:off x="6111528" y="1758344"/>
                <a:ext cx="48600" cy="12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9A85907-6FD2-6665-2241-3CEF4ADDAC0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02528" y="1749344"/>
                  <a:ext cx="662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EA94368-1CB3-BB8A-F46A-8F3B8E170AD0}"/>
                    </a:ext>
                  </a:extLst>
                </p14:cNvPr>
                <p14:cNvContentPartPr/>
                <p14:nvPr/>
              </p14:nvContentPartPr>
              <p14:xfrm>
                <a:off x="6262728" y="1748624"/>
                <a:ext cx="33840" cy="37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EA94368-1CB3-BB8A-F46A-8F3B8E170AD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254088" y="1739624"/>
                  <a:ext cx="51480" cy="5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EB5A9857-B6DB-B7AA-959D-97941D78C582}"/>
                  </a:ext>
                </a:extLst>
              </p14:cNvPr>
              <p14:cNvContentPartPr/>
              <p14:nvPr/>
            </p14:nvContentPartPr>
            <p14:xfrm>
              <a:off x="6676728" y="1708664"/>
              <a:ext cx="11160" cy="147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EB5A9857-B6DB-B7AA-959D-97941D78C58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667728" y="1700024"/>
                <a:ext cx="2880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A12C882-E0FE-DA70-5E09-812995D3093D}"/>
                  </a:ext>
                </a:extLst>
              </p14:cNvPr>
              <p14:cNvContentPartPr/>
              <p14:nvPr/>
            </p14:nvContentPartPr>
            <p14:xfrm>
              <a:off x="7066968" y="1634144"/>
              <a:ext cx="163440" cy="2286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A12C882-E0FE-DA70-5E09-812995D3093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057968" y="1625504"/>
                <a:ext cx="181080" cy="24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D38EF0D4-C804-021D-FC79-BB2754988CDE}"/>
              </a:ext>
            </a:extLst>
          </p:cNvPr>
          <p:cNvGrpSpPr/>
          <p:nvPr/>
        </p:nvGrpSpPr>
        <p:grpSpPr>
          <a:xfrm>
            <a:off x="7377648" y="1268024"/>
            <a:ext cx="1393200" cy="479520"/>
            <a:chOff x="7377648" y="1268024"/>
            <a:chExt cx="1393200" cy="47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F7A5A27-7870-8BAD-BD42-96150D3628BF}"/>
                    </a:ext>
                  </a:extLst>
                </p14:cNvPr>
                <p14:cNvContentPartPr/>
                <p14:nvPr/>
              </p14:nvContentPartPr>
              <p14:xfrm>
                <a:off x="7377648" y="1504184"/>
                <a:ext cx="97920" cy="18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F7A5A27-7870-8BAD-BD42-96150D3628B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69008" y="1495544"/>
                  <a:ext cx="115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3EC7985-5264-548C-1953-FD92ECF259F1}"/>
                    </a:ext>
                  </a:extLst>
                </p14:cNvPr>
                <p14:cNvContentPartPr/>
                <p14:nvPr/>
              </p14:nvContentPartPr>
              <p14:xfrm>
                <a:off x="7497888" y="1481144"/>
                <a:ext cx="174240" cy="157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3EC7985-5264-548C-1953-FD92ECF259F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489248" y="1472504"/>
                  <a:ext cx="1918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23A8F13-8B02-51D5-AF28-07296AA60796}"/>
                    </a:ext>
                  </a:extLst>
                </p14:cNvPr>
                <p14:cNvContentPartPr/>
                <p14:nvPr/>
              </p14:nvContentPartPr>
              <p14:xfrm>
                <a:off x="7516968" y="1448024"/>
                <a:ext cx="196200" cy="41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23A8F13-8B02-51D5-AF28-07296AA6079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508328" y="1439024"/>
                  <a:ext cx="213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2334D4A-3DE6-BBB8-7650-6C952557B795}"/>
                    </a:ext>
                  </a:extLst>
                </p14:cNvPr>
                <p14:cNvContentPartPr/>
                <p14:nvPr/>
              </p14:nvContentPartPr>
              <p14:xfrm>
                <a:off x="7584648" y="1268024"/>
                <a:ext cx="46440" cy="149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2334D4A-3DE6-BBB8-7650-6C952557B79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575648" y="1259384"/>
                  <a:ext cx="640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ECA369C-B519-9D8A-1678-18AD2D97E98A}"/>
                    </a:ext>
                  </a:extLst>
                </p14:cNvPr>
                <p14:cNvContentPartPr/>
                <p14:nvPr/>
              </p14:nvContentPartPr>
              <p14:xfrm>
                <a:off x="7748448" y="1378544"/>
                <a:ext cx="82440" cy="230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ECA369C-B519-9D8A-1678-18AD2D97E98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739808" y="1369904"/>
                  <a:ext cx="1000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565E989-A1C8-0471-83AB-20B4618FEE87}"/>
                    </a:ext>
                  </a:extLst>
                </p14:cNvPr>
                <p14:cNvContentPartPr/>
                <p14:nvPr/>
              </p14:nvContentPartPr>
              <p14:xfrm>
                <a:off x="7849248" y="1451624"/>
                <a:ext cx="216000" cy="295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565E989-A1C8-0471-83AB-20B4618FEE8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40608" y="1442624"/>
                  <a:ext cx="2336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4D08429-C313-3186-BEF9-D27590911170}"/>
                    </a:ext>
                  </a:extLst>
                </p14:cNvPr>
                <p14:cNvContentPartPr/>
                <p14:nvPr/>
              </p14:nvContentPartPr>
              <p14:xfrm>
                <a:off x="8112408" y="1606064"/>
                <a:ext cx="99720" cy="101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4D08429-C313-3186-BEF9-D2759091117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03768" y="1597064"/>
                  <a:ext cx="1173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9143BE3-20A6-60A5-ABC4-647CF35A4A59}"/>
                    </a:ext>
                  </a:extLst>
                </p14:cNvPr>
                <p14:cNvContentPartPr/>
                <p14:nvPr/>
              </p14:nvContentPartPr>
              <p14:xfrm>
                <a:off x="8250648" y="1464584"/>
                <a:ext cx="71640" cy="178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9143BE3-20A6-60A5-ABC4-647CF35A4A5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42008" y="1455584"/>
                  <a:ext cx="892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38D5A3B-B32C-FDF5-4691-7DE20888E980}"/>
                    </a:ext>
                  </a:extLst>
                </p14:cNvPr>
                <p14:cNvContentPartPr/>
                <p14:nvPr/>
              </p14:nvContentPartPr>
              <p14:xfrm>
                <a:off x="8374848" y="1353344"/>
                <a:ext cx="197640" cy="328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38D5A3B-B32C-FDF5-4691-7DE20888E98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66208" y="1344704"/>
                  <a:ext cx="2152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BA199D4-74A7-ED20-0AD1-89B2A13B5ED4}"/>
                    </a:ext>
                  </a:extLst>
                </p14:cNvPr>
                <p14:cNvContentPartPr/>
                <p14:nvPr/>
              </p14:nvContentPartPr>
              <p14:xfrm>
                <a:off x="8585448" y="1585544"/>
                <a:ext cx="56880" cy="116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BA199D4-74A7-ED20-0AD1-89B2A13B5ED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576808" y="1576904"/>
                  <a:ext cx="745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A3C8F20-264B-45EE-E0CE-FEFBE00DDB74}"/>
                    </a:ext>
                  </a:extLst>
                </p14:cNvPr>
                <p14:cNvContentPartPr/>
                <p14:nvPr/>
              </p14:nvContentPartPr>
              <p14:xfrm>
                <a:off x="8697408" y="1391144"/>
                <a:ext cx="73440" cy="329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A3C8F20-264B-45EE-E0CE-FEFBE00DDB7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88768" y="1382504"/>
                  <a:ext cx="91080" cy="34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0A57A293-718D-C3A2-7D64-8D0283EE1271}"/>
                  </a:ext>
                </a:extLst>
              </p14:cNvPr>
              <p14:cNvContentPartPr/>
              <p14:nvPr/>
            </p14:nvContentPartPr>
            <p14:xfrm>
              <a:off x="936888" y="2900984"/>
              <a:ext cx="102600" cy="226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0A57A293-718D-C3A2-7D64-8D0283EE127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27888" y="2892344"/>
                <a:ext cx="1202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E0BC458-C885-C7DB-4BA6-C1C575338424}"/>
                  </a:ext>
                </a:extLst>
              </p14:cNvPr>
              <p14:cNvContentPartPr/>
              <p14:nvPr/>
            </p14:nvContentPartPr>
            <p14:xfrm>
              <a:off x="952368" y="3060464"/>
              <a:ext cx="153360" cy="176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E0BC458-C885-C7DB-4BA6-C1C57533842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43728" y="3051824"/>
                <a:ext cx="17100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98D7E378-8E77-7021-5680-E7AB6F7E7447}"/>
              </a:ext>
            </a:extLst>
          </p:cNvPr>
          <p:cNvGrpSpPr/>
          <p:nvPr/>
        </p:nvGrpSpPr>
        <p:grpSpPr>
          <a:xfrm>
            <a:off x="1304808" y="1489064"/>
            <a:ext cx="1773720" cy="873000"/>
            <a:chOff x="1304808" y="1489064"/>
            <a:chExt cx="1773720" cy="87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8B84E93-A21D-3296-0E4B-87DAE6BEA5E0}"/>
                    </a:ext>
                  </a:extLst>
                </p14:cNvPr>
                <p14:cNvContentPartPr/>
                <p14:nvPr/>
              </p14:nvContentPartPr>
              <p14:xfrm>
                <a:off x="1304808" y="1913864"/>
                <a:ext cx="201240" cy="262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8B84E93-A21D-3296-0E4B-87DAE6BEA5E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295808" y="1905224"/>
                  <a:ext cx="2188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C04911D-2022-4561-9300-B96F6641C7A3}"/>
                    </a:ext>
                  </a:extLst>
                </p14:cNvPr>
                <p14:cNvContentPartPr/>
                <p14:nvPr/>
              </p14:nvContentPartPr>
              <p14:xfrm>
                <a:off x="1589208" y="1743944"/>
                <a:ext cx="186120" cy="43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C04911D-2022-4561-9300-B96F6641C7A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580208" y="1735304"/>
                  <a:ext cx="2037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D9D53B7-5D48-7E5E-C5E3-67E587BC2B2D}"/>
                    </a:ext>
                  </a:extLst>
                </p14:cNvPr>
                <p14:cNvContentPartPr/>
                <p14:nvPr/>
              </p14:nvContentPartPr>
              <p14:xfrm>
                <a:off x="1851288" y="1715144"/>
                <a:ext cx="165600" cy="151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D9D53B7-5D48-7E5E-C5E3-67E587BC2B2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842288" y="1706144"/>
                  <a:ext cx="1832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2F49B9C-2A27-26D5-683C-DDB2D5F0F8BC}"/>
                    </a:ext>
                  </a:extLst>
                </p14:cNvPr>
                <p14:cNvContentPartPr/>
                <p14:nvPr/>
              </p14:nvContentPartPr>
              <p14:xfrm>
                <a:off x="1837248" y="1674824"/>
                <a:ext cx="199800" cy="28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2F49B9C-2A27-26D5-683C-DDB2D5F0F8B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828608" y="1665824"/>
                  <a:ext cx="217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DBB7BB4-C777-0FAD-7191-267DED5BE911}"/>
                    </a:ext>
                  </a:extLst>
                </p14:cNvPr>
                <p14:cNvContentPartPr/>
                <p14:nvPr/>
              </p14:nvContentPartPr>
              <p14:xfrm>
                <a:off x="1920768" y="1489064"/>
                <a:ext cx="27360" cy="208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DBB7BB4-C777-0FAD-7191-267DED5BE91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911768" y="1480424"/>
                  <a:ext cx="450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894F587-FE34-F9ED-86DC-1E82D3FE346F}"/>
                    </a:ext>
                  </a:extLst>
                </p14:cNvPr>
                <p14:cNvContentPartPr/>
                <p14:nvPr/>
              </p14:nvContentPartPr>
              <p14:xfrm>
                <a:off x="2171328" y="1658264"/>
                <a:ext cx="42480" cy="278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894F587-FE34-F9ED-86DC-1E82D3FE346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162688" y="1649264"/>
                  <a:ext cx="601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A015D6A-0B79-AE99-0909-A4EED1BA92A1}"/>
                    </a:ext>
                  </a:extLst>
                </p14:cNvPr>
                <p14:cNvContentPartPr/>
                <p14:nvPr/>
              </p14:nvContentPartPr>
              <p14:xfrm>
                <a:off x="2259528" y="1737464"/>
                <a:ext cx="110160" cy="149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A015D6A-0B79-AE99-0909-A4EED1BA92A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250888" y="1728464"/>
                  <a:ext cx="1278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B570BF4-AD87-DD74-7783-E1D9B884BAAB}"/>
                    </a:ext>
                  </a:extLst>
                </p14:cNvPr>
                <p14:cNvContentPartPr/>
                <p14:nvPr/>
              </p14:nvContentPartPr>
              <p14:xfrm>
                <a:off x="2335128" y="1704344"/>
                <a:ext cx="154080" cy="312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B570BF4-AD87-DD74-7783-E1D9B884BAA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326128" y="1695704"/>
                  <a:ext cx="1717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E7D8BA9-6A3E-072A-146F-558631365A6B}"/>
                    </a:ext>
                  </a:extLst>
                </p14:cNvPr>
                <p14:cNvContentPartPr/>
                <p14:nvPr/>
              </p14:nvContentPartPr>
              <p14:xfrm>
                <a:off x="2507208" y="1841144"/>
                <a:ext cx="101880" cy="146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E7D8BA9-6A3E-072A-146F-558631365A6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498208" y="1832504"/>
                  <a:ext cx="119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49A296C-322F-486A-BD93-EBED77AB722C}"/>
                    </a:ext>
                  </a:extLst>
                </p14:cNvPr>
                <p14:cNvContentPartPr/>
                <p14:nvPr/>
              </p14:nvContentPartPr>
              <p14:xfrm>
                <a:off x="2665248" y="1584824"/>
                <a:ext cx="57600" cy="234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49A296C-322F-486A-BD93-EBED77AB722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656608" y="1576184"/>
                  <a:ext cx="752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D13A4B6-FC57-03A1-0EA1-030FF6FA7683}"/>
                    </a:ext>
                  </a:extLst>
                </p14:cNvPr>
                <p14:cNvContentPartPr/>
                <p14:nvPr/>
              </p14:nvContentPartPr>
              <p14:xfrm>
                <a:off x="2754888" y="1553144"/>
                <a:ext cx="163440" cy="347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D13A4B6-FC57-03A1-0EA1-030FF6FA768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746248" y="1544144"/>
                  <a:ext cx="1810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DC1A685-6CD2-6516-E877-5B9FAA1AB187}"/>
                    </a:ext>
                  </a:extLst>
                </p14:cNvPr>
                <p14:cNvContentPartPr/>
                <p14:nvPr/>
              </p14:nvContentPartPr>
              <p14:xfrm>
                <a:off x="2964408" y="1730624"/>
                <a:ext cx="24120" cy="159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DC1A685-6CD2-6516-E877-5B9FAA1AB18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955768" y="1721984"/>
                  <a:ext cx="417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DE6742C-0F36-6FE6-3F37-E9194A8371BA}"/>
                    </a:ext>
                  </a:extLst>
                </p14:cNvPr>
                <p14:cNvContentPartPr/>
                <p14:nvPr/>
              </p14:nvContentPartPr>
              <p14:xfrm>
                <a:off x="3021288" y="1544144"/>
                <a:ext cx="57240" cy="363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DE6742C-0F36-6FE6-3F37-E9194A8371B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012648" y="1535504"/>
                  <a:ext cx="748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76122E4-6DF2-5BE8-DD95-266B6DD45464}"/>
                    </a:ext>
                  </a:extLst>
                </p14:cNvPr>
                <p14:cNvContentPartPr/>
                <p14:nvPr/>
              </p14:nvContentPartPr>
              <p14:xfrm>
                <a:off x="2474808" y="2067584"/>
                <a:ext cx="146520" cy="73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76122E4-6DF2-5BE8-DD95-266B6DD4546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465808" y="2058944"/>
                  <a:ext cx="164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B8A6893-BB14-2DF0-A303-6A0F25D56E35}"/>
                    </a:ext>
                  </a:extLst>
                </p14:cNvPr>
                <p14:cNvContentPartPr/>
                <p14:nvPr/>
              </p14:nvContentPartPr>
              <p14:xfrm>
                <a:off x="1310208" y="2232824"/>
                <a:ext cx="147600" cy="129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B8A6893-BB14-2DF0-A303-6A0F25D56E3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301208" y="2223824"/>
                  <a:ext cx="16524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077A8EB-08D9-408E-80FF-A1356CC534C4}"/>
              </a:ext>
            </a:extLst>
          </p:cNvPr>
          <p:cNvGrpSpPr/>
          <p:nvPr/>
        </p:nvGrpSpPr>
        <p:grpSpPr>
          <a:xfrm>
            <a:off x="1412088" y="2458184"/>
            <a:ext cx="772920" cy="717480"/>
            <a:chOff x="1412088" y="2458184"/>
            <a:chExt cx="772920" cy="71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89536CC-72C9-6207-D661-7CFA2A07ABF7}"/>
                    </a:ext>
                  </a:extLst>
                </p14:cNvPr>
                <p14:cNvContentPartPr/>
                <p14:nvPr/>
              </p14:nvContentPartPr>
              <p14:xfrm>
                <a:off x="1412088" y="2756624"/>
                <a:ext cx="167760" cy="370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89536CC-72C9-6207-D661-7CFA2A07ABF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03448" y="2747984"/>
                  <a:ext cx="18540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33FEE30-FD30-8D72-7AF8-A62B3AEB8DCA}"/>
                    </a:ext>
                  </a:extLst>
                </p14:cNvPr>
                <p14:cNvContentPartPr/>
                <p14:nvPr/>
              </p14:nvContentPartPr>
              <p14:xfrm>
                <a:off x="1683168" y="2966144"/>
                <a:ext cx="9720" cy="209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33FEE30-FD30-8D72-7AF8-A62B3AEB8DC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674168" y="2957144"/>
                  <a:ext cx="273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7E3104A-FE37-823E-2AE3-1C8C4C179AB9}"/>
                    </a:ext>
                  </a:extLst>
                </p14:cNvPr>
                <p14:cNvContentPartPr/>
                <p14:nvPr/>
              </p14:nvContentPartPr>
              <p14:xfrm>
                <a:off x="1778208" y="2671664"/>
                <a:ext cx="143640" cy="43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7E3104A-FE37-823E-2AE3-1C8C4C179AB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769568" y="2663024"/>
                  <a:ext cx="1612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718E493-3E58-1919-847D-3375AA50F0E0}"/>
                    </a:ext>
                  </a:extLst>
                </p14:cNvPr>
                <p14:cNvContentPartPr/>
                <p14:nvPr/>
              </p14:nvContentPartPr>
              <p14:xfrm>
                <a:off x="1996728" y="2672384"/>
                <a:ext cx="163440" cy="1486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718E493-3E58-1919-847D-3375AA50F0E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987728" y="2663384"/>
                  <a:ext cx="1810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4380BE-64DD-0096-1A2A-058A0EA014CC}"/>
                    </a:ext>
                  </a:extLst>
                </p14:cNvPr>
                <p14:cNvContentPartPr/>
                <p14:nvPr/>
              </p14:nvContentPartPr>
              <p14:xfrm>
                <a:off x="2019768" y="2616944"/>
                <a:ext cx="165240" cy="14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4380BE-64DD-0096-1A2A-058A0EA014C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010768" y="2607944"/>
                  <a:ext cx="1828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7B086A8-FD79-11FC-C032-DC9E9701A84D}"/>
                    </a:ext>
                  </a:extLst>
                </p14:cNvPr>
                <p14:cNvContentPartPr/>
                <p14:nvPr/>
              </p14:nvContentPartPr>
              <p14:xfrm>
                <a:off x="2107248" y="2458184"/>
                <a:ext cx="29160" cy="125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7B086A8-FD79-11FC-C032-DC9E9701A84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098608" y="2449544"/>
                  <a:ext cx="46800" cy="14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675DFBA3-8B80-19B6-1CF6-94A7A9A09D58}"/>
                  </a:ext>
                </a:extLst>
              </p14:cNvPr>
              <p14:cNvContentPartPr/>
              <p14:nvPr/>
            </p14:nvContentPartPr>
            <p14:xfrm>
              <a:off x="2445648" y="2837624"/>
              <a:ext cx="16560" cy="190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675DFBA3-8B80-19B6-1CF6-94A7A9A09D5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2436648" y="2828984"/>
                <a:ext cx="3420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993CDB8-9FDE-5452-CE58-7FB1DC4A8093}"/>
              </a:ext>
            </a:extLst>
          </p:cNvPr>
          <p:cNvGrpSpPr/>
          <p:nvPr/>
        </p:nvGrpSpPr>
        <p:grpSpPr>
          <a:xfrm>
            <a:off x="2764248" y="2374304"/>
            <a:ext cx="658800" cy="768600"/>
            <a:chOff x="2764248" y="2374304"/>
            <a:chExt cx="658800" cy="76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7AFCEDD-3175-6F69-83F5-6D0476D5E638}"/>
                    </a:ext>
                  </a:extLst>
                </p14:cNvPr>
                <p14:cNvContentPartPr/>
                <p14:nvPr/>
              </p14:nvContentPartPr>
              <p14:xfrm>
                <a:off x="2764248" y="2686424"/>
                <a:ext cx="144000" cy="456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7AFCEDD-3175-6F69-83F5-6D0476D5E63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755608" y="2677424"/>
                  <a:ext cx="16164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6292274-AC2A-0897-F0DB-E4E22AFD7459}"/>
                    </a:ext>
                  </a:extLst>
                </p14:cNvPr>
                <p14:cNvContentPartPr/>
                <p14:nvPr/>
              </p14:nvContentPartPr>
              <p14:xfrm>
                <a:off x="2925528" y="2951024"/>
                <a:ext cx="162360" cy="155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6292274-AC2A-0897-F0DB-E4E22AFD745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916888" y="2942384"/>
                  <a:ext cx="180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A2F5A76-F0D4-9D26-0E6F-EE52D0082D7B}"/>
                    </a:ext>
                  </a:extLst>
                </p14:cNvPr>
                <p14:cNvContentPartPr/>
                <p14:nvPr/>
              </p14:nvContentPartPr>
              <p14:xfrm>
                <a:off x="3055128" y="2587064"/>
                <a:ext cx="137520" cy="172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A2F5A76-F0D4-9D26-0E6F-EE52D0082D7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046128" y="2578424"/>
                  <a:ext cx="1551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6A16627-B96A-7E43-CB86-F511EB36A6F4}"/>
                    </a:ext>
                  </a:extLst>
                </p14:cNvPr>
                <p14:cNvContentPartPr/>
                <p14:nvPr/>
              </p14:nvContentPartPr>
              <p14:xfrm>
                <a:off x="3223608" y="2566904"/>
                <a:ext cx="190800" cy="1731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6A16627-B96A-7E43-CB86-F511EB36A6F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214608" y="2557904"/>
                  <a:ext cx="2084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1355714-5EED-EE9E-EE04-EED8F68800EC}"/>
                    </a:ext>
                  </a:extLst>
                </p14:cNvPr>
                <p14:cNvContentPartPr/>
                <p14:nvPr/>
              </p14:nvContentPartPr>
              <p14:xfrm>
                <a:off x="3225408" y="2514344"/>
                <a:ext cx="197640" cy="45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1355714-5EED-EE9E-EE04-EED8F68800E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216768" y="2505704"/>
                  <a:ext cx="2152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EAB29BD-094D-005A-6884-0AF743447187}"/>
                    </a:ext>
                  </a:extLst>
                </p14:cNvPr>
                <p14:cNvContentPartPr/>
                <p14:nvPr/>
              </p14:nvContentPartPr>
              <p14:xfrm>
                <a:off x="3325488" y="2374304"/>
                <a:ext cx="30960" cy="1594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EAB29BD-094D-005A-6884-0AF74344718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316848" y="2365304"/>
                  <a:ext cx="4860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7DADB79-7426-F97C-3204-922689F0D82D}"/>
              </a:ext>
            </a:extLst>
          </p:cNvPr>
          <p:cNvGrpSpPr/>
          <p:nvPr/>
        </p:nvGrpSpPr>
        <p:grpSpPr>
          <a:xfrm>
            <a:off x="3608448" y="2767424"/>
            <a:ext cx="310320" cy="131760"/>
            <a:chOff x="3608448" y="2767424"/>
            <a:chExt cx="310320" cy="13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4D4DB6F-1325-F335-D9B2-3F45A9D702C3}"/>
                    </a:ext>
                  </a:extLst>
                </p14:cNvPr>
                <p14:cNvContentPartPr/>
                <p14:nvPr/>
              </p14:nvContentPartPr>
              <p14:xfrm>
                <a:off x="3608448" y="2767424"/>
                <a:ext cx="24480" cy="604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4D4DB6F-1325-F335-D9B2-3F45A9D702C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599448" y="2758424"/>
                  <a:ext cx="421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D8F84EA-552A-3D81-B9E9-65DA44C6C6FE}"/>
                    </a:ext>
                  </a:extLst>
                </p14:cNvPr>
                <p14:cNvContentPartPr/>
                <p14:nvPr/>
              </p14:nvContentPartPr>
              <p14:xfrm>
                <a:off x="3744528" y="2826824"/>
                <a:ext cx="31680" cy="457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D8F84EA-552A-3D81-B9E9-65DA44C6C6F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735528" y="2818184"/>
                  <a:ext cx="493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F78F87D-523D-4AF5-AD30-58981A100D81}"/>
                    </a:ext>
                  </a:extLst>
                </p14:cNvPr>
                <p14:cNvContentPartPr/>
                <p14:nvPr/>
              </p14:nvContentPartPr>
              <p14:xfrm>
                <a:off x="3857568" y="2830424"/>
                <a:ext cx="61200" cy="68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F78F87D-523D-4AF5-AD30-58981A100D8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848568" y="2821424"/>
                  <a:ext cx="7884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3D8AFC3-C268-A11B-7B7A-C112E8EDCA70}"/>
              </a:ext>
            </a:extLst>
          </p:cNvPr>
          <p:cNvGrpSpPr/>
          <p:nvPr/>
        </p:nvGrpSpPr>
        <p:grpSpPr>
          <a:xfrm>
            <a:off x="4256448" y="2340464"/>
            <a:ext cx="656640" cy="734400"/>
            <a:chOff x="4256448" y="2340464"/>
            <a:chExt cx="656640" cy="73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154C269-1FC4-109B-9531-FC8EADA47532}"/>
                    </a:ext>
                  </a:extLst>
                </p14:cNvPr>
                <p14:cNvContentPartPr/>
                <p14:nvPr/>
              </p14:nvContentPartPr>
              <p14:xfrm>
                <a:off x="4256448" y="2608664"/>
                <a:ext cx="183600" cy="4374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154C269-1FC4-109B-9531-FC8EADA4753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247448" y="2599664"/>
                  <a:ext cx="20124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6373D98-A77F-D27D-F094-79C080FECDE2}"/>
                    </a:ext>
                  </a:extLst>
                </p14:cNvPr>
                <p14:cNvContentPartPr/>
                <p14:nvPr/>
              </p14:nvContentPartPr>
              <p14:xfrm>
                <a:off x="4492608" y="2942384"/>
                <a:ext cx="117360" cy="1324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6373D98-A77F-D27D-F094-79C080FECDE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483968" y="2933384"/>
                  <a:ext cx="135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658D9D7-FA94-72FE-3CD6-419A54DD839C}"/>
                    </a:ext>
                  </a:extLst>
                </p14:cNvPr>
                <p14:cNvContentPartPr/>
                <p14:nvPr/>
              </p14:nvContentPartPr>
              <p14:xfrm>
                <a:off x="4532568" y="2639984"/>
                <a:ext cx="84960" cy="324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658D9D7-FA94-72FE-3CD6-419A54DD839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523568" y="2631344"/>
                  <a:ext cx="1026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6944903-8D81-863C-8460-2869CD989692}"/>
                    </a:ext>
                  </a:extLst>
                </p14:cNvPr>
                <p14:cNvContentPartPr/>
                <p14:nvPr/>
              </p14:nvContentPartPr>
              <p14:xfrm>
                <a:off x="4725528" y="2661224"/>
                <a:ext cx="145440" cy="1047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6944903-8D81-863C-8460-2869CD98969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716888" y="2652224"/>
                  <a:ext cx="1630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91A3B8A-F1CB-EFD0-9A99-4DD75A9F09C9}"/>
                    </a:ext>
                  </a:extLst>
                </p14:cNvPr>
                <p14:cNvContentPartPr/>
                <p14:nvPr/>
              </p14:nvContentPartPr>
              <p14:xfrm>
                <a:off x="4719048" y="2562224"/>
                <a:ext cx="194040" cy="10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91A3B8A-F1CB-EFD0-9A99-4DD75A9F09C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710408" y="2553584"/>
                  <a:ext cx="211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8CBAD55-1DE1-D311-E8D5-95AB4B534F24}"/>
                    </a:ext>
                  </a:extLst>
                </p14:cNvPr>
                <p14:cNvContentPartPr/>
                <p14:nvPr/>
              </p14:nvContentPartPr>
              <p14:xfrm>
                <a:off x="4804728" y="2340464"/>
                <a:ext cx="14040" cy="2361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8CBAD55-1DE1-D311-E8D5-95AB4B534F2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795728" y="2331824"/>
                  <a:ext cx="31680" cy="25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B75868E4-9DCC-0347-C657-3C188CD710BF}"/>
                  </a:ext>
                </a:extLst>
              </p14:cNvPr>
              <p14:cNvContentPartPr/>
              <p14:nvPr/>
            </p14:nvContentPartPr>
            <p14:xfrm>
              <a:off x="1788648" y="3888824"/>
              <a:ext cx="33120" cy="1641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B75868E4-9DCC-0347-C657-3C188CD710BF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779648" y="3879824"/>
                <a:ext cx="50760" cy="18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3846D050-7F6A-DB6D-4878-B29741DC5107}"/>
              </a:ext>
            </a:extLst>
          </p:cNvPr>
          <p:cNvGrpSpPr/>
          <p:nvPr/>
        </p:nvGrpSpPr>
        <p:grpSpPr>
          <a:xfrm>
            <a:off x="2031288" y="3685424"/>
            <a:ext cx="401040" cy="347760"/>
            <a:chOff x="2031288" y="3685424"/>
            <a:chExt cx="40104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25A16EF-AEF1-63B8-31D3-317B3D9007F4}"/>
                    </a:ext>
                  </a:extLst>
                </p14:cNvPr>
                <p14:cNvContentPartPr/>
                <p14:nvPr/>
              </p14:nvContentPartPr>
              <p14:xfrm>
                <a:off x="2031288" y="3846704"/>
                <a:ext cx="20520" cy="11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25A16EF-AEF1-63B8-31D3-317B3D9007F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022648" y="3837704"/>
                  <a:ext cx="38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2BBF3D5-7765-7F1A-3A0E-E6582A6297D0}"/>
                    </a:ext>
                  </a:extLst>
                </p14:cNvPr>
                <p14:cNvContentPartPr/>
                <p14:nvPr/>
              </p14:nvContentPartPr>
              <p14:xfrm>
                <a:off x="2163408" y="3685424"/>
                <a:ext cx="110160" cy="345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2BBF3D5-7765-7F1A-3A0E-E6582A6297D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154768" y="3676784"/>
                  <a:ext cx="1278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6C393E3-F80F-72F7-5993-EEA98FD8A746}"/>
                    </a:ext>
                  </a:extLst>
                </p14:cNvPr>
                <p14:cNvContentPartPr/>
                <p14:nvPr/>
              </p14:nvContentPartPr>
              <p14:xfrm>
                <a:off x="2328288" y="3882704"/>
                <a:ext cx="104040" cy="1504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6C393E3-F80F-72F7-5993-EEA98FD8A74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319648" y="3874064"/>
                  <a:ext cx="12168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26E16EDA-5148-F48F-4A80-00EAF8733A5D}"/>
              </a:ext>
            </a:extLst>
          </p:cNvPr>
          <p:cNvGrpSpPr/>
          <p:nvPr/>
        </p:nvGrpSpPr>
        <p:grpSpPr>
          <a:xfrm>
            <a:off x="2584608" y="3789104"/>
            <a:ext cx="280080" cy="70920"/>
            <a:chOff x="2584608" y="3789104"/>
            <a:chExt cx="280080" cy="7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FB72035-8ABB-22B6-94C2-2761CE1C336B}"/>
                    </a:ext>
                  </a:extLst>
                </p14:cNvPr>
                <p14:cNvContentPartPr/>
                <p14:nvPr/>
              </p14:nvContentPartPr>
              <p14:xfrm>
                <a:off x="2584608" y="3847784"/>
                <a:ext cx="16560" cy="122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FB72035-8ABB-22B6-94C2-2761CE1C336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575968" y="3838784"/>
                  <a:ext cx="342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5CB8E04-BC28-264C-50EF-239EBCFE5DCC}"/>
                    </a:ext>
                  </a:extLst>
                </p14:cNvPr>
                <p14:cNvContentPartPr/>
                <p14:nvPr/>
              </p14:nvContentPartPr>
              <p14:xfrm>
                <a:off x="2727528" y="3795584"/>
                <a:ext cx="30240" cy="525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5CB8E04-BC28-264C-50EF-239EBCFE5DC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718888" y="3786944"/>
                  <a:ext cx="478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C739293-4608-E30F-9840-4DD4BAF990CC}"/>
                    </a:ext>
                  </a:extLst>
                </p14:cNvPr>
                <p14:cNvContentPartPr/>
                <p14:nvPr/>
              </p14:nvContentPartPr>
              <p14:xfrm>
                <a:off x="2850288" y="3789104"/>
                <a:ext cx="14400" cy="27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C739293-4608-E30F-9840-4DD4BAF990C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841648" y="3780464"/>
                  <a:ext cx="3204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4720A86-5C5C-1EA1-E3E6-FBC754ABDF14}"/>
              </a:ext>
            </a:extLst>
          </p:cNvPr>
          <p:cNvGrpSpPr/>
          <p:nvPr/>
        </p:nvGrpSpPr>
        <p:grpSpPr>
          <a:xfrm>
            <a:off x="966408" y="3628904"/>
            <a:ext cx="661680" cy="462240"/>
            <a:chOff x="966408" y="3628904"/>
            <a:chExt cx="661680" cy="46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64F39EA-0979-6FBE-CAA6-F49A0DB01192}"/>
                    </a:ext>
                  </a:extLst>
                </p14:cNvPr>
                <p14:cNvContentPartPr/>
                <p14:nvPr/>
              </p14:nvContentPartPr>
              <p14:xfrm>
                <a:off x="966408" y="3822944"/>
                <a:ext cx="147960" cy="100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64F39EA-0979-6FBE-CAA6-F49A0DB0119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57408" y="3813944"/>
                  <a:ext cx="1656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2B66A68-010E-3296-73B3-C1B88E9CABE3}"/>
                    </a:ext>
                  </a:extLst>
                </p14:cNvPr>
                <p14:cNvContentPartPr/>
                <p14:nvPr/>
              </p14:nvContentPartPr>
              <p14:xfrm>
                <a:off x="985128" y="3907184"/>
                <a:ext cx="187200" cy="280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2B66A68-010E-3296-73B3-C1B88E9CABE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76488" y="3898184"/>
                  <a:ext cx="204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9D379F4-A671-4166-94B0-1712C8981D25}"/>
                    </a:ext>
                  </a:extLst>
                </p14:cNvPr>
                <p14:cNvContentPartPr/>
                <p14:nvPr/>
              </p14:nvContentPartPr>
              <p14:xfrm>
                <a:off x="1431888" y="3628904"/>
                <a:ext cx="196200" cy="3909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9D379F4-A671-4166-94B0-1712C8981D2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422888" y="3620264"/>
                  <a:ext cx="21384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F093588-B408-88C6-03F1-97636B1509E9}"/>
                    </a:ext>
                  </a:extLst>
                </p14:cNvPr>
                <p14:cNvContentPartPr/>
                <p14:nvPr/>
              </p14:nvContentPartPr>
              <p14:xfrm>
                <a:off x="1252608" y="3641144"/>
                <a:ext cx="157320" cy="4500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F093588-B408-88C6-03F1-97636B1509E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243968" y="3632504"/>
                  <a:ext cx="174960" cy="46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35F29395-5653-6082-41D6-69E109C5561F}"/>
              </a:ext>
            </a:extLst>
          </p:cNvPr>
          <p:cNvGrpSpPr/>
          <p:nvPr/>
        </p:nvGrpSpPr>
        <p:grpSpPr>
          <a:xfrm>
            <a:off x="3176448" y="3482744"/>
            <a:ext cx="846000" cy="567360"/>
            <a:chOff x="3176448" y="3482744"/>
            <a:chExt cx="846000" cy="56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B4D0E49-DEDD-81F2-0EB0-BB104F97A85C}"/>
                    </a:ext>
                  </a:extLst>
                </p14:cNvPr>
                <p14:cNvContentPartPr/>
                <p14:nvPr/>
              </p14:nvContentPartPr>
              <p14:xfrm>
                <a:off x="3176448" y="3528464"/>
                <a:ext cx="160920" cy="4633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B4D0E49-DEDD-81F2-0EB0-BB104F97A85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167808" y="3519464"/>
                  <a:ext cx="17856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0A48AAA-EB5C-B9CD-836E-18A9A0324B45}"/>
                    </a:ext>
                  </a:extLst>
                </p14:cNvPr>
                <p14:cNvContentPartPr/>
                <p14:nvPr/>
              </p14:nvContentPartPr>
              <p14:xfrm>
                <a:off x="3370128" y="3883064"/>
                <a:ext cx="140400" cy="1670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0A48AAA-EB5C-B9CD-836E-18A9A0324B4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361128" y="3874424"/>
                  <a:ext cx="1580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833D3FA-B1D4-EC01-9C6D-764B061BC0B7}"/>
                    </a:ext>
                  </a:extLst>
                </p14:cNvPr>
                <p14:cNvContentPartPr/>
                <p14:nvPr/>
              </p14:nvContentPartPr>
              <p14:xfrm>
                <a:off x="3654888" y="3609824"/>
                <a:ext cx="84960" cy="3848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833D3FA-B1D4-EC01-9C6D-764B061BC0B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645888" y="3601184"/>
                  <a:ext cx="10260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50FA149-CE43-5EBB-D7CD-31B9046F7D14}"/>
                    </a:ext>
                  </a:extLst>
                </p14:cNvPr>
                <p14:cNvContentPartPr/>
                <p14:nvPr/>
              </p14:nvContentPartPr>
              <p14:xfrm>
                <a:off x="3909048" y="3482744"/>
                <a:ext cx="113400" cy="61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50FA149-CE43-5EBB-D7CD-31B9046F7D1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900048" y="3474104"/>
                  <a:ext cx="13104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A895D472-8731-E797-3D22-D3097E0FCB0E}"/>
              </a:ext>
            </a:extLst>
          </p:cNvPr>
          <p:cNvGrpSpPr/>
          <p:nvPr/>
        </p:nvGrpSpPr>
        <p:grpSpPr>
          <a:xfrm>
            <a:off x="4215048" y="3271064"/>
            <a:ext cx="222480" cy="415080"/>
            <a:chOff x="4215048" y="3271064"/>
            <a:chExt cx="222480" cy="41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78A3582-9D0B-168F-6FC0-E5B9EA98471F}"/>
                    </a:ext>
                  </a:extLst>
                </p14:cNvPr>
                <p14:cNvContentPartPr/>
                <p14:nvPr/>
              </p14:nvContentPartPr>
              <p14:xfrm>
                <a:off x="4227648" y="3556904"/>
                <a:ext cx="209880" cy="1292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78A3582-9D0B-168F-6FC0-E5B9EA98471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218648" y="3548264"/>
                  <a:ext cx="2275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24A8D05-EB2B-886A-50E7-1D2E001A5742}"/>
                    </a:ext>
                  </a:extLst>
                </p14:cNvPr>
                <p14:cNvContentPartPr/>
                <p14:nvPr/>
              </p14:nvContentPartPr>
              <p14:xfrm>
                <a:off x="4215048" y="3475184"/>
                <a:ext cx="209880" cy="28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24A8D05-EB2B-886A-50E7-1D2E001A574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206048" y="3466544"/>
                  <a:ext cx="2275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2FE3565-1293-CA25-63C9-7F5BF98F323E}"/>
                    </a:ext>
                  </a:extLst>
                </p14:cNvPr>
                <p14:cNvContentPartPr/>
                <p14:nvPr/>
              </p14:nvContentPartPr>
              <p14:xfrm>
                <a:off x="4334208" y="3271064"/>
                <a:ext cx="23760" cy="204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2FE3565-1293-CA25-63C9-7F5BF98F323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325568" y="3262064"/>
                  <a:ext cx="4140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015D2DA9-F96D-25DA-7471-5F64BE91873C}"/>
                  </a:ext>
                </a:extLst>
              </p14:cNvPr>
              <p14:cNvContentPartPr/>
              <p14:nvPr/>
            </p14:nvContentPartPr>
            <p14:xfrm>
              <a:off x="982248" y="4891784"/>
              <a:ext cx="153000" cy="190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015D2DA9-F96D-25DA-7471-5F64BE91873C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73248" y="4883144"/>
                <a:ext cx="1706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9C28BD48-0EBD-0F92-865C-9C64E6691700}"/>
                  </a:ext>
                </a:extLst>
              </p14:cNvPr>
              <p14:cNvContentPartPr/>
              <p14:nvPr/>
            </p14:nvContentPartPr>
            <p14:xfrm>
              <a:off x="995928" y="5062424"/>
              <a:ext cx="149760" cy="2412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9C28BD48-0EBD-0F92-865C-9C64E6691700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986928" y="5053784"/>
                <a:ext cx="16740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9522A7BD-7717-C7D3-4499-79B758412A2E}"/>
              </a:ext>
            </a:extLst>
          </p:cNvPr>
          <p:cNvGrpSpPr/>
          <p:nvPr/>
        </p:nvGrpSpPr>
        <p:grpSpPr>
          <a:xfrm>
            <a:off x="1660128" y="4320464"/>
            <a:ext cx="3445920" cy="1117800"/>
            <a:chOff x="1660128" y="4320464"/>
            <a:chExt cx="3445920" cy="11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7D20924-4A9F-D11A-DB0E-AE06A6BED99F}"/>
                    </a:ext>
                  </a:extLst>
                </p14:cNvPr>
                <p14:cNvContentPartPr/>
                <p14:nvPr/>
              </p14:nvContentPartPr>
              <p14:xfrm>
                <a:off x="1732848" y="5032544"/>
                <a:ext cx="203040" cy="2109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7D20924-4A9F-D11A-DB0E-AE06A6BED99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723848" y="5023904"/>
                  <a:ext cx="2206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618561A-90FB-F38A-5D56-2B88BBE4FA5A}"/>
                    </a:ext>
                  </a:extLst>
                </p14:cNvPr>
                <p14:cNvContentPartPr/>
                <p14:nvPr/>
              </p14:nvContentPartPr>
              <p14:xfrm>
                <a:off x="1660128" y="4320464"/>
                <a:ext cx="3445920" cy="11178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618561A-90FB-F38A-5D56-2B88BBE4FA5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651128" y="4311824"/>
                  <a:ext cx="3463560" cy="113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CFDDAA2A-F008-87AF-1122-0928847B200F}"/>
                  </a:ext>
                </a:extLst>
              </p14:cNvPr>
              <p14:cNvContentPartPr/>
              <p14:nvPr/>
            </p14:nvContentPartPr>
            <p14:xfrm>
              <a:off x="2193648" y="5127224"/>
              <a:ext cx="197280" cy="38088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CFDDAA2A-F008-87AF-1122-0928847B200F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2185008" y="5118584"/>
                <a:ext cx="214920" cy="39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B7B1B6A1-D5C7-6923-3A61-4EFCA6F459F2}"/>
              </a:ext>
            </a:extLst>
          </p:cNvPr>
          <p:cNvGrpSpPr/>
          <p:nvPr/>
        </p:nvGrpSpPr>
        <p:grpSpPr>
          <a:xfrm>
            <a:off x="2408208" y="4669664"/>
            <a:ext cx="1664280" cy="912240"/>
            <a:chOff x="2408208" y="4669664"/>
            <a:chExt cx="1664280" cy="91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695561A-9BD2-9EDA-B915-428623664517}"/>
                    </a:ext>
                  </a:extLst>
                </p14:cNvPr>
                <p14:cNvContentPartPr/>
                <p14:nvPr/>
              </p14:nvContentPartPr>
              <p14:xfrm>
                <a:off x="2537088" y="5174384"/>
                <a:ext cx="232200" cy="3531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695561A-9BD2-9EDA-B915-42862366451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528088" y="5165384"/>
                  <a:ext cx="2498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CF612E5-2B32-BCED-640C-A25CB764CF60}"/>
                    </a:ext>
                  </a:extLst>
                </p14:cNvPr>
                <p14:cNvContentPartPr/>
                <p14:nvPr/>
              </p14:nvContentPartPr>
              <p14:xfrm>
                <a:off x="2461848" y="5416304"/>
                <a:ext cx="28080" cy="1656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CF612E5-2B32-BCED-640C-A25CB764CF6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453208" y="5407664"/>
                  <a:ext cx="45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616B7AD-02E0-DAFA-9DB5-A454C91107BD}"/>
                    </a:ext>
                  </a:extLst>
                </p14:cNvPr>
                <p14:cNvContentPartPr/>
                <p14:nvPr/>
              </p14:nvContentPartPr>
              <p14:xfrm>
                <a:off x="2834088" y="5429264"/>
                <a:ext cx="113760" cy="939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616B7AD-02E0-DAFA-9DB5-A454C91107B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825448" y="5420624"/>
                  <a:ext cx="1314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08A01E7-3477-2B87-3E40-8E87DED0202E}"/>
                    </a:ext>
                  </a:extLst>
                </p14:cNvPr>
                <p14:cNvContentPartPr/>
                <p14:nvPr/>
              </p14:nvContentPartPr>
              <p14:xfrm>
                <a:off x="3130008" y="5305424"/>
                <a:ext cx="28080" cy="486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08A01E7-3477-2B87-3E40-8E87DED0202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121368" y="5296784"/>
                  <a:ext cx="457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FBC1943-8B52-2EE2-8135-F396672CAE87}"/>
                    </a:ext>
                  </a:extLst>
                </p14:cNvPr>
                <p14:cNvContentPartPr/>
                <p14:nvPr/>
              </p14:nvContentPartPr>
              <p14:xfrm>
                <a:off x="3242328" y="5322344"/>
                <a:ext cx="14760" cy="36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FBC1943-8B52-2EE2-8135-F396672CAE8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233328" y="5313344"/>
                  <a:ext cx="32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A386404-09E7-C04E-C693-C4FC9139B4F4}"/>
                    </a:ext>
                  </a:extLst>
                </p14:cNvPr>
                <p14:cNvContentPartPr/>
                <p14:nvPr/>
              </p14:nvContentPartPr>
              <p14:xfrm>
                <a:off x="3372648" y="5317664"/>
                <a:ext cx="33480" cy="280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A386404-09E7-C04E-C693-C4FC9139B4F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363648" y="5309024"/>
                  <a:ext cx="51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97BE924-1725-7634-DA98-C2CF4C53373E}"/>
                    </a:ext>
                  </a:extLst>
                </p14:cNvPr>
                <p14:cNvContentPartPr/>
                <p14:nvPr/>
              </p14:nvContentPartPr>
              <p14:xfrm>
                <a:off x="3664248" y="5116064"/>
                <a:ext cx="190440" cy="4568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97BE924-1725-7634-DA98-C2CF4C53373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655248" y="5107064"/>
                  <a:ext cx="20808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EC334EC-53EE-15CB-9BB9-1584DEB5FEA2}"/>
                    </a:ext>
                  </a:extLst>
                </p14:cNvPr>
                <p14:cNvContentPartPr/>
                <p14:nvPr/>
              </p14:nvContentPartPr>
              <p14:xfrm>
                <a:off x="3954408" y="5404064"/>
                <a:ext cx="118080" cy="1443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EC334EC-53EE-15CB-9BB9-1584DEB5FEA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945768" y="5395064"/>
                  <a:ext cx="1357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FA0BDD1-E11F-E3D1-CBF1-550989494964}"/>
                    </a:ext>
                  </a:extLst>
                </p14:cNvPr>
                <p14:cNvContentPartPr/>
                <p14:nvPr/>
              </p14:nvContentPartPr>
              <p14:xfrm>
                <a:off x="2408208" y="4972064"/>
                <a:ext cx="1523160" cy="896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FA0BDD1-E11F-E3D1-CBF1-55098949496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399208" y="4963064"/>
                  <a:ext cx="15408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CD4E5D1-A30D-BBAB-2EF2-D920317BD911}"/>
                    </a:ext>
                  </a:extLst>
                </p14:cNvPr>
                <p14:cNvContentPartPr/>
                <p14:nvPr/>
              </p14:nvContentPartPr>
              <p14:xfrm>
                <a:off x="3249168" y="4669664"/>
                <a:ext cx="21960" cy="2534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CD4E5D1-A30D-BBAB-2EF2-D920317BD91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240168" y="4661024"/>
                  <a:ext cx="39600" cy="271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44501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0EF9-D79A-E488-9E33-F8BA4B7C4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 of </a:t>
            </a:r>
            <a:r>
              <a:rPr lang="en-US" dirty="0" err="1"/>
              <a:t>perlexity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81AEB-2FFA-EF29-F297-0B638826A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Pros:</a:t>
            </a:r>
          </a:p>
          <a:p>
            <a:pPr lvl="1"/>
            <a:r>
              <a:rPr lang="en-US" dirty="0"/>
              <a:t>Fast to compute, eliminate ”bad” models that can’t perform well in expensive real-world testing </a:t>
            </a:r>
          </a:p>
          <a:p>
            <a:pPr lvl="1"/>
            <a:r>
              <a:rPr lang="en-US" dirty="0"/>
              <a:t>Model’s uncertainty/information density is useful information</a:t>
            </a:r>
          </a:p>
          <a:p>
            <a:pPr lvl="1"/>
            <a:r>
              <a:rPr lang="en-US" dirty="0"/>
              <a:t>Statistically robust (not easily influenced by a single outlier sentence in the dataset)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Not good for final evaluation: measures model’s confidence, not accuracy</a:t>
            </a:r>
          </a:p>
          <a:p>
            <a:pPr lvl="1"/>
            <a:r>
              <a:rPr lang="en-US" dirty="0"/>
              <a:t>Not fair comparison across models trained on different datasets</a:t>
            </a:r>
          </a:p>
          <a:p>
            <a:pPr lvl="1"/>
            <a:r>
              <a:rPr lang="en-US" dirty="0"/>
              <a:t>Can reward models trained on toxic or outdated dataset</a:t>
            </a:r>
          </a:p>
          <a:p>
            <a:pPr lvl="1"/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4764B60-CB00-A635-C5AB-BE520B7DB7D7}"/>
                  </a:ext>
                </a:extLst>
              </p14:cNvPr>
              <p14:cNvContentPartPr/>
              <p14:nvPr/>
            </p14:nvContentPartPr>
            <p14:xfrm>
              <a:off x="7549008" y="463784"/>
              <a:ext cx="959400" cy="16372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4764B60-CB00-A635-C5AB-BE520B7DB7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40368" y="455144"/>
                <a:ext cx="977040" cy="165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63E45A76-DB61-1E5A-B984-FC650916C570}"/>
              </a:ext>
            </a:extLst>
          </p:cNvPr>
          <p:cNvGrpSpPr/>
          <p:nvPr/>
        </p:nvGrpSpPr>
        <p:grpSpPr>
          <a:xfrm>
            <a:off x="7048608" y="403664"/>
            <a:ext cx="2013840" cy="1942200"/>
            <a:chOff x="7048608" y="403664"/>
            <a:chExt cx="2013840" cy="194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ACE5A5B-773E-E222-7E40-1897413EAFB4}"/>
                    </a:ext>
                  </a:extLst>
                </p14:cNvPr>
                <p14:cNvContentPartPr/>
                <p14:nvPr/>
              </p14:nvContentPartPr>
              <p14:xfrm>
                <a:off x="7430928" y="470624"/>
                <a:ext cx="42480" cy="1637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ACE5A5B-773E-E222-7E40-1897413EAFB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22288" y="461624"/>
                  <a:ext cx="60120" cy="16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2D42299-6801-11F0-7CF6-2AA0D3D87FAB}"/>
                    </a:ext>
                  </a:extLst>
                </p14:cNvPr>
                <p14:cNvContentPartPr/>
                <p14:nvPr/>
              </p14:nvContentPartPr>
              <p14:xfrm>
                <a:off x="7281528" y="2025464"/>
                <a:ext cx="1690920" cy="57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2D42299-6801-11F0-7CF6-2AA0D3D87FA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72528" y="2016824"/>
                  <a:ext cx="17085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73E15D1-1DE4-C36A-4800-B252590FE7DB}"/>
                    </a:ext>
                  </a:extLst>
                </p14:cNvPr>
                <p14:cNvContentPartPr/>
                <p14:nvPr/>
              </p14:nvContentPartPr>
              <p14:xfrm>
                <a:off x="8826288" y="2018624"/>
                <a:ext cx="236160" cy="139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73E15D1-1DE4-C36A-4800-B252590FE7D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17288" y="2009984"/>
                  <a:ext cx="2538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B4B2971-F8EE-6690-AD13-8FD61A0A1F5B}"/>
                    </a:ext>
                  </a:extLst>
                </p14:cNvPr>
                <p14:cNvContentPartPr/>
                <p14:nvPr/>
              </p14:nvContentPartPr>
              <p14:xfrm>
                <a:off x="7180728" y="2162624"/>
                <a:ext cx="121680" cy="136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B4B2971-F8EE-6690-AD13-8FD61A0A1F5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72088" y="2153984"/>
                  <a:ext cx="1393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E9C2FFB-250D-4329-5678-AC854387C9CB}"/>
                    </a:ext>
                  </a:extLst>
                </p14:cNvPr>
                <p14:cNvContentPartPr/>
                <p14:nvPr/>
              </p14:nvContentPartPr>
              <p14:xfrm>
                <a:off x="8312208" y="2175584"/>
                <a:ext cx="28800" cy="170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E9C2FFB-250D-4329-5678-AC854387C9C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303208" y="2166944"/>
                  <a:ext cx="464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7841249-C35E-538C-15C8-2EA7DC99C90D}"/>
                    </a:ext>
                  </a:extLst>
                </p14:cNvPr>
                <p14:cNvContentPartPr/>
                <p14:nvPr/>
              </p14:nvContentPartPr>
              <p14:xfrm>
                <a:off x="8229408" y="1955624"/>
                <a:ext cx="7200" cy="64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7841249-C35E-538C-15C8-2EA7DC99C90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20768" y="1946984"/>
                  <a:ext cx="248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0A2C194-1303-CCCA-D525-3575C794E4BF}"/>
                    </a:ext>
                  </a:extLst>
                </p14:cNvPr>
                <p14:cNvContentPartPr/>
                <p14:nvPr/>
              </p14:nvContentPartPr>
              <p14:xfrm>
                <a:off x="7357128" y="1932944"/>
                <a:ext cx="911520" cy="32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0A2C194-1303-CCCA-D525-3575C794E4B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48488" y="1923944"/>
                  <a:ext cx="9291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4453FA2-8C1D-A2F5-7B9E-5318B683BDD4}"/>
                    </a:ext>
                  </a:extLst>
                </p14:cNvPr>
                <p14:cNvContentPartPr/>
                <p14:nvPr/>
              </p14:nvContentPartPr>
              <p14:xfrm>
                <a:off x="7096488" y="513824"/>
                <a:ext cx="17280" cy="230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4453FA2-8C1D-A2F5-7B9E-5318B683BDD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087848" y="505184"/>
                  <a:ext cx="349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361BBE7-D296-FD85-4019-A9648623F54C}"/>
                    </a:ext>
                  </a:extLst>
                </p14:cNvPr>
                <p14:cNvContentPartPr/>
                <p14:nvPr/>
              </p14:nvContentPartPr>
              <p14:xfrm>
                <a:off x="7048608" y="403664"/>
                <a:ext cx="152640" cy="172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361BBE7-D296-FD85-4019-A9648623F54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39968" y="394664"/>
                  <a:ext cx="170280" cy="190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60829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2217E-23F0-02A4-7570-4110E0953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did not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86263-5E3E-984C-5162-0B22A1911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 dataset</a:t>
            </a:r>
          </a:p>
          <a:p>
            <a:r>
              <a:rPr lang="en-US" dirty="0"/>
              <a:t>Word embeddings</a:t>
            </a:r>
          </a:p>
          <a:p>
            <a:r>
              <a:rPr lang="en-US" dirty="0"/>
              <a:t>Training data: Google News</a:t>
            </a:r>
          </a:p>
          <a:p>
            <a:r>
              <a:rPr lang="en-US" dirty="0"/>
              <a:t>Test data: Shakespeare</a:t>
            </a:r>
          </a:p>
          <a:p>
            <a:r>
              <a:rPr lang="en-US" dirty="0"/>
              <a:t>P (affray | voice doth us) = 0 → P (test set) = 0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C2D4D40-9320-C98F-C8EC-D79E38DE8E57}"/>
                  </a:ext>
                </a:extLst>
              </p14:cNvPr>
              <p14:cNvContentPartPr/>
              <p14:nvPr/>
            </p14:nvContentPartPr>
            <p14:xfrm>
              <a:off x="3560208" y="4293464"/>
              <a:ext cx="633600" cy="49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2D4D40-9320-C98F-C8EC-D79E38DE8E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51568" y="4284464"/>
                <a:ext cx="651240" cy="6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6867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7C604-B42C-419A-CF67-175CCEC54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E1416-2069-5B09-D88A-AF87C85E9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“I want pizza”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ja-JP" altLang="en-US" dirty="0"/>
              <a:t>我想要披萨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ja-JP" altLang="en-US" dirty="0"/>
              <a:t>ピザが欲しいです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“Eu </a:t>
            </a:r>
            <a:r>
              <a:rPr lang="en-US" dirty="0" err="1"/>
              <a:t>quero</a:t>
            </a:r>
            <a:r>
              <a:rPr lang="en-US" dirty="0"/>
              <a:t> pizza”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ar-AE" dirty="0"/>
              <a:t>أريد بيتزا 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hi-IN" dirty="0"/>
              <a:t>मुझे पिज़्ज़ा चाहिए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dirty="0" err="1"/>
              <a:t>Quiero</a:t>
            </a:r>
            <a:r>
              <a:rPr lang="en-US" dirty="0"/>
              <a:t> pizza”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ko-KR" altLang="en-US" dirty="0"/>
              <a:t>피자가 먹고 싶어요</a:t>
            </a:r>
            <a:r>
              <a:rPr lang="en-US" dirty="0"/>
              <a:t>”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933CA9C-E50B-65BE-5505-88140832EBEB}"/>
              </a:ext>
            </a:extLst>
          </p:cNvPr>
          <p:cNvGrpSpPr/>
          <p:nvPr/>
        </p:nvGrpSpPr>
        <p:grpSpPr>
          <a:xfrm>
            <a:off x="3920928" y="1726304"/>
            <a:ext cx="1250640" cy="489240"/>
            <a:chOff x="3920928" y="1726304"/>
            <a:chExt cx="1250640" cy="48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D977618-CD83-0C10-69E2-D4647F0661EE}"/>
                    </a:ext>
                  </a:extLst>
                </p14:cNvPr>
                <p14:cNvContentPartPr/>
                <p14:nvPr/>
              </p14:nvContentPartPr>
              <p14:xfrm>
                <a:off x="3943248" y="1915664"/>
                <a:ext cx="22320" cy="299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D977618-CD83-0C10-69E2-D4647F0661E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34608" y="1906664"/>
                  <a:ext cx="399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6DA80B8-E208-6993-4612-1794DEE31CA5}"/>
                    </a:ext>
                  </a:extLst>
                </p14:cNvPr>
                <p14:cNvContentPartPr/>
                <p14:nvPr/>
              </p14:nvContentPartPr>
              <p14:xfrm>
                <a:off x="3920928" y="1830344"/>
                <a:ext cx="129240" cy="250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6DA80B8-E208-6993-4612-1794DEE31CA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12288" y="1821704"/>
                  <a:ext cx="1468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4338D26-6F0A-59C2-9E74-710713134EEE}"/>
                    </a:ext>
                  </a:extLst>
                </p14:cNvPr>
                <p14:cNvContentPartPr/>
                <p14:nvPr/>
              </p14:nvContentPartPr>
              <p14:xfrm>
                <a:off x="4128648" y="1897664"/>
                <a:ext cx="6120" cy="138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4338D26-6F0A-59C2-9E74-710713134EE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19648" y="1889024"/>
                  <a:ext cx="237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2FE51A0-F85F-3A19-611B-EC0CBE6A9B26}"/>
                    </a:ext>
                  </a:extLst>
                </p14:cNvPr>
                <p14:cNvContentPartPr/>
                <p14:nvPr/>
              </p14:nvContentPartPr>
              <p14:xfrm>
                <a:off x="4128288" y="1784264"/>
                <a:ext cx="6840" cy="21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2FE51A0-F85F-3A19-611B-EC0CBE6A9B2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19648" y="1775624"/>
                  <a:ext cx="244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557E482-CD3C-9F08-27C0-C938FEDC5D27}"/>
                    </a:ext>
                  </a:extLst>
                </p14:cNvPr>
                <p14:cNvContentPartPr/>
                <p14:nvPr/>
              </p14:nvContentPartPr>
              <p14:xfrm>
                <a:off x="4172928" y="1921424"/>
                <a:ext cx="102960" cy="173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557E482-CD3C-9F08-27C0-C938FEDC5D2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64288" y="1912424"/>
                  <a:ext cx="1206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369CFEE-B540-C1A3-6E6C-5CE8DCC36316}"/>
                    </a:ext>
                  </a:extLst>
                </p14:cNvPr>
                <p14:cNvContentPartPr/>
                <p14:nvPr/>
              </p14:nvContentPartPr>
              <p14:xfrm>
                <a:off x="4276248" y="1896944"/>
                <a:ext cx="301680" cy="192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369CFEE-B540-C1A3-6E6C-5CE8DCC3631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267248" y="1888304"/>
                  <a:ext cx="3193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AD5E0BB-4318-A201-896F-0AD19DDC9DC1}"/>
                    </a:ext>
                  </a:extLst>
                </p14:cNvPr>
                <p14:cNvContentPartPr/>
                <p14:nvPr/>
              </p14:nvContentPartPr>
              <p14:xfrm>
                <a:off x="4644888" y="1915664"/>
                <a:ext cx="90000" cy="163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AD5E0BB-4318-A201-896F-0AD19DDC9DC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36248" y="1907024"/>
                  <a:ext cx="107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DB6C287-7B8F-D231-6B1C-48195F002637}"/>
                    </a:ext>
                  </a:extLst>
                </p14:cNvPr>
                <p14:cNvContentPartPr/>
                <p14:nvPr/>
              </p14:nvContentPartPr>
              <p14:xfrm>
                <a:off x="4762968" y="1922864"/>
                <a:ext cx="13680" cy="155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DB6C287-7B8F-D231-6B1C-48195F00263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53968" y="1914224"/>
                  <a:ext cx="313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3F28F96-3D28-3BF6-472E-CA482E9AC47B}"/>
                    </a:ext>
                  </a:extLst>
                </p14:cNvPr>
                <p14:cNvContentPartPr/>
                <p14:nvPr/>
              </p14:nvContentPartPr>
              <p14:xfrm>
                <a:off x="4771608" y="1796504"/>
                <a:ext cx="8640" cy="87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3F28F96-3D28-3BF6-472E-CA482E9AC47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62968" y="1787864"/>
                  <a:ext cx="262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DCD63A0-ACE7-FF7F-061E-49A812930F74}"/>
                    </a:ext>
                  </a:extLst>
                </p14:cNvPr>
                <p14:cNvContentPartPr/>
                <p14:nvPr/>
              </p14:nvContentPartPr>
              <p14:xfrm>
                <a:off x="4838928" y="1898744"/>
                <a:ext cx="136440" cy="219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DCD63A0-ACE7-FF7F-061E-49A812930F7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29928" y="1890104"/>
                  <a:ext cx="1540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D8FC7D1-8B03-0075-8DB7-7B35F3DFD9D7}"/>
                    </a:ext>
                  </a:extLst>
                </p14:cNvPr>
                <p14:cNvContentPartPr/>
                <p14:nvPr/>
              </p14:nvContentPartPr>
              <p14:xfrm>
                <a:off x="5011728" y="1726304"/>
                <a:ext cx="159840" cy="417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D8FC7D1-8B03-0075-8DB7-7B35F3DFD9D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03088" y="1717664"/>
                  <a:ext cx="177480" cy="43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C2644B5-00EF-448C-BA6B-D6C31FF27C73}"/>
                  </a:ext>
                </a:extLst>
              </p14:cNvPr>
              <p14:cNvContentPartPr/>
              <p14:nvPr/>
            </p14:nvContentPartPr>
            <p14:xfrm>
              <a:off x="2182848" y="2808464"/>
              <a:ext cx="611640" cy="288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C2644B5-00EF-448C-BA6B-D6C31FF27C7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73848" y="2799824"/>
                <a:ext cx="629280" cy="4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8AE035DC-F625-5F13-FF79-BABB673ADC14}"/>
              </a:ext>
            </a:extLst>
          </p:cNvPr>
          <p:cNvGrpSpPr/>
          <p:nvPr/>
        </p:nvGrpSpPr>
        <p:grpSpPr>
          <a:xfrm>
            <a:off x="4627248" y="2378264"/>
            <a:ext cx="1522080" cy="786960"/>
            <a:chOff x="4627248" y="2378264"/>
            <a:chExt cx="1522080" cy="78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76DFF85-AA29-A3FF-79D6-CCB1722239B9}"/>
                    </a:ext>
                  </a:extLst>
                </p14:cNvPr>
                <p14:cNvContentPartPr/>
                <p14:nvPr/>
              </p14:nvContentPartPr>
              <p14:xfrm>
                <a:off x="4627248" y="2610824"/>
                <a:ext cx="181080" cy="74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76DFF85-AA29-A3FF-79D6-CCB1722239B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18248" y="2602184"/>
                  <a:ext cx="1987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49EEAC0-16FE-F0A7-0209-CE68B2763BD0}"/>
                    </a:ext>
                  </a:extLst>
                </p14:cNvPr>
                <p14:cNvContentPartPr/>
                <p14:nvPr/>
              </p14:nvContentPartPr>
              <p14:xfrm>
                <a:off x="4666128" y="2483744"/>
                <a:ext cx="127080" cy="389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49EEAC0-16FE-F0A7-0209-CE68B2763BD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57128" y="2474744"/>
                  <a:ext cx="14472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AC70667-8F71-610E-0DB9-C8B446035AAA}"/>
                    </a:ext>
                  </a:extLst>
                </p14:cNvPr>
                <p14:cNvContentPartPr/>
                <p14:nvPr/>
              </p14:nvContentPartPr>
              <p14:xfrm>
                <a:off x="4851888" y="2600384"/>
                <a:ext cx="24480" cy="285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AC70667-8F71-610E-0DB9-C8B446035AA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43248" y="2591744"/>
                  <a:ext cx="421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94B280E-1D0A-6F5E-C8C6-2552A1102574}"/>
                    </a:ext>
                  </a:extLst>
                </p14:cNvPr>
                <p14:cNvContentPartPr/>
                <p14:nvPr/>
              </p14:nvContentPartPr>
              <p14:xfrm>
                <a:off x="4821648" y="2532344"/>
                <a:ext cx="304200" cy="124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94B280E-1D0A-6F5E-C8C6-2552A110257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13008" y="2523344"/>
                  <a:ext cx="3218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635E324-049E-4153-17E2-D3F4C6A36E27}"/>
                    </a:ext>
                  </a:extLst>
                </p14:cNvPr>
                <p14:cNvContentPartPr/>
                <p14:nvPr/>
              </p14:nvContentPartPr>
              <p14:xfrm>
                <a:off x="4944408" y="2449184"/>
                <a:ext cx="365760" cy="408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635E324-049E-4153-17E2-D3F4C6A36E2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35768" y="2440544"/>
                  <a:ext cx="38340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6287EBC-8C5D-4FD1-203E-B9F08E6153EF}"/>
                    </a:ext>
                  </a:extLst>
                </p14:cNvPr>
                <p14:cNvContentPartPr/>
                <p14:nvPr/>
              </p14:nvContentPartPr>
              <p14:xfrm>
                <a:off x="5535168" y="2417864"/>
                <a:ext cx="314280" cy="98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6287EBC-8C5D-4FD1-203E-B9F08E6153E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26528" y="2408864"/>
                  <a:ext cx="3319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E26F169-5D35-F034-115E-B79EEB2391A3}"/>
                    </a:ext>
                  </a:extLst>
                </p14:cNvPr>
                <p14:cNvContentPartPr/>
                <p14:nvPr/>
              </p14:nvContentPartPr>
              <p14:xfrm>
                <a:off x="5647488" y="2378264"/>
                <a:ext cx="43200" cy="212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E26F169-5D35-F034-115E-B79EEB2391A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38488" y="2369264"/>
                  <a:ext cx="608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6E878CD-78A9-9444-E384-4FB2A04973D8}"/>
                    </a:ext>
                  </a:extLst>
                </p14:cNvPr>
                <p14:cNvContentPartPr/>
                <p14:nvPr/>
              </p14:nvContentPartPr>
              <p14:xfrm>
                <a:off x="5719848" y="2399504"/>
                <a:ext cx="12240" cy="109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6E878CD-78A9-9444-E384-4FB2A04973D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10848" y="2390504"/>
                  <a:ext cx="298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84ECDA5-36D6-F8EC-C90B-3D89B8D635CB}"/>
                    </a:ext>
                  </a:extLst>
                </p14:cNvPr>
                <p14:cNvContentPartPr/>
                <p14:nvPr/>
              </p14:nvContentPartPr>
              <p14:xfrm>
                <a:off x="5565408" y="2587064"/>
                <a:ext cx="112680" cy="457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84ECDA5-36D6-F8EC-C90B-3D89B8D635C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56768" y="2578424"/>
                  <a:ext cx="13032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9736D1D-B425-2E86-9C38-7250AA035227}"/>
                    </a:ext>
                  </a:extLst>
                </p14:cNvPr>
                <p14:cNvContentPartPr/>
                <p14:nvPr/>
              </p14:nvContentPartPr>
              <p14:xfrm>
                <a:off x="5797608" y="2546024"/>
                <a:ext cx="10800" cy="78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9736D1D-B425-2E86-9C38-7250AA03522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88968" y="2537024"/>
                  <a:ext cx="284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69DBE26-E528-3264-41DF-A2FE6114885C}"/>
                    </a:ext>
                  </a:extLst>
                </p14:cNvPr>
                <p14:cNvContentPartPr/>
                <p14:nvPr/>
              </p14:nvContentPartPr>
              <p14:xfrm>
                <a:off x="5723448" y="2583104"/>
                <a:ext cx="155160" cy="90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69DBE26-E528-3264-41DF-A2FE6114885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14808" y="2574464"/>
                  <a:ext cx="1728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3D25051-261A-3BF1-866A-12CFBD5088CD}"/>
                    </a:ext>
                  </a:extLst>
                </p14:cNvPr>
                <p14:cNvContentPartPr/>
                <p14:nvPr/>
              </p14:nvContentPartPr>
              <p14:xfrm>
                <a:off x="5730288" y="2641064"/>
                <a:ext cx="168840" cy="155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3D25051-261A-3BF1-866A-12CFBD5088C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721288" y="2632424"/>
                  <a:ext cx="1864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9790B19-D3EB-8C1A-7875-74B39D8FFF09}"/>
                    </a:ext>
                  </a:extLst>
                </p14:cNvPr>
                <p14:cNvContentPartPr/>
                <p14:nvPr/>
              </p14:nvContentPartPr>
              <p14:xfrm>
                <a:off x="5788248" y="2743304"/>
                <a:ext cx="15480" cy="347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9790B19-D3EB-8C1A-7875-74B39D8FFF0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79248" y="2734304"/>
                  <a:ext cx="3312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A216419-C99C-A0C1-E652-35CEB3ECDC19}"/>
                    </a:ext>
                  </a:extLst>
                </p14:cNvPr>
                <p14:cNvContentPartPr/>
                <p14:nvPr/>
              </p14:nvContentPartPr>
              <p14:xfrm>
                <a:off x="4702848" y="3029504"/>
                <a:ext cx="1446480" cy="135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A216419-C99C-A0C1-E652-35CEB3ECDC1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694208" y="3020864"/>
                  <a:ext cx="1464120" cy="15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238E4D1-0225-7DA9-4336-C0383EB13A05}"/>
                  </a:ext>
                </a:extLst>
              </p14:cNvPr>
              <p14:cNvContentPartPr/>
              <p14:nvPr/>
            </p14:nvContentPartPr>
            <p14:xfrm>
              <a:off x="2579928" y="3330464"/>
              <a:ext cx="676080" cy="172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238E4D1-0225-7DA9-4336-C0383EB13A0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571288" y="3321824"/>
                <a:ext cx="693720" cy="3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9566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C69F4-F03A-5106-64B2-3C55A0243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79878-BDB3-5192-D837-90DFF4AD6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“p”-&gt;01110000 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https://www.unicode.org/charts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https://www.cogsci.ed.ac.uk/~richard/utf-8.cgi?input=pizza&amp;mode=char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>
                <a:hlinkClick r:id="rId4"/>
              </a:rPr>
              <a:t>https://tiktokenizer.vercel.app/</a:t>
            </a:r>
            <a:r>
              <a:rPr lang="en-US" dirty="0"/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64CBB6-08A5-E5AD-A9BD-CF533F6E8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ASCII and UTF encoding</a:t>
            </a:r>
          </a:p>
        </p:txBody>
      </p:sp>
    </p:spTree>
    <p:extLst>
      <p:ext uri="{BB962C8B-B14F-4D97-AF65-F5344CB8AC3E}">
        <p14:creationId xmlns:p14="http://schemas.microsoft.com/office/powerpoint/2010/main" val="366009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AD70-0FB9-5541-822F-BC70F1466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173AE-9EFF-433D-DB82-06F0BEBC1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Bag of words</a:t>
            </a:r>
          </a:p>
          <a:p>
            <a:r>
              <a:rPr lang="en-US" dirty="0"/>
              <a:t>TF-IDF</a:t>
            </a:r>
          </a:p>
          <a:p>
            <a:r>
              <a:rPr lang="en-US" dirty="0"/>
              <a:t>Word2Vec: Skip-gram and Negative Sampling</a:t>
            </a: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67691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324F7-4DE8-1EF8-A67B-1F5F4844D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Bag-of-Words (BOW)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5F5F7-CC64-3B48-47F5-8028B1A93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corpus = [</a:t>
            </a:r>
          </a:p>
          <a:p>
            <a:pPr marL="0" indent="0">
              <a:buNone/>
            </a:pPr>
            <a:r>
              <a:rPr lang="en-US" dirty="0"/>
              <a:t>  "Red Bull drops hint on F1 engine.",</a:t>
            </a:r>
          </a:p>
          <a:p>
            <a:pPr marL="0" indent="0">
              <a:buNone/>
            </a:pPr>
            <a:r>
              <a:rPr lang="en-US" dirty="0"/>
              <a:t>  "Honda exits F1, leaving F1 partner Red Bull.",</a:t>
            </a:r>
          </a:p>
          <a:p>
            <a:pPr marL="0" indent="0">
              <a:buNone/>
            </a:pPr>
            <a:r>
              <a:rPr lang="en-US" dirty="0"/>
              <a:t>  "Hamilton eyes record eighth F1 title.",</a:t>
            </a:r>
          </a:p>
          <a:p>
            <a:pPr marL="0" indent="0">
              <a:buNone/>
            </a:pPr>
            <a:r>
              <a:rPr lang="en-US" dirty="0"/>
              <a:t>  "Aston Martin announces sponsor."</a:t>
            </a:r>
          </a:p>
          <a:p>
            <a:pPr marL="0" indent="0">
              <a:buNone/>
            </a:pPr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577060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53F9C-DDCA-C90B-A3B4-BCCB63359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vectorizer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F717AF-26EE-11E3-D1C5-B91E84C7F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 0 vs Doc 1: 0.47809144373375745</a:t>
            </a:r>
          </a:p>
          <a:p>
            <a:r>
              <a:rPr lang="en-US" dirty="0"/>
              <a:t>Doc 0 vs Doc 2: 0.15430334996209194</a:t>
            </a:r>
          </a:p>
          <a:p>
            <a:r>
              <a:rPr lang="en-US" dirty="0"/>
              <a:t>Doc 0 vs Doc 3: 0.0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5D4B16-73D4-563C-2017-84E7825C3E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178"/>
          <a:stretch/>
        </p:blipFill>
        <p:spPr>
          <a:xfrm>
            <a:off x="386404" y="3814011"/>
            <a:ext cx="10967396" cy="211112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13415A90-1C1C-0909-7797-6ACBEA5BC1DA}"/>
              </a:ext>
            </a:extLst>
          </p:cNvPr>
          <p:cNvGrpSpPr/>
          <p:nvPr/>
        </p:nvGrpSpPr>
        <p:grpSpPr>
          <a:xfrm>
            <a:off x="6514728" y="1068584"/>
            <a:ext cx="335520" cy="315720"/>
            <a:chOff x="6514728" y="1068584"/>
            <a:chExt cx="335520" cy="3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3BEE887-29EF-2589-C390-0DA2EDDB5FE0}"/>
                    </a:ext>
                  </a:extLst>
                </p14:cNvPr>
                <p14:cNvContentPartPr/>
                <p14:nvPr/>
              </p14:nvContentPartPr>
              <p14:xfrm>
                <a:off x="6676008" y="1124744"/>
                <a:ext cx="26640" cy="207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3BEE887-29EF-2589-C390-0DA2EDDB5FE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67008" y="1115744"/>
                  <a:ext cx="442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C5E5D1A-6ED2-3047-3CE4-A5EC4178780E}"/>
                    </a:ext>
                  </a:extLst>
                </p14:cNvPr>
                <p14:cNvContentPartPr/>
                <p14:nvPr/>
              </p14:nvContentPartPr>
              <p14:xfrm>
                <a:off x="6514728" y="1068584"/>
                <a:ext cx="335520" cy="315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C5E5D1A-6ED2-3047-3CE4-A5EC4178780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05728" y="1059944"/>
                  <a:ext cx="353160" cy="33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9FC7C5D-F390-77FA-CC2F-75C2D6A9C47A}"/>
              </a:ext>
            </a:extLst>
          </p:cNvPr>
          <p:cNvGrpSpPr/>
          <p:nvPr/>
        </p:nvGrpSpPr>
        <p:grpSpPr>
          <a:xfrm>
            <a:off x="7149408" y="1035824"/>
            <a:ext cx="756000" cy="407160"/>
            <a:chOff x="7149408" y="1035824"/>
            <a:chExt cx="756000" cy="40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845CE5F-28F8-FC3F-C9C3-4E0044D9AE6A}"/>
                    </a:ext>
                  </a:extLst>
                </p14:cNvPr>
                <p14:cNvContentPartPr/>
                <p14:nvPr/>
              </p14:nvContentPartPr>
              <p14:xfrm>
                <a:off x="7149408" y="1035824"/>
                <a:ext cx="225000" cy="387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845CE5F-28F8-FC3F-C9C3-4E0044D9AE6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140768" y="1026824"/>
                  <a:ext cx="24264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23AA2E0-0674-A39E-CF05-975AD91147D3}"/>
                    </a:ext>
                  </a:extLst>
                </p14:cNvPr>
                <p14:cNvContentPartPr/>
                <p14:nvPr/>
              </p14:nvContentPartPr>
              <p14:xfrm>
                <a:off x="7405368" y="1268744"/>
                <a:ext cx="145800" cy="158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23AA2E0-0674-A39E-CF05-975AD91147D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396368" y="1259744"/>
                  <a:ext cx="1634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32C14BE-80C4-3B02-2DA7-6D3224C4FDEE}"/>
                    </a:ext>
                  </a:extLst>
                </p14:cNvPr>
                <p14:cNvContentPartPr/>
                <p14:nvPr/>
              </p14:nvContentPartPr>
              <p14:xfrm>
                <a:off x="7607328" y="1320584"/>
                <a:ext cx="23760" cy="105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32C14BE-80C4-3B02-2DA7-6D3224C4FDE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98328" y="1311944"/>
                  <a:ext cx="414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AE8B272-108C-341E-2BBC-1699A9D4AFFE}"/>
                    </a:ext>
                  </a:extLst>
                </p14:cNvPr>
                <p14:cNvContentPartPr/>
                <p14:nvPr/>
              </p14:nvContentPartPr>
              <p14:xfrm>
                <a:off x="7615248" y="1236344"/>
                <a:ext cx="11880" cy="60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AE8B272-108C-341E-2BBC-1699A9D4AFF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06248" y="1227344"/>
                  <a:ext cx="29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62243D0-57E5-9C64-68B9-F5813801EC1D}"/>
                    </a:ext>
                  </a:extLst>
                </p14:cNvPr>
                <p14:cNvContentPartPr/>
                <p14:nvPr/>
              </p14:nvContentPartPr>
              <p14:xfrm>
                <a:off x="7672128" y="1178744"/>
                <a:ext cx="57600" cy="244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62243D0-57E5-9C64-68B9-F5813801EC1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663128" y="1170104"/>
                  <a:ext cx="752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9CD630B-5EFB-2F12-50D1-FD19FA13FAF9}"/>
                    </a:ext>
                  </a:extLst>
                </p14:cNvPr>
                <p14:cNvContentPartPr/>
                <p14:nvPr/>
              </p14:nvContentPartPr>
              <p14:xfrm>
                <a:off x="7734768" y="1052024"/>
                <a:ext cx="170640" cy="390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9CD630B-5EFB-2F12-50D1-FD19FA13FAF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725768" y="1043024"/>
                  <a:ext cx="188280" cy="40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4455F56-79E0-512F-5127-CD6DEFC09F96}"/>
              </a:ext>
            </a:extLst>
          </p:cNvPr>
          <p:cNvGrpSpPr/>
          <p:nvPr/>
        </p:nvGrpSpPr>
        <p:grpSpPr>
          <a:xfrm>
            <a:off x="8334888" y="1095224"/>
            <a:ext cx="1320120" cy="592920"/>
            <a:chOff x="8334888" y="1095224"/>
            <a:chExt cx="1320120" cy="59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B6D6F32-34DA-2EF6-178E-4802BB7C0F8F}"/>
                    </a:ext>
                  </a:extLst>
                </p14:cNvPr>
                <p14:cNvContentPartPr/>
                <p14:nvPr/>
              </p14:nvContentPartPr>
              <p14:xfrm>
                <a:off x="8334888" y="1251464"/>
                <a:ext cx="82440" cy="175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B6D6F32-34DA-2EF6-178E-4802BB7C0F8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325888" y="1242824"/>
                  <a:ext cx="1000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42CCBCD-E7FF-E020-F98D-7DA92BBBA03A}"/>
                    </a:ext>
                  </a:extLst>
                </p14:cNvPr>
                <p14:cNvContentPartPr/>
                <p14:nvPr/>
              </p14:nvContentPartPr>
              <p14:xfrm>
                <a:off x="8462328" y="1290704"/>
                <a:ext cx="65160" cy="118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42CCBCD-E7FF-E020-F98D-7DA92BBBA03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53328" y="1281704"/>
                  <a:ext cx="828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1A83B38-BBA1-BEBD-E27E-61E40699F366}"/>
                    </a:ext>
                  </a:extLst>
                </p14:cNvPr>
                <p14:cNvContentPartPr/>
                <p14:nvPr/>
              </p14:nvContentPartPr>
              <p14:xfrm>
                <a:off x="8584008" y="1095224"/>
                <a:ext cx="17280" cy="42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1A83B38-BBA1-BEBD-E27E-61E40699F36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75008" y="1086584"/>
                  <a:ext cx="34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2B54602-1A54-2530-367F-1CE6F6A4D98C}"/>
                    </a:ext>
                  </a:extLst>
                </p14:cNvPr>
                <p14:cNvContentPartPr/>
                <p14:nvPr/>
              </p14:nvContentPartPr>
              <p14:xfrm>
                <a:off x="8550888" y="1282424"/>
                <a:ext cx="153720" cy="168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2B54602-1A54-2530-367F-1CE6F6A4D98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542248" y="1273784"/>
                  <a:ext cx="1713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9C0908B-FC47-3357-708E-8E6AD9276CED}"/>
                    </a:ext>
                  </a:extLst>
                </p14:cNvPr>
                <p14:cNvContentPartPr/>
                <p14:nvPr/>
              </p14:nvContentPartPr>
              <p14:xfrm>
                <a:off x="8676528" y="1295744"/>
                <a:ext cx="153000" cy="179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9C0908B-FC47-3357-708E-8E6AD9276CE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667528" y="1287104"/>
                  <a:ext cx="1706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B9F36E3-67DC-DEA0-704D-CD5DF3D7F66C}"/>
                    </a:ext>
                  </a:extLst>
                </p14:cNvPr>
                <p14:cNvContentPartPr/>
                <p14:nvPr/>
              </p14:nvContentPartPr>
              <p14:xfrm>
                <a:off x="8836008" y="1111424"/>
                <a:ext cx="138240" cy="370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B9F36E3-67DC-DEA0-704D-CD5DF3D7F66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827368" y="1102424"/>
                  <a:ext cx="15588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292AC51-691D-49E6-FA01-985325A4EA81}"/>
                    </a:ext>
                  </a:extLst>
                </p14:cNvPr>
                <p14:cNvContentPartPr/>
                <p14:nvPr/>
              </p14:nvContentPartPr>
              <p14:xfrm>
                <a:off x="8985408" y="1351904"/>
                <a:ext cx="108360" cy="125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292AC51-691D-49E6-FA01-985325A4EA8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976408" y="1342904"/>
                  <a:ext cx="1260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13A8C0C-04DA-6FC9-6F22-F9CDCB3DFB3B}"/>
                    </a:ext>
                  </a:extLst>
                </p14:cNvPr>
                <p14:cNvContentPartPr/>
                <p14:nvPr/>
              </p14:nvContentPartPr>
              <p14:xfrm>
                <a:off x="9157848" y="1139864"/>
                <a:ext cx="66240" cy="276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13A8C0C-04DA-6FC9-6F22-F9CDCB3DFB3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49208" y="1131224"/>
                  <a:ext cx="838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1C3D1AD-D2D1-0763-281B-9E52CC2B4C0C}"/>
                    </a:ext>
                  </a:extLst>
                </p14:cNvPr>
                <p14:cNvContentPartPr/>
                <p14:nvPr/>
              </p14:nvContentPartPr>
              <p14:xfrm>
                <a:off x="9198888" y="1298264"/>
                <a:ext cx="127800" cy="207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1C3D1AD-D2D1-0763-281B-9E52CC2B4C0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189888" y="1289264"/>
                  <a:ext cx="145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0414F73-0620-4289-3F7A-CA0211FCA2F7}"/>
                    </a:ext>
                  </a:extLst>
                </p14:cNvPr>
                <p14:cNvContentPartPr/>
                <p14:nvPr/>
              </p14:nvContentPartPr>
              <p14:xfrm>
                <a:off x="9369528" y="1316624"/>
                <a:ext cx="285480" cy="371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0414F73-0620-4289-3F7A-CA0211FCA2F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360888" y="1307624"/>
                  <a:ext cx="303120" cy="38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CC27DAB-5019-AD62-CA30-AC35B01E921B}"/>
                  </a:ext>
                </a:extLst>
              </p14:cNvPr>
              <p14:cNvContentPartPr/>
              <p14:nvPr/>
            </p14:nvContentPartPr>
            <p14:xfrm>
              <a:off x="8026728" y="1298624"/>
              <a:ext cx="104760" cy="1904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CC27DAB-5019-AD62-CA30-AC35B01E921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018088" y="1289984"/>
                <a:ext cx="12240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05C35B0-2C85-E659-B56D-6BAAA277041D}"/>
                  </a:ext>
                </a:extLst>
              </p14:cNvPr>
              <p14:cNvContentPartPr/>
              <p14:nvPr/>
            </p14:nvContentPartPr>
            <p14:xfrm>
              <a:off x="2500728" y="3982064"/>
              <a:ext cx="309960" cy="3844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05C35B0-2C85-E659-B56D-6BAAA277041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492088" y="3973064"/>
                <a:ext cx="327600" cy="40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1D282B84-472E-6BEA-B7DB-FBC240629DFB}"/>
              </a:ext>
            </a:extLst>
          </p:cNvPr>
          <p:cNvGrpSpPr/>
          <p:nvPr/>
        </p:nvGrpSpPr>
        <p:grpSpPr>
          <a:xfrm>
            <a:off x="3361848" y="3950024"/>
            <a:ext cx="959040" cy="498600"/>
            <a:chOff x="3361848" y="3950024"/>
            <a:chExt cx="959040" cy="49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5007851-F0E9-5593-C355-AD5421B38ED0}"/>
                    </a:ext>
                  </a:extLst>
                </p14:cNvPr>
                <p14:cNvContentPartPr/>
                <p14:nvPr/>
              </p14:nvContentPartPr>
              <p14:xfrm>
                <a:off x="3361848" y="3950024"/>
                <a:ext cx="491400" cy="498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5007851-F0E9-5593-C355-AD5421B38ED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353208" y="3941384"/>
                  <a:ext cx="50904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52A6DD0-C063-3B05-E7FD-00309C66FBF7}"/>
                    </a:ext>
                  </a:extLst>
                </p14:cNvPr>
                <p14:cNvContentPartPr/>
                <p14:nvPr/>
              </p14:nvContentPartPr>
              <p14:xfrm>
                <a:off x="3972768" y="4142264"/>
                <a:ext cx="348120" cy="241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52A6DD0-C063-3B05-E7FD-00309C66FBF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964128" y="4133624"/>
                  <a:ext cx="365760" cy="25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D486513-E97E-6450-A5AA-C0A8B4AC1136}"/>
                  </a:ext>
                </a:extLst>
              </p14:cNvPr>
              <p14:cNvContentPartPr/>
              <p14:nvPr/>
            </p14:nvContentPartPr>
            <p14:xfrm>
              <a:off x="4910208" y="4218584"/>
              <a:ext cx="235800" cy="1551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D486513-E97E-6450-A5AA-C0A8B4AC113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901208" y="4209584"/>
                <a:ext cx="253440" cy="17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0218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osine Similarity – LearnDataSci">
            <a:extLst>
              <a:ext uri="{FF2B5EF4-FFF2-40B4-BE49-F238E27FC236}">
                <a16:creationId xmlns:a16="http://schemas.microsoft.com/office/drawing/2014/main" id="{832511DF-B587-C139-8629-CE12B5AF7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41286"/>
            <a:ext cx="121920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0153CA-0021-4AC9-52AB-09B9CBFC5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Cosine similarity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F40AF-03F8-F7C1-A8F0-725ED1B9E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Vector A and B</a:t>
            </a:r>
          </a:p>
          <a:p>
            <a:r>
              <a:rPr lang="en-US" dirty="0"/>
              <a:t>Range from -1 to 1 -&gt; not similar to similar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E04A9E-FF75-50CA-D4A1-3A6C7AB858AF}"/>
                  </a:ext>
                </a:extLst>
              </p:cNvPr>
              <p:cNvSpPr txBox="1"/>
              <p:nvPr/>
            </p:nvSpPr>
            <p:spPr>
              <a:xfrm>
                <a:off x="2905626" y="2787544"/>
                <a:ext cx="7182223" cy="14730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0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 ∙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d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sz="40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4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4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4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ad>
                          <m:radPr>
                            <m:degHide m:val="on"/>
                            <m:ctrlPr>
                              <a:rPr lang="en-US" sz="40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ctrlPr>
                                  <a:rPr lang="en-US" sz="4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sz="4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4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4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4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rad>
                        <m:rad>
                          <m:radPr>
                            <m:degHide m:val="on"/>
                            <m:ctrlPr>
                              <a:rPr lang="en-US" sz="40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ctrlPr>
                                  <a:rPr lang="en-US" sz="4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sz="4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40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4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4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rad>
                      </m:den>
                    </m:f>
                  </m:oMath>
                </a14:m>
                <a:endParaRPr lang="en-US" sz="4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DE04A9E-FF75-50CA-D4A1-3A6C7AB85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626" y="2787544"/>
                <a:ext cx="7182223" cy="14730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CB4F66C-4444-2A21-C11C-9CA933F836E6}"/>
                  </a:ext>
                </a:extLst>
              </p14:cNvPr>
              <p14:cNvContentPartPr/>
              <p14:nvPr/>
            </p14:nvContentPartPr>
            <p14:xfrm>
              <a:off x="4939008" y="1269962"/>
              <a:ext cx="32760" cy="276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CB4F66C-4444-2A21-C11C-9CA933F83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30368" y="1261322"/>
                <a:ext cx="5040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EE88F5B-DE65-A34B-A88C-EDB7C73B556A}"/>
                  </a:ext>
                </a:extLst>
              </p14:cNvPr>
              <p14:cNvContentPartPr/>
              <p14:nvPr/>
            </p14:nvContentPartPr>
            <p14:xfrm>
              <a:off x="4966368" y="1196882"/>
              <a:ext cx="101160" cy="321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EE88F5B-DE65-A34B-A88C-EDB7C73B55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57368" y="1187882"/>
                <a:ext cx="11880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5980D83-70DC-FCE2-ED71-D6CA637DB6E0}"/>
                  </a:ext>
                </a:extLst>
              </p14:cNvPr>
              <p14:cNvContentPartPr/>
              <p14:nvPr/>
            </p14:nvContentPartPr>
            <p14:xfrm>
              <a:off x="4954848" y="1424042"/>
              <a:ext cx="72720" cy="11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5980D83-70DC-FCE2-ED71-D6CA637DB6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46208" y="1415042"/>
                <a:ext cx="9036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6C91A98-0AE7-6386-10A3-D1740FD047B3}"/>
                  </a:ext>
                </a:extLst>
              </p14:cNvPr>
              <p14:cNvContentPartPr/>
              <p14:nvPr/>
            </p14:nvContentPartPr>
            <p14:xfrm>
              <a:off x="5143128" y="1338002"/>
              <a:ext cx="86040" cy="18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6C91A98-0AE7-6386-10A3-D1740FD047B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34488" y="1329002"/>
                <a:ext cx="10368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2BC0ECB-8499-2C46-4613-3EF5517EE5A0}"/>
                  </a:ext>
                </a:extLst>
              </p14:cNvPr>
              <p14:cNvContentPartPr/>
              <p14:nvPr/>
            </p14:nvContentPartPr>
            <p14:xfrm>
              <a:off x="5161848" y="1433762"/>
              <a:ext cx="68040" cy="24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2BC0ECB-8499-2C46-4613-3EF5517EE5A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53208" y="1424762"/>
                <a:ext cx="8568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A29C60C5-826B-47F4-A9C5-31AD0EB791BA}"/>
              </a:ext>
            </a:extLst>
          </p:cNvPr>
          <p:cNvGrpSpPr/>
          <p:nvPr/>
        </p:nvGrpSpPr>
        <p:grpSpPr>
          <a:xfrm>
            <a:off x="5455608" y="582722"/>
            <a:ext cx="660600" cy="1559160"/>
            <a:chOff x="5455608" y="582722"/>
            <a:chExt cx="660600" cy="155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DD9BC3F-1241-3929-FEA3-54B8DAEC4887}"/>
                    </a:ext>
                  </a:extLst>
                </p14:cNvPr>
                <p14:cNvContentPartPr/>
                <p14:nvPr/>
              </p14:nvContentPartPr>
              <p14:xfrm>
                <a:off x="5455608" y="582722"/>
                <a:ext cx="139680" cy="38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DD9BC3F-1241-3929-FEA3-54B8DAEC488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46968" y="573722"/>
                  <a:ext cx="1573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AF4A661-A0C4-D54D-EE98-B0C68D29EAB2}"/>
                    </a:ext>
                  </a:extLst>
                </p14:cNvPr>
                <p14:cNvContentPartPr/>
                <p14:nvPr/>
              </p14:nvContentPartPr>
              <p14:xfrm>
                <a:off x="5472528" y="672722"/>
                <a:ext cx="150840" cy="1469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AF4A661-A0C4-D54D-EE98-B0C68D29EAB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63528" y="664082"/>
                  <a:ext cx="168480" cy="148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833ABD1-60E5-4B7A-CDAD-617FDD8FFB05}"/>
                    </a:ext>
                  </a:extLst>
                </p14:cNvPr>
                <p14:cNvContentPartPr/>
                <p14:nvPr/>
              </p14:nvContentPartPr>
              <p14:xfrm>
                <a:off x="5982288" y="591002"/>
                <a:ext cx="133920" cy="1379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833ABD1-60E5-4B7A-CDAD-617FDD8FFB0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73288" y="582002"/>
                  <a:ext cx="151560" cy="13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68BE421-C6D5-C745-0A49-88CD0A0890B4}"/>
                    </a:ext>
                  </a:extLst>
                </p14:cNvPr>
                <p14:cNvContentPartPr/>
                <p14:nvPr/>
              </p14:nvContentPartPr>
              <p14:xfrm>
                <a:off x="5677728" y="715562"/>
                <a:ext cx="123480" cy="187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68BE421-C6D5-C745-0A49-88CD0A0890B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68728" y="706922"/>
                  <a:ext cx="1411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3414014-81F6-8AD6-C78E-B4D7FBC2CC1C}"/>
                    </a:ext>
                  </a:extLst>
                </p14:cNvPr>
                <p14:cNvContentPartPr/>
                <p14:nvPr/>
              </p14:nvContentPartPr>
              <p14:xfrm>
                <a:off x="5707608" y="1028042"/>
                <a:ext cx="120240" cy="170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3414014-81F6-8AD6-C78E-B4D7FBC2CC1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98608" y="1019402"/>
                  <a:ext cx="1378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678DD8E-04DA-58B6-6912-E2BBC33D7D5B}"/>
                    </a:ext>
                  </a:extLst>
                </p14:cNvPr>
                <p14:cNvContentPartPr/>
                <p14:nvPr/>
              </p14:nvContentPartPr>
              <p14:xfrm>
                <a:off x="5728128" y="1508642"/>
                <a:ext cx="16560" cy="129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678DD8E-04DA-58B6-6912-E2BBC33D7D5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19128" y="1500002"/>
                  <a:ext cx="342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150F24B-1E8E-17C2-FDAB-3986D167A726}"/>
                    </a:ext>
                  </a:extLst>
                </p14:cNvPr>
                <p14:cNvContentPartPr/>
                <p14:nvPr/>
              </p14:nvContentPartPr>
              <p14:xfrm>
                <a:off x="5761248" y="1783682"/>
                <a:ext cx="24480" cy="187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150F24B-1E8E-17C2-FDAB-3986D167A72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52608" y="1775042"/>
                  <a:ext cx="4212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E773531-F568-5BCD-6B19-20EBCE59BFCD}"/>
              </a:ext>
            </a:extLst>
          </p:cNvPr>
          <p:cNvGrpSpPr/>
          <p:nvPr/>
        </p:nvGrpSpPr>
        <p:grpSpPr>
          <a:xfrm>
            <a:off x="7218528" y="1097522"/>
            <a:ext cx="207000" cy="356040"/>
            <a:chOff x="7218528" y="1097522"/>
            <a:chExt cx="207000" cy="35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9FD7083-6CF4-ED99-1AE7-76263624F339}"/>
                    </a:ext>
                  </a:extLst>
                </p14:cNvPr>
                <p14:cNvContentPartPr/>
                <p14:nvPr/>
              </p14:nvContentPartPr>
              <p14:xfrm>
                <a:off x="7234368" y="1159082"/>
                <a:ext cx="28080" cy="230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9FD7083-6CF4-ED99-1AE7-76263624F33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25728" y="1150442"/>
                  <a:ext cx="457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7023D97-687F-BB8C-8233-514243A6DE4B}"/>
                    </a:ext>
                  </a:extLst>
                </p14:cNvPr>
                <p14:cNvContentPartPr/>
                <p14:nvPr/>
              </p14:nvContentPartPr>
              <p14:xfrm>
                <a:off x="7218528" y="1097522"/>
                <a:ext cx="207000" cy="356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7023D97-687F-BB8C-8233-514243A6DE4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09528" y="1088522"/>
                  <a:ext cx="224640" cy="37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0D79EBE-89EA-B9DD-9E56-3F15690F0ACA}"/>
              </a:ext>
            </a:extLst>
          </p:cNvPr>
          <p:cNvGrpSpPr/>
          <p:nvPr/>
        </p:nvGrpSpPr>
        <p:grpSpPr>
          <a:xfrm>
            <a:off x="7606968" y="559682"/>
            <a:ext cx="584640" cy="1602360"/>
            <a:chOff x="7606968" y="559682"/>
            <a:chExt cx="584640" cy="160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8B8D178-2D57-8640-0FEF-83B03EBF0BE0}"/>
                    </a:ext>
                  </a:extLst>
                </p14:cNvPr>
                <p14:cNvContentPartPr/>
                <p14:nvPr/>
              </p14:nvContentPartPr>
              <p14:xfrm>
                <a:off x="7613808" y="1219922"/>
                <a:ext cx="103680" cy="17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8B8D178-2D57-8640-0FEF-83B03EBF0BE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04808" y="1210922"/>
                  <a:ext cx="1213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0E89B16-55F4-2647-F372-F6F44B590365}"/>
                    </a:ext>
                  </a:extLst>
                </p14:cNvPr>
                <p14:cNvContentPartPr/>
                <p14:nvPr/>
              </p14:nvContentPartPr>
              <p14:xfrm>
                <a:off x="7606968" y="1350962"/>
                <a:ext cx="101160" cy="23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0E89B16-55F4-2647-F372-F6F44B59036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98328" y="1341962"/>
                  <a:ext cx="118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E65C406-AD54-967E-6261-87838FEB4EA4}"/>
                    </a:ext>
                  </a:extLst>
                </p14:cNvPr>
                <p14:cNvContentPartPr/>
                <p14:nvPr/>
              </p14:nvContentPartPr>
              <p14:xfrm>
                <a:off x="7914768" y="559682"/>
                <a:ext cx="276840" cy="49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E65C406-AD54-967E-6261-87838FEB4EA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06128" y="551042"/>
                  <a:ext cx="2944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96CC63A-BBC6-0B3B-4CAA-12F628B4331F}"/>
                    </a:ext>
                  </a:extLst>
                </p14:cNvPr>
                <p14:cNvContentPartPr/>
                <p14:nvPr/>
              </p14:nvContentPartPr>
              <p14:xfrm>
                <a:off x="7852128" y="646082"/>
                <a:ext cx="110160" cy="1515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96CC63A-BBC6-0B3B-4CAA-12F628B4331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43488" y="637082"/>
                  <a:ext cx="127800" cy="153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10A3DFD-F6C4-C786-B428-F4C3BBDA4A57}"/>
              </a:ext>
            </a:extLst>
          </p:cNvPr>
          <p:cNvGrpSpPr/>
          <p:nvPr/>
        </p:nvGrpSpPr>
        <p:grpSpPr>
          <a:xfrm>
            <a:off x="8151288" y="605402"/>
            <a:ext cx="518040" cy="1698840"/>
            <a:chOff x="8151288" y="605402"/>
            <a:chExt cx="518040" cy="169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EC05148-1A7F-4888-59EF-48C85B2C3FCF}"/>
                    </a:ext>
                  </a:extLst>
                </p14:cNvPr>
                <p14:cNvContentPartPr/>
                <p14:nvPr/>
              </p14:nvContentPartPr>
              <p14:xfrm>
                <a:off x="8299248" y="654002"/>
                <a:ext cx="170280" cy="238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EC05148-1A7F-4888-59EF-48C85B2C3FC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90608" y="645002"/>
                  <a:ext cx="1879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B4C5C5A-2A2C-EDD2-A2BF-F229D399A03D}"/>
                    </a:ext>
                  </a:extLst>
                </p14:cNvPr>
                <p14:cNvContentPartPr/>
                <p14:nvPr/>
              </p14:nvContentPartPr>
              <p14:xfrm>
                <a:off x="8245248" y="1190042"/>
                <a:ext cx="173160" cy="185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B4C5C5A-2A2C-EDD2-A2BF-F229D399A03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36608" y="1181402"/>
                  <a:ext cx="1908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EABBB22-CECA-AB72-2D9A-57C2BC688AB8}"/>
                    </a:ext>
                  </a:extLst>
                </p14:cNvPr>
                <p14:cNvContentPartPr/>
                <p14:nvPr/>
              </p14:nvContentPartPr>
              <p14:xfrm>
                <a:off x="8221128" y="1758482"/>
                <a:ext cx="27000" cy="187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EABBB22-CECA-AB72-2D9A-57C2BC688AB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12128" y="1749482"/>
                  <a:ext cx="446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CF9B8F9-6AA7-0872-49AC-9E662939708C}"/>
                    </a:ext>
                  </a:extLst>
                </p14:cNvPr>
                <p14:cNvContentPartPr/>
                <p14:nvPr/>
              </p14:nvContentPartPr>
              <p14:xfrm>
                <a:off x="8151288" y="1980242"/>
                <a:ext cx="144000" cy="150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CF9B8F9-6AA7-0872-49AC-9E662939708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42288" y="1971602"/>
                  <a:ext cx="1616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AB4CD25-53B5-F592-6DA8-F1389B968D40}"/>
                    </a:ext>
                  </a:extLst>
                </p14:cNvPr>
                <p14:cNvContentPartPr/>
                <p14:nvPr/>
              </p14:nvContentPartPr>
              <p14:xfrm>
                <a:off x="8424528" y="605402"/>
                <a:ext cx="244800" cy="1698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AB4CD25-53B5-F592-6DA8-F1389B968D4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15528" y="596402"/>
                  <a:ext cx="262440" cy="171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9AC2A8A-B1AF-E789-2F46-3BE57E0472E0}"/>
              </a:ext>
            </a:extLst>
          </p:cNvPr>
          <p:cNvGrpSpPr/>
          <p:nvPr/>
        </p:nvGrpSpPr>
        <p:grpSpPr>
          <a:xfrm>
            <a:off x="9558168" y="839042"/>
            <a:ext cx="1187640" cy="348120"/>
            <a:chOff x="9558168" y="839042"/>
            <a:chExt cx="1187640" cy="34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20E5DBD-31FC-7947-9FA1-69C9A155DE69}"/>
                    </a:ext>
                  </a:extLst>
                </p14:cNvPr>
                <p14:cNvContentPartPr/>
                <p14:nvPr/>
              </p14:nvContentPartPr>
              <p14:xfrm>
                <a:off x="9558168" y="839042"/>
                <a:ext cx="47520" cy="264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20E5DBD-31FC-7947-9FA1-69C9A155DE6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49528" y="830402"/>
                  <a:ext cx="651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EEAB6F7-1CEF-EE6E-4EDA-3AF38223FC29}"/>
                    </a:ext>
                  </a:extLst>
                </p14:cNvPr>
                <p14:cNvContentPartPr/>
                <p14:nvPr/>
              </p14:nvContentPartPr>
              <p14:xfrm>
                <a:off x="9601008" y="848042"/>
                <a:ext cx="46800" cy="229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EEAB6F7-1CEF-EE6E-4EDA-3AF38223FC2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592008" y="839402"/>
                  <a:ext cx="644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6B203C9-9093-68FE-6D1A-9823C2647C82}"/>
                    </a:ext>
                  </a:extLst>
                </p14:cNvPr>
                <p14:cNvContentPartPr/>
                <p14:nvPr/>
              </p14:nvContentPartPr>
              <p14:xfrm>
                <a:off x="9579048" y="1017602"/>
                <a:ext cx="71280" cy="16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6B203C9-9093-68FE-6D1A-9823C2647C8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570048" y="1008602"/>
                  <a:ext cx="88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7C04EFF-56BF-1372-F6D7-D3CEA48A9223}"/>
                    </a:ext>
                  </a:extLst>
                </p14:cNvPr>
                <p14:cNvContentPartPr/>
                <p14:nvPr/>
              </p14:nvContentPartPr>
              <p14:xfrm>
                <a:off x="9705408" y="994562"/>
                <a:ext cx="10800" cy="11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7C04EFF-56BF-1372-F6D7-D3CEA48A922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696408" y="985922"/>
                  <a:ext cx="28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91FF831-3941-F5C7-B9D2-A2486180067D}"/>
                    </a:ext>
                  </a:extLst>
                </p14:cNvPr>
                <p14:cNvContentPartPr/>
                <p14:nvPr/>
              </p14:nvContentPartPr>
              <p14:xfrm>
                <a:off x="9764808" y="912482"/>
                <a:ext cx="29160" cy="246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91FF831-3941-F5C7-B9D2-A2486180067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756168" y="903842"/>
                  <a:ext cx="468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2CBB8C0-41B7-A634-7873-EB6DFE4A8F79}"/>
                    </a:ext>
                  </a:extLst>
                </p14:cNvPr>
                <p14:cNvContentPartPr/>
                <p14:nvPr/>
              </p14:nvContentPartPr>
              <p14:xfrm>
                <a:off x="9775608" y="864242"/>
                <a:ext cx="145080" cy="322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2CBB8C0-41B7-A634-7873-EB6DFE4A8F7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66968" y="855602"/>
                  <a:ext cx="1627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8ED262B-CB3A-A015-8148-75E0F723191A}"/>
                    </a:ext>
                  </a:extLst>
                </p14:cNvPr>
                <p14:cNvContentPartPr/>
                <p14:nvPr/>
              </p14:nvContentPartPr>
              <p14:xfrm>
                <a:off x="10023288" y="1004282"/>
                <a:ext cx="137880" cy="23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8ED262B-CB3A-A015-8148-75E0F723191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14648" y="995282"/>
                  <a:ext cx="1555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4835724-1033-D0B4-CC45-C8DF4615105B}"/>
                    </a:ext>
                  </a:extLst>
                </p14:cNvPr>
                <p14:cNvContentPartPr/>
                <p14:nvPr/>
              </p14:nvContentPartPr>
              <p14:xfrm>
                <a:off x="10032648" y="1088882"/>
                <a:ext cx="123120" cy="30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4835724-1033-D0B4-CC45-C8DF4615105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24008" y="1079882"/>
                  <a:ext cx="1407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5FC6285-5950-B70A-0D23-8EE584AE60DE}"/>
                    </a:ext>
                  </a:extLst>
                </p14:cNvPr>
                <p14:cNvContentPartPr/>
                <p14:nvPr/>
              </p14:nvContentPartPr>
              <p14:xfrm>
                <a:off x="10292208" y="925082"/>
                <a:ext cx="143640" cy="176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5FC6285-5950-B70A-0D23-8EE584AE60D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83568" y="916082"/>
                  <a:ext cx="1612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1C8B1F3-9BBC-D42B-EDC2-F7444A46D88F}"/>
                    </a:ext>
                  </a:extLst>
                </p14:cNvPr>
                <p14:cNvContentPartPr/>
                <p14:nvPr/>
              </p14:nvContentPartPr>
              <p14:xfrm>
                <a:off x="10565088" y="1015802"/>
                <a:ext cx="13320" cy="19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1C8B1F3-9BBC-D42B-EDC2-F7444A46D88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556448" y="1007162"/>
                  <a:ext cx="30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A3A8317-7250-6A0F-5122-E0F66A8A9C15}"/>
                    </a:ext>
                  </a:extLst>
                </p14:cNvPr>
                <p14:cNvContentPartPr/>
                <p14:nvPr/>
              </p14:nvContentPartPr>
              <p14:xfrm>
                <a:off x="10651128" y="975122"/>
                <a:ext cx="94680" cy="100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A3A8317-7250-6A0F-5122-E0F66A8A9C1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642128" y="966122"/>
                  <a:ext cx="11232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6476097-80B8-EBCF-0794-A8581141977B}"/>
              </a:ext>
            </a:extLst>
          </p:cNvPr>
          <p:cNvGrpSpPr/>
          <p:nvPr/>
        </p:nvGrpSpPr>
        <p:grpSpPr>
          <a:xfrm>
            <a:off x="10918968" y="965402"/>
            <a:ext cx="360720" cy="171720"/>
            <a:chOff x="10918968" y="965402"/>
            <a:chExt cx="360720" cy="17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C8773B3-CC1E-38B6-779E-15CA004E73E3}"/>
                    </a:ext>
                  </a:extLst>
                </p14:cNvPr>
                <p14:cNvContentPartPr/>
                <p14:nvPr/>
              </p14:nvContentPartPr>
              <p14:xfrm>
                <a:off x="10918968" y="992402"/>
                <a:ext cx="119160" cy="28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C8773B3-CC1E-38B6-779E-15CA004E73E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909968" y="983402"/>
                  <a:ext cx="136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D5BBB55-18DC-A7E9-8DE3-FF7E05B6472E}"/>
                    </a:ext>
                  </a:extLst>
                </p14:cNvPr>
                <p14:cNvContentPartPr/>
                <p14:nvPr/>
              </p14:nvContentPartPr>
              <p14:xfrm>
                <a:off x="10957488" y="965402"/>
                <a:ext cx="20520" cy="171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D5BBB55-18DC-A7E9-8DE3-FF7E05B6472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948848" y="956762"/>
                  <a:ext cx="38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5A6BE26-087F-18FC-B743-1291CA7793B1}"/>
                    </a:ext>
                  </a:extLst>
                </p14:cNvPr>
                <p14:cNvContentPartPr/>
                <p14:nvPr/>
              </p14:nvContentPartPr>
              <p14:xfrm>
                <a:off x="11145048" y="972962"/>
                <a:ext cx="62280" cy="110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5A6BE26-087F-18FC-B743-1291CA7793B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136408" y="964322"/>
                  <a:ext cx="799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4216F2E-D26E-CBEB-3821-5738500D4FF0}"/>
                    </a:ext>
                  </a:extLst>
                </p14:cNvPr>
                <p14:cNvContentPartPr/>
                <p14:nvPr/>
              </p14:nvContentPartPr>
              <p14:xfrm>
                <a:off x="11277888" y="1069442"/>
                <a:ext cx="1800" cy="1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4216F2E-D26E-CBEB-3821-5738500D4FF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269248" y="1060802"/>
                  <a:ext cx="19440" cy="1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C091B17-45FA-F417-7767-0FEC847CB69A}"/>
                  </a:ext>
                </a:extLst>
              </p14:cNvPr>
              <p14:cNvContentPartPr/>
              <p14:nvPr/>
            </p14:nvContentPartPr>
            <p14:xfrm>
              <a:off x="11418288" y="983762"/>
              <a:ext cx="121680" cy="1515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C091B17-45FA-F417-7767-0FEC847CB69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409648" y="975122"/>
                <a:ext cx="139320" cy="16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48" name="Group 6147">
            <a:extLst>
              <a:ext uri="{FF2B5EF4-FFF2-40B4-BE49-F238E27FC236}">
                <a16:creationId xmlns:a16="http://schemas.microsoft.com/office/drawing/2014/main" id="{BAD08C0E-517D-E3EE-8409-F578A8970DBB}"/>
              </a:ext>
            </a:extLst>
          </p:cNvPr>
          <p:cNvGrpSpPr/>
          <p:nvPr/>
        </p:nvGrpSpPr>
        <p:grpSpPr>
          <a:xfrm>
            <a:off x="9840048" y="1458962"/>
            <a:ext cx="352440" cy="205200"/>
            <a:chOff x="9840048" y="1458962"/>
            <a:chExt cx="352440" cy="20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E234172-B17C-FB49-B34A-035D141055C0}"/>
                    </a:ext>
                  </a:extLst>
                </p14:cNvPr>
                <p14:cNvContentPartPr/>
                <p14:nvPr/>
              </p14:nvContentPartPr>
              <p14:xfrm>
                <a:off x="9840048" y="1542842"/>
                <a:ext cx="189720" cy="25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E234172-B17C-FB49-B34A-035D141055C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31408" y="1534202"/>
                  <a:ext cx="2073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8D35A58-A610-3A1F-242C-52F2660E250B}"/>
                    </a:ext>
                  </a:extLst>
                </p14:cNvPr>
                <p14:cNvContentPartPr/>
                <p14:nvPr/>
              </p14:nvContentPartPr>
              <p14:xfrm>
                <a:off x="9947688" y="1458962"/>
                <a:ext cx="24480" cy="190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8D35A58-A610-3A1F-242C-52F2660E250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938688" y="1449962"/>
                  <a:ext cx="421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4D9B7F1-7540-D21A-3CBF-5AA4D3145076}"/>
                    </a:ext>
                  </a:extLst>
                </p14:cNvPr>
                <p14:cNvContentPartPr/>
                <p14:nvPr/>
              </p14:nvContentPartPr>
              <p14:xfrm>
                <a:off x="10096368" y="1460402"/>
                <a:ext cx="2880" cy="203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4D9B7F1-7540-D21A-3CBF-5AA4D314507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087368" y="1451402"/>
                  <a:ext cx="205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7079D3B-3C19-7ABC-FA13-B06C033309BC}"/>
                    </a:ext>
                  </a:extLst>
                </p14:cNvPr>
                <p14:cNvContentPartPr/>
                <p14:nvPr/>
              </p14:nvContentPartPr>
              <p14:xfrm>
                <a:off x="10188168" y="1565162"/>
                <a:ext cx="4320" cy="2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7079D3B-3C19-7ABC-FA13-B06C033309B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179528" y="1556522"/>
                  <a:ext cx="2196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47" name="Group 6146">
            <a:extLst>
              <a:ext uri="{FF2B5EF4-FFF2-40B4-BE49-F238E27FC236}">
                <a16:creationId xmlns:a16="http://schemas.microsoft.com/office/drawing/2014/main" id="{7FB61E0E-58D5-8FC5-A111-ECC9A2474D66}"/>
              </a:ext>
            </a:extLst>
          </p:cNvPr>
          <p:cNvGrpSpPr/>
          <p:nvPr/>
        </p:nvGrpSpPr>
        <p:grpSpPr>
          <a:xfrm>
            <a:off x="10357368" y="1433402"/>
            <a:ext cx="715680" cy="243000"/>
            <a:chOff x="10357368" y="1433402"/>
            <a:chExt cx="715680" cy="24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AFFC0FA-301F-2323-1FB6-47758F0508F8}"/>
                    </a:ext>
                  </a:extLst>
                </p14:cNvPr>
                <p14:cNvContentPartPr/>
                <p14:nvPr/>
              </p14:nvContentPartPr>
              <p14:xfrm>
                <a:off x="10357368" y="1433402"/>
                <a:ext cx="9360" cy="221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AFFC0FA-301F-2323-1FB6-47758F0508F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348368" y="1424402"/>
                  <a:ext cx="270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49E98A8-9A16-174E-59A3-6E81813A6022}"/>
                    </a:ext>
                  </a:extLst>
                </p14:cNvPr>
                <p14:cNvContentPartPr/>
                <p14:nvPr/>
              </p14:nvContentPartPr>
              <p14:xfrm>
                <a:off x="10486968" y="1545002"/>
                <a:ext cx="144720" cy="14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49E98A8-9A16-174E-59A3-6E81813A602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477968" y="1536362"/>
                  <a:ext cx="1623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2844ABE-4956-0C93-DEEA-45E121D872C4}"/>
                    </a:ext>
                  </a:extLst>
                </p14:cNvPr>
                <p14:cNvContentPartPr/>
                <p14:nvPr/>
              </p14:nvContentPartPr>
              <p14:xfrm>
                <a:off x="10549248" y="1443842"/>
                <a:ext cx="21960" cy="228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2844ABE-4956-0C93-DEEA-45E121D872C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540608" y="1435202"/>
                  <a:ext cx="396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65F132D-E846-DF4F-4562-3BCD470A930C}"/>
                    </a:ext>
                  </a:extLst>
                </p14:cNvPr>
                <p14:cNvContentPartPr/>
                <p14:nvPr/>
              </p14:nvContentPartPr>
              <p14:xfrm>
                <a:off x="10752648" y="1478042"/>
                <a:ext cx="12600" cy="198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65F132D-E846-DF4F-4562-3BCD470A930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744008" y="1469402"/>
                  <a:ext cx="302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DEA173D-2DC7-C96E-FBCC-66855BE3D1A6}"/>
                    </a:ext>
                  </a:extLst>
                </p14:cNvPr>
                <p14:cNvContentPartPr/>
                <p14:nvPr/>
              </p14:nvContentPartPr>
              <p14:xfrm>
                <a:off x="10858488" y="1529162"/>
                <a:ext cx="7200" cy="22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DEA173D-2DC7-C96E-FBCC-66855BE3D1A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849488" y="1520162"/>
                  <a:ext cx="24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06FD606-0168-8B19-7126-4B739B6C1F90}"/>
                    </a:ext>
                  </a:extLst>
                </p14:cNvPr>
                <p14:cNvContentPartPr/>
                <p14:nvPr/>
              </p14:nvContentPartPr>
              <p14:xfrm>
                <a:off x="10977288" y="1489202"/>
                <a:ext cx="95760" cy="166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06FD606-0168-8B19-7126-4B739B6C1F9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968288" y="1480202"/>
                  <a:ext cx="11340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45" name="Group 6144">
            <a:extLst>
              <a:ext uri="{FF2B5EF4-FFF2-40B4-BE49-F238E27FC236}">
                <a16:creationId xmlns:a16="http://schemas.microsoft.com/office/drawing/2014/main" id="{87F07DAF-702E-4319-3985-FC3D392B478F}"/>
              </a:ext>
            </a:extLst>
          </p:cNvPr>
          <p:cNvGrpSpPr/>
          <p:nvPr/>
        </p:nvGrpSpPr>
        <p:grpSpPr>
          <a:xfrm>
            <a:off x="10089168" y="1973402"/>
            <a:ext cx="130680" cy="133920"/>
            <a:chOff x="10089168" y="1973402"/>
            <a:chExt cx="130680" cy="13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76886B8-39C4-BAF8-E06B-4DB52CC05CE4}"/>
                    </a:ext>
                  </a:extLst>
                </p14:cNvPr>
                <p14:cNvContentPartPr/>
                <p14:nvPr/>
              </p14:nvContentPartPr>
              <p14:xfrm>
                <a:off x="10098528" y="1973402"/>
                <a:ext cx="114120" cy="18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76886B8-39C4-BAF8-E06B-4DB52CC05CE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089888" y="1964402"/>
                  <a:ext cx="131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C2919CE-83A6-F378-527E-A21B882DBC6E}"/>
                    </a:ext>
                  </a:extLst>
                </p14:cNvPr>
                <p14:cNvContentPartPr/>
                <p14:nvPr/>
              </p14:nvContentPartPr>
              <p14:xfrm>
                <a:off x="10089168" y="2059082"/>
                <a:ext cx="130680" cy="48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C2919CE-83A6-F378-527E-A21B882DBC6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080168" y="2050442"/>
                  <a:ext cx="14832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6144" name="Ink 6143">
                <a:extLst>
                  <a:ext uri="{FF2B5EF4-FFF2-40B4-BE49-F238E27FC236}">
                    <a16:creationId xmlns:a16="http://schemas.microsoft.com/office/drawing/2014/main" id="{54210B0A-C5A8-1E4B-09C8-D189FC348227}"/>
                  </a:ext>
                </a:extLst>
              </p14:cNvPr>
              <p14:cNvContentPartPr/>
              <p14:nvPr/>
            </p14:nvContentPartPr>
            <p14:xfrm>
              <a:off x="10375728" y="1897082"/>
              <a:ext cx="9720" cy="300600"/>
            </p14:xfrm>
          </p:contentPart>
        </mc:Choice>
        <mc:Fallback>
          <p:pic>
            <p:nvPicPr>
              <p:cNvPr id="6144" name="Ink 6143">
                <a:extLst>
                  <a:ext uri="{FF2B5EF4-FFF2-40B4-BE49-F238E27FC236}">
                    <a16:creationId xmlns:a16="http://schemas.microsoft.com/office/drawing/2014/main" id="{54210B0A-C5A8-1E4B-09C8-D189FC348227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0366728" y="1888442"/>
                <a:ext cx="2736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6149" name="Ink 6148">
                <a:extLst>
                  <a:ext uri="{FF2B5EF4-FFF2-40B4-BE49-F238E27FC236}">
                    <a16:creationId xmlns:a16="http://schemas.microsoft.com/office/drawing/2014/main" id="{BC4F4539-408C-E246-87AA-2B3FF67F6420}"/>
                  </a:ext>
                </a:extLst>
              </p14:cNvPr>
              <p14:cNvContentPartPr/>
              <p14:nvPr/>
            </p14:nvContentPartPr>
            <p14:xfrm>
              <a:off x="10151448" y="2666762"/>
              <a:ext cx="27720" cy="167760"/>
            </p14:xfrm>
          </p:contentPart>
        </mc:Choice>
        <mc:Fallback>
          <p:pic>
            <p:nvPicPr>
              <p:cNvPr id="6149" name="Ink 6148">
                <a:extLst>
                  <a:ext uri="{FF2B5EF4-FFF2-40B4-BE49-F238E27FC236}">
                    <a16:creationId xmlns:a16="http://schemas.microsoft.com/office/drawing/2014/main" id="{BC4F4539-408C-E246-87AA-2B3FF67F6420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0142448" y="2658122"/>
                <a:ext cx="4536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6150" name="Ink 6149">
                <a:extLst>
                  <a:ext uri="{FF2B5EF4-FFF2-40B4-BE49-F238E27FC236}">
                    <a16:creationId xmlns:a16="http://schemas.microsoft.com/office/drawing/2014/main" id="{669FF72A-CAC1-2BF9-79AC-9B5B738F3B88}"/>
                  </a:ext>
                </a:extLst>
              </p14:cNvPr>
              <p14:cNvContentPartPr/>
              <p14:nvPr/>
            </p14:nvContentPartPr>
            <p14:xfrm>
              <a:off x="9706848" y="2967002"/>
              <a:ext cx="1513440" cy="51840"/>
            </p14:xfrm>
          </p:contentPart>
        </mc:Choice>
        <mc:Fallback>
          <p:pic>
            <p:nvPicPr>
              <p:cNvPr id="6150" name="Ink 6149">
                <a:extLst>
                  <a:ext uri="{FF2B5EF4-FFF2-40B4-BE49-F238E27FC236}">
                    <a16:creationId xmlns:a16="http://schemas.microsoft.com/office/drawing/2014/main" id="{669FF72A-CAC1-2BF9-79AC-9B5B738F3B88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9697848" y="2958002"/>
                <a:ext cx="1531080" cy="6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2501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92740-4073-4DAE-7487-CF1F315D5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28489-F5D0-5CB3-6EFB-2E9CB7019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Cosine similarity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9BF50-AF6E-2D8F-7D72-16D61221A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Vector A and B</a:t>
            </a:r>
          </a:p>
          <a:p>
            <a:r>
              <a:rPr lang="en-US" dirty="0"/>
              <a:t>Range from -1 to 1 -&gt; not similar to similar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AE99B9-4B9E-77D4-2FDD-E899DFECAA7F}"/>
                  </a:ext>
                </a:extLst>
              </p:cNvPr>
              <p:cNvSpPr txBox="1"/>
              <p:nvPr/>
            </p:nvSpPr>
            <p:spPr>
              <a:xfrm>
                <a:off x="2905626" y="2787544"/>
                <a:ext cx="7182223" cy="14730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0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 ∙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d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sz="40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4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4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4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ad>
                          <m:radPr>
                            <m:degHide m:val="on"/>
                            <m:ctrlPr>
                              <a:rPr lang="en-US" sz="40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ctrlPr>
                                  <a:rPr lang="en-US" sz="4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sz="4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4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4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4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rad>
                        <m:rad>
                          <m:radPr>
                            <m:degHide m:val="on"/>
                            <m:ctrlPr>
                              <a:rPr lang="en-US" sz="40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ctrlPr>
                                  <a:rPr lang="en-US" sz="4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sz="4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40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4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4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rad>
                      </m:den>
                    </m:f>
                  </m:oMath>
                </a14:m>
                <a:endParaRPr lang="en-US" sz="4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AE99B9-4B9E-77D4-2FDD-E899DFECA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626" y="2787544"/>
                <a:ext cx="7182223" cy="14730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8481456-084C-2D48-AE21-920642675876}"/>
                  </a:ext>
                </a:extLst>
              </p14:cNvPr>
              <p14:cNvContentPartPr/>
              <p14:nvPr/>
            </p14:nvContentPartPr>
            <p14:xfrm>
              <a:off x="4939008" y="1269962"/>
              <a:ext cx="32760" cy="276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8481456-084C-2D48-AE21-9206426758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30368" y="1261322"/>
                <a:ext cx="5040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E8BFE65-6678-8BCB-04FB-3768A307DD8A}"/>
                  </a:ext>
                </a:extLst>
              </p14:cNvPr>
              <p14:cNvContentPartPr/>
              <p14:nvPr/>
            </p14:nvContentPartPr>
            <p14:xfrm>
              <a:off x="4966368" y="1196882"/>
              <a:ext cx="101160" cy="321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E8BFE65-6678-8BCB-04FB-3768A307DD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57368" y="1187882"/>
                <a:ext cx="11880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7D5536E-FB49-55FA-71AD-B2380237CA0C}"/>
                  </a:ext>
                </a:extLst>
              </p14:cNvPr>
              <p14:cNvContentPartPr/>
              <p14:nvPr/>
            </p14:nvContentPartPr>
            <p14:xfrm>
              <a:off x="4954848" y="1424042"/>
              <a:ext cx="72720" cy="11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7D5536E-FB49-55FA-71AD-B2380237CA0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46208" y="1415042"/>
                <a:ext cx="9036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A224FBF-3E76-B4CA-0EB1-A4E9133B19EA}"/>
                  </a:ext>
                </a:extLst>
              </p14:cNvPr>
              <p14:cNvContentPartPr/>
              <p14:nvPr/>
            </p14:nvContentPartPr>
            <p14:xfrm>
              <a:off x="5143128" y="1338002"/>
              <a:ext cx="86040" cy="18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A224FBF-3E76-B4CA-0EB1-A4E9133B19E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34488" y="1329002"/>
                <a:ext cx="10368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DE463B6-A443-5817-2367-D2C7921C2816}"/>
                  </a:ext>
                </a:extLst>
              </p14:cNvPr>
              <p14:cNvContentPartPr/>
              <p14:nvPr/>
            </p14:nvContentPartPr>
            <p14:xfrm>
              <a:off x="5161848" y="1433762"/>
              <a:ext cx="68040" cy="24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DE463B6-A443-5817-2367-D2C7921C281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53208" y="1424762"/>
                <a:ext cx="8568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0826AA84-882C-46A9-DE21-B063C2F4940E}"/>
              </a:ext>
            </a:extLst>
          </p:cNvPr>
          <p:cNvGrpSpPr/>
          <p:nvPr/>
        </p:nvGrpSpPr>
        <p:grpSpPr>
          <a:xfrm>
            <a:off x="5455608" y="582722"/>
            <a:ext cx="660600" cy="1559160"/>
            <a:chOff x="5455608" y="582722"/>
            <a:chExt cx="660600" cy="155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D4BE774-5EEB-CABF-7CAD-B91B808B290C}"/>
                    </a:ext>
                  </a:extLst>
                </p14:cNvPr>
                <p14:cNvContentPartPr/>
                <p14:nvPr/>
              </p14:nvContentPartPr>
              <p14:xfrm>
                <a:off x="5455608" y="582722"/>
                <a:ext cx="139680" cy="38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D4BE774-5EEB-CABF-7CAD-B91B808B290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46968" y="573722"/>
                  <a:ext cx="1573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E3689BA-5F60-0B1A-3F12-F87FE7A8F221}"/>
                    </a:ext>
                  </a:extLst>
                </p14:cNvPr>
                <p14:cNvContentPartPr/>
                <p14:nvPr/>
              </p14:nvContentPartPr>
              <p14:xfrm>
                <a:off x="5472528" y="672722"/>
                <a:ext cx="150840" cy="1469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E3689BA-5F60-0B1A-3F12-F87FE7A8F22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463528" y="664082"/>
                  <a:ext cx="168480" cy="148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4F59BB6-064F-B0D2-03F5-5D0E432DB8DD}"/>
                    </a:ext>
                  </a:extLst>
                </p14:cNvPr>
                <p14:cNvContentPartPr/>
                <p14:nvPr/>
              </p14:nvContentPartPr>
              <p14:xfrm>
                <a:off x="5982288" y="591002"/>
                <a:ext cx="133920" cy="1379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4F59BB6-064F-B0D2-03F5-5D0E432DB8D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73288" y="582002"/>
                  <a:ext cx="151560" cy="13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F5F75DD-7954-C021-9BAA-42E342AE4CBB}"/>
                    </a:ext>
                  </a:extLst>
                </p14:cNvPr>
                <p14:cNvContentPartPr/>
                <p14:nvPr/>
              </p14:nvContentPartPr>
              <p14:xfrm>
                <a:off x="5677728" y="715562"/>
                <a:ext cx="123480" cy="187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F5F75DD-7954-C021-9BAA-42E342AE4CB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668728" y="706922"/>
                  <a:ext cx="1411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95F1DE8-6D99-4367-1379-054813EB8CE8}"/>
                    </a:ext>
                  </a:extLst>
                </p14:cNvPr>
                <p14:cNvContentPartPr/>
                <p14:nvPr/>
              </p14:nvContentPartPr>
              <p14:xfrm>
                <a:off x="5707608" y="1028042"/>
                <a:ext cx="120240" cy="170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95F1DE8-6D99-4367-1379-054813EB8CE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98608" y="1019402"/>
                  <a:ext cx="1378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03401F8-B9D5-4F0C-892B-40FB32D0068C}"/>
                    </a:ext>
                  </a:extLst>
                </p14:cNvPr>
                <p14:cNvContentPartPr/>
                <p14:nvPr/>
              </p14:nvContentPartPr>
              <p14:xfrm>
                <a:off x="5728128" y="1508642"/>
                <a:ext cx="16560" cy="129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03401F8-B9D5-4F0C-892B-40FB32D0068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719128" y="1500002"/>
                  <a:ext cx="342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2387057-4C06-C017-C196-7E4F50D69B61}"/>
                    </a:ext>
                  </a:extLst>
                </p14:cNvPr>
                <p14:cNvContentPartPr/>
                <p14:nvPr/>
              </p14:nvContentPartPr>
              <p14:xfrm>
                <a:off x="5761248" y="1783682"/>
                <a:ext cx="24480" cy="187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2387057-4C06-C017-C196-7E4F50D69B6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752608" y="1775042"/>
                  <a:ext cx="4212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D826F0D-199B-3A2F-5A1E-F34042E1A537}"/>
              </a:ext>
            </a:extLst>
          </p:cNvPr>
          <p:cNvGrpSpPr/>
          <p:nvPr/>
        </p:nvGrpSpPr>
        <p:grpSpPr>
          <a:xfrm>
            <a:off x="7218528" y="1097522"/>
            <a:ext cx="207000" cy="356040"/>
            <a:chOff x="7218528" y="1097522"/>
            <a:chExt cx="207000" cy="35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88BB932-E50D-A3AA-1F59-DF124A58BF9E}"/>
                    </a:ext>
                  </a:extLst>
                </p14:cNvPr>
                <p14:cNvContentPartPr/>
                <p14:nvPr/>
              </p14:nvContentPartPr>
              <p14:xfrm>
                <a:off x="7234368" y="1159082"/>
                <a:ext cx="28080" cy="230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88BB932-E50D-A3AA-1F59-DF124A58BF9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225728" y="1150442"/>
                  <a:ext cx="457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EF4A705-A48F-3B9C-EFED-E0C2A1239640}"/>
                    </a:ext>
                  </a:extLst>
                </p14:cNvPr>
                <p14:cNvContentPartPr/>
                <p14:nvPr/>
              </p14:nvContentPartPr>
              <p14:xfrm>
                <a:off x="7218528" y="1097522"/>
                <a:ext cx="207000" cy="356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EF4A705-A48F-3B9C-EFED-E0C2A123964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09528" y="1088522"/>
                  <a:ext cx="224640" cy="37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A7A7DA3-57FA-A166-A4C3-7A49E063A1E4}"/>
              </a:ext>
            </a:extLst>
          </p:cNvPr>
          <p:cNvGrpSpPr/>
          <p:nvPr/>
        </p:nvGrpSpPr>
        <p:grpSpPr>
          <a:xfrm>
            <a:off x="7606968" y="559682"/>
            <a:ext cx="584640" cy="1602360"/>
            <a:chOff x="7606968" y="559682"/>
            <a:chExt cx="584640" cy="160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F572BE6-39B1-6D66-DEF2-CBB55C41875C}"/>
                    </a:ext>
                  </a:extLst>
                </p14:cNvPr>
                <p14:cNvContentPartPr/>
                <p14:nvPr/>
              </p14:nvContentPartPr>
              <p14:xfrm>
                <a:off x="7613808" y="1219922"/>
                <a:ext cx="103680" cy="17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F572BE6-39B1-6D66-DEF2-CBB55C41875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604808" y="1210922"/>
                  <a:ext cx="1213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3C08CC5-DF73-8FFD-9B77-C20F221AD484}"/>
                    </a:ext>
                  </a:extLst>
                </p14:cNvPr>
                <p14:cNvContentPartPr/>
                <p14:nvPr/>
              </p14:nvContentPartPr>
              <p14:xfrm>
                <a:off x="7606968" y="1350962"/>
                <a:ext cx="101160" cy="23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3C08CC5-DF73-8FFD-9B77-C20F221AD48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598328" y="1341962"/>
                  <a:ext cx="118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F6D82D1-8028-D64C-9591-EB0E64FB1B76}"/>
                    </a:ext>
                  </a:extLst>
                </p14:cNvPr>
                <p14:cNvContentPartPr/>
                <p14:nvPr/>
              </p14:nvContentPartPr>
              <p14:xfrm>
                <a:off x="7914768" y="559682"/>
                <a:ext cx="276840" cy="49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F6D82D1-8028-D64C-9591-EB0E64FB1B7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906128" y="551042"/>
                  <a:ext cx="2944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C503959-E012-754F-51AA-277E601D70BF}"/>
                    </a:ext>
                  </a:extLst>
                </p14:cNvPr>
                <p14:cNvContentPartPr/>
                <p14:nvPr/>
              </p14:nvContentPartPr>
              <p14:xfrm>
                <a:off x="7852128" y="646082"/>
                <a:ext cx="110160" cy="1515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C503959-E012-754F-51AA-277E601D70B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843488" y="637082"/>
                  <a:ext cx="127800" cy="153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E59CB12-C2D8-4837-8B99-313A07A74831}"/>
              </a:ext>
            </a:extLst>
          </p:cNvPr>
          <p:cNvGrpSpPr/>
          <p:nvPr/>
        </p:nvGrpSpPr>
        <p:grpSpPr>
          <a:xfrm>
            <a:off x="8151288" y="605402"/>
            <a:ext cx="518040" cy="1698840"/>
            <a:chOff x="8151288" y="605402"/>
            <a:chExt cx="518040" cy="169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BE683E0-96F9-65D3-831C-91C028728447}"/>
                    </a:ext>
                  </a:extLst>
                </p14:cNvPr>
                <p14:cNvContentPartPr/>
                <p14:nvPr/>
              </p14:nvContentPartPr>
              <p14:xfrm>
                <a:off x="8299248" y="654002"/>
                <a:ext cx="170280" cy="238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BE683E0-96F9-65D3-831C-91C02872844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90608" y="645002"/>
                  <a:ext cx="1879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2B0FD75-F504-FF66-BC36-A9B12BB72F91}"/>
                    </a:ext>
                  </a:extLst>
                </p14:cNvPr>
                <p14:cNvContentPartPr/>
                <p14:nvPr/>
              </p14:nvContentPartPr>
              <p14:xfrm>
                <a:off x="8245248" y="1190042"/>
                <a:ext cx="173160" cy="185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2B0FD75-F504-FF66-BC36-A9B12BB72F9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236608" y="1181402"/>
                  <a:ext cx="1908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152072F-2A84-675A-ACD7-BFF5D171B5C5}"/>
                    </a:ext>
                  </a:extLst>
                </p14:cNvPr>
                <p14:cNvContentPartPr/>
                <p14:nvPr/>
              </p14:nvContentPartPr>
              <p14:xfrm>
                <a:off x="8221128" y="1758482"/>
                <a:ext cx="27000" cy="187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152072F-2A84-675A-ACD7-BFF5D171B5C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212128" y="1749482"/>
                  <a:ext cx="446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197C60C-B23C-F1F9-E460-5E876DF99C60}"/>
                    </a:ext>
                  </a:extLst>
                </p14:cNvPr>
                <p14:cNvContentPartPr/>
                <p14:nvPr/>
              </p14:nvContentPartPr>
              <p14:xfrm>
                <a:off x="8151288" y="1980242"/>
                <a:ext cx="144000" cy="150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197C60C-B23C-F1F9-E460-5E876DF99C6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142288" y="1971602"/>
                  <a:ext cx="1616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2BA1865-275E-3BDC-9DDE-87D2F0B83228}"/>
                    </a:ext>
                  </a:extLst>
                </p14:cNvPr>
                <p14:cNvContentPartPr/>
                <p14:nvPr/>
              </p14:nvContentPartPr>
              <p14:xfrm>
                <a:off x="8424528" y="605402"/>
                <a:ext cx="244800" cy="1698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2BA1865-275E-3BDC-9DDE-87D2F0B8322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415528" y="596402"/>
                  <a:ext cx="262440" cy="171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AECCC8B-FF7A-EC95-8157-DB0EBF58EBC1}"/>
              </a:ext>
            </a:extLst>
          </p:cNvPr>
          <p:cNvGrpSpPr/>
          <p:nvPr/>
        </p:nvGrpSpPr>
        <p:grpSpPr>
          <a:xfrm>
            <a:off x="9558168" y="839042"/>
            <a:ext cx="1187640" cy="348120"/>
            <a:chOff x="9558168" y="839042"/>
            <a:chExt cx="1187640" cy="34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8DEDBDD-7611-8FFA-78D8-559306FA614C}"/>
                    </a:ext>
                  </a:extLst>
                </p14:cNvPr>
                <p14:cNvContentPartPr/>
                <p14:nvPr/>
              </p14:nvContentPartPr>
              <p14:xfrm>
                <a:off x="9558168" y="839042"/>
                <a:ext cx="47520" cy="264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8DEDBDD-7611-8FFA-78D8-559306FA614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549528" y="830402"/>
                  <a:ext cx="651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A0BBC6B-1BA1-0A87-B191-F190D31007A6}"/>
                    </a:ext>
                  </a:extLst>
                </p14:cNvPr>
                <p14:cNvContentPartPr/>
                <p14:nvPr/>
              </p14:nvContentPartPr>
              <p14:xfrm>
                <a:off x="9601008" y="848042"/>
                <a:ext cx="46800" cy="229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A0BBC6B-1BA1-0A87-B191-F190D31007A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592008" y="839402"/>
                  <a:ext cx="644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B5510EE-1EB5-7925-0889-44DBFB4BFDD2}"/>
                    </a:ext>
                  </a:extLst>
                </p14:cNvPr>
                <p14:cNvContentPartPr/>
                <p14:nvPr/>
              </p14:nvContentPartPr>
              <p14:xfrm>
                <a:off x="9579048" y="1017602"/>
                <a:ext cx="71280" cy="16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B5510EE-1EB5-7925-0889-44DBFB4BFDD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570048" y="1008602"/>
                  <a:ext cx="88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C95DA99-7CEA-2D53-B199-89D85CC7C0AB}"/>
                    </a:ext>
                  </a:extLst>
                </p14:cNvPr>
                <p14:cNvContentPartPr/>
                <p14:nvPr/>
              </p14:nvContentPartPr>
              <p14:xfrm>
                <a:off x="9705408" y="994562"/>
                <a:ext cx="10800" cy="11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C95DA99-7CEA-2D53-B199-89D85CC7C0A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696408" y="985922"/>
                  <a:ext cx="28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91DFA73-4B26-FB9C-6AB2-DF8C6964B054}"/>
                    </a:ext>
                  </a:extLst>
                </p14:cNvPr>
                <p14:cNvContentPartPr/>
                <p14:nvPr/>
              </p14:nvContentPartPr>
              <p14:xfrm>
                <a:off x="9764808" y="912482"/>
                <a:ext cx="29160" cy="246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91DFA73-4B26-FB9C-6AB2-DF8C6964B05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756168" y="903842"/>
                  <a:ext cx="468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FD628A0-58AD-88F2-5176-70BFD6F888BE}"/>
                    </a:ext>
                  </a:extLst>
                </p14:cNvPr>
                <p14:cNvContentPartPr/>
                <p14:nvPr/>
              </p14:nvContentPartPr>
              <p14:xfrm>
                <a:off x="9775608" y="864242"/>
                <a:ext cx="145080" cy="322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FD628A0-58AD-88F2-5176-70BFD6F888B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766968" y="855602"/>
                  <a:ext cx="1627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FADBE40-15CD-F1E9-F4DE-8793BAFADD7C}"/>
                    </a:ext>
                  </a:extLst>
                </p14:cNvPr>
                <p14:cNvContentPartPr/>
                <p14:nvPr/>
              </p14:nvContentPartPr>
              <p14:xfrm>
                <a:off x="10023288" y="1004282"/>
                <a:ext cx="137880" cy="23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FADBE40-15CD-F1E9-F4DE-8793BAFADD7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014648" y="995282"/>
                  <a:ext cx="1555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C1165A6-6273-72AC-8EE6-E95041D83B8C}"/>
                    </a:ext>
                  </a:extLst>
                </p14:cNvPr>
                <p14:cNvContentPartPr/>
                <p14:nvPr/>
              </p14:nvContentPartPr>
              <p14:xfrm>
                <a:off x="10032648" y="1088882"/>
                <a:ext cx="123120" cy="30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C1165A6-6273-72AC-8EE6-E95041D83B8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024008" y="1079882"/>
                  <a:ext cx="1407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5A32414-4CCF-8F84-244E-7B24079B4F63}"/>
                    </a:ext>
                  </a:extLst>
                </p14:cNvPr>
                <p14:cNvContentPartPr/>
                <p14:nvPr/>
              </p14:nvContentPartPr>
              <p14:xfrm>
                <a:off x="10292208" y="925082"/>
                <a:ext cx="143640" cy="176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5A32414-4CCF-8F84-244E-7B24079B4F6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283568" y="916082"/>
                  <a:ext cx="1612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CB8E363-CF0B-11ED-2C97-4BA256BA7AAA}"/>
                    </a:ext>
                  </a:extLst>
                </p14:cNvPr>
                <p14:cNvContentPartPr/>
                <p14:nvPr/>
              </p14:nvContentPartPr>
              <p14:xfrm>
                <a:off x="10565088" y="1015802"/>
                <a:ext cx="13320" cy="19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CB8E363-CF0B-11ED-2C97-4BA256BA7AA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556448" y="1007162"/>
                  <a:ext cx="30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0D7F8CE-B0EF-1280-E041-7913E42CBF3D}"/>
                    </a:ext>
                  </a:extLst>
                </p14:cNvPr>
                <p14:cNvContentPartPr/>
                <p14:nvPr/>
              </p14:nvContentPartPr>
              <p14:xfrm>
                <a:off x="10651128" y="975122"/>
                <a:ext cx="94680" cy="100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0D7F8CE-B0EF-1280-E041-7913E42CBF3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642128" y="966122"/>
                  <a:ext cx="11232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F1269A7-BF7B-02C9-E58C-C51E4D150674}"/>
              </a:ext>
            </a:extLst>
          </p:cNvPr>
          <p:cNvGrpSpPr/>
          <p:nvPr/>
        </p:nvGrpSpPr>
        <p:grpSpPr>
          <a:xfrm>
            <a:off x="10918968" y="965402"/>
            <a:ext cx="360720" cy="171720"/>
            <a:chOff x="10918968" y="965402"/>
            <a:chExt cx="360720" cy="17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E07BF6D-C414-52E6-6660-6466686612FD}"/>
                    </a:ext>
                  </a:extLst>
                </p14:cNvPr>
                <p14:cNvContentPartPr/>
                <p14:nvPr/>
              </p14:nvContentPartPr>
              <p14:xfrm>
                <a:off x="10918968" y="992402"/>
                <a:ext cx="119160" cy="28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E07BF6D-C414-52E6-6660-6466686612F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909968" y="983402"/>
                  <a:ext cx="136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2653855-8252-DB4D-15B0-21C2D7CAA87E}"/>
                    </a:ext>
                  </a:extLst>
                </p14:cNvPr>
                <p14:cNvContentPartPr/>
                <p14:nvPr/>
              </p14:nvContentPartPr>
              <p14:xfrm>
                <a:off x="10957488" y="965402"/>
                <a:ext cx="20520" cy="171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2653855-8252-DB4D-15B0-21C2D7CAA87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948848" y="956762"/>
                  <a:ext cx="38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261FA02-0262-FB0E-3F0D-BE5D029B4DEE}"/>
                    </a:ext>
                  </a:extLst>
                </p14:cNvPr>
                <p14:cNvContentPartPr/>
                <p14:nvPr/>
              </p14:nvContentPartPr>
              <p14:xfrm>
                <a:off x="11145048" y="972962"/>
                <a:ext cx="62280" cy="110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261FA02-0262-FB0E-3F0D-BE5D029B4DE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136408" y="964322"/>
                  <a:ext cx="799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F2A369E-E3DA-B586-3408-648CFD5BAA12}"/>
                    </a:ext>
                  </a:extLst>
                </p14:cNvPr>
                <p14:cNvContentPartPr/>
                <p14:nvPr/>
              </p14:nvContentPartPr>
              <p14:xfrm>
                <a:off x="11277888" y="1069442"/>
                <a:ext cx="1800" cy="1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F2A369E-E3DA-B586-3408-648CFD5BAA1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269248" y="1060802"/>
                  <a:ext cx="19440" cy="1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EA067EA-5A1E-2E00-4AD0-0B8C18F9AD24}"/>
                  </a:ext>
                </a:extLst>
              </p14:cNvPr>
              <p14:cNvContentPartPr/>
              <p14:nvPr/>
            </p14:nvContentPartPr>
            <p14:xfrm>
              <a:off x="11418288" y="983762"/>
              <a:ext cx="121680" cy="1515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EA067EA-5A1E-2E00-4AD0-0B8C18F9AD24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1409648" y="975122"/>
                <a:ext cx="139320" cy="16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48" name="Group 6147">
            <a:extLst>
              <a:ext uri="{FF2B5EF4-FFF2-40B4-BE49-F238E27FC236}">
                <a16:creationId xmlns:a16="http://schemas.microsoft.com/office/drawing/2014/main" id="{7A1FDD05-1B5D-26A2-C902-0378ABD5F15E}"/>
              </a:ext>
            </a:extLst>
          </p:cNvPr>
          <p:cNvGrpSpPr/>
          <p:nvPr/>
        </p:nvGrpSpPr>
        <p:grpSpPr>
          <a:xfrm>
            <a:off x="9840048" y="1458962"/>
            <a:ext cx="352440" cy="205200"/>
            <a:chOff x="9840048" y="1458962"/>
            <a:chExt cx="352440" cy="20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187517A-9EAF-DE13-14C4-57CECE7B0B45}"/>
                    </a:ext>
                  </a:extLst>
                </p14:cNvPr>
                <p14:cNvContentPartPr/>
                <p14:nvPr/>
              </p14:nvContentPartPr>
              <p14:xfrm>
                <a:off x="9840048" y="1542842"/>
                <a:ext cx="189720" cy="25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187517A-9EAF-DE13-14C4-57CECE7B0B4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831408" y="1534202"/>
                  <a:ext cx="2073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66C249C-77F2-8404-1703-595E0C7EA9DC}"/>
                    </a:ext>
                  </a:extLst>
                </p14:cNvPr>
                <p14:cNvContentPartPr/>
                <p14:nvPr/>
              </p14:nvContentPartPr>
              <p14:xfrm>
                <a:off x="9947688" y="1458962"/>
                <a:ext cx="24480" cy="190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66C249C-77F2-8404-1703-595E0C7EA9D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938688" y="1449962"/>
                  <a:ext cx="421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B76E8A9-987F-23E6-C323-89DD8ADBAB9A}"/>
                    </a:ext>
                  </a:extLst>
                </p14:cNvPr>
                <p14:cNvContentPartPr/>
                <p14:nvPr/>
              </p14:nvContentPartPr>
              <p14:xfrm>
                <a:off x="10096368" y="1460402"/>
                <a:ext cx="2880" cy="203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B76E8A9-987F-23E6-C323-89DD8ADBAB9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087368" y="1451402"/>
                  <a:ext cx="205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C53E7A4-59AF-C189-9712-3AD08D8028B8}"/>
                    </a:ext>
                  </a:extLst>
                </p14:cNvPr>
                <p14:cNvContentPartPr/>
                <p14:nvPr/>
              </p14:nvContentPartPr>
              <p14:xfrm>
                <a:off x="10188168" y="1565162"/>
                <a:ext cx="4320" cy="2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C53E7A4-59AF-C189-9712-3AD08D8028B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179528" y="1556522"/>
                  <a:ext cx="2196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47" name="Group 6146">
            <a:extLst>
              <a:ext uri="{FF2B5EF4-FFF2-40B4-BE49-F238E27FC236}">
                <a16:creationId xmlns:a16="http://schemas.microsoft.com/office/drawing/2014/main" id="{3C684080-DECF-74F5-D7A1-3A928A3AF239}"/>
              </a:ext>
            </a:extLst>
          </p:cNvPr>
          <p:cNvGrpSpPr/>
          <p:nvPr/>
        </p:nvGrpSpPr>
        <p:grpSpPr>
          <a:xfrm>
            <a:off x="10357368" y="1433402"/>
            <a:ext cx="715680" cy="243000"/>
            <a:chOff x="10357368" y="1433402"/>
            <a:chExt cx="715680" cy="24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392EA84-4DE5-B2D2-D251-B0CDFCED9CCF}"/>
                    </a:ext>
                  </a:extLst>
                </p14:cNvPr>
                <p14:cNvContentPartPr/>
                <p14:nvPr/>
              </p14:nvContentPartPr>
              <p14:xfrm>
                <a:off x="10357368" y="1433402"/>
                <a:ext cx="9360" cy="221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392EA84-4DE5-B2D2-D251-B0CDFCED9CC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348368" y="1424402"/>
                  <a:ext cx="270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0D86301-ABFC-8CBD-8094-54C1956116E4}"/>
                    </a:ext>
                  </a:extLst>
                </p14:cNvPr>
                <p14:cNvContentPartPr/>
                <p14:nvPr/>
              </p14:nvContentPartPr>
              <p14:xfrm>
                <a:off x="10486968" y="1545002"/>
                <a:ext cx="144720" cy="14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0D86301-ABFC-8CBD-8094-54C1956116E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77968" y="1536362"/>
                  <a:ext cx="1623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6F835F4-3228-AF8B-0718-3A3368B0F3E9}"/>
                    </a:ext>
                  </a:extLst>
                </p14:cNvPr>
                <p14:cNvContentPartPr/>
                <p14:nvPr/>
              </p14:nvContentPartPr>
              <p14:xfrm>
                <a:off x="10549248" y="1443842"/>
                <a:ext cx="21960" cy="228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6F835F4-3228-AF8B-0718-3A3368B0F3E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540608" y="1435202"/>
                  <a:ext cx="396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DFD9EF7-0D75-7646-6729-94AD4C15BD5A}"/>
                    </a:ext>
                  </a:extLst>
                </p14:cNvPr>
                <p14:cNvContentPartPr/>
                <p14:nvPr/>
              </p14:nvContentPartPr>
              <p14:xfrm>
                <a:off x="10752648" y="1478042"/>
                <a:ext cx="12600" cy="198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DFD9EF7-0D75-7646-6729-94AD4C15BD5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744008" y="1469402"/>
                  <a:ext cx="302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3E6521F-896B-5FEA-A273-807330D76947}"/>
                    </a:ext>
                  </a:extLst>
                </p14:cNvPr>
                <p14:cNvContentPartPr/>
                <p14:nvPr/>
              </p14:nvContentPartPr>
              <p14:xfrm>
                <a:off x="10858488" y="1529162"/>
                <a:ext cx="7200" cy="22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3E6521F-896B-5FEA-A273-807330D7694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849488" y="1520162"/>
                  <a:ext cx="24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BDD844F-561E-29A8-99CC-3ABD7EB90457}"/>
                    </a:ext>
                  </a:extLst>
                </p14:cNvPr>
                <p14:cNvContentPartPr/>
                <p14:nvPr/>
              </p14:nvContentPartPr>
              <p14:xfrm>
                <a:off x="10977288" y="1489202"/>
                <a:ext cx="95760" cy="166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BDD844F-561E-29A8-99CC-3ABD7EB9045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968288" y="1480202"/>
                  <a:ext cx="11340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45" name="Group 6144">
            <a:extLst>
              <a:ext uri="{FF2B5EF4-FFF2-40B4-BE49-F238E27FC236}">
                <a16:creationId xmlns:a16="http://schemas.microsoft.com/office/drawing/2014/main" id="{AF6BC277-A513-F210-84E2-E7CD1DAEC108}"/>
              </a:ext>
            </a:extLst>
          </p:cNvPr>
          <p:cNvGrpSpPr/>
          <p:nvPr/>
        </p:nvGrpSpPr>
        <p:grpSpPr>
          <a:xfrm>
            <a:off x="10089168" y="1973402"/>
            <a:ext cx="130680" cy="133920"/>
            <a:chOff x="10089168" y="1973402"/>
            <a:chExt cx="130680" cy="13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1B9E402-1019-7E2F-CEA4-8C963D4E5392}"/>
                    </a:ext>
                  </a:extLst>
                </p14:cNvPr>
                <p14:cNvContentPartPr/>
                <p14:nvPr/>
              </p14:nvContentPartPr>
              <p14:xfrm>
                <a:off x="10098528" y="1973402"/>
                <a:ext cx="114120" cy="18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1B9E402-1019-7E2F-CEA4-8C963D4E539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089888" y="1964402"/>
                  <a:ext cx="131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606AF8D-2A73-E881-2585-11C13EE18498}"/>
                    </a:ext>
                  </a:extLst>
                </p14:cNvPr>
                <p14:cNvContentPartPr/>
                <p14:nvPr/>
              </p14:nvContentPartPr>
              <p14:xfrm>
                <a:off x="10089168" y="2059082"/>
                <a:ext cx="130680" cy="48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606AF8D-2A73-E881-2585-11C13EE1849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080168" y="2050442"/>
                  <a:ext cx="14832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144" name="Ink 6143">
                <a:extLst>
                  <a:ext uri="{FF2B5EF4-FFF2-40B4-BE49-F238E27FC236}">
                    <a16:creationId xmlns:a16="http://schemas.microsoft.com/office/drawing/2014/main" id="{BF19F233-77E3-9ECB-EE76-6B2AFFBE3D66}"/>
                  </a:ext>
                </a:extLst>
              </p14:cNvPr>
              <p14:cNvContentPartPr/>
              <p14:nvPr/>
            </p14:nvContentPartPr>
            <p14:xfrm>
              <a:off x="10375728" y="1897082"/>
              <a:ext cx="9720" cy="300600"/>
            </p14:xfrm>
          </p:contentPart>
        </mc:Choice>
        <mc:Fallback>
          <p:pic>
            <p:nvPicPr>
              <p:cNvPr id="6144" name="Ink 6143">
                <a:extLst>
                  <a:ext uri="{FF2B5EF4-FFF2-40B4-BE49-F238E27FC236}">
                    <a16:creationId xmlns:a16="http://schemas.microsoft.com/office/drawing/2014/main" id="{BF19F233-77E3-9ECB-EE76-6B2AFFBE3D6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366728" y="1888442"/>
                <a:ext cx="27360" cy="31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167" name="Group 6166">
            <a:extLst>
              <a:ext uri="{FF2B5EF4-FFF2-40B4-BE49-F238E27FC236}">
                <a16:creationId xmlns:a16="http://schemas.microsoft.com/office/drawing/2014/main" id="{6C81BFB6-3988-D400-1B31-EE20FF0628F1}"/>
              </a:ext>
            </a:extLst>
          </p:cNvPr>
          <p:cNvGrpSpPr/>
          <p:nvPr/>
        </p:nvGrpSpPr>
        <p:grpSpPr>
          <a:xfrm>
            <a:off x="538008" y="5002087"/>
            <a:ext cx="1115280" cy="567360"/>
            <a:chOff x="538008" y="5002087"/>
            <a:chExt cx="1115280" cy="56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56FBA3A-B60A-AD56-C621-E52D7F7874E9}"/>
                    </a:ext>
                  </a:extLst>
                </p14:cNvPr>
                <p14:cNvContentPartPr/>
                <p14:nvPr/>
              </p14:nvContentPartPr>
              <p14:xfrm>
                <a:off x="538008" y="5194327"/>
                <a:ext cx="58320" cy="281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56FBA3A-B60A-AD56-C621-E52D7F7874E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9368" y="5185687"/>
                  <a:ext cx="759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198ED6F-9C68-CFE5-8B14-D01FD75811F8}"/>
                    </a:ext>
                  </a:extLst>
                </p14:cNvPr>
                <p14:cNvContentPartPr/>
                <p14:nvPr/>
              </p14:nvContentPartPr>
              <p14:xfrm>
                <a:off x="626928" y="5150767"/>
                <a:ext cx="28800" cy="359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198ED6F-9C68-CFE5-8B14-D01FD75811F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8288" y="5142127"/>
                  <a:ext cx="4644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151" name="Ink 6150">
                  <a:extLst>
                    <a:ext uri="{FF2B5EF4-FFF2-40B4-BE49-F238E27FC236}">
                      <a16:creationId xmlns:a16="http://schemas.microsoft.com/office/drawing/2014/main" id="{C72C106C-F73B-E499-2B32-04CC09E74B36}"/>
                    </a:ext>
                  </a:extLst>
                </p14:cNvPr>
                <p14:cNvContentPartPr/>
                <p14:nvPr/>
              </p14:nvContentPartPr>
              <p14:xfrm>
                <a:off x="734208" y="5094247"/>
                <a:ext cx="30240" cy="358920"/>
              </p14:xfrm>
            </p:contentPart>
          </mc:Choice>
          <mc:Fallback>
            <p:pic>
              <p:nvPicPr>
                <p:cNvPr id="6151" name="Ink 6150">
                  <a:extLst>
                    <a:ext uri="{FF2B5EF4-FFF2-40B4-BE49-F238E27FC236}">
                      <a16:creationId xmlns:a16="http://schemas.microsoft.com/office/drawing/2014/main" id="{C72C106C-F73B-E499-2B32-04CC09E74B3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25568" y="5085607"/>
                  <a:ext cx="4788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152" name="Ink 6151">
                  <a:extLst>
                    <a:ext uri="{FF2B5EF4-FFF2-40B4-BE49-F238E27FC236}">
                      <a16:creationId xmlns:a16="http://schemas.microsoft.com/office/drawing/2014/main" id="{71D6251D-0000-AE40-BCF6-8A7E3A281B05}"/>
                    </a:ext>
                  </a:extLst>
                </p14:cNvPr>
                <p14:cNvContentPartPr/>
                <p14:nvPr/>
              </p14:nvContentPartPr>
              <p14:xfrm>
                <a:off x="765888" y="5161207"/>
                <a:ext cx="72000" cy="233280"/>
              </p14:xfrm>
            </p:contentPart>
          </mc:Choice>
          <mc:Fallback>
            <p:pic>
              <p:nvPicPr>
                <p:cNvPr id="6152" name="Ink 6151">
                  <a:extLst>
                    <a:ext uri="{FF2B5EF4-FFF2-40B4-BE49-F238E27FC236}">
                      <a16:creationId xmlns:a16="http://schemas.microsoft.com/office/drawing/2014/main" id="{71D6251D-0000-AE40-BCF6-8A7E3A281B0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6888" y="5152207"/>
                  <a:ext cx="896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153" name="Ink 6152">
                  <a:extLst>
                    <a:ext uri="{FF2B5EF4-FFF2-40B4-BE49-F238E27FC236}">
                      <a16:creationId xmlns:a16="http://schemas.microsoft.com/office/drawing/2014/main" id="{6E8F9F85-1FC4-402D-278E-9706DAC24B74}"/>
                    </a:ext>
                  </a:extLst>
                </p14:cNvPr>
                <p14:cNvContentPartPr/>
                <p14:nvPr/>
              </p14:nvContentPartPr>
              <p14:xfrm>
                <a:off x="755088" y="5345887"/>
                <a:ext cx="110520" cy="16200"/>
              </p14:xfrm>
            </p:contentPart>
          </mc:Choice>
          <mc:Fallback>
            <p:pic>
              <p:nvPicPr>
                <p:cNvPr id="6153" name="Ink 6152">
                  <a:extLst>
                    <a:ext uri="{FF2B5EF4-FFF2-40B4-BE49-F238E27FC236}">
                      <a16:creationId xmlns:a16="http://schemas.microsoft.com/office/drawing/2014/main" id="{6E8F9F85-1FC4-402D-278E-9706DAC24B7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6448" y="5337247"/>
                  <a:ext cx="1281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154" name="Ink 6153">
                  <a:extLst>
                    <a:ext uri="{FF2B5EF4-FFF2-40B4-BE49-F238E27FC236}">
                      <a16:creationId xmlns:a16="http://schemas.microsoft.com/office/drawing/2014/main" id="{6736A2BD-54AC-5883-E4D0-E14791C8BF48}"/>
                    </a:ext>
                  </a:extLst>
                </p14:cNvPr>
                <p14:cNvContentPartPr/>
                <p14:nvPr/>
              </p14:nvContentPartPr>
              <p14:xfrm>
                <a:off x="936528" y="5170207"/>
                <a:ext cx="20880" cy="290520"/>
              </p14:xfrm>
            </p:contentPart>
          </mc:Choice>
          <mc:Fallback>
            <p:pic>
              <p:nvPicPr>
                <p:cNvPr id="6154" name="Ink 6153">
                  <a:extLst>
                    <a:ext uri="{FF2B5EF4-FFF2-40B4-BE49-F238E27FC236}">
                      <a16:creationId xmlns:a16="http://schemas.microsoft.com/office/drawing/2014/main" id="{6736A2BD-54AC-5883-E4D0-E14791C8BF4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27888" y="5161207"/>
                  <a:ext cx="385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155" name="Ink 6154">
                  <a:extLst>
                    <a:ext uri="{FF2B5EF4-FFF2-40B4-BE49-F238E27FC236}">
                      <a16:creationId xmlns:a16="http://schemas.microsoft.com/office/drawing/2014/main" id="{127299C5-2268-0F47-8B8D-63AD65BF03F2}"/>
                    </a:ext>
                  </a:extLst>
                </p14:cNvPr>
                <p14:cNvContentPartPr/>
                <p14:nvPr/>
              </p14:nvContentPartPr>
              <p14:xfrm>
                <a:off x="1002408" y="5068687"/>
                <a:ext cx="35640" cy="500760"/>
              </p14:xfrm>
            </p:contentPart>
          </mc:Choice>
          <mc:Fallback>
            <p:pic>
              <p:nvPicPr>
                <p:cNvPr id="6155" name="Ink 6154">
                  <a:extLst>
                    <a:ext uri="{FF2B5EF4-FFF2-40B4-BE49-F238E27FC236}">
                      <a16:creationId xmlns:a16="http://schemas.microsoft.com/office/drawing/2014/main" id="{127299C5-2268-0F47-8B8D-63AD65BF03F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93768" y="5059687"/>
                  <a:ext cx="5328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156" name="Ink 6155">
                  <a:extLst>
                    <a:ext uri="{FF2B5EF4-FFF2-40B4-BE49-F238E27FC236}">
                      <a16:creationId xmlns:a16="http://schemas.microsoft.com/office/drawing/2014/main" id="{F19E03A0-135E-3B2F-E058-F3EAB1272E98}"/>
                    </a:ext>
                  </a:extLst>
                </p14:cNvPr>
                <p14:cNvContentPartPr/>
                <p14:nvPr/>
              </p14:nvContentPartPr>
              <p14:xfrm>
                <a:off x="1246848" y="5105767"/>
                <a:ext cx="17640" cy="390240"/>
              </p14:xfrm>
            </p:contentPart>
          </mc:Choice>
          <mc:Fallback>
            <p:pic>
              <p:nvPicPr>
                <p:cNvPr id="6156" name="Ink 6155">
                  <a:extLst>
                    <a:ext uri="{FF2B5EF4-FFF2-40B4-BE49-F238E27FC236}">
                      <a16:creationId xmlns:a16="http://schemas.microsoft.com/office/drawing/2014/main" id="{F19E03A0-135E-3B2F-E058-F3EAB1272E9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237848" y="5096767"/>
                  <a:ext cx="3528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157" name="Ink 6156">
                  <a:extLst>
                    <a:ext uri="{FF2B5EF4-FFF2-40B4-BE49-F238E27FC236}">
                      <a16:creationId xmlns:a16="http://schemas.microsoft.com/office/drawing/2014/main" id="{831AD6F3-04E5-54E9-14B6-05DB3AA61C87}"/>
                    </a:ext>
                  </a:extLst>
                </p14:cNvPr>
                <p14:cNvContentPartPr/>
                <p14:nvPr/>
              </p14:nvContentPartPr>
              <p14:xfrm>
                <a:off x="1357728" y="5085247"/>
                <a:ext cx="12240" cy="425520"/>
              </p14:xfrm>
            </p:contentPart>
          </mc:Choice>
          <mc:Fallback>
            <p:pic>
              <p:nvPicPr>
                <p:cNvPr id="6157" name="Ink 6156">
                  <a:extLst>
                    <a:ext uri="{FF2B5EF4-FFF2-40B4-BE49-F238E27FC236}">
                      <a16:creationId xmlns:a16="http://schemas.microsoft.com/office/drawing/2014/main" id="{831AD6F3-04E5-54E9-14B6-05DB3AA61C8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348728" y="5076607"/>
                  <a:ext cx="2988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158" name="Ink 6157">
                  <a:extLst>
                    <a:ext uri="{FF2B5EF4-FFF2-40B4-BE49-F238E27FC236}">
                      <a16:creationId xmlns:a16="http://schemas.microsoft.com/office/drawing/2014/main" id="{A63F6960-43B9-2DF1-260E-6BA7BEC8EC87}"/>
                    </a:ext>
                  </a:extLst>
                </p14:cNvPr>
                <p14:cNvContentPartPr/>
                <p14:nvPr/>
              </p14:nvContentPartPr>
              <p14:xfrm>
                <a:off x="1359168" y="5071567"/>
                <a:ext cx="162720" cy="395280"/>
              </p14:xfrm>
            </p:contentPart>
          </mc:Choice>
          <mc:Fallback>
            <p:pic>
              <p:nvPicPr>
                <p:cNvPr id="6158" name="Ink 6157">
                  <a:extLst>
                    <a:ext uri="{FF2B5EF4-FFF2-40B4-BE49-F238E27FC236}">
                      <a16:creationId xmlns:a16="http://schemas.microsoft.com/office/drawing/2014/main" id="{A63F6960-43B9-2DF1-260E-6BA7BEC8EC8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350168" y="5062567"/>
                  <a:ext cx="1803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159" name="Ink 6158">
                  <a:extLst>
                    <a:ext uri="{FF2B5EF4-FFF2-40B4-BE49-F238E27FC236}">
                      <a16:creationId xmlns:a16="http://schemas.microsoft.com/office/drawing/2014/main" id="{45DE1A49-5E70-8591-3C71-BF03E5EED426}"/>
                    </a:ext>
                  </a:extLst>
                </p14:cNvPr>
                <p14:cNvContentPartPr/>
                <p14:nvPr/>
              </p14:nvContentPartPr>
              <p14:xfrm>
                <a:off x="1174128" y="5155807"/>
                <a:ext cx="19800" cy="351000"/>
              </p14:xfrm>
            </p:contentPart>
          </mc:Choice>
          <mc:Fallback>
            <p:pic>
              <p:nvPicPr>
                <p:cNvPr id="6159" name="Ink 6158">
                  <a:extLst>
                    <a:ext uri="{FF2B5EF4-FFF2-40B4-BE49-F238E27FC236}">
                      <a16:creationId xmlns:a16="http://schemas.microsoft.com/office/drawing/2014/main" id="{45DE1A49-5E70-8591-3C71-BF03E5EED42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65128" y="5146807"/>
                  <a:ext cx="3744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160" name="Ink 6159">
                  <a:extLst>
                    <a:ext uri="{FF2B5EF4-FFF2-40B4-BE49-F238E27FC236}">
                      <a16:creationId xmlns:a16="http://schemas.microsoft.com/office/drawing/2014/main" id="{CAF173A6-1ACF-B9B1-8D82-E9638F6D0636}"/>
                    </a:ext>
                  </a:extLst>
                </p14:cNvPr>
                <p14:cNvContentPartPr/>
                <p14:nvPr/>
              </p14:nvContentPartPr>
              <p14:xfrm>
                <a:off x="1559328" y="5096407"/>
                <a:ext cx="30240" cy="399240"/>
              </p14:xfrm>
            </p:contentPart>
          </mc:Choice>
          <mc:Fallback>
            <p:pic>
              <p:nvPicPr>
                <p:cNvPr id="6160" name="Ink 6159">
                  <a:extLst>
                    <a:ext uri="{FF2B5EF4-FFF2-40B4-BE49-F238E27FC236}">
                      <a16:creationId xmlns:a16="http://schemas.microsoft.com/office/drawing/2014/main" id="{CAF173A6-1ACF-B9B1-8D82-E9638F6D063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550688" y="5087407"/>
                  <a:ext cx="4788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161" name="Ink 6160">
                  <a:extLst>
                    <a:ext uri="{FF2B5EF4-FFF2-40B4-BE49-F238E27FC236}">
                      <a16:creationId xmlns:a16="http://schemas.microsoft.com/office/drawing/2014/main" id="{666E6746-27C2-01F6-5399-6BEEE3A7118D}"/>
                    </a:ext>
                  </a:extLst>
                </p14:cNvPr>
                <p14:cNvContentPartPr/>
                <p14:nvPr/>
              </p14:nvContentPartPr>
              <p14:xfrm>
                <a:off x="1632408" y="5002087"/>
                <a:ext cx="20880" cy="531720"/>
              </p14:xfrm>
            </p:contentPart>
          </mc:Choice>
          <mc:Fallback>
            <p:pic>
              <p:nvPicPr>
                <p:cNvPr id="6161" name="Ink 6160">
                  <a:extLst>
                    <a:ext uri="{FF2B5EF4-FFF2-40B4-BE49-F238E27FC236}">
                      <a16:creationId xmlns:a16="http://schemas.microsoft.com/office/drawing/2014/main" id="{666E6746-27C2-01F6-5399-6BEEE3A7118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23768" y="4993447"/>
                  <a:ext cx="38520" cy="54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71" name="Group 6170">
            <a:extLst>
              <a:ext uri="{FF2B5EF4-FFF2-40B4-BE49-F238E27FC236}">
                <a16:creationId xmlns:a16="http://schemas.microsoft.com/office/drawing/2014/main" id="{61860B28-33AA-510B-A64E-02F7D6A37F7E}"/>
              </a:ext>
            </a:extLst>
          </p:cNvPr>
          <p:cNvGrpSpPr/>
          <p:nvPr/>
        </p:nvGrpSpPr>
        <p:grpSpPr>
          <a:xfrm>
            <a:off x="1854168" y="5067247"/>
            <a:ext cx="1098360" cy="415800"/>
            <a:chOff x="1854168" y="5067247"/>
            <a:chExt cx="1098360" cy="41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6162" name="Ink 6161">
                  <a:extLst>
                    <a:ext uri="{FF2B5EF4-FFF2-40B4-BE49-F238E27FC236}">
                      <a16:creationId xmlns:a16="http://schemas.microsoft.com/office/drawing/2014/main" id="{FD4A661E-B118-D687-E415-9280BBF85F56}"/>
                    </a:ext>
                  </a:extLst>
                </p14:cNvPr>
                <p14:cNvContentPartPr/>
                <p14:nvPr/>
              </p14:nvContentPartPr>
              <p14:xfrm>
                <a:off x="1854168" y="5191447"/>
                <a:ext cx="137880" cy="28440"/>
              </p14:xfrm>
            </p:contentPart>
          </mc:Choice>
          <mc:Fallback>
            <p:pic>
              <p:nvPicPr>
                <p:cNvPr id="6162" name="Ink 6161">
                  <a:extLst>
                    <a:ext uri="{FF2B5EF4-FFF2-40B4-BE49-F238E27FC236}">
                      <a16:creationId xmlns:a16="http://schemas.microsoft.com/office/drawing/2014/main" id="{FD4A661E-B118-D687-E415-9280BBF85F5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845168" y="5182447"/>
                  <a:ext cx="1555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6163" name="Ink 6162">
                  <a:extLst>
                    <a:ext uri="{FF2B5EF4-FFF2-40B4-BE49-F238E27FC236}">
                      <a16:creationId xmlns:a16="http://schemas.microsoft.com/office/drawing/2014/main" id="{92CD7DFE-1651-82E4-0261-EECBAC021CF6}"/>
                    </a:ext>
                  </a:extLst>
                </p14:cNvPr>
                <p14:cNvContentPartPr/>
                <p14:nvPr/>
              </p14:nvContentPartPr>
              <p14:xfrm>
                <a:off x="1884408" y="5325007"/>
                <a:ext cx="144000" cy="31320"/>
              </p14:xfrm>
            </p:contentPart>
          </mc:Choice>
          <mc:Fallback>
            <p:pic>
              <p:nvPicPr>
                <p:cNvPr id="6163" name="Ink 6162">
                  <a:extLst>
                    <a:ext uri="{FF2B5EF4-FFF2-40B4-BE49-F238E27FC236}">
                      <a16:creationId xmlns:a16="http://schemas.microsoft.com/office/drawing/2014/main" id="{92CD7DFE-1651-82E4-0261-EECBAC021CF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875408" y="5316367"/>
                  <a:ext cx="1616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6164" name="Ink 6163">
                  <a:extLst>
                    <a:ext uri="{FF2B5EF4-FFF2-40B4-BE49-F238E27FC236}">
                      <a16:creationId xmlns:a16="http://schemas.microsoft.com/office/drawing/2014/main" id="{15297A62-1727-DA48-B9A1-30DEA460B300}"/>
                    </a:ext>
                  </a:extLst>
                </p14:cNvPr>
                <p14:cNvContentPartPr/>
                <p14:nvPr/>
              </p14:nvContentPartPr>
              <p14:xfrm>
                <a:off x="2152608" y="5067247"/>
                <a:ext cx="279720" cy="415800"/>
              </p14:xfrm>
            </p:contentPart>
          </mc:Choice>
          <mc:Fallback>
            <p:pic>
              <p:nvPicPr>
                <p:cNvPr id="6164" name="Ink 6163">
                  <a:extLst>
                    <a:ext uri="{FF2B5EF4-FFF2-40B4-BE49-F238E27FC236}">
                      <a16:creationId xmlns:a16="http://schemas.microsoft.com/office/drawing/2014/main" id="{15297A62-1727-DA48-B9A1-30DEA460B30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143608" y="5058247"/>
                  <a:ext cx="29736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6165" name="Ink 6164">
                  <a:extLst>
                    <a:ext uri="{FF2B5EF4-FFF2-40B4-BE49-F238E27FC236}">
                      <a16:creationId xmlns:a16="http://schemas.microsoft.com/office/drawing/2014/main" id="{78B7C16E-79EC-EF49-B41F-A3BBFBE80593}"/>
                    </a:ext>
                  </a:extLst>
                </p14:cNvPr>
                <p14:cNvContentPartPr/>
                <p14:nvPr/>
              </p14:nvContentPartPr>
              <p14:xfrm>
                <a:off x="2317128" y="5269567"/>
                <a:ext cx="183960" cy="163800"/>
              </p14:xfrm>
            </p:contentPart>
          </mc:Choice>
          <mc:Fallback>
            <p:pic>
              <p:nvPicPr>
                <p:cNvPr id="6165" name="Ink 6164">
                  <a:extLst>
                    <a:ext uri="{FF2B5EF4-FFF2-40B4-BE49-F238E27FC236}">
                      <a16:creationId xmlns:a16="http://schemas.microsoft.com/office/drawing/2014/main" id="{78B7C16E-79EC-EF49-B41F-A3BBFBE8059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308128" y="5260927"/>
                  <a:ext cx="2016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6168" name="Ink 6167">
                  <a:extLst>
                    <a:ext uri="{FF2B5EF4-FFF2-40B4-BE49-F238E27FC236}">
                      <a16:creationId xmlns:a16="http://schemas.microsoft.com/office/drawing/2014/main" id="{84FAD630-D909-EC43-E6EF-A3981D39499B}"/>
                    </a:ext>
                  </a:extLst>
                </p14:cNvPr>
                <p14:cNvContentPartPr/>
                <p14:nvPr/>
              </p14:nvContentPartPr>
              <p14:xfrm>
                <a:off x="2643288" y="5224927"/>
                <a:ext cx="139680" cy="28080"/>
              </p14:xfrm>
            </p:contentPart>
          </mc:Choice>
          <mc:Fallback>
            <p:pic>
              <p:nvPicPr>
                <p:cNvPr id="6168" name="Ink 6167">
                  <a:extLst>
                    <a:ext uri="{FF2B5EF4-FFF2-40B4-BE49-F238E27FC236}">
                      <a16:creationId xmlns:a16="http://schemas.microsoft.com/office/drawing/2014/main" id="{84FAD630-D909-EC43-E6EF-A3981D39499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634648" y="5216287"/>
                  <a:ext cx="1573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6169" name="Ink 6168">
                  <a:extLst>
                    <a:ext uri="{FF2B5EF4-FFF2-40B4-BE49-F238E27FC236}">
                      <a16:creationId xmlns:a16="http://schemas.microsoft.com/office/drawing/2014/main" id="{D5956C07-BA50-4142-2927-E1FE87E82E90}"/>
                    </a:ext>
                  </a:extLst>
                </p14:cNvPr>
                <p14:cNvContentPartPr/>
                <p14:nvPr/>
              </p14:nvContentPartPr>
              <p14:xfrm>
                <a:off x="2737248" y="5087047"/>
                <a:ext cx="43200" cy="315000"/>
              </p14:xfrm>
            </p:contentPart>
          </mc:Choice>
          <mc:Fallback>
            <p:pic>
              <p:nvPicPr>
                <p:cNvPr id="6169" name="Ink 6168">
                  <a:extLst>
                    <a:ext uri="{FF2B5EF4-FFF2-40B4-BE49-F238E27FC236}">
                      <a16:creationId xmlns:a16="http://schemas.microsoft.com/office/drawing/2014/main" id="{D5956C07-BA50-4142-2927-E1FE87E82E9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728248" y="5078047"/>
                  <a:ext cx="608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6170" name="Ink 6169">
                  <a:extLst>
                    <a:ext uri="{FF2B5EF4-FFF2-40B4-BE49-F238E27FC236}">
                      <a16:creationId xmlns:a16="http://schemas.microsoft.com/office/drawing/2014/main" id="{89B91845-AD5B-B3B7-19B0-8694E61743D2}"/>
                    </a:ext>
                  </a:extLst>
                </p14:cNvPr>
                <p14:cNvContentPartPr/>
                <p14:nvPr/>
              </p14:nvContentPartPr>
              <p14:xfrm>
                <a:off x="2933448" y="5079487"/>
                <a:ext cx="19080" cy="387000"/>
              </p14:xfrm>
            </p:contentPart>
          </mc:Choice>
          <mc:Fallback>
            <p:pic>
              <p:nvPicPr>
                <p:cNvPr id="6170" name="Ink 6169">
                  <a:extLst>
                    <a:ext uri="{FF2B5EF4-FFF2-40B4-BE49-F238E27FC236}">
                      <a16:creationId xmlns:a16="http://schemas.microsoft.com/office/drawing/2014/main" id="{89B91845-AD5B-B3B7-19B0-8694E61743D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924448" y="5070487"/>
                  <a:ext cx="36720" cy="40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88" name="Group 6187">
            <a:extLst>
              <a:ext uri="{FF2B5EF4-FFF2-40B4-BE49-F238E27FC236}">
                <a16:creationId xmlns:a16="http://schemas.microsoft.com/office/drawing/2014/main" id="{017533E3-A552-CA42-AD78-1C7D50A5BA6E}"/>
              </a:ext>
            </a:extLst>
          </p:cNvPr>
          <p:cNvGrpSpPr/>
          <p:nvPr/>
        </p:nvGrpSpPr>
        <p:grpSpPr>
          <a:xfrm>
            <a:off x="4620048" y="5090287"/>
            <a:ext cx="803160" cy="341280"/>
            <a:chOff x="4620048" y="5090287"/>
            <a:chExt cx="803160" cy="34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6172" name="Ink 6171">
                  <a:extLst>
                    <a:ext uri="{FF2B5EF4-FFF2-40B4-BE49-F238E27FC236}">
                      <a16:creationId xmlns:a16="http://schemas.microsoft.com/office/drawing/2014/main" id="{164581FE-89CB-9A24-9FA1-30E4F6B47566}"/>
                    </a:ext>
                  </a:extLst>
                </p14:cNvPr>
                <p14:cNvContentPartPr/>
                <p14:nvPr/>
              </p14:nvContentPartPr>
              <p14:xfrm>
                <a:off x="4620048" y="5126647"/>
                <a:ext cx="336600" cy="277560"/>
              </p14:xfrm>
            </p:contentPart>
          </mc:Choice>
          <mc:Fallback>
            <p:pic>
              <p:nvPicPr>
                <p:cNvPr id="6172" name="Ink 6171">
                  <a:extLst>
                    <a:ext uri="{FF2B5EF4-FFF2-40B4-BE49-F238E27FC236}">
                      <a16:creationId xmlns:a16="http://schemas.microsoft.com/office/drawing/2014/main" id="{164581FE-89CB-9A24-9FA1-30E4F6B4756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611048" y="5118007"/>
                  <a:ext cx="3542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6173" name="Ink 6172">
                  <a:extLst>
                    <a:ext uri="{FF2B5EF4-FFF2-40B4-BE49-F238E27FC236}">
                      <a16:creationId xmlns:a16="http://schemas.microsoft.com/office/drawing/2014/main" id="{433DB828-B9F7-CC4E-02FF-A926938C4235}"/>
                    </a:ext>
                  </a:extLst>
                </p14:cNvPr>
                <p14:cNvContentPartPr/>
                <p14:nvPr/>
              </p14:nvContentPartPr>
              <p14:xfrm>
                <a:off x="5011368" y="5090287"/>
                <a:ext cx="64440" cy="312480"/>
              </p14:xfrm>
            </p:contentPart>
          </mc:Choice>
          <mc:Fallback>
            <p:pic>
              <p:nvPicPr>
                <p:cNvPr id="6173" name="Ink 6172">
                  <a:extLst>
                    <a:ext uri="{FF2B5EF4-FFF2-40B4-BE49-F238E27FC236}">
                      <a16:creationId xmlns:a16="http://schemas.microsoft.com/office/drawing/2014/main" id="{433DB828-B9F7-CC4E-02FF-A926938C423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002368" y="5081287"/>
                  <a:ext cx="820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6174" name="Ink 6173">
                  <a:extLst>
                    <a:ext uri="{FF2B5EF4-FFF2-40B4-BE49-F238E27FC236}">
                      <a16:creationId xmlns:a16="http://schemas.microsoft.com/office/drawing/2014/main" id="{548023F5-5B2E-E2DD-453F-1308521CE14A}"/>
                    </a:ext>
                  </a:extLst>
                </p14:cNvPr>
                <p14:cNvContentPartPr/>
                <p14:nvPr/>
              </p14:nvContentPartPr>
              <p14:xfrm>
                <a:off x="5144928" y="5144287"/>
                <a:ext cx="167040" cy="228240"/>
              </p14:xfrm>
            </p:contentPart>
          </mc:Choice>
          <mc:Fallback>
            <p:pic>
              <p:nvPicPr>
                <p:cNvPr id="6174" name="Ink 6173">
                  <a:extLst>
                    <a:ext uri="{FF2B5EF4-FFF2-40B4-BE49-F238E27FC236}">
                      <a16:creationId xmlns:a16="http://schemas.microsoft.com/office/drawing/2014/main" id="{548023F5-5B2E-E2DD-453F-1308521CE14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136288" y="5135647"/>
                  <a:ext cx="1846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6175" name="Ink 6174">
                  <a:extLst>
                    <a:ext uri="{FF2B5EF4-FFF2-40B4-BE49-F238E27FC236}">
                      <a16:creationId xmlns:a16="http://schemas.microsoft.com/office/drawing/2014/main" id="{85E4E0D0-2057-E942-AB29-1774AB5FA661}"/>
                    </a:ext>
                  </a:extLst>
                </p14:cNvPr>
                <p14:cNvContentPartPr/>
                <p14:nvPr/>
              </p14:nvContentPartPr>
              <p14:xfrm>
                <a:off x="5155008" y="5256247"/>
                <a:ext cx="156960" cy="62640"/>
              </p14:xfrm>
            </p:contentPart>
          </mc:Choice>
          <mc:Fallback>
            <p:pic>
              <p:nvPicPr>
                <p:cNvPr id="6175" name="Ink 6174">
                  <a:extLst>
                    <a:ext uri="{FF2B5EF4-FFF2-40B4-BE49-F238E27FC236}">
                      <a16:creationId xmlns:a16="http://schemas.microsoft.com/office/drawing/2014/main" id="{85E4E0D0-2057-E942-AB29-1774AB5FA66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46368" y="5247607"/>
                  <a:ext cx="1746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6176" name="Ink 6175">
                  <a:extLst>
                    <a:ext uri="{FF2B5EF4-FFF2-40B4-BE49-F238E27FC236}">
                      <a16:creationId xmlns:a16="http://schemas.microsoft.com/office/drawing/2014/main" id="{A4D72D9D-1B0A-A1C7-20D5-5A7C318884DC}"/>
                    </a:ext>
                  </a:extLst>
                </p14:cNvPr>
                <p14:cNvContentPartPr/>
                <p14:nvPr/>
              </p14:nvContentPartPr>
              <p14:xfrm>
                <a:off x="5356608" y="5134927"/>
                <a:ext cx="66600" cy="296640"/>
              </p14:xfrm>
            </p:contentPart>
          </mc:Choice>
          <mc:Fallback>
            <p:pic>
              <p:nvPicPr>
                <p:cNvPr id="6176" name="Ink 6175">
                  <a:extLst>
                    <a:ext uri="{FF2B5EF4-FFF2-40B4-BE49-F238E27FC236}">
                      <a16:creationId xmlns:a16="http://schemas.microsoft.com/office/drawing/2014/main" id="{A4D72D9D-1B0A-A1C7-20D5-5A7C318884D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347608" y="5126287"/>
                  <a:ext cx="8424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87" name="Group 6186">
            <a:extLst>
              <a:ext uri="{FF2B5EF4-FFF2-40B4-BE49-F238E27FC236}">
                <a16:creationId xmlns:a16="http://schemas.microsoft.com/office/drawing/2014/main" id="{463777D1-15E7-6FB4-9784-DC83C83C15D1}"/>
              </a:ext>
            </a:extLst>
          </p:cNvPr>
          <p:cNvGrpSpPr/>
          <p:nvPr/>
        </p:nvGrpSpPr>
        <p:grpSpPr>
          <a:xfrm>
            <a:off x="5697528" y="5155807"/>
            <a:ext cx="144000" cy="140400"/>
            <a:chOff x="5697528" y="5155807"/>
            <a:chExt cx="144000" cy="14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6177" name="Ink 6176">
                  <a:extLst>
                    <a:ext uri="{FF2B5EF4-FFF2-40B4-BE49-F238E27FC236}">
                      <a16:creationId xmlns:a16="http://schemas.microsoft.com/office/drawing/2014/main" id="{EEBE9A6F-15B6-46C7-CF4F-C1300266C55D}"/>
                    </a:ext>
                  </a:extLst>
                </p14:cNvPr>
                <p14:cNvContentPartPr/>
                <p14:nvPr/>
              </p14:nvContentPartPr>
              <p14:xfrm>
                <a:off x="5721648" y="5155807"/>
                <a:ext cx="119880" cy="17640"/>
              </p14:xfrm>
            </p:contentPart>
          </mc:Choice>
          <mc:Fallback>
            <p:pic>
              <p:nvPicPr>
                <p:cNvPr id="6177" name="Ink 6176">
                  <a:extLst>
                    <a:ext uri="{FF2B5EF4-FFF2-40B4-BE49-F238E27FC236}">
                      <a16:creationId xmlns:a16="http://schemas.microsoft.com/office/drawing/2014/main" id="{EEBE9A6F-15B6-46C7-CF4F-C1300266C55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712648" y="5146807"/>
                  <a:ext cx="1375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6178" name="Ink 6177">
                  <a:extLst>
                    <a:ext uri="{FF2B5EF4-FFF2-40B4-BE49-F238E27FC236}">
                      <a16:creationId xmlns:a16="http://schemas.microsoft.com/office/drawing/2014/main" id="{90BACBD7-7BA8-7C4B-1F13-BE76E8B2FC2D}"/>
                    </a:ext>
                  </a:extLst>
                </p14:cNvPr>
                <p14:cNvContentPartPr/>
                <p14:nvPr/>
              </p14:nvContentPartPr>
              <p14:xfrm>
                <a:off x="5697528" y="5278207"/>
                <a:ext cx="133200" cy="18000"/>
              </p14:xfrm>
            </p:contentPart>
          </mc:Choice>
          <mc:Fallback>
            <p:pic>
              <p:nvPicPr>
                <p:cNvPr id="6178" name="Ink 6177">
                  <a:extLst>
                    <a:ext uri="{FF2B5EF4-FFF2-40B4-BE49-F238E27FC236}">
                      <a16:creationId xmlns:a16="http://schemas.microsoft.com/office/drawing/2014/main" id="{90BACBD7-7BA8-7C4B-1F13-BE76E8B2FC2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688888" y="5269207"/>
                  <a:ext cx="15084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86" name="Group 6185">
            <a:extLst>
              <a:ext uri="{FF2B5EF4-FFF2-40B4-BE49-F238E27FC236}">
                <a16:creationId xmlns:a16="http://schemas.microsoft.com/office/drawing/2014/main" id="{F1F0683A-6FA5-FD0E-AC59-A795A4D62F74}"/>
              </a:ext>
            </a:extLst>
          </p:cNvPr>
          <p:cNvGrpSpPr/>
          <p:nvPr/>
        </p:nvGrpSpPr>
        <p:grpSpPr>
          <a:xfrm>
            <a:off x="6048168" y="4797247"/>
            <a:ext cx="689040" cy="700920"/>
            <a:chOff x="6048168" y="4797247"/>
            <a:chExt cx="689040" cy="70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6179" name="Ink 6178">
                  <a:extLst>
                    <a:ext uri="{FF2B5EF4-FFF2-40B4-BE49-F238E27FC236}">
                      <a16:creationId xmlns:a16="http://schemas.microsoft.com/office/drawing/2014/main" id="{84C1048B-87DC-DF1B-95E5-14B0C4DA225B}"/>
                    </a:ext>
                  </a:extLst>
                </p14:cNvPr>
                <p14:cNvContentPartPr/>
                <p14:nvPr/>
              </p14:nvContentPartPr>
              <p14:xfrm>
                <a:off x="6048168" y="5204047"/>
                <a:ext cx="253440" cy="294120"/>
              </p14:xfrm>
            </p:contentPart>
          </mc:Choice>
          <mc:Fallback>
            <p:pic>
              <p:nvPicPr>
                <p:cNvPr id="6179" name="Ink 6178">
                  <a:extLst>
                    <a:ext uri="{FF2B5EF4-FFF2-40B4-BE49-F238E27FC236}">
                      <a16:creationId xmlns:a16="http://schemas.microsoft.com/office/drawing/2014/main" id="{84C1048B-87DC-DF1B-95E5-14B0C4DA225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039168" y="5195407"/>
                  <a:ext cx="2710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6180" name="Ink 6179">
                  <a:extLst>
                    <a:ext uri="{FF2B5EF4-FFF2-40B4-BE49-F238E27FC236}">
                      <a16:creationId xmlns:a16="http://schemas.microsoft.com/office/drawing/2014/main" id="{58D82401-5064-0997-C5AC-12D4A6B1444E}"/>
                    </a:ext>
                  </a:extLst>
                </p14:cNvPr>
                <p14:cNvContentPartPr/>
                <p14:nvPr/>
              </p14:nvContentPartPr>
              <p14:xfrm>
                <a:off x="6181008" y="5353807"/>
                <a:ext cx="154800" cy="131400"/>
              </p14:xfrm>
            </p:contentPart>
          </mc:Choice>
          <mc:Fallback>
            <p:pic>
              <p:nvPicPr>
                <p:cNvPr id="6180" name="Ink 6179">
                  <a:extLst>
                    <a:ext uri="{FF2B5EF4-FFF2-40B4-BE49-F238E27FC236}">
                      <a16:creationId xmlns:a16="http://schemas.microsoft.com/office/drawing/2014/main" id="{58D82401-5064-0997-C5AC-12D4A6B1444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172008" y="5345167"/>
                  <a:ext cx="1724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6181" name="Ink 6180">
                  <a:extLst>
                    <a:ext uri="{FF2B5EF4-FFF2-40B4-BE49-F238E27FC236}">
                      <a16:creationId xmlns:a16="http://schemas.microsoft.com/office/drawing/2014/main" id="{2DA0294B-2EDF-04F6-DEBE-0CB109F81E28}"/>
                    </a:ext>
                  </a:extLst>
                </p14:cNvPr>
                <p14:cNvContentPartPr/>
                <p14:nvPr/>
              </p14:nvContentPartPr>
              <p14:xfrm>
                <a:off x="6469728" y="5338327"/>
                <a:ext cx="154440" cy="46080"/>
              </p14:xfrm>
            </p:contentPart>
          </mc:Choice>
          <mc:Fallback>
            <p:pic>
              <p:nvPicPr>
                <p:cNvPr id="6181" name="Ink 6180">
                  <a:extLst>
                    <a:ext uri="{FF2B5EF4-FFF2-40B4-BE49-F238E27FC236}">
                      <a16:creationId xmlns:a16="http://schemas.microsoft.com/office/drawing/2014/main" id="{2DA0294B-2EDF-04F6-DEBE-0CB109F81E2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61088" y="5329327"/>
                  <a:ext cx="1720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6182" name="Ink 6181">
                  <a:extLst>
                    <a:ext uri="{FF2B5EF4-FFF2-40B4-BE49-F238E27FC236}">
                      <a16:creationId xmlns:a16="http://schemas.microsoft.com/office/drawing/2014/main" id="{57DE5C46-4159-BB03-A98E-3CC57B993762}"/>
                    </a:ext>
                  </a:extLst>
                </p14:cNvPr>
                <p14:cNvContentPartPr/>
                <p14:nvPr/>
              </p14:nvContentPartPr>
              <p14:xfrm>
                <a:off x="6559368" y="5235367"/>
                <a:ext cx="47880" cy="260280"/>
              </p14:xfrm>
            </p:contentPart>
          </mc:Choice>
          <mc:Fallback>
            <p:pic>
              <p:nvPicPr>
                <p:cNvPr id="6182" name="Ink 6181">
                  <a:extLst>
                    <a:ext uri="{FF2B5EF4-FFF2-40B4-BE49-F238E27FC236}">
                      <a16:creationId xmlns:a16="http://schemas.microsoft.com/office/drawing/2014/main" id="{57DE5C46-4159-BB03-A98E-3CC57B99376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550368" y="5226727"/>
                  <a:ext cx="655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6183" name="Ink 6182">
                  <a:extLst>
                    <a:ext uri="{FF2B5EF4-FFF2-40B4-BE49-F238E27FC236}">
                      <a16:creationId xmlns:a16="http://schemas.microsoft.com/office/drawing/2014/main" id="{F0AFC268-6D96-0215-6E9A-69F06B038E5B}"/>
                    </a:ext>
                  </a:extLst>
                </p14:cNvPr>
                <p14:cNvContentPartPr/>
                <p14:nvPr/>
              </p14:nvContentPartPr>
              <p14:xfrm>
                <a:off x="6716688" y="5196847"/>
                <a:ext cx="20520" cy="292320"/>
              </p14:xfrm>
            </p:contentPart>
          </mc:Choice>
          <mc:Fallback>
            <p:pic>
              <p:nvPicPr>
                <p:cNvPr id="6183" name="Ink 6182">
                  <a:extLst>
                    <a:ext uri="{FF2B5EF4-FFF2-40B4-BE49-F238E27FC236}">
                      <a16:creationId xmlns:a16="http://schemas.microsoft.com/office/drawing/2014/main" id="{F0AFC268-6D96-0215-6E9A-69F06B038E5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08048" y="5188207"/>
                  <a:ext cx="381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6184" name="Ink 6183">
                  <a:extLst>
                    <a:ext uri="{FF2B5EF4-FFF2-40B4-BE49-F238E27FC236}">
                      <a16:creationId xmlns:a16="http://schemas.microsoft.com/office/drawing/2014/main" id="{41F5F062-C1AC-449A-7D6A-CFCF930EB76D}"/>
                    </a:ext>
                  </a:extLst>
                </p14:cNvPr>
                <p14:cNvContentPartPr/>
                <p14:nvPr/>
              </p14:nvContentPartPr>
              <p14:xfrm>
                <a:off x="6064008" y="5078047"/>
                <a:ext cx="639360" cy="51480"/>
              </p14:xfrm>
            </p:contentPart>
          </mc:Choice>
          <mc:Fallback>
            <p:pic>
              <p:nvPicPr>
                <p:cNvPr id="6184" name="Ink 6183">
                  <a:extLst>
                    <a:ext uri="{FF2B5EF4-FFF2-40B4-BE49-F238E27FC236}">
                      <a16:creationId xmlns:a16="http://schemas.microsoft.com/office/drawing/2014/main" id="{41F5F062-C1AC-449A-7D6A-CFCF930EB76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055008" y="5069047"/>
                  <a:ext cx="6570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6185" name="Ink 6184">
                  <a:extLst>
                    <a:ext uri="{FF2B5EF4-FFF2-40B4-BE49-F238E27FC236}">
                      <a16:creationId xmlns:a16="http://schemas.microsoft.com/office/drawing/2014/main" id="{7607D1B5-8143-1555-8A78-FA53C5B11DC9}"/>
                    </a:ext>
                  </a:extLst>
                </p14:cNvPr>
                <p14:cNvContentPartPr/>
                <p14:nvPr/>
              </p14:nvContentPartPr>
              <p14:xfrm>
                <a:off x="6373968" y="4797247"/>
                <a:ext cx="33840" cy="271800"/>
              </p14:xfrm>
            </p:contentPart>
          </mc:Choice>
          <mc:Fallback>
            <p:pic>
              <p:nvPicPr>
                <p:cNvPr id="6185" name="Ink 6184">
                  <a:extLst>
                    <a:ext uri="{FF2B5EF4-FFF2-40B4-BE49-F238E27FC236}">
                      <a16:creationId xmlns:a16="http://schemas.microsoft.com/office/drawing/2014/main" id="{7607D1B5-8143-1555-8A78-FA53C5B11DC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365328" y="4788247"/>
                  <a:ext cx="51480" cy="28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97" name="Group 6196">
            <a:extLst>
              <a:ext uri="{FF2B5EF4-FFF2-40B4-BE49-F238E27FC236}">
                <a16:creationId xmlns:a16="http://schemas.microsoft.com/office/drawing/2014/main" id="{5C6D25E1-0F06-4143-D664-444831E56CA6}"/>
              </a:ext>
            </a:extLst>
          </p:cNvPr>
          <p:cNvGrpSpPr/>
          <p:nvPr/>
        </p:nvGrpSpPr>
        <p:grpSpPr>
          <a:xfrm>
            <a:off x="7149048" y="5056447"/>
            <a:ext cx="142200" cy="199080"/>
            <a:chOff x="7149048" y="5056447"/>
            <a:chExt cx="14220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6189" name="Ink 6188">
                  <a:extLst>
                    <a:ext uri="{FF2B5EF4-FFF2-40B4-BE49-F238E27FC236}">
                      <a16:creationId xmlns:a16="http://schemas.microsoft.com/office/drawing/2014/main" id="{11EAF28A-F649-C2D5-1802-564C5C1DC1A4}"/>
                    </a:ext>
                  </a:extLst>
                </p14:cNvPr>
                <p14:cNvContentPartPr/>
                <p14:nvPr/>
              </p14:nvContentPartPr>
              <p14:xfrm>
                <a:off x="7149048" y="5056447"/>
                <a:ext cx="136800" cy="72000"/>
              </p14:xfrm>
            </p:contentPart>
          </mc:Choice>
          <mc:Fallback>
            <p:pic>
              <p:nvPicPr>
                <p:cNvPr id="6189" name="Ink 6188">
                  <a:extLst>
                    <a:ext uri="{FF2B5EF4-FFF2-40B4-BE49-F238E27FC236}">
                      <a16:creationId xmlns:a16="http://schemas.microsoft.com/office/drawing/2014/main" id="{11EAF28A-F649-C2D5-1802-564C5C1DC1A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140408" y="5047447"/>
                  <a:ext cx="1544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6190" name="Ink 6189">
                  <a:extLst>
                    <a:ext uri="{FF2B5EF4-FFF2-40B4-BE49-F238E27FC236}">
                      <a16:creationId xmlns:a16="http://schemas.microsoft.com/office/drawing/2014/main" id="{49695575-641F-1645-C59F-AB793E306D2A}"/>
                    </a:ext>
                  </a:extLst>
                </p14:cNvPr>
                <p14:cNvContentPartPr/>
                <p14:nvPr/>
              </p14:nvContentPartPr>
              <p14:xfrm>
                <a:off x="7183968" y="5231047"/>
                <a:ext cx="107280" cy="24480"/>
              </p14:xfrm>
            </p:contentPart>
          </mc:Choice>
          <mc:Fallback>
            <p:pic>
              <p:nvPicPr>
                <p:cNvPr id="6190" name="Ink 6189">
                  <a:extLst>
                    <a:ext uri="{FF2B5EF4-FFF2-40B4-BE49-F238E27FC236}">
                      <a16:creationId xmlns:a16="http://schemas.microsoft.com/office/drawing/2014/main" id="{49695575-641F-1645-C59F-AB793E306D2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174968" y="5222407"/>
                  <a:ext cx="12492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02" name="Group 6201">
            <a:extLst>
              <a:ext uri="{FF2B5EF4-FFF2-40B4-BE49-F238E27FC236}">
                <a16:creationId xmlns:a16="http://schemas.microsoft.com/office/drawing/2014/main" id="{1E1BB6F7-01F5-972D-62AD-34725FF74C79}"/>
              </a:ext>
            </a:extLst>
          </p:cNvPr>
          <p:cNvGrpSpPr/>
          <p:nvPr/>
        </p:nvGrpSpPr>
        <p:grpSpPr>
          <a:xfrm>
            <a:off x="7524888" y="4856647"/>
            <a:ext cx="1045080" cy="730440"/>
            <a:chOff x="7524888" y="4856647"/>
            <a:chExt cx="1045080" cy="73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6191" name="Ink 6190">
                  <a:extLst>
                    <a:ext uri="{FF2B5EF4-FFF2-40B4-BE49-F238E27FC236}">
                      <a16:creationId xmlns:a16="http://schemas.microsoft.com/office/drawing/2014/main" id="{F1599867-FE26-F969-0BB1-C2F6DFFB97F8}"/>
                    </a:ext>
                  </a:extLst>
                </p14:cNvPr>
                <p14:cNvContentPartPr/>
                <p14:nvPr/>
              </p14:nvContentPartPr>
              <p14:xfrm>
                <a:off x="7524888" y="5330407"/>
                <a:ext cx="164160" cy="183600"/>
              </p14:xfrm>
            </p:contentPart>
          </mc:Choice>
          <mc:Fallback>
            <p:pic>
              <p:nvPicPr>
                <p:cNvPr id="6191" name="Ink 6190">
                  <a:extLst>
                    <a:ext uri="{FF2B5EF4-FFF2-40B4-BE49-F238E27FC236}">
                      <a16:creationId xmlns:a16="http://schemas.microsoft.com/office/drawing/2014/main" id="{F1599867-FE26-F969-0BB1-C2F6DFFB97F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516248" y="5321407"/>
                  <a:ext cx="1818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6192" name="Ink 6191">
                  <a:extLst>
                    <a:ext uri="{FF2B5EF4-FFF2-40B4-BE49-F238E27FC236}">
                      <a16:creationId xmlns:a16="http://schemas.microsoft.com/office/drawing/2014/main" id="{2859D1CA-B7DA-7E63-A57D-587AC10E8A82}"/>
                    </a:ext>
                  </a:extLst>
                </p14:cNvPr>
                <p14:cNvContentPartPr/>
                <p14:nvPr/>
              </p14:nvContentPartPr>
              <p14:xfrm>
                <a:off x="7804968" y="5420767"/>
                <a:ext cx="6120" cy="57960"/>
              </p14:xfrm>
            </p:contentPart>
          </mc:Choice>
          <mc:Fallback>
            <p:pic>
              <p:nvPicPr>
                <p:cNvPr id="6192" name="Ink 6191">
                  <a:extLst>
                    <a:ext uri="{FF2B5EF4-FFF2-40B4-BE49-F238E27FC236}">
                      <a16:creationId xmlns:a16="http://schemas.microsoft.com/office/drawing/2014/main" id="{2859D1CA-B7DA-7E63-A57D-587AC10E8A8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95968" y="5411767"/>
                  <a:ext cx="237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6193" name="Ink 6192">
                  <a:extLst>
                    <a:ext uri="{FF2B5EF4-FFF2-40B4-BE49-F238E27FC236}">
                      <a16:creationId xmlns:a16="http://schemas.microsoft.com/office/drawing/2014/main" id="{BBA3C2B9-25F3-6622-961A-9B99A6AA396F}"/>
                    </a:ext>
                  </a:extLst>
                </p14:cNvPr>
                <p14:cNvContentPartPr/>
                <p14:nvPr/>
              </p14:nvContentPartPr>
              <p14:xfrm>
                <a:off x="7884168" y="5268487"/>
                <a:ext cx="204120" cy="200160"/>
              </p14:xfrm>
            </p:contentPart>
          </mc:Choice>
          <mc:Fallback>
            <p:pic>
              <p:nvPicPr>
                <p:cNvPr id="6193" name="Ink 6192">
                  <a:extLst>
                    <a:ext uri="{FF2B5EF4-FFF2-40B4-BE49-F238E27FC236}">
                      <a16:creationId xmlns:a16="http://schemas.microsoft.com/office/drawing/2014/main" id="{BBA3C2B9-25F3-6622-961A-9B99A6AA396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75528" y="5259847"/>
                  <a:ext cx="2217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6194" name="Ink 6193">
                  <a:extLst>
                    <a:ext uri="{FF2B5EF4-FFF2-40B4-BE49-F238E27FC236}">
                      <a16:creationId xmlns:a16="http://schemas.microsoft.com/office/drawing/2014/main" id="{5FCFC8A1-51D4-7BA2-6C57-7B2933FDB23A}"/>
                    </a:ext>
                  </a:extLst>
                </p14:cNvPr>
                <p14:cNvContentPartPr/>
                <p14:nvPr/>
              </p14:nvContentPartPr>
              <p14:xfrm>
                <a:off x="8011968" y="5362447"/>
                <a:ext cx="32400" cy="224640"/>
              </p14:xfrm>
            </p:contentPart>
          </mc:Choice>
          <mc:Fallback>
            <p:pic>
              <p:nvPicPr>
                <p:cNvPr id="6194" name="Ink 6193">
                  <a:extLst>
                    <a:ext uri="{FF2B5EF4-FFF2-40B4-BE49-F238E27FC236}">
                      <a16:creationId xmlns:a16="http://schemas.microsoft.com/office/drawing/2014/main" id="{5FCFC8A1-51D4-7BA2-6C57-7B2933FDB23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003328" y="5353447"/>
                  <a:ext cx="500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6195" name="Ink 6194">
                  <a:extLst>
                    <a:ext uri="{FF2B5EF4-FFF2-40B4-BE49-F238E27FC236}">
                      <a16:creationId xmlns:a16="http://schemas.microsoft.com/office/drawing/2014/main" id="{DE157401-509C-F1E8-D7DC-2147C3FE2199}"/>
                    </a:ext>
                  </a:extLst>
                </p14:cNvPr>
                <p14:cNvContentPartPr/>
                <p14:nvPr/>
              </p14:nvContentPartPr>
              <p14:xfrm>
                <a:off x="8254968" y="5270287"/>
                <a:ext cx="6480" cy="274680"/>
              </p14:xfrm>
            </p:contentPart>
          </mc:Choice>
          <mc:Fallback>
            <p:pic>
              <p:nvPicPr>
                <p:cNvPr id="6195" name="Ink 6194">
                  <a:extLst>
                    <a:ext uri="{FF2B5EF4-FFF2-40B4-BE49-F238E27FC236}">
                      <a16:creationId xmlns:a16="http://schemas.microsoft.com/office/drawing/2014/main" id="{DE157401-509C-F1E8-D7DC-2147C3FE219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246328" y="5261287"/>
                  <a:ext cx="241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6198" name="Ink 6197">
                  <a:extLst>
                    <a:ext uri="{FF2B5EF4-FFF2-40B4-BE49-F238E27FC236}">
                      <a16:creationId xmlns:a16="http://schemas.microsoft.com/office/drawing/2014/main" id="{0E6DCC5D-5DB2-9F39-C705-5DEBE3069CC6}"/>
                    </a:ext>
                  </a:extLst>
                </p14:cNvPr>
                <p14:cNvContentPartPr/>
                <p14:nvPr/>
              </p14:nvContentPartPr>
              <p14:xfrm>
                <a:off x="7636848" y="5114047"/>
                <a:ext cx="579960" cy="82080"/>
              </p14:xfrm>
            </p:contentPart>
          </mc:Choice>
          <mc:Fallback>
            <p:pic>
              <p:nvPicPr>
                <p:cNvPr id="6198" name="Ink 6197">
                  <a:extLst>
                    <a:ext uri="{FF2B5EF4-FFF2-40B4-BE49-F238E27FC236}">
                      <a16:creationId xmlns:a16="http://schemas.microsoft.com/office/drawing/2014/main" id="{0E6DCC5D-5DB2-9F39-C705-5DEBE3069CC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628208" y="5105407"/>
                  <a:ext cx="597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6199" name="Ink 6198">
                  <a:extLst>
                    <a:ext uri="{FF2B5EF4-FFF2-40B4-BE49-F238E27FC236}">
                      <a16:creationId xmlns:a16="http://schemas.microsoft.com/office/drawing/2014/main" id="{12D4B718-0F01-785D-2DD9-CAEC6D2714E8}"/>
                    </a:ext>
                  </a:extLst>
                </p14:cNvPr>
                <p14:cNvContentPartPr/>
                <p14:nvPr/>
              </p14:nvContentPartPr>
              <p14:xfrm>
                <a:off x="7882008" y="4856647"/>
                <a:ext cx="21240" cy="208080"/>
              </p14:xfrm>
            </p:contentPart>
          </mc:Choice>
          <mc:Fallback>
            <p:pic>
              <p:nvPicPr>
                <p:cNvPr id="6199" name="Ink 6198">
                  <a:extLst>
                    <a:ext uri="{FF2B5EF4-FFF2-40B4-BE49-F238E27FC236}">
                      <a16:creationId xmlns:a16="http://schemas.microsoft.com/office/drawing/2014/main" id="{12D4B718-0F01-785D-2DD9-CAEC6D2714E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73368" y="4847647"/>
                  <a:ext cx="388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6200" name="Ink 6199">
                  <a:extLst>
                    <a:ext uri="{FF2B5EF4-FFF2-40B4-BE49-F238E27FC236}">
                      <a16:creationId xmlns:a16="http://schemas.microsoft.com/office/drawing/2014/main" id="{C5CF4D23-60ED-1BE3-A8DF-0D85639EA9CC}"/>
                    </a:ext>
                  </a:extLst>
                </p14:cNvPr>
                <p14:cNvContentPartPr/>
                <p14:nvPr/>
              </p14:nvContentPartPr>
              <p14:xfrm>
                <a:off x="8424168" y="5115487"/>
                <a:ext cx="126000" cy="7920"/>
              </p14:xfrm>
            </p:contentPart>
          </mc:Choice>
          <mc:Fallback>
            <p:pic>
              <p:nvPicPr>
                <p:cNvPr id="6200" name="Ink 6199">
                  <a:extLst>
                    <a:ext uri="{FF2B5EF4-FFF2-40B4-BE49-F238E27FC236}">
                      <a16:creationId xmlns:a16="http://schemas.microsoft.com/office/drawing/2014/main" id="{C5CF4D23-60ED-1BE3-A8DF-0D85639EA9C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415168" y="5106847"/>
                  <a:ext cx="143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6201" name="Ink 6200">
                  <a:extLst>
                    <a:ext uri="{FF2B5EF4-FFF2-40B4-BE49-F238E27FC236}">
                      <a16:creationId xmlns:a16="http://schemas.microsoft.com/office/drawing/2014/main" id="{5C15A24E-06BB-5D63-08FE-C6BECB8F2B9A}"/>
                    </a:ext>
                  </a:extLst>
                </p14:cNvPr>
                <p14:cNvContentPartPr/>
                <p14:nvPr/>
              </p14:nvContentPartPr>
              <p14:xfrm>
                <a:off x="8459808" y="5185687"/>
                <a:ext cx="110160" cy="37800"/>
              </p14:xfrm>
            </p:contentPart>
          </mc:Choice>
          <mc:Fallback>
            <p:pic>
              <p:nvPicPr>
                <p:cNvPr id="6201" name="Ink 6200">
                  <a:extLst>
                    <a:ext uri="{FF2B5EF4-FFF2-40B4-BE49-F238E27FC236}">
                      <a16:creationId xmlns:a16="http://schemas.microsoft.com/office/drawing/2014/main" id="{5C15A24E-06BB-5D63-08FE-C6BECB8F2B9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450808" y="5176687"/>
                  <a:ext cx="12780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12" name="Group 6211">
            <a:extLst>
              <a:ext uri="{FF2B5EF4-FFF2-40B4-BE49-F238E27FC236}">
                <a16:creationId xmlns:a16="http://schemas.microsoft.com/office/drawing/2014/main" id="{A3BAB59C-9D1C-9218-0B03-A26C78D87BC1}"/>
              </a:ext>
            </a:extLst>
          </p:cNvPr>
          <p:cNvGrpSpPr/>
          <p:nvPr/>
        </p:nvGrpSpPr>
        <p:grpSpPr>
          <a:xfrm>
            <a:off x="8876688" y="5020447"/>
            <a:ext cx="1128960" cy="456840"/>
            <a:chOff x="8876688" y="5020447"/>
            <a:chExt cx="1128960" cy="45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6203" name="Ink 6202">
                  <a:extLst>
                    <a:ext uri="{FF2B5EF4-FFF2-40B4-BE49-F238E27FC236}">
                      <a16:creationId xmlns:a16="http://schemas.microsoft.com/office/drawing/2014/main" id="{1D0D650A-0379-C130-15DA-97F570544261}"/>
                    </a:ext>
                  </a:extLst>
                </p14:cNvPr>
                <p14:cNvContentPartPr/>
                <p14:nvPr/>
              </p14:nvContentPartPr>
              <p14:xfrm>
                <a:off x="8876688" y="5103247"/>
                <a:ext cx="143280" cy="221040"/>
              </p14:xfrm>
            </p:contentPart>
          </mc:Choice>
          <mc:Fallback>
            <p:pic>
              <p:nvPicPr>
                <p:cNvPr id="6203" name="Ink 6202">
                  <a:extLst>
                    <a:ext uri="{FF2B5EF4-FFF2-40B4-BE49-F238E27FC236}">
                      <a16:creationId xmlns:a16="http://schemas.microsoft.com/office/drawing/2014/main" id="{1D0D650A-0379-C130-15DA-97F57054426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868048" y="5094607"/>
                  <a:ext cx="1609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6204" name="Ink 6203">
                  <a:extLst>
                    <a:ext uri="{FF2B5EF4-FFF2-40B4-BE49-F238E27FC236}">
                      <a16:creationId xmlns:a16="http://schemas.microsoft.com/office/drawing/2014/main" id="{3116B75E-8660-6704-2420-5A6F48AE3E4D}"/>
                    </a:ext>
                  </a:extLst>
                </p14:cNvPr>
                <p14:cNvContentPartPr/>
                <p14:nvPr/>
              </p14:nvContentPartPr>
              <p14:xfrm>
                <a:off x="9109608" y="5192527"/>
                <a:ext cx="23760" cy="96840"/>
              </p14:xfrm>
            </p:contentPart>
          </mc:Choice>
          <mc:Fallback>
            <p:pic>
              <p:nvPicPr>
                <p:cNvPr id="6204" name="Ink 6203">
                  <a:extLst>
                    <a:ext uri="{FF2B5EF4-FFF2-40B4-BE49-F238E27FC236}">
                      <a16:creationId xmlns:a16="http://schemas.microsoft.com/office/drawing/2014/main" id="{3116B75E-8660-6704-2420-5A6F48AE3E4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100608" y="5183527"/>
                  <a:ext cx="41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6205" name="Ink 6204">
                  <a:extLst>
                    <a:ext uri="{FF2B5EF4-FFF2-40B4-BE49-F238E27FC236}">
                      <a16:creationId xmlns:a16="http://schemas.microsoft.com/office/drawing/2014/main" id="{768B9F4C-581F-E261-9542-60B6B3109E17}"/>
                    </a:ext>
                  </a:extLst>
                </p14:cNvPr>
                <p14:cNvContentPartPr/>
                <p14:nvPr/>
              </p14:nvContentPartPr>
              <p14:xfrm>
                <a:off x="9220848" y="5077327"/>
                <a:ext cx="230760" cy="223200"/>
              </p14:xfrm>
            </p:contentPart>
          </mc:Choice>
          <mc:Fallback>
            <p:pic>
              <p:nvPicPr>
                <p:cNvPr id="6205" name="Ink 6204">
                  <a:extLst>
                    <a:ext uri="{FF2B5EF4-FFF2-40B4-BE49-F238E27FC236}">
                      <a16:creationId xmlns:a16="http://schemas.microsoft.com/office/drawing/2014/main" id="{768B9F4C-581F-E261-9542-60B6B3109E1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212208" y="5068687"/>
                  <a:ext cx="2484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6206" name="Ink 6205">
                  <a:extLst>
                    <a:ext uri="{FF2B5EF4-FFF2-40B4-BE49-F238E27FC236}">
                      <a16:creationId xmlns:a16="http://schemas.microsoft.com/office/drawing/2014/main" id="{1F199AD7-CE1B-7AE9-48BC-A9FEC93F035D}"/>
                    </a:ext>
                  </a:extLst>
                </p14:cNvPr>
                <p14:cNvContentPartPr/>
                <p14:nvPr/>
              </p14:nvContentPartPr>
              <p14:xfrm>
                <a:off x="9372408" y="5096407"/>
                <a:ext cx="57960" cy="295560"/>
              </p14:xfrm>
            </p:contentPart>
          </mc:Choice>
          <mc:Fallback>
            <p:pic>
              <p:nvPicPr>
                <p:cNvPr id="6206" name="Ink 6205">
                  <a:extLst>
                    <a:ext uri="{FF2B5EF4-FFF2-40B4-BE49-F238E27FC236}">
                      <a16:creationId xmlns:a16="http://schemas.microsoft.com/office/drawing/2014/main" id="{1F199AD7-CE1B-7AE9-48BC-A9FEC93F035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363768" y="5087407"/>
                  <a:ext cx="756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6207" name="Ink 6206">
                  <a:extLst>
                    <a:ext uri="{FF2B5EF4-FFF2-40B4-BE49-F238E27FC236}">
                      <a16:creationId xmlns:a16="http://schemas.microsoft.com/office/drawing/2014/main" id="{F13686DC-3C54-4133-00B3-AFDAEEF9C3D4}"/>
                    </a:ext>
                  </a:extLst>
                </p14:cNvPr>
                <p14:cNvContentPartPr/>
                <p14:nvPr/>
              </p14:nvContentPartPr>
              <p14:xfrm>
                <a:off x="9549888" y="5128807"/>
                <a:ext cx="11160" cy="286920"/>
              </p14:xfrm>
            </p:contentPart>
          </mc:Choice>
          <mc:Fallback>
            <p:pic>
              <p:nvPicPr>
                <p:cNvPr id="6207" name="Ink 6206">
                  <a:extLst>
                    <a:ext uri="{FF2B5EF4-FFF2-40B4-BE49-F238E27FC236}">
                      <a16:creationId xmlns:a16="http://schemas.microsoft.com/office/drawing/2014/main" id="{F13686DC-3C54-4133-00B3-AFDAEEF9C3D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541248" y="5119807"/>
                  <a:ext cx="288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6208" name="Ink 6207">
                  <a:extLst>
                    <a:ext uri="{FF2B5EF4-FFF2-40B4-BE49-F238E27FC236}">
                      <a16:creationId xmlns:a16="http://schemas.microsoft.com/office/drawing/2014/main" id="{82C1D0E6-1FF8-5E1A-EAF5-168BF5DA09EA}"/>
                    </a:ext>
                  </a:extLst>
                </p14:cNvPr>
                <p14:cNvContentPartPr/>
                <p14:nvPr/>
              </p14:nvContentPartPr>
              <p14:xfrm>
                <a:off x="9665448" y="5124487"/>
                <a:ext cx="188280" cy="207360"/>
              </p14:xfrm>
            </p:contentPart>
          </mc:Choice>
          <mc:Fallback>
            <p:pic>
              <p:nvPicPr>
                <p:cNvPr id="6208" name="Ink 6207">
                  <a:extLst>
                    <a:ext uri="{FF2B5EF4-FFF2-40B4-BE49-F238E27FC236}">
                      <a16:creationId xmlns:a16="http://schemas.microsoft.com/office/drawing/2014/main" id="{82C1D0E6-1FF8-5E1A-EAF5-168BF5DA09E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656808" y="5115847"/>
                  <a:ext cx="2059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6209" name="Ink 6208">
                  <a:extLst>
                    <a:ext uri="{FF2B5EF4-FFF2-40B4-BE49-F238E27FC236}">
                      <a16:creationId xmlns:a16="http://schemas.microsoft.com/office/drawing/2014/main" id="{710A5A55-B0A2-C240-C329-4C06F6FA8271}"/>
                    </a:ext>
                  </a:extLst>
                </p14:cNvPr>
                <p14:cNvContentPartPr/>
                <p14:nvPr/>
              </p14:nvContentPartPr>
              <p14:xfrm>
                <a:off x="9717288" y="5180647"/>
                <a:ext cx="86040" cy="226440"/>
              </p14:xfrm>
            </p:contentPart>
          </mc:Choice>
          <mc:Fallback>
            <p:pic>
              <p:nvPicPr>
                <p:cNvPr id="6209" name="Ink 6208">
                  <a:extLst>
                    <a:ext uri="{FF2B5EF4-FFF2-40B4-BE49-F238E27FC236}">
                      <a16:creationId xmlns:a16="http://schemas.microsoft.com/office/drawing/2014/main" id="{710A5A55-B0A2-C240-C329-4C06F6FA827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708648" y="5171647"/>
                  <a:ext cx="1036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6211" name="Ink 6210">
                  <a:extLst>
                    <a:ext uri="{FF2B5EF4-FFF2-40B4-BE49-F238E27FC236}">
                      <a16:creationId xmlns:a16="http://schemas.microsoft.com/office/drawing/2014/main" id="{66B266E6-1925-6A45-4421-6B3F9CE8D274}"/>
                    </a:ext>
                  </a:extLst>
                </p14:cNvPr>
                <p14:cNvContentPartPr/>
                <p14:nvPr/>
              </p14:nvContentPartPr>
              <p14:xfrm>
                <a:off x="9871728" y="5020447"/>
                <a:ext cx="133920" cy="456840"/>
              </p14:xfrm>
            </p:contentPart>
          </mc:Choice>
          <mc:Fallback>
            <p:pic>
              <p:nvPicPr>
                <p:cNvPr id="6211" name="Ink 6210">
                  <a:extLst>
                    <a:ext uri="{FF2B5EF4-FFF2-40B4-BE49-F238E27FC236}">
                      <a16:creationId xmlns:a16="http://schemas.microsoft.com/office/drawing/2014/main" id="{66B266E6-1925-6A45-4421-6B3F9CE8D27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863088" y="5011807"/>
                  <a:ext cx="151560" cy="474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02341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2C2DB-4783-9BF4-C137-D7146201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 Frequency-Inverse Document Frequency (TF-IDF)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34F3C7-C981-9D66-1909-076BF8AC71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Build vocabulary first</a:t>
                </a:r>
              </a:p>
              <a:p>
                <a:r>
                  <a:rPr lang="en-US" dirty="0"/>
                  <a:t>The importance of each term</a:t>
                </a:r>
              </a:p>
              <a:p>
                <a:r>
                  <a:rPr lang="en-US" dirty="0"/>
                  <a:t>TF = term frequency in target document</a:t>
                </a:r>
              </a:p>
              <a:p>
                <a:r>
                  <a:rPr lang="en-US" dirty="0"/>
                  <a:t>IDF 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N  is the total number of documents and </a:t>
                </a:r>
                <a:r>
                  <a:rPr lang="en-US" dirty="0" err="1"/>
                  <a:t>n</a:t>
                </a:r>
                <a:r>
                  <a:rPr lang="en-US" baseline="-25000" dirty="0" err="1"/>
                  <a:t>t</a:t>
                </a:r>
                <a:r>
                  <a:rPr lang="en-US" dirty="0"/>
                  <a:t> is the number of document t appears in</a:t>
                </a:r>
              </a:p>
              <a:p>
                <a:r>
                  <a:rPr lang="en-US" dirty="0"/>
                  <a:t>TF-IDF score = TF*IDF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34F3C7-C981-9D66-1909-076BF8AC71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7F43D17-81C8-5E2E-04E0-CFA1459ED31E}"/>
              </a:ext>
            </a:extLst>
          </p:cNvPr>
          <p:cNvSpPr txBox="1"/>
          <p:nvPr/>
        </p:nvSpPr>
        <p:spPr>
          <a:xfrm>
            <a:off x="5636794" y="2971800"/>
            <a:ext cx="6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117FF44-87C8-2B78-071C-BC44ADC4E31F}"/>
                  </a:ext>
                </a:extLst>
              </p14:cNvPr>
              <p14:cNvContentPartPr/>
              <p14:nvPr/>
            </p14:nvContentPartPr>
            <p14:xfrm>
              <a:off x="5120448" y="1735447"/>
              <a:ext cx="211680" cy="439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117FF44-87C8-2B78-071C-BC44ADC4E3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11808" y="1726807"/>
                <a:ext cx="229320" cy="45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F2732C1D-3D10-B1F7-38CC-C750355571B2}"/>
              </a:ext>
            </a:extLst>
          </p:cNvPr>
          <p:cNvGrpSpPr/>
          <p:nvPr/>
        </p:nvGrpSpPr>
        <p:grpSpPr>
          <a:xfrm>
            <a:off x="7659168" y="2722207"/>
            <a:ext cx="406440" cy="457920"/>
            <a:chOff x="7659168" y="2722207"/>
            <a:chExt cx="406440" cy="45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5994E6F-C6F8-CD1A-215C-1C0688137B18}"/>
                    </a:ext>
                  </a:extLst>
                </p14:cNvPr>
                <p14:cNvContentPartPr/>
                <p14:nvPr/>
              </p14:nvContentPartPr>
              <p14:xfrm>
                <a:off x="7842408" y="2801407"/>
                <a:ext cx="15840" cy="373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5994E6F-C6F8-CD1A-215C-1C0688137B1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833768" y="2792767"/>
                  <a:ext cx="3348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EDBCF2F-C699-4981-9F99-597AC6161753}"/>
                    </a:ext>
                  </a:extLst>
                </p14:cNvPr>
                <p14:cNvContentPartPr/>
                <p14:nvPr/>
              </p14:nvContentPartPr>
              <p14:xfrm>
                <a:off x="7901448" y="2776927"/>
                <a:ext cx="86760" cy="27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EDBCF2F-C699-4981-9F99-597AC616175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92808" y="2768287"/>
                  <a:ext cx="104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08A7AE5-45B6-99E8-D9FD-F4E6BB29D3CC}"/>
                    </a:ext>
                  </a:extLst>
                </p14:cNvPr>
                <p14:cNvContentPartPr/>
                <p14:nvPr/>
              </p14:nvContentPartPr>
              <p14:xfrm>
                <a:off x="7846368" y="2953687"/>
                <a:ext cx="140040" cy="22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08A7AE5-45B6-99E8-D9FD-F4E6BB29D3C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37368" y="2944687"/>
                  <a:ext cx="157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AE1B6B1-58DA-FA61-CD05-C528CED8C864}"/>
                    </a:ext>
                  </a:extLst>
                </p14:cNvPr>
                <p14:cNvContentPartPr/>
                <p14:nvPr/>
              </p14:nvContentPartPr>
              <p14:xfrm>
                <a:off x="8042208" y="2888167"/>
                <a:ext cx="23400" cy="291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AE1B6B1-58DA-FA61-CD05-C528CED8C86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033568" y="2879167"/>
                  <a:ext cx="410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40549D3-E21E-61BC-7582-6DC2F4A687B6}"/>
                    </a:ext>
                  </a:extLst>
                </p14:cNvPr>
                <p14:cNvContentPartPr/>
                <p14:nvPr/>
              </p14:nvContentPartPr>
              <p14:xfrm>
                <a:off x="7659168" y="2736247"/>
                <a:ext cx="17280" cy="133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40549D3-E21E-61BC-7582-6DC2F4A687B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50528" y="2727247"/>
                  <a:ext cx="349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36A4EDF-7197-998E-6269-BA4532A37A56}"/>
                    </a:ext>
                  </a:extLst>
                </p14:cNvPr>
                <p14:cNvContentPartPr/>
                <p14:nvPr/>
              </p14:nvContentPartPr>
              <p14:xfrm>
                <a:off x="7735488" y="2722207"/>
                <a:ext cx="8280" cy="106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36A4EDF-7197-998E-6269-BA4532A37A5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726848" y="2713567"/>
                  <a:ext cx="2592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40698C5-70C0-95CC-3CD2-CD26A1887FCA}"/>
              </a:ext>
            </a:extLst>
          </p:cNvPr>
          <p:cNvGrpSpPr/>
          <p:nvPr/>
        </p:nvGrpSpPr>
        <p:grpSpPr>
          <a:xfrm>
            <a:off x="8212488" y="2699167"/>
            <a:ext cx="82800" cy="125640"/>
            <a:chOff x="8212488" y="2699167"/>
            <a:chExt cx="82800" cy="12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243464B-F744-A9C4-186F-CB48A01E334C}"/>
                    </a:ext>
                  </a:extLst>
                </p14:cNvPr>
                <p14:cNvContentPartPr/>
                <p14:nvPr/>
              </p14:nvContentPartPr>
              <p14:xfrm>
                <a:off x="8212488" y="2717527"/>
                <a:ext cx="21600" cy="107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243464B-F744-A9C4-186F-CB48A01E334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203848" y="2708527"/>
                  <a:ext cx="392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DAD943D-A920-0845-5141-76BDEE7171A6}"/>
                    </a:ext>
                  </a:extLst>
                </p14:cNvPr>
                <p14:cNvContentPartPr/>
                <p14:nvPr/>
              </p14:nvContentPartPr>
              <p14:xfrm>
                <a:off x="8270808" y="2699167"/>
                <a:ext cx="24480" cy="124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DAD943D-A920-0845-5141-76BDEE7171A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262168" y="2690167"/>
                  <a:ext cx="4212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B4DE66C-F5AD-C525-6539-CA6AFB361C06}"/>
                  </a:ext>
                </a:extLst>
              </p14:cNvPr>
              <p14:cNvContentPartPr/>
              <p14:nvPr/>
            </p14:nvContentPartPr>
            <p14:xfrm>
              <a:off x="9000168" y="2906527"/>
              <a:ext cx="158400" cy="2300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B4DE66C-F5AD-C525-6539-CA6AFB361C0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991528" y="2897887"/>
                <a:ext cx="176040" cy="24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AEF99B4A-54D9-FEE0-9A7F-1BDB087931CF}"/>
              </a:ext>
            </a:extLst>
          </p:cNvPr>
          <p:cNvGrpSpPr/>
          <p:nvPr/>
        </p:nvGrpSpPr>
        <p:grpSpPr>
          <a:xfrm>
            <a:off x="9615768" y="2878447"/>
            <a:ext cx="790200" cy="261000"/>
            <a:chOff x="9615768" y="2878447"/>
            <a:chExt cx="79020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931B1CB-86A3-4063-0239-F335D5E3F3BD}"/>
                    </a:ext>
                  </a:extLst>
                </p14:cNvPr>
                <p14:cNvContentPartPr/>
                <p14:nvPr/>
              </p14:nvContentPartPr>
              <p14:xfrm>
                <a:off x="9656808" y="2891407"/>
                <a:ext cx="78840" cy="189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931B1CB-86A3-4063-0239-F335D5E3F3B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48168" y="2882767"/>
                  <a:ext cx="964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B5263C0-AACF-A1EB-72E5-CD2D7A1FF454}"/>
                    </a:ext>
                  </a:extLst>
                </p14:cNvPr>
                <p14:cNvContentPartPr/>
                <p14:nvPr/>
              </p14:nvContentPartPr>
              <p14:xfrm>
                <a:off x="9615768" y="2984287"/>
                <a:ext cx="157680" cy="28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B5263C0-AACF-A1EB-72E5-CD2D7A1FF45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607128" y="2975647"/>
                  <a:ext cx="1753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4245874-928C-3267-4B00-08419D421A85}"/>
                    </a:ext>
                  </a:extLst>
                </p14:cNvPr>
                <p14:cNvContentPartPr/>
                <p14:nvPr/>
              </p14:nvContentPartPr>
              <p14:xfrm>
                <a:off x="9822408" y="2965927"/>
                <a:ext cx="32040" cy="113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4245874-928C-3267-4B00-08419D421A8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813408" y="2957287"/>
                  <a:ext cx="49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16C3B0-633C-CB1F-8FB7-2F395B0CD4D6}"/>
                    </a:ext>
                  </a:extLst>
                </p14:cNvPr>
                <p14:cNvContentPartPr/>
                <p14:nvPr/>
              </p14:nvContentPartPr>
              <p14:xfrm>
                <a:off x="9896928" y="2878447"/>
                <a:ext cx="30960" cy="50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16C3B0-633C-CB1F-8FB7-2F395B0CD4D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88288" y="2869447"/>
                  <a:ext cx="486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9ABFC2D-882A-0B0C-4B9E-9DBB61357D99}"/>
                    </a:ext>
                  </a:extLst>
                </p14:cNvPr>
                <p14:cNvContentPartPr/>
                <p14:nvPr/>
              </p14:nvContentPartPr>
              <p14:xfrm>
                <a:off x="9935088" y="2977447"/>
                <a:ext cx="205920" cy="115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9ABFC2D-882A-0B0C-4B9E-9DBB61357D9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26448" y="2968807"/>
                  <a:ext cx="2235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3B710D6-F201-DB5D-DD47-E7CB3D1C1375}"/>
                    </a:ext>
                  </a:extLst>
                </p14:cNvPr>
                <p14:cNvContentPartPr/>
                <p14:nvPr/>
              </p14:nvContentPartPr>
              <p14:xfrm>
                <a:off x="10171968" y="2917687"/>
                <a:ext cx="234000" cy="221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3B710D6-F201-DB5D-DD47-E7CB3D1C137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162968" y="2909047"/>
                  <a:ext cx="251640" cy="23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D3DF7EC-560A-FB3E-5D9C-520DDD7BFE68}"/>
              </a:ext>
            </a:extLst>
          </p:cNvPr>
          <p:cNvGrpSpPr/>
          <p:nvPr/>
        </p:nvGrpSpPr>
        <p:grpSpPr>
          <a:xfrm>
            <a:off x="6112608" y="3669007"/>
            <a:ext cx="572040" cy="421200"/>
            <a:chOff x="6112608" y="3669007"/>
            <a:chExt cx="572040" cy="42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7F30138-17B6-879E-A53C-60E8B807383C}"/>
                    </a:ext>
                  </a:extLst>
                </p14:cNvPr>
                <p14:cNvContentPartPr/>
                <p14:nvPr/>
              </p14:nvContentPartPr>
              <p14:xfrm>
                <a:off x="6112608" y="3669007"/>
                <a:ext cx="173160" cy="340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7F30138-17B6-879E-A53C-60E8B807383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103608" y="3660367"/>
                  <a:ext cx="1908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F4E0F44-F1DD-73AB-5DDA-1D55AF13AF6D}"/>
                    </a:ext>
                  </a:extLst>
                </p14:cNvPr>
                <p14:cNvContentPartPr/>
                <p14:nvPr/>
              </p14:nvContentPartPr>
              <p14:xfrm>
                <a:off x="6318528" y="3778807"/>
                <a:ext cx="82080" cy="14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F4E0F44-F1DD-73AB-5DDA-1D55AF13AF6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309528" y="3770167"/>
                  <a:ext cx="99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D9CFE2E-5AAF-8368-66CD-5E955FC36A5F}"/>
                    </a:ext>
                  </a:extLst>
                </p14:cNvPr>
                <p14:cNvContentPartPr/>
                <p14:nvPr/>
              </p14:nvContentPartPr>
              <p14:xfrm>
                <a:off x="6364968" y="3844327"/>
                <a:ext cx="63360" cy="26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D9CFE2E-5AAF-8368-66CD-5E955FC36A5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355968" y="3835327"/>
                  <a:ext cx="810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282B85B-1D27-BA32-68A7-47F8D90B4878}"/>
                    </a:ext>
                  </a:extLst>
                </p14:cNvPr>
                <p14:cNvContentPartPr/>
                <p14:nvPr/>
              </p14:nvContentPartPr>
              <p14:xfrm>
                <a:off x="6457128" y="3717967"/>
                <a:ext cx="227520" cy="174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282B85B-1D27-BA32-68A7-47F8D90B487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448488" y="3708967"/>
                  <a:ext cx="2451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3257C9E-8D34-DEC0-E761-A7FB4419483C}"/>
                    </a:ext>
                  </a:extLst>
                </p14:cNvPr>
                <p14:cNvContentPartPr/>
                <p14:nvPr/>
              </p14:nvContentPartPr>
              <p14:xfrm>
                <a:off x="6572328" y="3756487"/>
                <a:ext cx="52560" cy="333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3257C9E-8D34-DEC0-E761-A7FB4419483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563688" y="3747847"/>
                  <a:ext cx="70200" cy="35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13C54D2-9BEC-8D27-19FB-C4C2B55E9219}"/>
              </a:ext>
            </a:extLst>
          </p:cNvPr>
          <p:cNvGrpSpPr/>
          <p:nvPr/>
        </p:nvGrpSpPr>
        <p:grpSpPr>
          <a:xfrm>
            <a:off x="7421568" y="4703647"/>
            <a:ext cx="714240" cy="271440"/>
            <a:chOff x="7421568" y="4703647"/>
            <a:chExt cx="714240" cy="27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FB38F04-2548-98AD-81A5-CB3A2655D6B6}"/>
                    </a:ext>
                  </a:extLst>
                </p14:cNvPr>
                <p14:cNvContentPartPr/>
                <p14:nvPr/>
              </p14:nvContentPartPr>
              <p14:xfrm>
                <a:off x="7940688" y="4738567"/>
                <a:ext cx="195120" cy="127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FB38F04-2548-98AD-81A5-CB3A2655D6B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932048" y="4729567"/>
                  <a:ext cx="2127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580D694-596D-33F4-A7F4-167AD1DF45A7}"/>
                    </a:ext>
                  </a:extLst>
                </p14:cNvPr>
                <p14:cNvContentPartPr/>
                <p14:nvPr/>
              </p14:nvContentPartPr>
              <p14:xfrm>
                <a:off x="7421568" y="4703647"/>
                <a:ext cx="62640" cy="270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580D694-596D-33F4-A7F4-167AD1DF45A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412568" y="4695007"/>
                  <a:ext cx="802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E1D407D-7FEA-1C23-DA7B-1EFFFFC565F7}"/>
                    </a:ext>
                  </a:extLst>
                </p14:cNvPr>
                <p14:cNvContentPartPr/>
                <p14:nvPr/>
              </p14:nvContentPartPr>
              <p14:xfrm>
                <a:off x="7523448" y="4751527"/>
                <a:ext cx="136440" cy="223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E1D407D-7FEA-1C23-DA7B-1EFFFFC565F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514808" y="4742887"/>
                  <a:ext cx="1540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F93F6FE-6236-8A4B-2C41-570052F7B03C}"/>
                    </a:ext>
                  </a:extLst>
                </p14:cNvPr>
                <p14:cNvContentPartPr/>
                <p14:nvPr/>
              </p14:nvContentPartPr>
              <p14:xfrm>
                <a:off x="7533528" y="4846927"/>
                <a:ext cx="118440" cy="17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F93F6FE-6236-8A4B-2C41-570052F7B03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524528" y="4837927"/>
                  <a:ext cx="1360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55F2272-7954-F648-4C7D-82B6C8F61CBF}"/>
                    </a:ext>
                  </a:extLst>
                </p14:cNvPr>
                <p14:cNvContentPartPr/>
                <p14:nvPr/>
              </p14:nvContentPartPr>
              <p14:xfrm>
                <a:off x="7670328" y="4766287"/>
                <a:ext cx="132840" cy="41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55F2272-7954-F648-4C7D-82B6C8F61CB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661328" y="4757647"/>
                  <a:ext cx="1504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FCCCCEF-BED7-1267-D9BA-D500A8094843}"/>
                    </a:ext>
                  </a:extLst>
                </p14:cNvPr>
                <p14:cNvContentPartPr/>
                <p14:nvPr/>
              </p14:nvContentPartPr>
              <p14:xfrm>
                <a:off x="7716408" y="4815967"/>
                <a:ext cx="134280" cy="45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FCCCCEF-BED7-1267-D9BA-D500A809484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707768" y="4807327"/>
                  <a:ext cx="151920" cy="6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4D97CBF-35FF-58B3-E220-E566476962BD}"/>
                  </a:ext>
                </a:extLst>
              </p14:cNvPr>
              <p14:cNvContentPartPr/>
              <p14:nvPr/>
            </p14:nvContentPartPr>
            <p14:xfrm>
              <a:off x="3287328" y="5458927"/>
              <a:ext cx="1108440" cy="612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4D97CBF-35FF-58B3-E220-E566476962B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278328" y="5450287"/>
                <a:ext cx="11260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861AAFD-2C65-21E4-B0AE-6381E7B7C164}"/>
                  </a:ext>
                </a:extLst>
              </p14:cNvPr>
              <p14:cNvContentPartPr/>
              <p14:nvPr/>
            </p14:nvContentPartPr>
            <p14:xfrm>
              <a:off x="3174288" y="6021247"/>
              <a:ext cx="254880" cy="2548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861AAFD-2C65-21E4-B0AE-6381E7B7C16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165648" y="6012607"/>
                <a:ext cx="272520" cy="27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BE6026BE-CD8D-1BA7-E432-DAD258E1DB66}"/>
              </a:ext>
            </a:extLst>
          </p:cNvPr>
          <p:cNvGrpSpPr/>
          <p:nvPr/>
        </p:nvGrpSpPr>
        <p:grpSpPr>
          <a:xfrm>
            <a:off x="4018488" y="5734687"/>
            <a:ext cx="999360" cy="447480"/>
            <a:chOff x="4018488" y="5734687"/>
            <a:chExt cx="999360" cy="44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F39C17F-6F9B-72D6-E69E-99FD70957526}"/>
                    </a:ext>
                  </a:extLst>
                </p14:cNvPr>
                <p14:cNvContentPartPr/>
                <p14:nvPr/>
              </p14:nvContentPartPr>
              <p14:xfrm>
                <a:off x="4263648" y="5734687"/>
                <a:ext cx="241920" cy="215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F39C17F-6F9B-72D6-E69E-99FD7095752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254648" y="5726047"/>
                  <a:ext cx="2595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852C56C-E64C-8B2D-0234-C9183620E900}"/>
                    </a:ext>
                  </a:extLst>
                </p14:cNvPr>
                <p14:cNvContentPartPr/>
                <p14:nvPr/>
              </p14:nvContentPartPr>
              <p14:xfrm>
                <a:off x="4379208" y="5793367"/>
                <a:ext cx="55440" cy="238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852C56C-E64C-8B2D-0234-C9183620E90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370568" y="5784367"/>
                  <a:ext cx="730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3216C0C-9C06-5C6A-2737-F4CD582F1EEC}"/>
                    </a:ext>
                  </a:extLst>
                </p14:cNvPr>
                <p14:cNvContentPartPr/>
                <p14:nvPr/>
              </p14:nvContentPartPr>
              <p14:xfrm>
                <a:off x="4551288" y="5817487"/>
                <a:ext cx="186480" cy="565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3216C0C-9C06-5C6A-2737-F4CD582F1EE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542648" y="5808847"/>
                  <a:ext cx="2041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3ECB26C-2740-79E1-1F9D-0A997C6DA3CB}"/>
                    </a:ext>
                  </a:extLst>
                </p14:cNvPr>
                <p14:cNvContentPartPr/>
                <p14:nvPr/>
              </p14:nvContentPartPr>
              <p14:xfrm>
                <a:off x="4647408" y="5785807"/>
                <a:ext cx="46440" cy="190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3ECB26C-2740-79E1-1F9D-0A997C6DA3C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638408" y="5776807"/>
                  <a:ext cx="640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430E602-E86D-2F72-27C7-57ED12B12E70}"/>
                    </a:ext>
                  </a:extLst>
                </p14:cNvPr>
                <p14:cNvContentPartPr/>
                <p14:nvPr/>
              </p14:nvContentPartPr>
              <p14:xfrm>
                <a:off x="4772688" y="5750527"/>
                <a:ext cx="28440" cy="349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430E602-E86D-2F72-27C7-57ED12B12E7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764048" y="5741887"/>
                  <a:ext cx="4608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312C2FE-DF5B-BC0F-1C0D-D0AE48EB264E}"/>
                    </a:ext>
                  </a:extLst>
                </p14:cNvPr>
                <p14:cNvContentPartPr/>
                <p14:nvPr/>
              </p14:nvContentPartPr>
              <p14:xfrm>
                <a:off x="4018488" y="6086767"/>
                <a:ext cx="999360" cy="95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312C2FE-DF5B-BC0F-1C0D-D0AE48EB264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009488" y="6078127"/>
                  <a:ext cx="101700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361EACB-1BCB-5F32-8D79-7E3CD905B02D}"/>
              </a:ext>
            </a:extLst>
          </p:cNvPr>
          <p:cNvGrpSpPr/>
          <p:nvPr/>
        </p:nvGrpSpPr>
        <p:grpSpPr>
          <a:xfrm>
            <a:off x="4244928" y="6240847"/>
            <a:ext cx="543240" cy="238320"/>
            <a:chOff x="4244928" y="6240847"/>
            <a:chExt cx="543240" cy="2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31BF0AF-5377-F3BB-5269-EF7A378FA3B2}"/>
                    </a:ext>
                  </a:extLst>
                </p14:cNvPr>
                <p14:cNvContentPartPr/>
                <p14:nvPr/>
              </p14:nvContentPartPr>
              <p14:xfrm>
                <a:off x="4244928" y="6320767"/>
                <a:ext cx="188640" cy="158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31BF0AF-5377-F3BB-5269-EF7A378FA3B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236288" y="6311767"/>
                  <a:ext cx="206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00EC074-5FDA-CF39-C624-B8932AD6E74F}"/>
                    </a:ext>
                  </a:extLst>
                </p14:cNvPr>
                <p14:cNvContentPartPr/>
                <p14:nvPr/>
              </p14:nvContentPartPr>
              <p14:xfrm>
                <a:off x="4514568" y="6325087"/>
                <a:ext cx="168120" cy="35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00EC074-5FDA-CF39-C624-B8932AD6E74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505928" y="6316447"/>
                  <a:ext cx="1857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5674C7D-B141-5176-115C-27872B3CDC19}"/>
                    </a:ext>
                  </a:extLst>
                </p14:cNvPr>
                <p14:cNvContentPartPr/>
                <p14:nvPr/>
              </p14:nvContentPartPr>
              <p14:xfrm>
                <a:off x="4613568" y="6240847"/>
                <a:ext cx="25560" cy="184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5674C7D-B141-5176-115C-27872B3CDC1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604568" y="6231847"/>
                  <a:ext cx="432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3BC2692-5B66-2781-CCA9-FB80D26C9A77}"/>
                    </a:ext>
                  </a:extLst>
                </p14:cNvPr>
                <p14:cNvContentPartPr/>
                <p14:nvPr/>
              </p14:nvContentPartPr>
              <p14:xfrm>
                <a:off x="4777728" y="6245887"/>
                <a:ext cx="10440" cy="214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3BC2692-5B66-2781-CCA9-FB80D26C9A7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768728" y="6237247"/>
                  <a:ext cx="28080" cy="23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4774DBE-094F-076B-F030-55F03E7F657B}"/>
                  </a:ext>
                </a:extLst>
              </p14:cNvPr>
              <p14:cNvContentPartPr/>
              <p14:nvPr/>
            </p14:nvContentPartPr>
            <p14:xfrm>
              <a:off x="3757488" y="5922967"/>
              <a:ext cx="189360" cy="5216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4774DBE-094F-076B-F030-55F03E7F657B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748848" y="5913967"/>
                <a:ext cx="207000" cy="53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CC94939B-D53E-7618-10A2-74D7BEE25F83}"/>
              </a:ext>
            </a:extLst>
          </p:cNvPr>
          <p:cNvGrpSpPr/>
          <p:nvPr/>
        </p:nvGrpSpPr>
        <p:grpSpPr>
          <a:xfrm>
            <a:off x="5211528" y="5856367"/>
            <a:ext cx="571320" cy="466920"/>
            <a:chOff x="5211528" y="5856367"/>
            <a:chExt cx="571320" cy="46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9B634B5-F34E-0655-278A-F07B882AEE3E}"/>
                    </a:ext>
                  </a:extLst>
                </p14:cNvPr>
                <p14:cNvContentPartPr/>
                <p14:nvPr/>
              </p14:nvContentPartPr>
              <p14:xfrm>
                <a:off x="5211528" y="6032767"/>
                <a:ext cx="205920" cy="41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9B634B5-F34E-0655-278A-F07B882AEE3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202528" y="6024127"/>
                  <a:ext cx="223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5F77458-106C-C7FB-8315-1D6A9335E141}"/>
                    </a:ext>
                  </a:extLst>
                </p14:cNvPr>
                <p14:cNvContentPartPr/>
                <p14:nvPr/>
              </p14:nvContentPartPr>
              <p14:xfrm>
                <a:off x="5317368" y="5967967"/>
                <a:ext cx="25920" cy="272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5F77458-106C-C7FB-8315-1D6A9335E14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308728" y="5958967"/>
                  <a:ext cx="435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578EFBB-DF37-FAB6-9139-80E1118B7C7A}"/>
                    </a:ext>
                  </a:extLst>
                </p14:cNvPr>
                <p14:cNvContentPartPr/>
                <p14:nvPr/>
              </p14:nvContentPartPr>
              <p14:xfrm>
                <a:off x="5516808" y="5944927"/>
                <a:ext cx="18000" cy="363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578EFBB-DF37-FAB6-9139-80E1118B7C7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507808" y="5935927"/>
                  <a:ext cx="356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19EEDA3-B328-7FFE-98C9-77843D86A234}"/>
                    </a:ext>
                  </a:extLst>
                </p14:cNvPr>
                <p14:cNvContentPartPr/>
                <p14:nvPr/>
              </p14:nvContentPartPr>
              <p14:xfrm>
                <a:off x="5682408" y="5856367"/>
                <a:ext cx="100440" cy="466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19EEDA3-B328-7FFE-98C9-77843D86A23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673408" y="5847367"/>
                  <a:ext cx="118080" cy="484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9915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AF09B-4A9D-8362-A3A7-E6586A9AF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 search engine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10953-B136-350D-6CF0-EF7979687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 4a</a:t>
            </a:r>
          </a:p>
          <a:p>
            <a:r>
              <a:rPr lang="en-US" dirty="0"/>
              <a:t>Cosine similarity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996F2B-1B90-EF20-FD4A-4F539CFDB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26" y="3555412"/>
            <a:ext cx="10515600" cy="245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7688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98062-D34D-5ABF-A250-E1D93C0CB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Word2Vec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ADDB003-B9ED-9322-798D-F1238CB1A10F}"/>
                  </a:ext>
                </a:extLst>
              </p14:cNvPr>
              <p14:cNvContentPartPr/>
              <p14:nvPr/>
            </p14:nvContentPartPr>
            <p14:xfrm>
              <a:off x="595050" y="2249740"/>
              <a:ext cx="7560" cy="246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ADDB003-B9ED-9322-798D-F1238CB1A1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930" y="2243620"/>
                <a:ext cx="1980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03A3A2E-F250-7861-80D3-EBEE9C7CFB58}"/>
                  </a:ext>
                </a:extLst>
              </p14:cNvPr>
              <p14:cNvContentPartPr/>
              <p14:nvPr/>
            </p14:nvContentPartPr>
            <p14:xfrm>
              <a:off x="563370" y="2035540"/>
              <a:ext cx="11250360" cy="3999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03A3A2E-F250-7861-80D3-EBEE9C7CFB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7250" y="2029420"/>
                <a:ext cx="11262600" cy="41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289F6E65-7CE0-5AB9-87A0-3C9E35F39DBC}"/>
              </a:ext>
            </a:extLst>
          </p:cNvPr>
          <p:cNvGrpSpPr/>
          <p:nvPr/>
        </p:nvGrpSpPr>
        <p:grpSpPr>
          <a:xfrm>
            <a:off x="671370" y="2578420"/>
            <a:ext cx="2224440" cy="838800"/>
            <a:chOff x="671370" y="2578420"/>
            <a:chExt cx="2224440" cy="83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60407C7-F460-8537-A851-9BB09640DC8E}"/>
                    </a:ext>
                  </a:extLst>
                </p14:cNvPr>
                <p14:cNvContentPartPr/>
                <p14:nvPr/>
              </p14:nvContentPartPr>
              <p14:xfrm>
                <a:off x="671370" y="2578420"/>
                <a:ext cx="2224440" cy="387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60407C7-F460-8537-A851-9BB09640DC8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5250" y="2572300"/>
                  <a:ext cx="223668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1545BA1-692B-4F03-EA03-05BECC923A39}"/>
                    </a:ext>
                  </a:extLst>
                </p14:cNvPr>
                <p14:cNvContentPartPr/>
                <p14:nvPr/>
              </p14:nvContentPartPr>
              <p14:xfrm>
                <a:off x="1298850" y="3152620"/>
                <a:ext cx="79560" cy="264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1545BA1-692B-4F03-EA03-05BECC923A3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2730" y="3146500"/>
                  <a:ext cx="918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B25B81F-8ABF-FA8C-D920-78A841451C3A}"/>
                    </a:ext>
                  </a:extLst>
                </p14:cNvPr>
                <p14:cNvContentPartPr/>
                <p14:nvPr/>
              </p14:nvContentPartPr>
              <p14:xfrm>
                <a:off x="1245930" y="3290860"/>
                <a:ext cx="193320" cy="15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B25B81F-8ABF-FA8C-D920-78A841451C3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39810" y="3284740"/>
                  <a:ext cx="2055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D2F7A17-96CB-09C3-9BDC-6A3CA31A8740}"/>
                    </a:ext>
                  </a:extLst>
                </p14:cNvPr>
                <p14:cNvContentPartPr/>
                <p14:nvPr/>
              </p14:nvContentPartPr>
              <p14:xfrm>
                <a:off x="1459410" y="3282220"/>
                <a:ext cx="73440" cy="92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D2F7A17-96CB-09C3-9BDC-6A3CA31A874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53290" y="3276100"/>
                  <a:ext cx="856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A7A9B48-5022-4CE2-FE2A-0BC9A76823AB}"/>
                    </a:ext>
                  </a:extLst>
                </p14:cNvPr>
                <p14:cNvContentPartPr/>
                <p14:nvPr/>
              </p14:nvContentPartPr>
              <p14:xfrm>
                <a:off x="1605930" y="3272860"/>
                <a:ext cx="77760" cy="78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A7A9B48-5022-4CE2-FE2A-0BC9A76823A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99810" y="3266768"/>
                  <a:ext cx="90000" cy="910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00E4270-DA28-BBF8-B1AD-AFA2385F5FB7}"/>
                    </a:ext>
                  </a:extLst>
                </p14:cNvPr>
                <p14:cNvContentPartPr/>
                <p14:nvPr/>
              </p14:nvContentPartPr>
              <p14:xfrm>
                <a:off x="1753530" y="3040300"/>
                <a:ext cx="164880" cy="317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00E4270-DA28-BBF8-B1AD-AFA2385F5FB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47423" y="3034180"/>
                  <a:ext cx="177093" cy="32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3C1C137-3DBA-5A53-3193-80BC6E59D724}"/>
                  </a:ext>
                </a:extLst>
              </p14:cNvPr>
              <p14:cNvContentPartPr/>
              <p14:nvPr/>
            </p14:nvContentPartPr>
            <p14:xfrm>
              <a:off x="5811810" y="2553580"/>
              <a:ext cx="1068840" cy="3841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3C1C137-3DBA-5A53-3193-80BC6E59D72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805690" y="2547460"/>
                <a:ext cx="1081080" cy="39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B5C605A7-DF55-DB05-89F1-CABF23F8FFF4}"/>
              </a:ext>
            </a:extLst>
          </p:cNvPr>
          <p:cNvGrpSpPr/>
          <p:nvPr/>
        </p:nvGrpSpPr>
        <p:grpSpPr>
          <a:xfrm>
            <a:off x="5920170" y="3065140"/>
            <a:ext cx="823320" cy="365400"/>
            <a:chOff x="5920170" y="3065140"/>
            <a:chExt cx="82332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3751C1F-649F-9C98-7C92-B775A42EBFE8}"/>
                    </a:ext>
                  </a:extLst>
                </p14:cNvPr>
                <p14:cNvContentPartPr/>
                <p14:nvPr/>
              </p14:nvContentPartPr>
              <p14:xfrm>
                <a:off x="5920170" y="3065500"/>
                <a:ext cx="184320" cy="259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3751C1F-649F-9C98-7C92-B775A42EBFE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14050" y="3059380"/>
                  <a:ext cx="1965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991D323-2257-E500-C8A1-2CDF735CCB56}"/>
                    </a:ext>
                  </a:extLst>
                </p14:cNvPr>
                <p14:cNvContentPartPr/>
                <p14:nvPr/>
              </p14:nvContentPartPr>
              <p14:xfrm>
                <a:off x="6144450" y="3156940"/>
                <a:ext cx="128520" cy="199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991D323-2257-E500-C8A1-2CDF735CCB5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38330" y="3150809"/>
                  <a:ext cx="140760" cy="2113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7B19CE5-5BA2-C06B-DC7D-3037115DDCE4}"/>
                    </a:ext>
                  </a:extLst>
                </p14:cNvPr>
                <p14:cNvContentPartPr/>
                <p14:nvPr/>
              </p14:nvContentPartPr>
              <p14:xfrm>
                <a:off x="6294930" y="3065140"/>
                <a:ext cx="448560" cy="365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7B19CE5-5BA2-C06B-DC7D-3037115DDCE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88805" y="3059020"/>
                  <a:ext cx="460810" cy="37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9FCF094-FC78-2032-E81E-D051A6B98CC6}"/>
                  </a:ext>
                </a:extLst>
              </p14:cNvPr>
              <p14:cNvContentPartPr/>
              <p14:nvPr/>
            </p14:nvContentPartPr>
            <p14:xfrm>
              <a:off x="10185450" y="2538820"/>
              <a:ext cx="1344240" cy="3049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9FCF094-FC78-2032-E81E-D051A6B98CC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179330" y="2532700"/>
                <a:ext cx="1356480" cy="31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6F1B87F-856D-EF6D-A2C3-38842799DE68}"/>
              </a:ext>
            </a:extLst>
          </p:cNvPr>
          <p:cNvGrpSpPr/>
          <p:nvPr/>
        </p:nvGrpSpPr>
        <p:grpSpPr>
          <a:xfrm>
            <a:off x="10304610" y="3053620"/>
            <a:ext cx="857160" cy="352440"/>
            <a:chOff x="10304610" y="3053620"/>
            <a:chExt cx="857160" cy="35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95AF7A1-9AEB-EF61-AFD6-0F064FAFFC1A}"/>
                    </a:ext>
                  </a:extLst>
                </p14:cNvPr>
                <p14:cNvContentPartPr/>
                <p14:nvPr/>
              </p14:nvContentPartPr>
              <p14:xfrm>
                <a:off x="10304610" y="3060820"/>
                <a:ext cx="179640" cy="254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95AF7A1-9AEB-EF61-AFD6-0F064FAFFC1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298490" y="3054700"/>
                  <a:ext cx="1918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F845102-E608-76A5-04A7-B2F67503EFCC}"/>
                    </a:ext>
                  </a:extLst>
                </p14:cNvPr>
                <p14:cNvContentPartPr/>
                <p14:nvPr/>
              </p14:nvContentPartPr>
              <p14:xfrm>
                <a:off x="10554810" y="3150100"/>
                <a:ext cx="88560" cy="137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F845102-E608-76A5-04A7-B2F67503EFC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548690" y="3143980"/>
                  <a:ext cx="100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E8A48A0-D530-6EDD-E0D1-2C0501207DC3}"/>
                    </a:ext>
                  </a:extLst>
                </p14:cNvPr>
                <p14:cNvContentPartPr/>
                <p14:nvPr/>
              </p14:nvContentPartPr>
              <p14:xfrm>
                <a:off x="10706370" y="3053620"/>
                <a:ext cx="66600" cy="239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E8A48A0-D530-6EDD-E0D1-2C0501207DC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700250" y="3047500"/>
                  <a:ext cx="788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C9EB5A7-AFA6-04FF-397E-ED5156827D6A}"/>
                    </a:ext>
                  </a:extLst>
                </p14:cNvPr>
                <p14:cNvContentPartPr/>
                <p14:nvPr/>
              </p14:nvContentPartPr>
              <p14:xfrm>
                <a:off x="10761810" y="3174940"/>
                <a:ext cx="98640" cy="108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C9EB5A7-AFA6-04FF-397E-ED5156827D6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755690" y="3168820"/>
                  <a:ext cx="1108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25A5556-70BC-62AE-7BA2-40D47F8AC312}"/>
                    </a:ext>
                  </a:extLst>
                </p14:cNvPr>
                <p14:cNvContentPartPr/>
                <p14:nvPr/>
              </p14:nvContentPartPr>
              <p14:xfrm>
                <a:off x="10891410" y="3157660"/>
                <a:ext cx="129960" cy="248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25A5556-70BC-62AE-7BA2-40D47F8AC31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885307" y="3151540"/>
                  <a:ext cx="142166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24AB275-D722-D365-7B14-D2108E1032AB}"/>
                    </a:ext>
                  </a:extLst>
                </p14:cNvPr>
                <p14:cNvContentPartPr/>
                <p14:nvPr/>
              </p14:nvContentPartPr>
              <p14:xfrm>
                <a:off x="11009130" y="3141820"/>
                <a:ext cx="152640" cy="247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24AB275-D722-D365-7B14-D2108E1032A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002996" y="3135700"/>
                  <a:ext cx="164909" cy="25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86A04E5-2E14-33D1-D9E1-74FF07A5222C}"/>
                  </a:ext>
                </a:extLst>
              </p14:cNvPr>
              <p14:cNvContentPartPr/>
              <p14:nvPr/>
            </p14:nvContentPartPr>
            <p14:xfrm>
              <a:off x="10352490" y="3532420"/>
              <a:ext cx="274680" cy="19792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86A04E5-2E14-33D1-D9E1-74FF07A5222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346370" y="3526300"/>
                <a:ext cx="286920" cy="199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BB3C7197-9181-7BFE-C122-DEDD457B7714}"/>
              </a:ext>
            </a:extLst>
          </p:cNvPr>
          <p:cNvGrpSpPr/>
          <p:nvPr/>
        </p:nvGrpSpPr>
        <p:grpSpPr>
          <a:xfrm>
            <a:off x="1668210" y="1541620"/>
            <a:ext cx="3020760" cy="799920"/>
            <a:chOff x="1668210" y="1541620"/>
            <a:chExt cx="3020760" cy="79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6DCE7AA-0214-A69F-2EE4-B38FC7A5E713}"/>
                    </a:ext>
                  </a:extLst>
                </p14:cNvPr>
                <p14:cNvContentPartPr/>
                <p14:nvPr/>
              </p14:nvContentPartPr>
              <p14:xfrm>
                <a:off x="1858650" y="1665820"/>
                <a:ext cx="47880" cy="4636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6DCE7AA-0214-A69F-2EE4-B38FC7A5E71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52530" y="1659700"/>
                  <a:ext cx="6012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F2EC195-F962-D8AA-F77B-F1F43EDA1CB6}"/>
                    </a:ext>
                  </a:extLst>
                </p14:cNvPr>
                <p14:cNvContentPartPr/>
                <p14:nvPr/>
              </p14:nvContentPartPr>
              <p14:xfrm>
                <a:off x="2391090" y="1840780"/>
                <a:ext cx="204480" cy="264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F2EC195-F962-D8AA-F77B-F1F43EDA1CB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84970" y="1834660"/>
                  <a:ext cx="2167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65AE470-FBBA-230A-FB1B-92AF54460C1C}"/>
                    </a:ext>
                  </a:extLst>
                </p14:cNvPr>
                <p14:cNvContentPartPr/>
                <p14:nvPr/>
              </p14:nvContentPartPr>
              <p14:xfrm>
                <a:off x="2689890" y="1847620"/>
                <a:ext cx="90000" cy="232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65AE470-FBBA-230A-FB1B-92AF54460C1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683770" y="1841500"/>
                  <a:ext cx="1022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7DE5976-B1D9-F925-086A-C7D0278587E7}"/>
                    </a:ext>
                  </a:extLst>
                </p14:cNvPr>
                <p14:cNvContentPartPr/>
                <p14:nvPr/>
              </p14:nvContentPartPr>
              <p14:xfrm>
                <a:off x="2876730" y="1882900"/>
                <a:ext cx="102240" cy="158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7DE5976-B1D9-F925-086A-C7D0278587E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870610" y="1876780"/>
                  <a:ext cx="1144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89F62D8-1FD2-CC53-0F62-2354213DD324}"/>
                    </a:ext>
                  </a:extLst>
                </p14:cNvPr>
                <p14:cNvContentPartPr/>
                <p14:nvPr/>
              </p14:nvContentPartPr>
              <p14:xfrm>
                <a:off x="3121890" y="1777780"/>
                <a:ext cx="54360" cy="248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89F62D8-1FD2-CC53-0F62-2354213DD32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15770" y="1771660"/>
                  <a:ext cx="666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56C6F54-F789-12A9-E904-AC36EA451FC5}"/>
                    </a:ext>
                  </a:extLst>
                </p14:cNvPr>
                <p14:cNvContentPartPr/>
                <p14:nvPr/>
              </p14:nvContentPartPr>
              <p14:xfrm>
                <a:off x="3064650" y="1818460"/>
                <a:ext cx="150840" cy="60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56C6F54-F789-12A9-E904-AC36EA451FC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58530" y="1812340"/>
                  <a:ext cx="1630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DEA3DDA-10AA-6E28-9C4C-E64F46D6094D}"/>
                    </a:ext>
                  </a:extLst>
                </p14:cNvPr>
                <p14:cNvContentPartPr/>
                <p14:nvPr/>
              </p14:nvContentPartPr>
              <p14:xfrm>
                <a:off x="3694290" y="1845460"/>
                <a:ext cx="37800" cy="419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DEA3DDA-10AA-6E28-9C4C-E64F46D6094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88170" y="1839340"/>
                  <a:ext cx="5004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DA2484-71E5-A760-C7B0-58FF954C669E}"/>
                    </a:ext>
                  </a:extLst>
                </p14:cNvPr>
                <p14:cNvContentPartPr/>
                <p14:nvPr/>
              </p14:nvContentPartPr>
              <p14:xfrm>
                <a:off x="3656130" y="1784620"/>
                <a:ext cx="153360" cy="239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DA2484-71E5-A760-C7B0-58FF954C669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650010" y="1778500"/>
                  <a:ext cx="1656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DECB54F-D899-DD60-9ABF-65D3E097C93A}"/>
                    </a:ext>
                  </a:extLst>
                </p14:cNvPr>
                <p14:cNvContentPartPr/>
                <p14:nvPr/>
              </p14:nvContentPartPr>
              <p14:xfrm>
                <a:off x="3902010" y="1828540"/>
                <a:ext cx="20520" cy="158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DECB54F-D899-DD60-9ABF-65D3E097C93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95890" y="1822420"/>
                  <a:ext cx="327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AADB7C2-89D2-83AE-93EB-A6C09F186F16}"/>
                    </a:ext>
                  </a:extLst>
                </p14:cNvPr>
                <p14:cNvContentPartPr/>
                <p14:nvPr/>
              </p14:nvContentPartPr>
              <p14:xfrm>
                <a:off x="3942690" y="1679860"/>
                <a:ext cx="39960" cy="91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AADB7C2-89D2-83AE-93EB-A6C09F186F1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36570" y="1673740"/>
                  <a:ext cx="52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768C872-A607-804A-B369-981A418CA980}"/>
                    </a:ext>
                  </a:extLst>
                </p14:cNvPr>
                <p14:cNvContentPartPr/>
                <p14:nvPr/>
              </p14:nvContentPartPr>
              <p14:xfrm>
                <a:off x="4005330" y="1830340"/>
                <a:ext cx="136080" cy="166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768C872-A607-804A-B369-981A418CA9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99210" y="1824220"/>
                  <a:ext cx="148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971CBEB-0126-98E8-A9F7-7748B9B74313}"/>
                    </a:ext>
                  </a:extLst>
                </p14:cNvPr>
                <p14:cNvContentPartPr/>
                <p14:nvPr/>
              </p14:nvContentPartPr>
              <p14:xfrm>
                <a:off x="4178490" y="1772020"/>
                <a:ext cx="317520" cy="236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971CBEB-0126-98E8-A9F7-7748B9B7431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72370" y="1765900"/>
                  <a:ext cx="3297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79F4BFE-AD62-3D1D-7E22-56C7660FCD34}"/>
                    </a:ext>
                  </a:extLst>
                </p14:cNvPr>
                <p14:cNvContentPartPr/>
                <p14:nvPr/>
              </p14:nvContentPartPr>
              <p14:xfrm>
                <a:off x="1668210" y="1602460"/>
                <a:ext cx="637200" cy="660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79F4BFE-AD62-3D1D-7E22-56C7660FCD3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62090" y="1596340"/>
                  <a:ext cx="649440" cy="67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3FAD042-A092-253A-1AC1-B4CDC1AF7D1A}"/>
                    </a:ext>
                  </a:extLst>
                </p14:cNvPr>
                <p14:cNvContentPartPr/>
                <p14:nvPr/>
              </p14:nvContentPartPr>
              <p14:xfrm>
                <a:off x="2270130" y="1541620"/>
                <a:ext cx="1185840" cy="644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3FAD042-A092-253A-1AC1-B4CDC1AF7D1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64010" y="1535500"/>
                  <a:ext cx="119808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A00F096-DBD1-87B9-3A1C-9101ADBC9819}"/>
                    </a:ext>
                  </a:extLst>
                </p14:cNvPr>
                <p14:cNvContentPartPr/>
                <p14:nvPr/>
              </p14:nvContentPartPr>
              <p14:xfrm>
                <a:off x="3561450" y="1578340"/>
                <a:ext cx="1127520" cy="763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A00F096-DBD1-87B9-3A1C-9101ADBC981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55330" y="1572220"/>
                  <a:ext cx="1139760" cy="77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A13805A-4965-9BD6-AB40-21E472EFD100}"/>
              </a:ext>
            </a:extLst>
          </p:cNvPr>
          <p:cNvGrpSpPr/>
          <p:nvPr/>
        </p:nvGrpSpPr>
        <p:grpSpPr>
          <a:xfrm>
            <a:off x="10044690" y="1551700"/>
            <a:ext cx="1154160" cy="513000"/>
            <a:chOff x="10044690" y="1551700"/>
            <a:chExt cx="1154160" cy="51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7F0E345-279F-B332-0985-1AB28570244C}"/>
                    </a:ext>
                  </a:extLst>
                </p14:cNvPr>
                <p14:cNvContentPartPr/>
                <p14:nvPr/>
              </p14:nvContentPartPr>
              <p14:xfrm>
                <a:off x="10274730" y="1833940"/>
                <a:ext cx="360" cy="18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7F0E345-279F-B332-0985-1AB28570244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68610" y="1827820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38B98C9-4F00-FDFF-3601-DD991B9B30AE}"/>
                    </a:ext>
                  </a:extLst>
                </p14:cNvPr>
                <p14:cNvContentPartPr/>
                <p14:nvPr/>
              </p14:nvContentPartPr>
              <p14:xfrm>
                <a:off x="10240890" y="1799740"/>
                <a:ext cx="32400" cy="264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38B98C9-4F00-FDFF-3601-DD991B9B30A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34770" y="1793620"/>
                  <a:ext cx="446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453D984-D650-3B07-A490-DF68E66685AA}"/>
                    </a:ext>
                  </a:extLst>
                </p14:cNvPr>
                <p14:cNvContentPartPr/>
                <p14:nvPr/>
              </p14:nvContentPartPr>
              <p14:xfrm>
                <a:off x="10068810" y="1753300"/>
                <a:ext cx="124560" cy="190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453D984-D650-3B07-A490-DF68E66685A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062690" y="1747180"/>
                  <a:ext cx="1368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274ADE7-F5B2-5BB8-9DBE-5CF69AA01537}"/>
                    </a:ext>
                  </a:extLst>
                </p14:cNvPr>
                <p14:cNvContentPartPr/>
                <p14:nvPr/>
              </p14:nvContentPartPr>
              <p14:xfrm>
                <a:off x="10274370" y="1767340"/>
                <a:ext cx="107280" cy="122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274ADE7-F5B2-5BB8-9DBE-5CF69AA0153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68250" y="1761220"/>
                  <a:ext cx="1195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C415DF4-5E41-8F60-DC35-97CC69DA5C68}"/>
                    </a:ext>
                  </a:extLst>
                </p14:cNvPr>
                <p14:cNvContentPartPr/>
                <p14:nvPr/>
              </p14:nvContentPartPr>
              <p14:xfrm>
                <a:off x="10441410" y="1775620"/>
                <a:ext cx="130320" cy="115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C415DF4-5E41-8F60-DC35-97CC69DA5C6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435290" y="1769500"/>
                  <a:ext cx="1425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60D516D-879D-8608-A025-9531F689F0E9}"/>
                    </a:ext>
                  </a:extLst>
                </p14:cNvPr>
                <p14:cNvContentPartPr/>
                <p14:nvPr/>
              </p14:nvContentPartPr>
              <p14:xfrm>
                <a:off x="10623930" y="1742140"/>
                <a:ext cx="147240" cy="136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60D516D-879D-8608-A025-9531F689F0E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617810" y="1736020"/>
                  <a:ext cx="1594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CC3079C-DBC8-37BA-65D0-EB3EAA77A9BE}"/>
                    </a:ext>
                  </a:extLst>
                </p14:cNvPr>
                <p14:cNvContentPartPr/>
                <p14:nvPr/>
              </p14:nvContentPartPr>
              <p14:xfrm>
                <a:off x="10756770" y="1714060"/>
                <a:ext cx="128520" cy="195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CC3079C-DBC8-37BA-65D0-EB3EAA77A9B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750633" y="1707940"/>
                  <a:ext cx="140794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8A0EF84-1078-8C9D-4178-5D9CDF260D1B}"/>
                    </a:ext>
                  </a:extLst>
                </p14:cNvPr>
                <p14:cNvContentPartPr/>
                <p14:nvPr/>
              </p14:nvContentPartPr>
              <p14:xfrm>
                <a:off x="10044690" y="1551700"/>
                <a:ext cx="1154160" cy="494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8A0EF84-1078-8C9D-4178-5D9CDF260D1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038572" y="1545580"/>
                  <a:ext cx="1166396" cy="50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5EECDEFD-04B0-A350-037B-B595A27AB4AB}"/>
                  </a:ext>
                </a:extLst>
              </p14:cNvPr>
              <p14:cNvContentPartPr/>
              <p14:nvPr/>
            </p14:nvContentPartPr>
            <p14:xfrm>
              <a:off x="2367690" y="5819500"/>
              <a:ext cx="39960" cy="2203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5EECDEFD-04B0-A350-037B-B595A27AB4A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361570" y="5813380"/>
                <a:ext cx="522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8EB9E6CA-C543-E70D-D9D0-BBAA646AB62B}"/>
                  </a:ext>
                </a:extLst>
              </p14:cNvPr>
              <p14:cNvContentPartPr/>
              <p14:nvPr/>
            </p14:nvContentPartPr>
            <p14:xfrm>
              <a:off x="2463450" y="5863420"/>
              <a:ext cx="155160" cy="1191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8EB9E6CA-C543-E70D-D9D0-BBAA646AB62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457330" y="5857300"/>
                <a:ext cx="1674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7894AB9-FC22-92D7-5A71-E32A9C21B0AD}"/>
                  </a:ext>
                </a:extLst>
              </p14:cNvPr>
              <p14:cNvContentPartPr/>
              <p14:nvPr/>
            </p14:nvContentPartPr>
            <p14:xfrm>
              <a:off x="2669010" y="5725900"/>
              <a:ext cx="140040" cy="2458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7894AB9-FC22-92D7-5A71-E32A9C21B0AD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662890" y="5719780"/>
                <a:ext cx="152280" cy="25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7FFF7EE0-ED01-8498-7C53-EB30A83D51BF}"/>
              </a:ext>
            </a:extLst>
          </p:cNvPr>
          <p:cNvGrpSpPr/>
          <p:nvPr/>
        </p:nvGrpSpPr>
        <p:grpSpPr>
          <a:xfrm>
            <a:off x="10200210" y="5623300"/>
            <a:ext cx="473040" cy="226800"/>
            <a:chOff x="10200210" y="5623300"/>
            <a:chExt cx="47304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42AFFEB-00FC-94A0-5317-2488F4A90BBB}"/>
                    </a:ext>
                  </a:extLst>
                </p14:cNvPr>
                <p14:cNvContentPartPr/>
                <p14:nvPr/>
              </p14:nvContentPartPr>
              <p14:xfrm>
                <a:off x="10200210" y="5670460"/>
                <a:ext cx="15840" cy="179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42AFFEB-00FC-94A0-5317-2488F4A90BB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194090" y="5664340"/>
                  <a:ext cx="280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4DF17A3-5C96-D2CA-F9B8-585E5A30F1F1}"/>
                    </a:ext>
                  </a:extLst>
                </p14:cNvPr>
                <p14:cNvContentPartPr/>
                <p14:nvPr/>
              </p14:nvContentPartPr>
              <p14:xfrm>
                <a:off x="10327650" y="5707540"/>
                <a:ext cx="158040" cy="125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4DF17A3-5C96-D2CA-F9B8-585E5A30F1F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321516" y="5701420"/>
                  <a:ext cx="170308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67CA387-F6D2-31AA-7FC1-2B23AED02E37}"/>
                    </a:ext>
                  </a:extLst>
                </p14:cNvPr>
                <p14:cNvContentPartPr/>
                <p14:nvPr/>
              </p14:nvContentPartPr>
              <p14:xfrm>
                <a:off x="10562010" y="5623300"/>
                <a:ext cx="111240" cy="222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67CA387-F6D2-31AA-7FC1-2B23AED02E3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555890" y="5617180"/>
                  <a:ext cx="123480" cy="23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A327596-CF28-57E4-5FFF-51942DD2ECDF}"/>
                  </a:ext>
                </a:extLst>
              </p14:cNvPr>
              <p14:cNvContentPartPr/>
              <p14:nvPr/>
            </p14:nvContentPartPr>
            <p14:xfrm>
              <a:off x="1445730" y="5829220"/>
              <a:ext cx="18000" cy="2160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A327596-CF28-57E4-5FFF-51942DD2ECD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439610" y="5823100"/>
                <a:ext cx="3024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3CBBE0B1-0838-21BD-6D75-EF3EB82E4213}"/>
                  </a:ext>
                </a:extLst>
              </p14:cNvPr>
              <p14:cNvContentPartPr/>
              <p14:nvPr/>
            </p14:nvContentPartPr>
            <p14:xfrm>
              <a:off x="1529250" y="5890780"/>
              <a:ext cx="156240" cy="1033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3CBBE0B1-0838-21BD-6D75-EF3EB82E421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523130" y="5884660"/>
                <a:ext cx="16848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BC0738D-80E8-7BA6-4F70-07FEE41F2021}"/>
                  </a:ext>
                </a:extLst>
              </p14:cNvPr>
              <p14:cNvContentPartPr/>
              <p14:nvPr/>
            </p14:nvContentPartPr>
            <p14:xfrm>
              <a:off x="1746330" y="5705380"/>
              <a:ext cx="151200" cy="2660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BC0738D-80E8-7BA6-4F70-07FEE41F202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740210" y="5699260"/>
                <a:ext cx="16344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86BAF6B7-B48F-EBDA-5B5D-2DE608A99240}"/>
                  </a:ext>
                </a:extLst>
              </p14:cNvPr>
              <p14:cNvContentPartPr/>
              <p14:nvPr/>
            </p14:nvContentPartPr>
            <p14:xfrm>
              <a:off x="1745970" y="4011580"/>
              <a:ext cx="200520" cy="122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86BAF6B7-B48F-EBDA-5B5D-2DE608A9924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739850" y="4005460"/>
                <a:ext cx="2127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89C390B-4B41-25E0-92FC-668945E425DF}"/>
                  </a:ext>
                </a:extLst>
              </p14:cNvPr>
              <p14:cNvContentPartPr/>
              <p14:nvPr/>
            </p14:nvContentPartPr>
            <p14:xfrm>
              <a:off x="2590170" y="3948940"/>
              <a:ext cx="215640" cy="284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89C390B-4B41-25E0-92FC-668945E425D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584050" y="3942820"/>
                <a:ext cx="2278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B4186C7-6D56-DD52-63B4-E36EE29CCF8C}"/>
                  </a:ext>
                </a:extLst>
              </p14:cNvPr>
              <p14:cNvContentPartPr/>
              <p14:nvPr/>
            </p14:nvContentPartPr>
            <p14:xfrm>
              <a:off x="3906690" y="3920500"/>
              <a:ext cx="250200" cy="158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B4186C7-6D56-DD52-63B4-E36EE29CCF8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900570" y="3914380"/>
                <a:ext cx="2624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4896514D-C1C1-26C8-355D-2DD076D107A0}"/>
                  </a:ext>
                </a:extLst>
              </p14:cNvPr>
              <p14:cNvContentPartPr/>
              <p14:nvPr/>
            </p14:nvContentPartPr>
            <p14:xfrm>
              <a:off x="10442490" y="3687220"/>
              <a:ext cx="230760" cy="334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4896514D-C1C1-26C8-355D-2DD076D107A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436370" y="3681100"/>
                <a:ext cx="243000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08A479C6-FA14-2197-1834-7FA23FC8B429}"/>
              </a:ext>
            </a:extLst>
          </p:cNvPr>
          <p:cNvGrpSpPr/>
          <p:nvPr/>
        </p:nvGrpSpPr>
        <p:grpSpPr>
          <a:xfrm>
            <a:off x="1709250" y="3795220"/>
            <a:ext cx="274680" cy="1792080"/>
            <a:chOff x="1709250" y="3795220"/>
            <a:chExt cx="274680" cy="179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29F3E0C-E7CE-F66A-2FE6-038F8D85A12B}"/>
                    </a:ext>
                  </a:extLst>
                </p14:cNvPr>
                <p14:cNvContentPartPr/>
                <p14:nvPr/>
              </p14:nvContentPartPr>
              <p14:xfrm>
                <a:off x="1711410" y="3795220"/>
                <a:ext cx="103680" cy="1792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29F3E0C-E7CE-F66A-2FE6-038F8D85A12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705290" y="3789100"/>
                  <a:ext cx="115920" cy="180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26D28BA-18CA-2A2B-9199-97FB8F5C11E1}"/>
                    </a:ext>
                  </a:extLst>
                </p14:cNvPr>
                <p14:cNvContentPartPr/>
                <p14:nvPr/>
              </p14:nvContentPartPr>
              <p14:xfrm>
                <a:off x="1709250" y="3802060"/>
                <a:ext cx="274680" cy="1750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26D28BA-18CA-2A2B-9199-97FB8F5C11E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03138" y="3795940"/>
                  <a:ext cx="286904" cy="176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363E251-ABC3-A2CE-CDB0-D6FFE748F856}"/>
                    </a:ext>
                  </a:extLst>
                </p14:cNvPr>
                <p14:cNvContentPartPr/>
                <p14:nvPr/>
              </p14:nvContentPartPr>
              <p14:xfrm>
                <a:off x="1742370" y="4193020"/>
                <a:ext cx="180720" cy="151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363E251-ABC3-A2CE-CDB0-D6FFE748F85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736250" y="4186900"/>
                  <a:ext cx="19296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4008254-D8C3-2F7B-47E4-4F220A9E0214}"/>
              </a:ext>
            </a:extLst>
          </p:cNvPr>
          <p:cNvGrpSpPr/>
          <p:nvPr/>
        </p:nvGrpSpPr>
        <p:grpSpPr>
          <a:xfrm>
            <a:off x="2492250" y="3790900"/>
            <a:ext cx="340560" cy="1782720"/>
            <a:chOff x="2492250" y="3790900"/>
            <a:chExt cx="340560" cy="178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AC0D718-2D1C-A228-7E7E-8F1EBC8D9A7D}"/>
                    </a:ext>
                  </a:extLst>
                </p14:cNvPr>
                <p14:cNvContentPartPr/>
                <p14:nvPr/>
              </p14:nvContentPartPr>
              <p14:xfrm>
                <a:off x="2541570" y="3790900"/>
                <a:ext cx="88560" cy="1749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AC0D718-2D1C-A228-7E7E-8F1EBC8D9A7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535450" y="3784780"/>
                  <a:ext cx="100800" cy="176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D9839E0-A5A1-8EC0-D5B4-6878BFA8D3C4}"/>
                    </a:ext>
                  </a:extLst>
                </p14:cNvPr>
                <p14:cNvContentPartPr/>
                <p14:nvPr/>
              </p14:nvContentPartPr>
              <p14:xfrm>
                <a:off x="2492250" y="3794140"/>
                <a:ext cx="340560" cy="1779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D9839E0-A5A1-8EC0-D5B4-6878BFA8D3C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486124" y="3788021"/>
                  <a:ext cx="352813" cy="17917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9FBE837-A457-375B-088D-9FBE7EC0A5C6}"/>
                    </a:ext>
                  </a:extLst>
                </p14:cNvPr>
                <p14:cNvContentPartPr/>
                <p14:nvPr/>
              </p14:nvContentPartPr>
              <p14:xfrm>
                <a:off x="2639130" y="4106620"/>
                <a:ext cx="180000" cy="180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9FBE837-A457-375B-088D-9FBE7EC0A5C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633010" y="4100500"/>
                  <a:ext cx="19224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417F8EEC-AB08-7974-D267-E4F7B8E16022}"/>
                  </a:ext>
                </a:extLst>
              </p14:cNvPr>
              <p14:cNvContentPartPr/>
              <p14:nvPr/>
            </p14:nvContentPartPr>
            <p14:xfrm>
              <a:off x="3849450" y="4047940"/>
              <a:ext cx="319680" cy="342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417F8EEC-AB08-7974-D267-E4F7B8E1602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843330" y="4041820"/>
                <a:ext cx="3319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CDE50A3-AF6B-0995-8FE5-6201E4B54438}"/>
                  </a:ext>
                </a:extLst>
              </p14:cNvPr>
              <p14:cNvContentPartPr/>
              <p14:nvPr/>
            </p14:nvContentPartPr>
            <p14:xfrm>
              <a:off x="10429170" y="3831940"/>
              <a:ext cx="225720" cy="1908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CDE50A3-AF6B-0995-8FE5-6201E4B54438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0423050" y="3825820"/>
                <a:ext cx="237960" cy="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8A7EF20-4F94-A9BA-4E09-1549415E9E37}"/>
              </a:ext>
            </a:extLst>
          </p:cNvPr>
          <p:cNvGrpSpPr/>
          <p:nvPr/>
        </p:nvGrpSpPr>
        <p:grpSpPr>
          <a:xfrm>
            <a:off x="3575850" y="3692980"/>
            <a:ext cx="5666040" cy="2861640"/>
            <a:chOff x="3575850" y="3692980"/>
            <a:chExt cx="5666040" cy="28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3319346-6821-A72A-60FE-8BFEB03CC696}"/>
                    </a:ext>
                  </a:extLst>
                </p14:cNvPr>
                <p14:cNvContentPartPr/>
                <p14:nvPr/>
              </p14:nvContentPartPr>
              <p14:xfrm>
                <a:off x="3859890" y="3766060"/>
                <a:ext cx="19080" cy="1730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3319346-6821-A72A-60FE-8BFEB03CC69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853770" y="3759940"/>
                  <a:ext cx="31320" cy="174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B766B8A-D106-3462-46B1-F1305C7844BF}"/>
                    </a:ext>
                  </a:extLst>
                </p14:cNvPr>
                <p14:cNvContentPartPr/>
                <p14:nvPr/>
              </p14:nvContentPartPr>
              <p14:xfrm>
                <a:off x="3861690" y="3737980"/>
                <a:ext cx="285840" cy="1837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B766B8A-D106-3462-46B1-F1305C7844B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855570" y="3731860"/>
                  <a:ext cx="298080" cy="18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D885F07-FEB4-A54F-FD6D-A9479EC2DCF2}"/>
                    </a:ext>
                  </a:extLst>
                </p14:cNvPr>
                <p14:cNvContentPartPr/>
                <p14:nvPr/>
              </p14:nvContentPartPr>
              <p14:xfrm>
                <a:off x="3775650" y="5663620"/>
                <a:ext cx="14040" cy="222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D885F07-FEB4-A54F-FD6D-A9479EC2DCF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769530" y="5657500"/>
                  <a:ext cx="262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38495F5-3EB5-A052-59D3-BD53451406A7}"/>
                    </a:ext>
                  </a:extLst>
                </p14:cNvPr>
                <p14:cNvContentPartPr/>
                <p14:nvPr/>
              </p14:nvContentPartPr>
              <p14:xfrm>
                <a:off x="3863850" y="5726620"/>
                <a:ext cx="139320" cy="146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38495F5-3EB5-A052-59D3-BD53451406A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857730" y="5720500"/>
                  <a:ext cx="1515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1BF62AE-AC68-D396-74C5-D81717091C43}"/>
                    </a:ext>
                  </a:extLst>
                </p14:cNvPr>
                <p14:cNvContentPartPr/>
                <p14:nvPr/>
              </p14:nvContentPartPr>
              <p14:xfrm>
                <a:off x="4076610" y="5630500"/>
                <a:ext cx="136800" cy="279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1BF62AE-AC68-D396-74C5-D81717091C4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070490" y="5624380"/>
                  <a:ext cx="1490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4EF5FEE-F872-F858-C065-0ED2222F58BA}"/>
                    </a:ext>
                  </a:extLst>
                </p14:cNvPr>
                <p14:cNvContentPartPr/>
                <p14:nvPr/>
              </p14:nvContentPartPr>
              <p14:xfrm>
                <a:off x="8625570" y="5876740"/>
                <a:ext cx="42120" cy="405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4EF5FEE-F872-F858-C065-0ED2222F58B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619450" y="5870620"/>
                  <a:ext cx="543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C7E6ACA-C63B-82D8-8349-92D8DE2B8036}"/>
                    </a:ext>
                  </a:extLst>
                </p14:cNvPr>
                <p14:cNvContentPartPr/>
                <p14:nvPr/>
              </p14:nvContentPartPr>
              <p14:xfrm>
                <a:off x="5777250" y="3754180"/>
                <a:ext cx="47880" cy="2197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C7E6ACA-C63B-82D8-8349-92D8DE2B803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71130" y="3748060"/>
                  <a:ext cx="60120" cy="22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E2E0E9A-BCE7-3FA2-323F-40930347EB06}"/>
                    </a:ext>
                  </a:extLst>
                </p14:cNvPr>
                <p14:cNvContentPartPr/>
                <p14:nvPr/>
              </p14:nvContentPartPr>
              <p14:xfrm>
                <a:off x="5546490" y="5802940"/>
                <a:ext cx="2622960" cy="105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E2E0E9A-BCE7-3FA2-323F-40930347EB0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540370" y="5796820"/>
                  <a:ext cx="26352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BABC21F-49CB-9BCF-5BE4-A88E81BF2A64}"/>
                    </a:ext>
                  </a:extLst>
                </p14:cNvPr>
                <p14:cNvContentPartPr/>
                <p14:nvPr/>
              </p14:nvContentPartPr>
              <p14:xfrm>
                <a:off x="8114010" y="5743540"/>
                <a:ext cx="117360" cy="168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BABC21F-49CB-9BCF-5BE4-A88E81BF2A6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107890" y="5737420"/>
                  <a:ext cx="1296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46E04EC-EF9B-F243-735E-B33EB345B176}"/>
                    </a:ext>
                  </a:extLst>
                </p14:cNvPr>
                <p14:cNvContentPartPr/>
                <p14:nvPr/>
              </p14:nvContentPartPr>
              <p14:xfrm>
                <a:off x="5726130" y="3692980"/>
                <a:ext cx="173160" cy="159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46E04EC-EF9B-F243-735E-B33EB345B17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720010" y="3686860"/>
                  <a:ext cx="1854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D76A3CD-333F-F0F6-FD28-1AA95DB616F0}"/>
                    </a:ext>
                  </a:extLst>
                </p14:cNvPr>
                <p14:cNvContentPartPr/>
                <p14:nvPr/>
              </p14:nvContentPartPr>
              <p14:xfrm>
                <a:off x="6871290" y="6176260"/>
                <a:ext cx="236160" cy="1749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D76A3CD-333F-F0F6-FD28-1AA95DB616F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865170" y="6170140"/>
                  <a:ext cx="2484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8B20B77-737A-C231-A803-F86BD7FEDEA4}"/>
                    </a:ext>
                  </a:extLst>
                </p14:cNvPr>
                <p14:cNvContentPartPr/>
                <p14:nvPr/>
              </p14:nvContentPartPr>
              <p14:xfrm>
                <a:off x="7246770" y="6141700"/>
                <a:ext cx="134280" cy="163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8B20B77-737A-C231-A803-F86BD7FEDEA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240650" y="6135580"/>
                  <a:ext cx="1465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20CB335-730B-7474-569E-25AA041AC629}"/>
                    </a:ext>
                  </a:extLst>
                </p14:cNvPr>
                <p14:cNvContentPartPr/>
                <p14:nvPr/>
              </p14:nvContentPartPr>
              <p14:xfrm>
                <a:off x="7463490" y="6140620"/>
                <a:ext cx="116280" cy="116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20CB335-730B-7474-569E-25AA041AC62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457370" y="6134500"/>
                  <a:ext cx="128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062C17A-E20A-5ACA-64DE-A00C537BF51F}"/>
                    </a:ext>
                  </a:extLst>
                </p14:cNvPr>
                <p14:cNvContentPartPr/>
                <p14:nvPr/>
              </p14:nvContentPartPr>
              <p14:xfrm>
                <a:off x="7638810" y="6125140"/>
                <a:ext cx="130680" cy="1494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062C17A-E20A-5ACA-64DE-A00C537BF51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632690" y="6119020"/>
                  <a:ext cx="1429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F1CC0C1-7421-5037-78D9-6132923C4E32}"/>
                    </a:ext>
                  </a:extLst>
                </p14:cNvPr>
                <p14:cNvContentPartPr/>
                <p14:nvPr/>
              </p14:nvContentPartPr>
              <p14:xfrm>
                <a:off x="7834290" y="6154300"/>
                <a:ext cx="22320" cy="130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F1CC0C1-7421-5037-78D9-6132923C4E3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828170" y="6148180"/>
                  <a:ext cx="345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C359BEC-6D61-0FBC-F0FD-8FC86DCC5C32}"/>
                    </a:ext>
                  </a:extLst>
                </p14:cNvPr>
                <p14:cNvContentPartPr/>
                <p14:nvPr/>
              </p14:nvContentPartPr>
              <p14:xfrm>
                <a:off x="7922130" y="6055300"/>
                <a:ext cx="8280" cy="52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C359BEC-6D61-0FBC-F0FD-8FC86DCC5C3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916010" y="6049180"/>
                  <a:ext cx="205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EB94D4E-C5AE-545F-06AF-2B65BBE59DE6}"/>
                    </a:ext>
                  </a:extLst>
                </p14:cNvPr>
                <p14:cNvContentPartPr/>
                <p14:nvPr/>
              </p14:nvContentPartPr>
              <p14:xfrm>
                <a:off x="7995930" y="6052780"/>
                <a:ext cx="298080" cy="2966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EB94D4E-C5AE-545F-06AF-2B65BBE59DE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89810" y="6046660"/>
                  <a:ext cx="3103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C252D15-1398-B6A6-A679-00DC8552ED69}"/>
                    </a:ext>
                  </a:extLst>
                </p14:cNvPr>
                <p14:cNvContentPartPr/>
                <p14:nvPr/>
              </p14:nvContentPartPr>
              <p14:xfrm>
                <a:off x="4629930" y="4363300"/>
                <a:ext cx="232200" cy="1580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C252D15-1398-B6A6-A679-00DC8552ED6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623810" y="4357180"/>
                  <a:ext cx="2444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49BDFD1-5190-319B-318E-DE7672456E70}"/>
                    </a:ext>
                  </a:extLst>
                </p14:cNvPr>
                <p14:cNvContentPartPr/>
                <p14:nvPr/>
              </p14:nvContentPartPr>
              <p14:xfrm>
                <a:off x="4921530" y="4261420"/>
                <a:ext cx="114840" cy="1530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49BDFD1-5190-319B-318E-DE7672456E7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915410" y="4255300"/>
                  <a:ext cx="1270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89F51B6-5891-2078-3802-2070FE5F379B}"/>
                    </a:ext>
                  </a:extLst>
                </p14:cNvPr>
                <p14:cNvContentPartPr/>
                <p14:nvPr/>
              </p14:nvContentPartPr>
              <p14:xfrm>
                <a:off x="5079570" y="4255660"/>
                <a:ext cx="162000" cy="114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89F51B6-5891-2078-3802-2070FE5F379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073450" y="4249540"/>
                  <a:ext cx="1742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8301520-4C19-336C-EC2E-277DB42F0F6F}"/>
                    </a:ext>
                  </a:extLst>
                </p14:cNvPr>
                <p14:cNvContentPartPr/>
                <p14:nvPr/>
              </p14:nvContentPartPr>
              <p14:xfrm>
                <a:off x="5284770" y="4186540"/>
                <a:ext cx="80280" cy="1166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8301520-4C19-336C-EC2E-277DB42F0F6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278650" y="4180420"/>
                  <a:ext cx="925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C8028C2-63CA-B145-5446-66A5CFF4A307}"/>
                    </a:ext>
                  </a:extLst>
                </p14:cNvPr>
                <p14:cNvContentPartPr/>
                <p14:nvPr/>
              </p14:nvContentPartPr>
              <p14:xfrm>
                <a:off x="5413290" y="4076740"/>
                <a:ext cx="38880" cy="200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C8028C2-63CA-B145-5446-66A5CFF4A30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407170" y="4070620"/>
                  <a:ext cx="511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203BE75-9AA8-AD2B-C158-C34ADB6C3640}"/>
                    </a:ext>
                  </a:extLst>
                </p14:cNvPr>
                <p14:cNvContentPartPr/>
                <p14:nvPr/>
              </p14:nvContentPartPr>
              <p14:xfrm>
                <a:off x="5507970" y="4078180"/>
                <a:ext cx="159480" cy="260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203BE75-9AA8-AD2B-C158-C34ADB6C364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501850" y="4072060"/>
                  <a:ext cx="1717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DB68080-9632-ECD8-B7C4-803E89B13589}"/>
                    </a:ext>
                  </a:extLst>
                </p14:cNvPr>
                <p14:cNvContentPartPr/>
                <p14:nvPr/>
              </p14:nvContentPartPr>
              <p14:xfrm>
                <a:off x="5817570" y="4009420"/>
                <a:ext cx="142560" cy="1566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DB68080-9632-ECD8-B7C4-803E89B1358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811450" y="4003300"/>
                  <a:ext cx="1548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A0E4AB4-8D01-D36D-1647-A4979351B32D}"/>
                    </a:ext>
                  </a:extLst>
                </p14:cNvPr>
                <p14:cNvContentPartPr/>
                <p14:nvPr/>
              </p14:nvContentPartPr>
              <p14:xfrm>
                <a:off x="6474570" y="4016260"/>
                <a:ext cx="40320" cy="56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A0E4AB4-8D01-D36D-1647-A4979351B32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468450" y="4010140"/>
                  <a:ext cx="525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EF082D7-9A3F-63BE-EC1A-B07E7D4C6588}"/>
                    </a:ext>
                  </a:extLst>
                </p14:cNvPr>
                <p14:cNvContentPartPr/>
                <p14:nvPr/>
              </p14:nvContentPartPr>
              <p14:xfrm>
                <a:off x="6718290" y="3944980"/>
                <a:ext cx="14760" cy="248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EF082D7-9A3F-63BE-EC1A-B07E7D4C658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712170" y="3938860"/>
                  <a:ext cx="270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681FA81-2300-706B-7764-1B5EDDBA9767}"/>
                    </a:ext>
                  </a:extLst>
                </p14:cNvPr>
                <p14:cNvContentPartPr/>
                <p14:nvPr/>
              </p14:nvContentPartPr>
              <p14:xfrm>
                <a:off x="6675090" y="3938140"/>
                <a:ext cx="133920" cy="139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681FA81-2300-706B-7764-1B5EDDBA976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668970" y="3932020"/>
                  <a:ext cx="1461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1593494-FE50-F219-9ABA-3BDD0EF6583A}"/>
                    </a:ext>
                  </a:extLst>
                </p14:cNvPr>
                <p14:cNvContentPartPr/>
                <p14:nvPr/>
              </p14:nvContentPartPr>
              <p14:xfrm>
                <a:off x="6871290" y="3917260"/>
                <a:ext cx="14040" cy="11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1593494-FE50-F219-9ABA-3BDD0EF6583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865170" y="3911140"/>
                  <a:ext cx="262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9F30DC3-DA09-BAC2-C77E-59371BF3024A}"/>
                    </a:ext>
                  </a:extLst>
                </p14:cNvPr>
                <p14:cNvContentPartPr/>
                <p14:nvPr/>
              </p14:nvContentPartPr>
              <p14:xfrm>
                <a:off x="6903330" y="3805660"/>
                <a:ext cx="13320" cy="37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9F30DC3-DA09-BAC2-C77E-59371BF3024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97210" y="3799540"/>
                  <a:ext cx="25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8807813-9291-A427-F2B8-8B0643F035DA}"/>
                    </a:ext>
                  </a:extLst>
                </p14:cNvPr>
                <p14:cNvContentPartPr/>
                <p14:nvPr/>
              </p14:nvContentPartPr>
              <p14:xfrm>
                <a:off x="6939690" y="3938140"/>
                <a:ext cx="87840" cy="99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8807813-9291-A427-F2B8-8B0643F035D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933570" y="3932020"/>
                  <a:ext cx="1000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BAF76BB-87FF-7943-5E1E-3BF9D173D570}"/>
                    </a:ext>
                  </a:extLst>
                </p14:cNvPr>
                <p14:cNvContentPartPr/>
                <p14:nvPr/>
              </p14:nvContentPartPr>
              <p14:xfrm>
                <a:off x="7050210" y="3873340"/>
                <a:ext cx="228960" cy="139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BAF76BB-87FF-7943-5E1E-3BF9D173D57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044090" y="3867220"/>
                  <a:ext cx="2412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2811313-A2D1-3605-CF06-09CA5F512A38}"/>
                    </a:ext>
                  </a:extLst>
                </p14:cNvPr>
                <p14:cNvContentPartPr/>
                <p14:nvPr/>
              </p14:nvContentPartPr>
              <p14:xfrm>
                <a:off x="6409050" y="4425580"/>
                <a:ext cx="30960" cy="43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2811313-A2D1-3605-CF06-09CA5F512A3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402930" y="4419460"/>
                  <a:ext cx="432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A593744-A839-DEA6-7B5D-FF92A352B90D}"/>
                    </a:ext>
                  </a:extLst>
                </p14:cNvPr>
                <p14:cNvContentPartPr/>
                <p14:nvPr/>
              </p14:nvContentPartPr>
              <p14:xfrm>
                <a:off x="6555210" y="4484620"/>
                <a:ext cx="128160" cy="1490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A593744-A839-DEA6-7B5D-FF92A352B90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549090" y="4478500"/>
                  <a:ext cx="1404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324A589-C791-96B7-9A91-72660E06BF6F}"/>
                    </a:ext>
                  </a:extLst>
                </p14:cNvPr>
                <p14:cNvContentPartPr/>
                <p14:nvPr/>
              </p14:nvContentPartPr>
              <p14:xfrm>
                <a:off x="6747090" y="4488940"/>
                <a:ext cx="230400" cy="1170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324A589-C791-96B7-9A91-72660E06BF6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740970" y="4482820"/>
                  <a:ext cx="242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F794EF6-AB6E-3ED6-26AA-55459C13EA92}"/>
                    </a:ext>
                  </a:extLst>
                </p14:cNvPr>
                <p14:cNvContentPartPr/>
                <p14:nvPr/>
              </p14:nvContentPartPr>
              <p14:xfrm>
                <a:off x="6986490" y="4403980"/>
                <a:ext cx="123120" cy="149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F794EF6-AB6E-3ED6-26AA-55459C13EA9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980370" y="4397860"/>
                  <a:ext cx="135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847437C-7644-16B3-387D-F6F343DFAE6C}"/>
                    </a:ext>
                  </a:extLst>
                </p14:cNvPr>
                <p14:cNvContentPartPr/>
                <p14:nvPr/>
              </p14:nvContentPartPr>
              <p14:xfrm>
                <a:off x="8337210" y="5143780"/>
                <a:ext cx="43200" cy="662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847437C-7644-16B3-387D-F6F343DFAE6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331090" y="5137660"/>
                  <a:ext cx="55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09DA65B-CE0B-765C-954A-988FA11B7692}"/>
                    </a:ext>
                  </a:extLst>
                </p14:cNvPr>
                <p14:cNvContentPartPr/>
                <p14:nvPr/>
              </p14:nvContentPartPr>
              <p14:xfrm>
                <a:off x="8547810" y="5037220"/>
                <a:ext cx="100080" cy="2149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09DA65B-CE0B-765C-954A-988FA11B769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541690" y="5031100"/>
                  <a:ext cx="1123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9DE1B8B-7791-BD56-FC3B-A1B52A66C5BB}"/>
                    </a:ext>
                  </a:extLst>
                </p14:cNvPr>
                <p14:cNvContentPartPr/>
                <p14:nvPr/>
              </p14:nvContentPartPr>
              <p14:xfrm>
                <a:off x="8798730" y="5028220"/>
                <a:ext cx="21240" cy="346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9DE1B8B-7791-BD56-FC3B-A1B52A66C5B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792610" y="5022100"/>
                  <a:ext cx="334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18D87A4-E2C0-5C26-1C7E-35B2B739BBB2}"/>
                    </a:ext>
                  </a:extLst>
                </p14:cNvPr>
                <p14:cNvContentPartPr/>
                <p14:nvPr/>
              </p14:nvContentPartPr>
              <p14:xfrm>
                <a:off x="8780730" y="5050180"/>
                <a:ext cx="93960" cy="2037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18D87A4-E2C0-5C26-1C7E-35B2B739BBB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774610" y="5044060"/>
                  <a:ext cx="1062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DD80D26-32A8-C9BF-0332-C59BC1570111}"/>
                    </a:ext>
                  </a:extLst>
                </p14:cNvPr>
                <p14:cNvContentPartPr/>
                <p14:nvPr/>
              </p14:nvContentPartPr>
              <p14:xfrm>
                <a:off x="8882970" y="5080780"/>
                <a:ext cx="94320" cy="135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DD80D26-32A8-C9BF-0332-C59BC157011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876850" y="5074660"/>
                  <a:ext cx="1065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6CA55A2-57CD-CCD2-ADE1-F80C19052A50}"/>
                    </a:ext>
                  </a:extLst>
                </p14:cNvPr>
                <p14:cNvContentPartPr/>
                <p14:nvPr/>
              </p14:nvContentPartPr>
              <p14:xfrm>
                <a:off x="8981250" y="4966300"/>
                <a:ext cx="260640" cy="2005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6CA55A2-57CD-CCD2-ADE1-F80C19052A5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975130" y="4960180"/>
                  <a:ext cx="2728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2536E67-1AAE-4722-27FE-AEF3BE07F04A}"/>
                    </a:ext>
                  </a:extLst>
                </p14:cNvPr>
                <p14:cNvContentPartPr/>
                <p14:nvPr/>
              </p14:nvContentPartPr>
              <p14:xfrm>
                <a:off x="4698690" y="5851180"/>
                <a:ext cx="1145520" cy="7012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2536E67-1AAE-4722-27FE-AEF3BE07F04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692570" y="5845060"/>
                  <a:ext cx="1157760" cy="7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8709D9C-062B-F617-8979-F57FACB42FC2}"/>
                    </a:ext>
                  </a:extLst>
                </p14:cNvPr>
                <p14:cNvContentPartPr/>
                <p14:nvPr/>
              </p14:nvContentPartPr>
              <p14:xfrm>
                <a:off x="4631730" y="6417820"/>
                <a:ext cx="191880" cy="1368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8709D9C-062B-F617-8979-F57FACB42FC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625610" y="6411700"/>
                  <a:ext cx="2041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83453A8-3D01-3B74-5E85-6B1D90C47488}"/>
                    </a:ext>
                  </a:extLst>
                </p14:cNvPr>
                <p14:cNvContentPartPr/>
                <p14:nvPr/>
              </p14:nvContentPartPr>
              <p14:xfrm>
                <a:off x="3575850" y="6282460"/>
                <a:ext cx="203400" cy="1450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83453A8-3D01-3B74-5E85-6B1D90C4748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569730" y="6276340"/>
                  <a:ext cx="2156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A9C2073-E9F1-7211-7294-91D6481E62DC}"/>
                    </a:ext>
                  </a:extLst>
                </p14:cNvPr>
                <p14:cNvContentPartPr/>
                <p14:nvPr/>
              </p14:nvContentPartPr>
              <p14:xfrm>
                <a:off x="3853410" y="6200740"/>
                <a:ext cx="189000" cy="128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A9C2073-E9F1-7211-7294-91D6481E62D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847290" y="6194620"/>
                  <a:ext cx="2012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BDD4EE0-C5F4-B7AD-B3E3-3C14056FE708}"/>
                    </a:ext>
                  </a:extLst>
                </p14:cNvPr>
                <p14:cNvContentPartPr/>
                <p14:nvPr/>
              </p14:nvContentPartPr>
              <p14:xfrm>
                <a:off x="4089210" y="6157540"/>
                <a:ext cx="118080" cy="1159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BDD4EE0-C5F4-B7AD-B3E3-3C14056FE70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083090" y="6151420"/>
                  <a:ext cx="1303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D10D21F-2CAD-B680-F86F-E9ACE0557751}"/>
                    </a:ext>
                  </a:extLst>
                </p14:cNvPr>
                <p14:cNvContentPartPr/>
                <p14:nvPr/>
              </p14:nvContentPartPr>
              <p14:xfrm>
                <a:off x="4235370" y="6031180"/>
                <a:ext cx="45720" cy="2257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D10D21F-2CAD-B680-F86F-E9ACE055775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229250" y="6025060"/>
                  <a:ext cx="579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9C1089F-09C9-06D3-DADF-ECD16FB04988}"/>
                    </a:ext>
                  </a:extLst>
                </p14:cNvPr>
                <p14:cNvContentPartPr/>
                <p14:nvPr/>
              </p14:nvContentPartPr>
              <p14:xfrm>
                <a:off x="4332210" y="6065020"/>
                <a:ext cx="192240" cy="260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9C1089F-09C9-06D3-DADF-ECD16FB0498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326090" y="6058900"/>
                  <a:ext cx="2044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02C6B58-6572-3538-E777-8F8CEA2DFA5B}"/>
                    </a:ext>
                  </a:extLst>
                </p14:cNvPr>
                <p14:cNvContentPartPr/>
                <p14:nvPr/>
              </p14:nvContentPartPr>
              <p14:xfrm>
                <a:off x="4716690" y="5863060"/>
                <a:ext cx="149400" cy="3013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02C6B58-6572-3538-E777-8F8CEA2DFA5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710570" y="5856940"/>
                  <a:ext cx="161640" cy="313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778822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57422B5-5F38-835B-8804-037C35CE8353}"/>
                  </a:ext>
                </a:extLst>
              </p14:cNvPr>
              <p14:cNvContentPartPr/>
              <p14:nvPr/>
            </p14:nvContentPartPr>
            <p14:xfrm>
              <a:off x="1032090" y="276220"/>
              <a:ext cx="55080" cy="325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57422B5-5F38-835B-8804-037C35CE83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5970" y="270100"/>
                <a:ext cx="67320" cy="33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580FE30C-30E0-E857-41DA-E48959CAD8D2}"/>
              </a:ext>
            </a:extLst>
          </p:cNvPr>
          <p:cNvGrpSpPr/>
          <p:nvPr/>
        </p:nvGrpSpPr>
        <p:grpSpPr>
          <a:xfrm>
            <a:off x="2619690" y="252820"/>
            <a:ext cx="938520" cy="492120"/>
            <a:chOff x="2619690" y="252820"/>
            <a:chExt cx="938520" cy="49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978650D-5FED-A33C-0676-3C734230C674}"/>
                    </a:ext>
                  </a:extLst>
                </p14:cNvPr>
                <p14:cNvContentPartPr/>
                <p14:nvPr/>
              </p14:nvContentPartPr>
              <p14:xfrm>
                <a:off x="2689530" y="362620"/>
                <a:ext cx="23400" cy="382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978650D-5FED-A33C-0676-3C734230C67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83410" y="356500"/>
                  <a:ext cx="3564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87CC7D7-7A00-FA01-74CA-E519956E3B4D}"/>
                    </a:ext>
                  </a:extLst>
                </p14:cNvPr>
                <p14:cNvContentPartPr/>
                <p14:nvPr/>
              </p14:nvContentPartPr>
              <p14:xfrm>
                <a:off x="2619690" y="324820"/>
                <a:ext cx="181080" cy="225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87CC7D7-7A00-FA01-74CA-E519956E3B4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13570" y="318700"/>
                  <a:ext cx="1933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3FBB339-D591-21BB-D864-49A4F346A0F5}"/>
                    </a:ext>
                  </a:extLst>
                </p14:cNvPr>
                <p14:cNvContentPartPr/>
                <p14:nvPr/>
              </p14:nvContentPartPr>
              <p14:xfrm>
                <a:off x="2880690" y="386740"/>
                <a:ext cx="30240" cy="119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3FBB339-D591-21BB-D864-49A4F346A0F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74570" y="380620"/>
                  <a:ext cx="42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F06D64F-69B9-34EC-ADAE-107F35E6DD9B}"/>
                    </a:ext>
                  </a:extLst>
                </p14:cNvPr>
                <p14:cNvContentPartPr/>
                <p14:nvPr/>
              </p14:nvContentPartPr>
              <p14:xfrm>
                <a:off x="2920290" y="252820"/>
                <a:ext cx="26640" cy="93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F06D64F-69B9-34EC-ADAE-107F35E6DD9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14170" y="246700"/>
                  <a:ext cx="388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D86FF6F-B92F-2F43-231A-C675C69F23ED}"/>
                    </a:ext>
                  </a:extLst>
                </p14:cNvPr>
                <p14:cNvContentPartPr/>
                <p14:nvPr/>
              </p14:nvContentPartPr>
              <p14:xfrm>
                <a:off x="3008130" y="402220"/>
                <a:ext cx="108360" cy="142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D86FF6F-B92F-2F43-231A-C675C69F23E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02010" y="396100"/>
                  <a:ext cx="1206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49E6C2D-FB20-937F-E9DF-27D98C6AF2D8}"/>
                    </a:ext>
                  </a:extLst>
                </p14:cNvPr>
                <p14:cNvContentPartPr/>
                <p14:nvPr/>
              </p14:nvContentPartPr>
              <p14:xfrm>
                <a:off x="3221610" y="382060"/>
                <a:ext cx="120240" cy="136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49E6C2D-FB20-937F-E9DF-27D98C6AF2D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15490" y="375940"/>
                  <a:ext cx="1324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F2DD698-D65F-0A58-591C-5D9E48331771}"/>
                    </a:ext>
                  </a:extLst>
                </p14:cNvPr>
                <p14:cNvContentPartPr/>
                <p14:nvPr/>
              </p14:nvContentPartPr>
              <p14:xfrm>
                <a:off x="3386490" y="377740"/>
                <a:ext cx="171720" cy="147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F2DD698-D65F-0A58-591C-5D9E4833177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80370" y="371620"/>
                  <a:ext cx="183960" cy="16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374E505-C7E7-8569-44EB-5082A9C17DEC}"/>
                  </a:ext>
                </a:extLst>
              </p14:cNvPr>
              <p14:cNvContentPartPr/>
              <p14:nvPr/>
            </p14:nvContentPartPr>
            <p14:xfrm>
              <a:off x="2155650" y="320500"/>
              <a:ext cx="25200" cy="214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374E505-C7E7-8569-44EB-5082A9C17DE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49530" y="314380"/>
                <a:ext cx="37440" cy="22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B1C71571-249D-7607-7026-42EA052C8185}"/>
              </a:ext>
            </a:extLst>
          </p:cNvPr>
          <p:cNvGrpSpPr/>
          <p:nvPr/>
        </p:nvGrpSpPr>
        <p:grpSpPr>
          <a:xfrm>
            <a:off x="9290130" y="245980"/>
            <a:ext cx="789840" cy="297360"/>
            <a:chOff x="9290130" y="245980"/>
            <a:chExt cx="789840" cy="2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1CBEEB7-265F-8E1C-657A-113EF5DFC518}"/>
                    </a:ext>
                  </a:extLst>
                </p14:cNvPr>
                <p14:cNvContentPartPr/>
                <p14:nvPr/>
              </p14:nvContentPartPr>
              <p14:xfrm>
                <a:off x="9290130" y="245980"/>
                <a:ext cx="175680" cy="211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1CBEEB7-265F-8E1C-657A-113EF5DFC51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84010" y="239860"/>
                  <a:ext cx="1879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82AAD6C-D832-AFB6-D10F-224FDA6566A3}"/>
                    </a:ext>
                  </a:extLst>
                </p14:cNvPr>
                <p14:cNvContentPartPr/>
                <p14:nvPr/>
              </p14:nvContentPartPr>
              <p14:xfrm>
                <a:off x="9527010" y="263980"/>
                <a:ext cx="11520" cy="279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82AAD6C-D832-AFB6-D10F-224FDA6566A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20890" y="257860"/>
                  <a:ext cx="237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5479BD2-5DA4-9034-39B2-B643EA713472}"/>
                    </a:ext>
                  </a:extLst>
                </p14:cNvPr>
                <p14:cNvContentPartPr/>
                <p14:nvPr/>
              </p14:nvContentPartPr>
              <p14:xfrm>
                <a:off x="9486690" y="278020"/>
                <a:ext cx="159480" cy="140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5479BD2-5DA4-9034-39B2-B643EA71347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480570" y="271900"/>
                  <a:ext cx="1717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C1383E3-FB85-D7DF-6415-7A8BD6A51403}"/>
                    </a:ext>
                  </a:extLst>
                </p14:cNvPr>
                <p14:cNvContentPartPr/>
                <p14:nvPr/>
              </p14:nvContentPartPr>
              <p14:xfrm>
                <a:off x="9655530" y="278020"/>
                <a:ext cx="113760" cy="128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C1383E3-FB85-D7DF-6415-7A8BD6A5140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49410" y="271900"/>
                  <a:ext cx="1260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1A7C2D9-6DF5-1381-76AE-5B3480043822}"/>
                    </a:ext>
                  </a:extLst>
                </p14:cNvPr>
                <p14:cNvContentPartPr/>
                <p14:nvPr/>
              </p14:nvContentPartPr>
              <p14:xfrm>
                <a:off x="9792330" y="262900"/>
                <a:ext cx="103320" cy="138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1A7C2D9-6DF5-1381-76AE-5B348004382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786210" y="256780"/>
                  <a:ext cx="1155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FF8FBA1-AC52-C0D5-7561-E28718D9CFF2}"/>
                    </a:ext>
                  </a:extLst>
                </p14:cNvPr>
                <p14:cNvContentPartPr/>
                <p14:nvPr/>
              </p14:nvContentPartPr>
              <p14:xfrm>
                <a:off x="9924450" y="247060"/>
                <a:ext cx="155520" cy="183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F8FBA1-AC52-C0D5-7561-E28718D9CFF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918330" y="240952"/>
                  <a:ext cx="167760" cy="19617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7C2DBF9-EE92-703C-491E-0BF27BDD2B68}"/>
              </a:ext>
            </a:extLst>
          </p:cNvPr>
          <p:cNvGrpSpPr/>
          <p:nvPr/>
        </p:nvGrpSpPr>
        <p:grpSpPr>
          <a:xfrm>
            <a:off x="1587930" y="937180"/>
            <a:ext cx="739080" cy="377280"/>
            <a:chOff x="1587930" y="937180"/>
            <a:chExt cx="739080" cy="37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70499EE-A91C-A572-82C5-9C044EA4348D}"/>
                    </a:ext>
                  </a:extLst>
                </p14:cNvPr>
                <p14:cNvContentPartPr/>
                <p14:nvPr/>
              </p14:nvContentPartPr>
              <p14:xfrm>
                <a:off x="1646610" y="937180"/>
                <a:ext cx="75240" cy="293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70499EE-A91C-A572-82C5-9C044EA4348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40490" y="931060"/>
                  <a:ext cx="874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D7BF80C-3436-FA8B-1490-91475EA00ABB}"/>
                    </a:ext>
                  </a:extLst>
                </p14:cNvPr>
                <p14:cNvContentPartPr/>
                <p14:nvPr/>
              </p14:nvContentPartPr>
              <p14:xfrm>
                <a:off x="1587930" y="1054180"/>
                <a:ext cx="168840" cy="40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D7BF80C-3436-FA8B-1490-91475EA00AB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81810" y="1048060"/>
                  <a:ext cx="181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06C8F34-4C27-F264-6039-734F4C277417}"/>
                    </a:ext>
                  </a:extLst>
                </p14:cNvPr>
                <p14:cNvContentPartPr/>
                <p14:nvPr/>
              </p14:nvContentPartPr>
              <p14:xfrm>
                <a:off x="1737330" y="1046980"/>
                <a:ext cx="323280" cy="267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06C8F34-4C27-F264-6039-734F4C27741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731210" y="1040852"/>
                  <a:ext cx="335520" cy="2797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24F37FE-970F-7B1D-0545-388D26188725}"/>
                    </a:ext>
                  </a:extLst>
                </p14:cNvPr>
                <p14:cNvContentPartPr/>
                <p14:nvPr/>
              </p14:nvContentPartPr>
              <p14:xfrm>
                <a:off x="2102370" y="985060"/>
                <a:ext cx="224640" cy="163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24F37FE-970F-7B1D-0545-388D2618872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96250" y="978953"/>
                  <a:ext cx="236880" cy="17601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8B5EF4B-BE10-4371-FEF1-387EE21128A7}"/>
              </a:ext>
            </a:extLst>
          </p:cNvPr>
          <p:cNvGrpSpPr/>
          <p:nvPr/>
        </p:nvGrpSpPr>
        <p:grpSpPr>
          <a:xfrm>
            <a:off x="2670090" y="657820"/>
            <a:ext cx="1210680" cy="333000"/>
            <a:chOff x="2670090" y="657820"/>
            <a:chExt cx="1210680" cy="3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57F9A82-BD4A-A2B0-33EE-75BF32199732}"/>
                    </a:ext>
                  </a:extLst>
                </p14:cNvPr>
                <p14:cNvContentPartPr/>
                <p14:nvPr/>
              </p14:nvContentPartPr>
              <p14:xfrm>
                <a:off x="2670090" y="657820"/>
                <a:ext cx="880200" cy="54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57F9A82-BD4A-A2B0-33EE-75BF3219973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63970" y="651700"/>
                  <a:ext cx="8924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644E8EA-A348-B194-C70B-DAF4B50AF47F}"/>
                    </a:ext>
                  </a:extLst>
                </p14:cNvPr>
                <p14:cNvContentPartPr/>
                <p14:nvPr/>
              </p14:nvContentPartPr>
              <p14:xfrm>
                <a:off x="3071490" y="860140"/>
                <a:ext cx="232560" cy="130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644E8EA-A348-B194-C70B-DAF4B50AF47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65370" y="854020"/>
                  <a:ext cx="2448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17A7DA6-6294-0AB0-F18B-6C0CC30ECEDF}"/>
                    </a:ext>
                  </a:extLst>
                </p14:cNvPr>
                <p14:cNvContentPartPr/>
                <p14:nvPr/>
              </p14:nvContentPartPr>
              <p14:xfrm>
                <a:off x="3347610" y="874900"/>
                <a:ext cx="103680" cy="82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17A7DA6-6294-0AB0-F18B-6C0CC30ECED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41490" y="868780"/>
                  <a:ext cx="1159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989A83C-8342-DF4D-D49A-0588B7BAFDDD}"/>
                    </a:ext>
                  </a:extLst>
                </p14:cNvPr>
                <p14:cNvContentPartPr/>
                <p14:nvPr/>
              </p14:nvContentPartPr>
              <p14:xfrm>
                <a:off x="3524730" y="832060"/>
                <a:ext cx="10800" cy="116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989A83C-8342-DF4D-D49A-0588B7BAFDD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18610" y="825940"/>
                  <a:ext cx="230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855B642-EB07-8EE4-B5C0-260287CBF823}"/>
                    </a:ext>
                  </a:extLst>
                </p14:cNvPr>
                <p14:cNvContentPartPr/>
                <p14:nvPr/>
              </p14:nvContentPartPr>
              <p14:xfrm>
                <a:off x="3488010" y="847180"/>
                <a:ext cx="92880" cy="17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855B642-EB07-8EE4-B5C0-260287CBF82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481890" y="841060"/>
                  <a:ext cx="1051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9A40D29-0810-AD8F-9FBA-DBA178471492}"/>
                    </a:ext>
                  </a:extLst>
                </p14:cNvPr>
                <p14:cNvContentPartPr/>
                <p14:nvPr/>
              </p14:nvContentPartPr>
              <p14:xfrm>
                <a:off x="3575850" y="833500"/>
                <a:ext cx="189360" cy="116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9A40D29-0810-AD8F-9FBA-DBA17847149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569730" y="827380"/>
                  <a:ext cx="2016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4BC0D99-E902-97FB-BBD1-A9486973DA24}"/>
                    </a:ext>
                  </a:extLst>
                </p14:cNvPr>
                <p14:cNvContentPartPr/>
                <p14:nvPr/>
              </p14:nvContentPartPr>
              <p14:xfrm>
                <a:off x="3789690" y="792100"/>
                <a:ext cx="91080" cy="137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4BC0D99-E902-97FB-BBD1-A9486973DA2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783546" y="785980"/>
                  <a:ext cx="103369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C0E3700-BF66-BF7F-703D-FE2099EA726B}"/>
              </a:ext>
            </a:extLst>
          </p:cNvPr>
          <p:cNvGrpSpPr/>
          <p:nvPr/>
        </p:nvGrpSpPr>
        <p:grpSpPr>
          <a:xfrm>
            <a:off x="97170" y="343230"/>
            <a:ext cx="1132920" cy="585720"/>
            <a:chOff x="97170" y="343230"/>
            <a:chExt cx="1132920" cy="58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DF78F58-5D1F-4573-8BE8-B3C26EFA2C57}"/>
                    </a:ext>
                  </a:extLst>
                </p14:cNvPr>
                <p14:cNvContentPartPr/>
                <p14:nvPr/>
              </p14:nvContentPartPr>
              <p14:xfrm>
                <a:off x="941370" y="779190"/>
                <a:ext cx="288720" cy="38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DF78F58-5D1F-4573-8BE8-B3C26EFA2C5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5250" y="773070"/>
                  <a:ext cx="3009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E734F37-F385-52BC-3B53-C272362020DA}"/>
                    </a:ext>
                  </a:extLst>
                </p14:cNvPr>
                <p14:cNvContentPartPr/>
                <p14:nvPr/>
              </p14:nvContentPartPr>
              <p14:xfrm>
                <a:off x="97170" y="564990"/>
                <a:ext cx="164160" cy="169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E734F37-F385-52BC-3B53-C272362020D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050" y="558870"/>
                  <a:ext cx="1764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3C381F0-1CF7-8D74-B152-F01C1A0FDB45}"/>
                    </a:ext>
                  </a:extLst>
                </p14:cNvPr>
                <p14:cNvContentPartPr/>
                <p14:nvPr/>
              </p14:nvContentPartPr>
              <p14:xfrm>
                <a:off x="333330" y="502710"/>
                <a:ext cx="231120" cy="325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3C381F0-1CF7-8D74-B152-F01C1A0FDB4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27210" y="496590"/>
                  <a:ext cx="2433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133E0D9-DD7D-547C-C6E9-C76C1DF5F775}"/>
                    </a:ext>
                  </a:extLst>
                </p14:cNvPr>
                <p14:cNvContentPartPr/>
                <p14:nvPr/>
              </p14:nvContentPartPr>
              <p14:xfrm>
                <a:off x="553650" y="343230"/>
                <a:ext cx="101160" cy="278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133E0D9-DD7D-547C-C6E9-C76C1DF5F77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7530" y="337110"/>
                  <a:ext cx="1134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61EB3EE-BCE6-2210-931F-9379C544823A}"/>
                    </a:ext>
                  </a:extLst>
                </p14:cNvPr>
                <p14:cNvContentPartPr/>
                <p14:nvPr/>
              </p14:nvContentPartPr>
              <p14:xfrm>
                <a:off x="667050" y="421710"/>
                <a:ext cx="130320" cy="193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61EB3EE-BCE6-2210-931F-9379C544823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60930" y="415590"/>
                  <a:ext cx="1425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97D5F25-E579-132B-E053-9733DA9830FF}"/>
                    </a:ext>
                  </a:extLst>
                </p14:cNvPr>
                <p14:cNvContentPartPr/>
                <p14:nvPr/>
              </p14:nvContentPartPr>
              <p14:xfrm>
                <a:off x="200490" y="819150"/>
                <a:ext cx="480600" cy="109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97D5F25-E579-132B-E053-9733DA9830F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94370" y="813030"/>
                  <a:ext cx="492840" cy="12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BB878AE-5792-6AA2-F94D-62C179FBF412}"/>
                  </a:ext>
                </a:extLst>
              </p14:cNvPr>
              <p14:cNvContentPartPr/>
              <p14:nvPr/>
            </p14:nvContentPartPr>
            <p14:xfrm>
              <a:off x="3827850" y="685590"/>
              <a:ext cx="351000" cy="154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BB878AE-5792-6AA2-F94D-62C179FBF41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821730" y="679470"/>
                <a:ext cx="363240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3688D3C4-CAC6-D6DE-5E8F-6140BA5E60F7}"/>
              </a:ext>
            </a:extLst>
          </p:cNvPr>
          <p:cNvGrpSpPr/>
          <p:nvPr/>
        </p:nvGrpSpPr>
        <p:grpSpPr>
          <a:xfrm>
            <a:off x="1415850" y="265470"/>
            <a:ext cx="930960" cy="453240"/>
            <a:chOff x="1415850" y="265470"/>
            <a:chExt cx="930960" cy="45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37CB00E-F217-1AD3-C34E-4E3E74D107DF}"/>
                    </a:ext>
                  </a:extLst>
                </p14:cNvPr>
                <p14:cNvContentPartPr/>
                <p14:nvPr/>
              </p14:nvContentPartPr>
              <p14:xfrm>
                <a:off x="1536090" y="413020"/>
                <a:ext cx="140400" cy="192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37CB00E-F217-1AD3-C34E-4E3E74D107D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29970" y="406900"/>
                  <a:ext cx="1526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4349227-4004-FFF4-E803-0751EA065A12}"/>
                    </a:ext>
                  </a:extLst>
                </p14:cNvPr>
                <p14:cNvContentPartPr/>
                <p14:nvPr/>
              </p14:nvContentPartPr>
              <p14:xfrm>
                <a:off x="1771530" y="403300"/>
                <a:ext cx="247680" cy="160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4349227-4004-FFF4-E803-0751EA065A1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765410" y="397180"/>
                  <a:ext cx="2599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331D35F-1D53-6066-6914-023B2BDF0B41}"/>
                    </a:ext>
                  </a:extLst>
                </p14:cNvPr>
                <p14:cNvContentPartPr/>
                <p14:nvPr/>
              </p14:nvContentPartPr>
              <p14:xfrm>
                <a:off x="2153850" y="352180"/>
                <a:ext cx="12600" cy="127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331D35F-1D53-6066-6914-023B2BDF0B4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147730" y="346060"/>
                  <a:ext cx="248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BAE6020-B150-5ADC-B35A-A13500E2FC57}"/>
                    </a:ext>
                  </a:extLst>
                </p14:cNvPr>
                <p14:cNvContentPartPr/>
                <p14:nvPr/>
              </p14:nvContentPartPr>
              <p14:xfrm>
                <a:off x="2088330" y="394660"/>
                <a:ext cx="150480" cy="22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BAE6020-B150-5ADC-B35A-A13500E2FC5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82210" y="388540"/>
                  <a:ext cx="1627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046A4C3-443A-E3A8-B8BE-18E05AFBD1DB}"/>
                    </a:ext>
                  </a:extLst>
                </p14:cNvPr>
                <p14:cNvContentPartPr/>
                <p14:nvPr/>
              </p14:nvContentPartPr>
              <p14:xfrm>
                <a:off x="1415850" y="265470"/>
                <a:ext cx="930960" cy="453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046A4C3-443A-E3A8-B8BE-18E05AFBD1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409728" y="259350"/>
                  <a:ext cx="943205" cy="46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482D5D4-3D3D-ED0A-1151-00D57BA3CE8E}"/>
              </a:ext>
            </a:extLst>
          </p:cNvPr>
          <p:cNvGrpSpPr/>
          <p:nvPr/>
        </p:nvGrpSpPr>
        <p:grpSpPr>
          <a:xfrm>
            <a:off x="3886170" y="261510"/>
            <a:ext cx="608760" cy="382680"/>
            <a:chOff x="3886170" y="261510"/>
            <a:chExt cx="608760" cy="38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60DF719-7058-AA92-7253-C93FC36FA560}"/>
                    </a:ext>
                  </a:extLst>
                </p14:cNvPr>
                <p14:cNvContentPartPr/>
                <p14:nvPr/>
              </p14:nvContentPartPr>
              <p14:xfrm>
                <a:off x="3968250" y="261510"/>
                <a:ext cx="57600" cy="382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60DF719-7058-AA92-7253-C93FC36FA56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62130" y="255390"/>
                  <a:ext cx="6984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0C4FBCD-3F29-1797-F565-D35EBEBE6A91}"/>
                    </a:ext>
                  </a:extLst>
                </p14:cNvPr>
                <p14:cNvContentPartPr/>
                <p14:nvPr/>
              </p14:nvContentPartPr>
              <p14:xfrm>
                <a:off x="3886170" y="396870"/>
                <a:ext cx="163800" cy="36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0C4FBCD-3F29-1797-F565-D35EBEBE6A9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880050" y="390750"/>
                  <a:ext cx="1760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CAA37DD-01C0-2F3F-E628-75A9C1C51DA8}"/>
                    </a:ext>
                  </a:extLst>
                </p14:cNvPr>
                <p14:cNvContentPartPr/>
                <p14:nvPr/>
              </p14:nvContentPartPr>
              <p14:xfrm>
                <a:off x="4056810" y="380310"/>
                <a:ext cx="181800" cy="143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CAA37DD-01C0-2F3F-E628-75A9C1C51DA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50690" y="374190"/>
                  <a:ext cx="1940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87751F5-FD0D-42D9-C61C-E39FF776B22C}"/>
                    </a:ext>
                  </a:extLst>
                </p14:cNvPr>
                <p14:cNvContentPartPr/>
                <p14:nvPr/>
              </p14:nvContentPartPr>
              <p14:xfrm>
                <a:off x="4264170" y="387510"/>
                <a:ext cx="230760" cy="128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87751F5-FD0D-42D9-C61C-E39FF776B22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58040" y="381407"/>
                  <a:ext cx="243019" cy="14072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C851DE6-6C55-BF14-BDB3-F548891FA718}"/>
                  </a:ext>
                </a:extLst>
              </p14:cNvPr>
              <p14:cNvContentPartPr/>
              <p14:nvPr/>
            </p14:nvContentPartPr>
            <p14:xfrm>
              <a:off x="4145370" y="643830"/>
              <a:ext cx="363600" cy="756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C851DE6-6C55-BF14-BDB3-F548891FA71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139250" y="637710"/>
                <a:ext cx="375840" cy="8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99748BA3-B2B8-87F3-1E6F-F880806B5C5C}"/>
              </a:ext>
            </a:extLst>
          </p:cNvPr>
          <p:cNvGrpSpPr/>
          <p:nvPr/>
        </p:nvGrpSpPr>
        <p:grpSpPr>
          <a:xfrm>
            <a:off x="787290" y="1551390"/>
            <a:ext cx="693360" cy="224280"/>
            <a:chOff x="787290" y="1551390"/>
            <a:chExt cx="69336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C3D3745-90D7-8488-CD89-0C64F08ED8C7}"/>
                    </a:ext>
                  </a:extLst>
                </p14:cNvPr>
                <p14:cNvContentPartPr/>
                <p14:nvPr/>
              </p14:nvContentPartPr>
              <p14:xfrm>
                <a:off x="787290" y="1616910"/>
                <a:ext cx="181800" cy="158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C3D3745-90D7-8488-CD89-0C64F08ED8C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1170" y="1610790"/>
                  <a:ext cx="1940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D4BDBAF-834E-D415-7775-6246221FFC3A}"/>
                    </a:ext>
                  </a:extLst>
                </p14:cNvPr>
                <p14:cNvContentPartPr/>
                <p14:nvPr/>
              </p14:nvContentPartPr>
              <p14:xfrm>
                <a:off x="1030650" y="1599270"/>
                <a:ext cx="223560" cy="167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D4BDBAF-834E-D415-7775-6246221FFC3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24530" y="1593150"/>
                  <a:ext cx="2358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14137DC-DFD5-C311-4AF0-12309283D153}"/>
                    </a:ext>
                  </a:extLst>
                </p14:cNvPr>
                <p14:cNvContentPartPr/>
                <p14:nvPr/>
              </p14:nvContentPartPr>
              <p14:xfrm>
                <a:off x="1364730" y="1551390"/>
                <a:ext cx="78120" cy="210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14137DC-DFD5-C311-4AF0-12309283D15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358610" y="1545260"/>
                  <a:ext cx="90360" cy="2232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2D4C97E-C9AE-C2BE-658F-A3CCA0193598}"/>
                    </a:ext>
                  </a:extLst>
                </p14:cNvPr>
                <p14:cNvContentPartPr/>
                <p14:nvPr/>
              </p14:nvContentPartPr>
              <p14:xfrm>
                <a:off x="1324050" y="1580910"/>
                <a:ext cx="156600" cy="24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2D4C97E-C9AE-C2BE-658F-A3CCA019359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317944" y="1574790"/>
                  <a:ext cx="168812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321EDAE-E9BE-2814-B628-80F02E13C79D}"/>
              </a:ext>
            </a:extLst>
          </p:cNvPr>
          <p:cNvGrpSpPr/>
          <p:nvPr/>
        </p:nvGrpSpPr>
        <p:grpSpPr>
          <a:xfrm>
            <a:off x="2025690" y="1499910"/>
            <a:ext cx="779760" cy="382320"/>
            <a:chOff x="2025690" y="1499910"/>
            <a:chExt cx="779760" cy="38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65E37CE-68F7-DE5B-EC03-1DBF6FBC7BF8}"/>
                    </a:ext>
                  </a:extLst>
                </p14:cNvPr>
                <p14:cNvContentPartPr/>
                <p14:nvPr/>
              </p14:nvContentPartPr>
              <p14:xfrm>
                <a:off x="2067090" y="1607550"/>
                <a:ext cx="19800" cy="274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65E37CE-68F7-DE5B-EC03-1DBF6FBC7BF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060970" y="1601430"/>
                  <a:ext cx="320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8E16190-7BD6-254E-1E71-095CE9370D1D}"/>
                    </a:ext>
                  </a:extLst>
                </p14:cNvPr>
                <p14:cNvContentPartPr/>
                <p14:nvPr/>
              </p14:nvContentPartPr>
              <p14:xfrm>
                <a:off x="2025690" y="1583430"/>
                <a:ext cx="159480" cy="164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8E16190-7BD6-254E-1E71-095CE9370D1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19570" y="1577310"/>
                  <a:ext cx="1717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A611586-9B32-86A3-2279-D6D3E9BA8AAE}"/>
                    </a:ext>
                  </a:extLst>
                </p14:cNvPr>
                <p14:cNvContentPartPr/>
                <p14:nvPr/>
              </p14:nvContentPartPr>
              <p14:xfrm>
                <a:off x="2247090" y="1499910"/>
                <a:ext cx="38520" cy="254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A611586-9B32-86A3-2279-D6D3E9BA8AA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40970" y="1493790"/>
                  <a:ext cx="507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A1C75F7-533F-01EF-0356-32EDD9DB988D}"/>
                    </a:ext>
                  </a:extLst>
                </p14:cNvPr>
                <p14:cNvContentPartPr/>
                <p14:nvPr/>
              </p14:nvContentPartPr>
              <p14:xfrm>
                <a:off x="2312970" y="1616910"/>
                <a:ext cx="130320" cy="126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A1C75F7-533F-01EF-0356-32EDD9DB988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306850" y="1610790"/>
                  <a:ext cx="1425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15689E2-45EC-154D-0440-9CEAD15304B0}"/>
                    </a:ext>
                  </a:extLst>
                </p14:cNvPr>
                <p14:cNvContentPartPr/>
                <p14:nvPr/>
              </p14:nvContentPartPr>
              <p14:xfrm>
                <a:off x="2455530" y="1623750"/>
                <a:ext cx="161280" cy="91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15689E2-45EC-154D-0440-9CEAD15304B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449410" y="1617654"/>
                  <a:ext cx="173520" cy="1032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0862252-9B96-7CD9-FEF5-B9DCE1F993D9}"/>
                    </a:ext>
                  </a:extLst>
                </p14:cNvPr>
                <p14:cNvContentPartPr/>
                <p14:nvPr/>
              </p14:nvContentPartPr>
              <p14:xfrm>
                <a:off x="2611050" y="1592430"/>
                <a:ext cx="194400" cy="191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0862252-9B96-7CD9-FEF5-B9DCE1F993D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604919" y="1586310"/>
                  <a:ext cx="206663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6A4DF46-0013-B213-9EEC-80E2A067EAF3}"/>
              </a:ext>
            </a:extLst>
          </p:cNvPr>
          <p:cNvGrpSpPr/>
          <p:nvPr/>
        </p:nvGrpSpPr>
        <p:grpSpPr>
          <a:xfrm>
            <a:off x="9113370" y="825270"/>
            <a:ext cx="790200" cy="264960"/>
            <a:chOff x="9113370" y="825270"/>
            <a:chExt cx="790200" cy="26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D631133-9CCC-803C-8080-9B8CE84E1F79}"/>
                    </a:ext>
                  </a:extLst>
                </p14:cNvPr>
                <p14:cNvContentPartPr/>
                <p14:nvPr/>
              </p14:nvContentPartPr>
              <p14:xfrm>
                <a:off x="9113370" y="944430"/>
                <a:ext cx="178560" cy="145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D631133-9CCC-803C-8080-9B8CE84E1F7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107250" y="938310"/>
                  <a:ext cx="1908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9930608-67A6-3B51-330C-1BF0C385B4D1}"/>
                    </a:ext>
                  </a:extLst>
                </p14:cNvPr>
                <p14:cNvContentPartPr/>
                <p14:nvPr/>
              </p14:nvContentPartPr>
              <p14:xfrm>
                <a:off x="9308850" y="927870"/>
                <a:ext cx="135000" cy="155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9930608-67A6-3B51-330C-1BF0C385B4D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302730" y="921750"/>
                  <a:ext cx="1472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4E35B6A-E76D-F4E2-405A-D72A5AD8CA3E}"/>
                    </a:ext>
                  </a:extLst>
                </p14:cNvPr>
                <p14:cNvContentPartPr/>
                <p14:nvPr/>
              </p14:nvContentPartPr>
              <p14:xfrm>
                <a:off x="9479490" y="941190"/>
                <a:ext cx="146160" cy="110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4E35B6A-E76D-F4E2-405A-D72A5AD8CA3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473370" y="935070"/>
                  <a:ext cx="1584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FB4FE22-704A-48B1-8D4F-4B32CB25B7EE}"/>
                    </a:ext>
                  </a:extLst>
                </p14:cNvPr>
                <p14:cNvContentPartPr/>
                <p14:nvPr/>
              </p14:nvContentPartPr>
              <p14:xfrm>
                <a:off x="9734730" y="825270"/>
                <a:ext cx="114480" cy="2523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FB4FE22-704A-48B1-8D4F-4B32CB25B7E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728610" y="819150"/>
                  <a:ext cx="1267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B4152CB-93BE-1081-58AD-A459732CC9EC}"/>
                    </a:ext>
                  </a:extLst>
                </p14:cNvPr>
                <p14:cNvContentPartPr/>
                <p14:nvPr/>
              </p14:nvContentPartPr>
              <p14:xfrm>
                <a:off x="9698370" y="911310"/>
                <a:ext cx="205200" cy="381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B4152CB-93BE-1081-58AD-A459732CC9E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692250" y="905190"/>
                  <a:ext cx="21744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6AF8ED0-F14D-2D05-AD6E-922CAB612E39}"/>
              </a:ext>
            </a:extLst>
          </p:cNvPr>
          <p:cNvGrpSpPr/>
          <p:nvPr/>
        </p:nvGrpSpPr>
        <p:grpSpPr>
          <a:xfrm>
            <a:off x="10279410" y="885030"/>
            <a:ext cx="830520" cy="381960"/>
            <a:chOff x="10279410" y="885030"/>
            <a:chExt cx="830520" cy="38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0A03158-90DA-9498-5570-A782A831C129}"/>
                    </a:ext>
                  </a:extLst>
                </p14:cNvPr>
                <p14:cNvContentPartPr/>
                <p14:nvPr/>
              </p14:nvContentPartPr>
              <p14:xfrm>
                <a:off x="10279410" y="887190"/>
                <a:ext cx="124200" cy="163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0A03158-90DA-9498-5570-A782A831C12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273290" y="881070"/>
                  <a:ext cx="1364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1EEF6E5-009C-AEC2-032E-CB24A90FD854}"/>
                    </a:ext>
                  </a:extLst>
                </p14:cNvPr>
                <p14:cNvContentPartPr/>
                <p14:nvPr/>
              </p14:nvContentPartPr>
              <p14:xfrm>
                <a:off x="10464810" y="891150"/>
                <a:ext cx="52920" cy="375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1EEF6E5-009C-AEC2-032E-CB24A90FD85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458690" y="885030"/>
                  <a:ext cx="6516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A0306FE-CCD7-9E0A-5A10-6B04676D74ED}"/>
                    </a:ext>
                  </a:extLst>
                </p14:cNvPr>
                <p14:cNvContentPartPr/>
                <p14:nvPr/>
              </p14:nvContentPartPr>
              <p14:xfrm>
                <a:off x="10476330" y="903390"/>
                <a:ext cx="146520" cy="1591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A0306FE-CCD7-9E0A-5A10-6B04676D74E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470210" y="897270"/>
                  <a:ext cx="1587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07B5ECB-D5C2-5E2B-C880-A1909650232B}"/>
                    </a:ext>
                  </a:extLst>
                </p14:cNvPr>
                <p14:cNvContentPartPr/>
                <p14:nvPr/>
              </p14:nvContentPartPr>
              <p14:xfrm>
                <a:off x="10654170" y="924990"/>
                <a:ext cx="95400" cy="124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07B5ECB-D5C2-5E2B-C880-A1909650232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648050" y="918870"/>
                  <a:ext cx="107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04CB212-362F-CB98-B601-6F1AF31AA838}"/>
                    </a:ext>
                  </a:extLst>
                </p14:cNvPr>
                <p14:cNvContentPartPr/>
                <p14:nvPr/>
              </p14:nvContentPartPr>
              <p14:xfrm>
                <a:off x="10793130" y="911670"/>
                <a:ext cx="90360" cy="1519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04CB212-362F-CB98-B601-6F1AF31AA83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787010" y="905550"/>
                  <a:ext cx="1026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D0EF961-2449-C506-1967-E6526D82057F}"/>
                    </a:ext>
                  </a:extLst>
                </p14:cNvPr>
                <p14:cNvContentPartPr/>
                <p14:nvPr/>
              </p14:nvContentPartPr>
              <p14:xfrm>
                <a:off x="10962330" y="885030"/>
                <a:ext cx="147600" cy="231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D0EF961-2449-C506-1967-E6526D82057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56210" y="878910"/>
                  <a:ext cx="159840" cy="24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A1222F32-0642-A566-3536-FE1686911E95}"/>
                  </a:ext>
                </a:extLst>
              </p14:cNvPr>
              <p14:cNvContentPartPr/>
              <p14:nvPr/>
            </p14:nvContentPartPr>
            <p14:xfrm>
              <a:off x="8746170" y="3295590"/>
              <a:ext cx="2269440" cy="651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A1222F32-0642-A566-3536-FE1686911E9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740050" y="3289470"/>
                <a:ext cx="228168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59E3E36E-75A2-B8AC-7E07-5C5CEFF407F4}"/>
                  </a:ext>
                </a:extLst>
              </p14:cNvPr>
              <p14:cNvContentPartPr/>
              <p14:nvPr/>
            </p14:nvContentPartPr>
            <p14:xfrm>
              <a:off x="1411890" y="4183350"/>
              <a:ext cx="36720" cy="214164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9E3E36E-75A2-B8AC-7E07-5C5CEFF407F4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405770" y="4177230"/>
                <a:ext cx="48960" cy="21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1B89E392-B52F-7507-A3FA-D55FCE4B7089}"/>
                  </a:ext>
                </a:extLst>
              </p14:cNvPr>
              <p14:cNvContentPartPr/>
              <p14:nvPr/>
            </p14:nvContentPartPr>
            <p14:xfrm>
              <a:off x="1405770" y="4144470"/>
              <a:ext cx="1112040" cy="229032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1B89E392-B52F-7507-A3FA-D55FCE4B7089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399650" y="4138350"/>
                <a:ext cx="1124280" cy="230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4D2E039B-3F0F-D4A3-C6E2-01260A4E71D0}"/>
              </a:ext>
            </a:extLst>
          </p:cNvPr>
          <p:cNvGrpSpPr/>
          <p:nvPr/>
        </p:nvGrpSpPr>
        <p:grpSpPr>
          <a:xfrm>
            <a:off x="499650" y="4964910"/>
            <a:ext cx="446400" cy="291600"/>
            <a:chOff x="499650" y="4964910"/>
            <a:chExt cx="44640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28B3324-998A-2EC5-6596-158BB3640EEB}"/>
                    </a:ext>
                  </a:extLst>
                </p14:cNvPr>
                <p14:cNvContentPartPr/>
                <p14:nvPr/>
              </p14:nvContentPartPr>
              <p14:xfrm>
                <a:off x="499650" y="5078310"/>
                <a:ext cx="106200" cy="1216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28B3324-998A-2EC5-6596-158BB3640EE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93530" y="5072190"/>
                  <a:ext cx="1184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C549103-8FD9-C2C9-5399-E1147DC6AEFD}"/>
                    </a:ext>
                  </a:extLst>
                </p14:cNvPr>
                <p14:cNvContentPartPr/>
                <p14:nvPr/>
              </p14:nvContentPartPr>
              <p14:xfrm>
                <a:off x="710250" y="4964910"/>
                <a:ext cx="15840" cy="291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C549103-8FD9-C2C9-5399-E1147DC6AEF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04130" y="4958790"/>
                  <a:ext cx="280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ABABF64-07BD-87B5-3D5F-106A0814CDC7}"/>
                    </a:ext>
                  </a:extLst>
                </p14:cNvPr>
                <p14:cNvContentPartPr/>
                <p14:nvPr/>
              </p14:nvContentPartPr>
              <p14:xfrm>
                <a:off x="709170" y="5044470"/>
                <a:ext cx="236880" cy="1706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ABABF64-07BD-87B5-3D5F-106A0814CDC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03050" y="5038350"/>
                  <a:ext cx="24912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B6FF88FA-585D-DD89-9E52-B435D65F8FC2}"/>
              </a:ext>
            </a:extLst>
          </p:cNvPr>
          <p:cNvGrpSpPr/>
          <p:nvPr/>
        </p:nvGrpSpPr>
        <p:grpSpPr>
          <a:xfrm>
            <a:off x="792690" y="2000670"/>
            <a:ext cx="2036160" cy="2098800"/>
            <a:chOff x="792690" y="2000670"/>
            <a:chExt cx="2036160" cy="209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5B7085B-C1F2-7E5B-7849-BAC29BEE7D84}"/>
                    </a:ext>
                  </a:extLst>
                </p14:cNvPr>
                <p14:cNvContentPartPr/>
                <p14:nvPr/>
              </p14:nvContentPartPr>
              <p14:xfrm>
                <a:off x="792690" y="2155830"/>
                <a:ext cx="163440" cy="161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5B7085B-C1F2-7E5B-7849-BAC29BEE7D8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86570" y="2149710"/>
                  <a:ext cx="1756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2114332-51E2-AD31-423F-772C7D27A705}"/>
                    </a:ext>
                  </a:extLst>
                </p14:cNvPr>
                <p14:cNvContentPartPr/>
                <p14:nvPr/>
              </p14:nvContentPartPr>
              <p14:xfrm>
                <a:off x="1003650" y="2146110"/>
                <a:ext cx="298080" cy="163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2114332-51E2-AD31-423F-772C7D27A70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97530" y="2139990"/>
                  <a:ext cx="3103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A5AA645-B4B3-8BAC-9485-0C6E134DAFCC}"/>
                    </a:ext>
                  </a:extLst>
                </p14:cNvPr>
                <p14:cNvContentPartPr/>
                <p14:nvPr/>
              </p14:nvContentPartPr>
              <p14:xfrm>
                <a:off x="1407570" y="2057550"/>
                <a:ext cx="60120" cy="2314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A5AA645-B4B3-8BAC-9485-0C6E134DAFC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401450" y="2051430"/>
                  <a:ext cx="723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DA2CC20-ADBD-646B-BECE-787516E2F425}"/>
                    </a:ext>
                  </a:extLst>
                </p14:cNvPr>
                <p14:cNvContentPartPr/>
                <p14:nvPr/>
              </p14:nvContentPartPr>
              <p14:xfrm>
                <a:off x="1385610" y="2090310"/>
                <a:ext cx="122400" cy="46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DA2CC20-ADBD-646B-BECE-787516E2F42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379490" y="2084190"/>
                  <a:ext cx="1346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AB9D21D-98CE-F595-83DE-28F573C37C3D}"/>
                    </a:ext>
                  </a:extLst>
                </p14:cNvPr>
                <p14:cNvContentPartPr/>
                <p14:nvPr/>
              </p14:nvContentPartPr>
              <p14:xfrm>
                <a:off x="2275890" y="2000670"/>
                <a:ext cx="14400" cy="2732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AB9D21D-98CE-F595-83DE-28F573C37C3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269770" y="1994550"/>
                  <a:ext cx="266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FA9E2D8-98D0-6F14-7780-67195806CDFD}"/>
                    </a:ext>
                  </a:extLst>
                </p14:cNvPr>
                <p14:cNvContentPartPr/>
                <p14:nvPr/>
              </p14:nvContentPartPr>
              <p14:xfrm>
                <a:off x="805650" y="2580270"/>
                <a:ext cx="200520" cy="221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FA9E2D8-98D0-6F14-7780-67195806CDF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99530" y="2574150"/>
                  <a:ext cx="2127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4559E21-52BD-B491-2F93-55497F098A1F}"/>
                    </a:ext>
                  </a:extLst>
                </p14:cNvPr>
                <p14:cNvContentPartPr/>
                <p14:nvPr/>
              </p14:nvContentPartPr>
              <p14:xfrm>
                <a:off x="1019130" y="2555790"/>
                <a:ext cx="123480" cy="205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4559E21-52BD-B491-2F93-55497F098A1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13010" y="2549670"/>
                  <a:ext cx="1357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626305E-CC8F-B9E5-1794-14316602DD4E}"/>
                    </a:ext>
                  </a:extLst>
                </p14:cNvPr>
                <p14:cNvContentPartPr/>
                <p14:nvPr/>
              </p14:nvContentPartPr>
              <p14:xfrm>
                <a:off x="1192290" y="2580630"/>
                <a:ext cx="123120" cy="126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626305E-CC8F-B9E5-1794-14316602DD4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86170" y="2574510"/>
                  <a:ext cx="1353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C31234E-6165-F08C-6F81-E05D139284FA}"/>
                    </a:ext>
                  </a:extLst>
                </p14:cNvPr>
                <p14:cNvContentPartPr/>
                <p14:nvPr/>
              </p14:nvContentPartPr>
              <p14:xfrm>
                <a:off x="1425930" y="2458950"/>
                <a:ext cx="73080" cy="275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C31234E-6165-F08C-6F81-E05D139284F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419810" y="2452830"/>
                  <a:ext cx="853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CE9F7DB-F6E5-00CF-5C30-79D4229B97EC}"/>
                    </a:ext>
                  </a:extLst>
                </p14:cNvPr>
                <p14:cNvContentPartPr/>
                <p14:nvPr/>
              </p14:nvContentPartPr>
              <p14:xfrm>
                <a:off x="1418730" y="2507550"/>
                <a:ext cx="133920" cy="51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CE9F7DB-F6E5-00CF-5C30-79D4229B97E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412610" y="2501430"/>
                  <a:ext cx="146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D87B195-AC78-FE55-96FF-4A86EE01A8F7}"/>
                    </a:ext>
                  </a:extLst>
                </p14:cNvPr>
                <p14:cNvContentPartPr/>
                <p14:nvPr/>
              </p14:nvContentPartPr>
              <p14:xfrm>
                <a:off x="838410" y="3069510"/>
                <a:ext cx="172800" cy="170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D87B195-AC78-FE55-96FF-4A86EE01A8F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32290" y="3063390"/>
                  <a:ext cx="1850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4BF63F2-AB6B-5591-1AE6-BAC138AE0BA9}"/>
                    </a:ext>
                  </a:extLst>
                </p14:cNvPr>
                <p14:cNvContentPartPr/>
                <p14:nvPr/>
              </p14:nvContentPartPr>
              <p14:xfrm>
                <a:off x="1066290" y="3042870"/>
                <a:ext cx="139680" cy="170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4BF63F2-AB6B-5591-1AE6-BAC138AE0BA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60170" y="3036750"/>
                  <a:ext cx="1519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4A5620A-6D52-4C67-2A0E-C56AD3595AC5}"/>
                    </a:ext>
                  </a:extLst>
                </p14:cNvPr>
                <p14:cNvContentPartPr/>
                <p14:nvPr/>
              </p14:nvContentPartPr>
              <p14:xfrm>
                <a:off x="1228290" y="3055110"/>
                <a:ext cx="136800" cy="119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4A5620A-6D52-4C67-2A0E-C56AD3595AC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222170" y="3048990"/>
                  <a:ext cx="1490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AB741FA-1378-1893-BFFD-7C78B920EF63}"/>
                    </a:ext>
                  </a:extLst>
                </p14:cNvPr>
                <p14:cNvContentPartPr/>
                <p14:nvPr/>
              </p14:nvContentPartPr>
              <p14:xfrm>
                <a:off x="1455810" y="2956110"/>
                <a:ext cx="64440" cy="219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AB741FA-1378-1893-BFFD-7C78B920EF6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449690" y="2949990"/>
                  <a:ext cx="766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7BA5ADA-87BE-E223-DCB0-EBDE51FD3E83}"/>
                    </a:ext>
                  </a:extLst>
                </p14:cNvPr>
                <p14:cNvContentPartPr/>
                <p14:nvPr/>
              </p14:nvContentPartPr>
              <p14:xfrm>
                <a:off x="1430250" y="3007590"/>
                <a:ext cx="137880" cy="46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7BA5ADA-87BE-E223-DCB0-EBDE51FD3E8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424130" y="3001470"/>
                  <a:ext cx="150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D5F6D83-1A87-FE93-E074-C1D5D70AC4DA}"/>
                    </a:ext>
                  </a:extLst>
                </p14:cNvPr>
                <p14:cNvContentPartPr/>
                <p14:nvPr/>
              </p14:nvContentPartPr>
              <p14:xfrm>
                <a:off x="2203890" y="2406390"/>
                <a:ext cx="109800" cy="392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D5F6D83-1A87-FE93-E074-C1D5D70AC4D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197770" y="2400270"/>
                  <a:ext cx="12204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D3DFC99-3B34-F1F7-D366-70A3D5917F04}"/>
                    </a:ext>
                  </a:extLst>
                </p14:cNvPr>
                <p14:cNvContentPartPr/>
                <p14:nvPr/>
              </p14:nvContentPartPr>
              <p14:xfrm>
                <a:off x="2142690" y="2543550"/>
                <a:ext cx="569160" cy="182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D3DFC99-3B34-F1F7-D366-70A3D5917F0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136570" y="2537430"/>
                  <a:ext cx="5814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A5738FE-DCD3-155D-C225-3962BE1FD608}"/>
                    </a:ext>
                  </a:extLst>
                </p14:cNvPr>
                <p14:cNvContentPartPr/>
                <p14:nvPr/>
              </p14:nvContentPartPr>
              <p14:xfrm>
                <a:off x="2216490" y="2992830"/>
                <a:ext cx="198000" cy="162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A5738FE-DCD3-155D-C225-3962BE1FD60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210370" y="2986710"/>
                  <a:ext cx="2102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A24E06A-B9AC-6F2A-A413-50C54B0A1AE2}"/>
                    </a:ext>
                  </a:extLst>
                </p14:cNvPr>
                <p14:cNvContentPartPr/>
                <p14:nvPr/>
              </p14:nvContentPartPr>
              <p14:xfrm>
                <a:off x="2434290" y="2988870"/>
                <a:ext cx="214920" cy="286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A24E06A-B9AC-6F2A-A413-50C54B0A1AE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428170" y="2982750"/>
                  <a:ext cx="2271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42A3E95-DB07-26CA-546F-190CC5E010D2}"/>
                    </a:ext>
                  </a:extLst>
                </p14:cNvPr>
                <p14:cNvContentPartPr/>
                <p14:nvPr/>
              </p14:nvContentPartPr>
              <p14:xfrm>
                <a:off x="2735250" y="2839110"/>
                <a:ext cx="93600" cy="305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42A3E95-DB07-26CA-546F-190CC5E010D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729130" y="2832990"/>
                  <a:ext cx="1058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1B0E878-A61E-803E-C8E4-02D8C8CC2A19}"/>
                    </a:ext>
                  </a:extLst>
                </p14:cNvPr>
                <p14:cNvContentPartPr/>
                <p14:nvPr/>
              </p14:nvContentPartPr>
              <p14:xfrm>
                <a:off x="1315050" y="3633990"/>
                <a:ext cx="39960" cy="285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1B0E878-A61E-803E-C8E4-02D8C8CC2A1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308930" y="3627870"/>
                  <a:ext cx="522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64F7EC5-CE95-C6AE-701D-76F42C79D2D8}"/>
                    </a:ext>
                  </a:extLst>
                </p14:cNvPr>
                <p14:cNvContentPartPr/>
                <p14:nvPr/>
              </p14:nvContentPartPr>
              <p14:xfrm>
                <a:off x="1284810" y="3617430"/>
                <a:ext cx="145440" cy="1558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64F7EC5-CE95-C6AE-701D-76F42C79D2D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278690" y="3611310"/>
                  <a:ext cx="1576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DBE5460-E31C-554B-8D22-17307DDFAF05}"/>
                    </a:ext>
                  </a:extLst>
                </p14:cNvPr>
                <p14:cNvContentPartPr/>
                <p14:nvPr/>
              </p14:nvContentPartPr>
              <p14:xfrm>
                <a:off x="1466610" y="3575670"/>
                <a:ext cx="235080" cy="1742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DBE5460-E31C-554B-8D22-17307DDFAF0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460490" y="3569550"/>
                  <a:ext cx="2473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E112FBE-D3E9-3ECD-AA04-17B08DFB354F}"/>
                    </a:ext>
                  </a:extLst>
                </p14:cNvPr>
                <p14:cNvContentPartPr/>
                <p14:nvPr/>
              </p14:nvContentPartPr>
              <p14:xfrm>
                <a:off x="1733730" y="3514830"/>
                <a:ext cx="35640" cy="1742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E112FBE-D3E9-3ECD-AA04-17B08DFB354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727610" y="3508710"/>
                  <a:ext cx="478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60105F0-2AB1-6FAD-9E8C-B896EB629B96}"/>
                    </a:ext>
                  </a:extLst>
                </p14:cNvPr>
                <p14:cNvContentPartPr/>
                <p14:nvPr/>
              </p14:nvContentPartPr>
              <p14:xfrm>
                <a:off x="1820490" y="3474870"/>
                <a:ext cx="159840" cy="224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60105F0-2AB1-6FAD-9E8C-B896EB629B9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814370" y="3468750"/>
                  <a:ext cx="1720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1392FE1-EA83-D9A3-81FE-24C053623DE0}"/>
                    </a:ext>
                  </a:extLst>
                </p14:cNvPr>
                <p14:cNvContentPartPr/>
                <p14:nvPr/>
              </p14:nvContentPartPr>
              <p14:xfrm>
                <a:off x="1976370" y="3479910"/>
                <a:ext cx="39240" cy="223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1392FE1-EA83-D9A3-81FE-24C053623DE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970250" y="3473790"/>
                  <a:ext cx="514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CEF5F5D-E71C-EC8E-20EE-B8D908ECC888}"/>
                    </a:ext>
                  </a:extLst>
                </p14:cNvPr>
                <p14:cNvContentPartPr/>
                <p14:nvPr/>
              </p14:nvContentPartPr>
              <p14:xfrm>
                <a:off x="2073930" y="3536430"/>
                <a:ext cx="89280" cy="1688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CEF5F5D-E71C-EC8E-20EE-B8D908ECC88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067810" y="3530310"/>
                  <a:ext cx="1015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F790C08-F1EC-8E4C-1BBA-D92819B97BED}"/>
                    </a:ext>
                  </a:extLst>
                </p14:cNvPr>
                <p14:cNvContentPartPr/>
                <p14:nvPr/>
              </p14:nvContentPartPr>
              <p14:xfrm>
                <a:off x="2174730" y="3491430"/>
                <a:ext cx="163080" cy="230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F790C08-F1EC-8E4C-1BBA-D92819B97BE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168610" y="3485310"/>
                  <a:ext cx="1753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A4ECA6E-BE47-7F67-1352-6338A328E902}"/>
                    </a:ext>
                  </a:extLst>
                </p14:cNvPr>
                <p14:cNvContentPartPr/>
                <p14:nvPr/>
              </p14:nvContentPartPr>
              <p14:xfrm>
                <a:off x="1704210" y="3918030"/>
                <a:ext cx="16920" cy="1501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A4ECA6E-BE47-7F67-1352-6338A328E90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698090" y="3911910"/>
                  <a:ext cx="29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5B49C6C-27D4-1F46-4902-9DFC59D4C44B}"/>
                    </a:ext>
                  </a:extLst>
                </p14:cNvPr>
                <p14:cNvContentPartPr/>
                <p14:nvPr/>
              </p14:nvContentPartPr>
              <p14:xfrm>
                <a:off x="1805730" y="3933510"/>
                <a:ext cx="129960" cy="1332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5B49C6C-27D4-1F46-4902-9DFC59D4C44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799610" y="3927390"/>
                  <a:ext cx="1422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5348CC7-D7D8-3970-A4C1-226FE99B5B5C}"/>
                    </a:ext>
                  </a:extLst>
                </p14:cNvPr>
                <p14:cNvContentPartPr/>
                <p14:nvPr/>
              </p14:nvContentPartPr>
              <p14:xfrm>
                <a:off x="1975650" y="3794190"/>
                <a:ext cx="126360" cy="3052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5348CC7-D7D8-3970-A4C1-226FE99B5B5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969530" y="3788077"/>
                  <a:ext cx="138600" cy="31750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E1593E14-3409-85CE-CE6B-C190CBF575AF}"/>
              </a:ext>
            </a:extLst>
          </p:cNvPr>
          <p:cNvGrpSpPr/>
          <p:nvPr/>
        </p:nvGrpSpPr>
        <p:grpSpPr>
          <a:xfrm>
            <a:off x="3170850" y="3691230"/>
            <a:ext cx="1867320" cy="2676240"/>
            <a:chOff x="3170850" y="3691230"/>
            <a:chExt cx="1867320" cy="267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C348918-68AF-9922-A52E-DD5B7AA08647}"/>
                    </a:ext>
                  </a:extLst>
                </p14:cNvPr>
                <p14:cNvContentPartPr/>
                <p14:nvPr/>
              </p14:nvContentPartPr>
              <p14:xfrm>
                <a:off x="3170850" y="4048710"/>
                <a:ext cx="1132560" cy="2318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C348918-68AF-9922-A52E-DD5B7AA0864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164730" y="4042590"/>
                  <a:ext cx="1144800" cy="23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1295AD0-6E82-E1E3-42F9-A8A8255FB260}"/>
                    </a:ext>
                  </a:extLst>
                </p14:cNvPr>
                <p14:cNvContentPartPr/>
                <p14:nvPr/>
              </p14:nvContentPartPr>
              <p14:xfrm>
                <a:off x="3549210" y="3725070"/>
                <a:ext cx="17280" cy="193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1295AD0-6E82-E1E3-42F9-A8A8255FB26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543090" y="3718950"/>
                  <a:ext cx="295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69190E1-8CEE-6D26-F419-8D62881B543B}"/>
                    </a:ext>
                  </a:extLst>
                </p14:cNvPr>
                <p14:cNvContentPartPr/>
                <p14:nvPr/>
              </p14:nvContentPartPr>
              <p14:xfrm>
                <a:off x="3622650" y="3762150"/>
                <a:ext cx="191160" cy="1407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69190E1-8CEE-6D26-F419-8D62881B543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616530" y="3756030"/>
                  <a:ext cx="2034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D406C81-C2BB-6217-3555-2551778EE061}"/>
                    </a:ext>
                  </a:extLst>
                </p14:cNvPr>
                <p14:cNvContentPartPr/>
                <p14:nvPr/>
              </p14:nvContentPartPr>
              <p14:xfrm>
                <a:off x="3836130" y="3691230"/>
                <a:ext cx="150480" cy="2314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D406C81-C2BB-6217-3555-2551778EE06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830010" y="3685110"/>
                  <a:ext cx="1627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82A15B4-DA9A-E31B-1DD2-840AA043EC52}"/>
                    </a:ext>
                  </a:extLst>
                </p14:cNvPr>
                <p14:cNvContentPartPr/>
                <p14:nvPr/>
              </p14:nvContentPartPr>
              <p14:xfrm>
                <a:off x="4483410" y="4895070"/>
                <a:ext cx="119880" cy="2361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82A15B4-DA9A-E31B-1DD2-840AA043EC5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477290" y="4888950"/>
                  <a:ext cx="1321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D354F17-8D0A-77B8-3310-30F66BAF0089}"/>
                    </a:ext>
                  </a:extLst>
                </p14:cNvPr>
                <p14:cNvContentPartPr/>
                <p14:nvPr/>
              </p14:nvContentPartPr>
              <p14:xfrm>
                <a:off x="4475850" y="4976790"/>
                <a:ext cx="135720" cy="126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D354F17-8D0A-77B8-3310-30F66BAF008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469730" y="4970670"/>
                  <a:ext cx="147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358ECF7-401F-F9DF-B9A0-45011F362F3F}"/>
                    </a:ext>
                  </a:extLst>
                </p14:cNvPr>
                <p14:cNvContentPartPr/>
                <p14:nvPr/>
              </p14:nvContentPartPr>
              <p14:xfrm>
                <a:off x="4665930" y="4867710"/>
                <a:ext cx="212040" cy="2919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358ECF7-401F-F9DF-B9A0-45011F362F3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659800" y="4861590"/>
                  <a:ext cx="224301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F9727AC-58B0-FD0D-8CE0-7C90B0E2F75B}"/>
                    </a:ext>
                  </a:extLst>
                </p14:cNvPr>
                <p14:cNvContentPartPr/>
                <p14:nvPr/>
              </p14:nvContentPartPr>
              <p14:xfrm>
                <a:off x="4869690" y="5008470"/>
                <a:ext cx="168480" cy="1353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F9727AC-58B0-FD0D-8CE0-7C90B0E2F75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863570" y="5002350"/>
                  <a:ext cx="180720" cy="14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4E23F061-9FF0-9EE5-0032-EFE1AF57561F}"/>
                  </a:ext>
                </a:extLst>
              </p14:cNvPr>
              <p14:cNvContentPartPr/>
              <p14:nvPr/>
            </p14:nvContentPartPr>
            <p14:xfrm>
              <a:off x="3220890" y="4170750"/>
              <a:ext cx="987840" cy="234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4E23F061-9FF0-9EE5-0032-EFE1AF57561F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3214770" y="4164630"/>
                <a:ext cx="1000080" cy="3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5" name="Group 174">
            <a:extLst>
              <a:ext uri="{FF2B5EF4-FFF2-40B4-BE49-F238E27FC236}">
                <a16:creationId xmlns:a16="http://schemas.microsoft.com/office/drawing/2014/main" id="{68B65E81-517B-8AD8-5F5A-F48102BA2475}"/>
              </a:ext>
            </a:extLst>
          </p:cNvPr>
          <p:cNvGrpSpPr/>
          <p:nvPr/>
        </p:nvGrpSpPr>
        <p:grpSpPr>
          <a:xfrm>
            <a:off x="1419810" y="4248510"/>
            <a:ext cx="1064880" cy="374040"/>
            <a:chOff x="1419810" y="4248510"/>
            <a:chExt cx="106488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AB19DFE-7B5E-4020-CDFA-72561CEA80A5}"/>
                    </a:ext>
                  </a:extLst>
                </p14:cNvPr>
                <p14:cNvContentPartPr/>
                <p14:nvPr/>
              </p14:nvContentPartPr>
              <p14:xfrm>
                <a:off x="1419810" y="4248510"/>
                <a:ext cx="1050120" cy="54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AB19DFE-7B5E-4020-CDFA-72561CEA80A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413690" y="4242390"/>
                  <a:ext cx="10623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7279D44-1203-6CF4-58DB-D1353B105DB5}"/>
                    </a:ext>
                  </a:extLst>
                </p14:cNvPr>
                <p14:cNvContentPartPr/>
                <p14:nvPr/>
              </p14:nvContentPartPr>
              <p14:xfrm>
                <a:off x="1433130" y="4478550"/>
                <a:ext cx="1051560" cy="705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7279D44-1203-6CF4-58DB-D1353B105DB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427010" y="4472430"/>
                  <a:ext cx="10638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E92290F-F4C2-8E23-BC07-E29517187EF4}"/>
                    </a:ext>
                  </a:extLst>
                </p14:cNvPr>
                <p14:cNvContentPartPr/>
                <p14:nvPr/>
              </p14:nvContentPartPr>
              <p14:xfrm>
                <a:off x="1485330" y="4430310"/>
                <a:ext cx="39240" cy="1922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E92290F-F4C2-8E23-BC07-E29517187EF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479210" y="4424190"/>
                  <a:ext cx="514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6CD7340-4C33-5DDD-C2D8-0967958E3B24}"/>
                    </a:ext>
                  </a:extLst>
                </p14:cNvPr>
                <p14:cNvContentPartPr/>
                <p14:nvPr/>
              </p14:nvContentPartPr>
              <p14:xfrm>
                <a:off x="1464810" y="4430310"/>
                <a:ext cx="102240" cy="1177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6CD7340-4C33-5DDD-C2D8-0967958E3B2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458690" y="4424190"/>
                  <a:ext cx="1144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507B8BE-1FDA-C723-4BCC-926283E2B6EB}"/>
                    </a:ext>
                  </a:extLst>
                </p14:cNvPr>
                <p14:cNvContentPartPr/>
                <p14:nvPr/>
              </p14:nvContentPartPr>
              <p14:xfrm>
                <a:off x="1601970" y="4361190"/>
                <a:ext cx="16200" cy="1270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507B8BE-1FDA-C723-4BCC-926283E2B6E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595850" y="4355070"/>
                  <a:ext cx="28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0D74E67-BD09-3E74-19AC-457E202CFBAA}"/>
                    </a:ext>
                  </a:extLst>
                </p14:cNvPr>
                <p14:cNvContentPartPr/>
                <p14:nvPr/>
              </p14:nvContentPartPr>
              <p14:xfrm>
                <a:off x="1646610" y="4422390"/>
                <a:ext cx="82800" cy="93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0D74E67-BD09-3E74-19AC-457E202CFBA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640490" y="4416270"/>
                  <a:ext cx="950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28E4EC2-4235-1AF9-11A0-F39C459CB96D}"/>
                    </a:ext>
                  </a:extLst>
                </p14:cNvPr>
                <p14:cNvContentPartPr/>
                <p14:nvPr/>
              </p14:nvContentPartPr>
              <p14:xfrm>
                <a:off x="1738050" y="4382790"/>
                <a:ext cx="257040" cy="1306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28E4EC2-4235-1AF9-11A0-F39C459CB96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731930" y="4376670"/>
                  <a:ext cx="269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C3FB255-5004-D4A9-47B6-62B693FEF523}"/>
                    </a:ext>
                  </a:extLst>
                </p14:cNvPr>
                <p14:cNvContentPartPr/>
                <p14:nvPr/>
              </p14:nvContentPartPr>
              <p14:xfrm>
                <a:off x="1602330" y="4451190"/>
                <a:ext cx="22680" cy="914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C3FB255-5004-D4A9-47B6-62B693FEF52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596210" y="4445070"/>
                  <a:ext cx="349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22CA25E-E80E-98C4-3663-190CEEAC2ACB}"/>
                    </a:ext>
                  </a:extLst>
                </p14:cNvPr>
                <p14:cNvContentPartPr/>
                <p14:nvPr/>
              </p14:nvContentPartPr>
              <p14:xfrm>
                <a:off x="1606290" y="4377750"/>
                <a:ext cx="39600" cy="140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22CA25E-E80E-98C4-3663-190CEEAC2AC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600114" y="4371630"/>
                  <a:ext cx="51952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BE8D6086-2AAB-3DF4-11BA-DF8F6C959AFF}"/>
              </a:ext>
            </a:extLst>
          </p:cNvPr>
          <p:cNvGrpSpPr/>
          <p:nvPr/>
        </p:nvGrpSpPr>
        <p:grpSpPr>
          <a:xfrm>
            <a:off x="3227010" y="4211070"/>
            <a:ext cx="1003680" cy="293400"/>
            <a:chOff x="3227010" y="4211070"/>
            <a:chExt cx="1003680" cy="29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305B9D0-6D80-CE8B-FA23-FAAE291A422B}"/>
                    </a:ext>
                  </a:extLst>
                </p14:cNvPr>
                <p14:cNvContentPartPr/>
                <p14:nvPr/>
              </p14:nvContentPartPr>
              <p14:xfrm>
                <a:off x="3227010" y="4474230"/>
                <a:ext cx="999360" cy="302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305B9D0-6D80-CE8B-FA23-FAAE291A422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220890" y="4468110"/>
                  <a:ext cx="10116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61701B3-A338-7839-051E-B7135CF651F7}"/>
                    </a:ext>
                  </a:extLst>
                </p14:cNvPr>
                <p14:cNvContentPartPr/>
                <p14:nvPr/>
              </p14:nvContentPartPr>
              <p14:xfrm>
                <a:off x="3229170" y="4341750"/>
                <a:ext cx="1001520" cy="424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61701B3-A338-7839-051E-B7135CF651F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223050" y="4335630"/>
                  <a:ext cx="10137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37F2FE8-6C96-AF7F-9B29-93FD03D7040B}"/>
                    </a:ext>
                  </a:extLst>
                </p14:cNvPr>
                <p14:cNvContentPartPr/>
                <p14:nvPr/>
              </p14:nvContentPartPr>
              <p14:xfrm>
                <a:off x="3363810" y="4302510"/>
                <a:ext cx="3960" cy="1303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37F2FE8-6C96-AF7F-9B29-93FD03D7040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357690" y="4296390"/>
                  <a:ext cx="162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4B43390-9EAF-428D-6EC6-3A51EFD1778E}"/>
                    </a:ext>
                  </a:extLst>
                </p14:cNvPr>
                <p14:cNvContentPartPr/>
                <p14:nvPr/>
              </p14:nvContentPartPr>
              <p14:xfrm>
                <a:off x="3348690" y="4276230"/>
                <a:ext cx="93960" cy="835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4B43390-9EAF-428D-6EC6-3A51EFD1778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342570" y="4270110"/>
                  <a:ext cx="1062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C265F98-1FC7-A902-D745-2EEC445F850A}"/>
                    </a:ext>
                  </a:extLst>
                </p14:cNvPr>
                <p14:cNvContentPartPr/>
                <p14:nvPr/>
              </p14:nvContentPartPr>
              <p14:xfrm>
                <a:off x="3481530" y="4211070"/>
                <a:ext cx="16200" cy="1429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C265F98-1FC7-A902-D745-2EEC445F850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475410" y="4204950"/>
                  <a:ext cx="284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E998686-3AE6-CB78-B637-12A5715A48AC}"/>
                    </a:ext>
                  </a:extLst>
                </p14:cNvPr>
                <p14:cNvContentPartPr/>
                <p14:nvPr/>
              </p14:nvContentPartPr>
              <p14:xfrm>
                <a:off x="3530130" y="4277310"/>
                <a:ext cx="83880" cy="792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E998686-3AE6-CB78-B637-12A5715A48A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524010" y="4271190"/>
                  <a:ext cx="961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C5CB47D-7DC1-7AC7-2AB7-1CE4A91F740D}"/>
                    </a:ext>
                  </a:extLst>
                </p14:cNvPr>
                <p14:cNvContentPartPr/>
                <p14:nvPr/>
              </p14:nvContentPartPr>
              <p14:xfrm>
                <a:off x="3640650" y="4237710"/>
                <a:ext cx="194760" cy="1094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C5CB47D-7DC1-7AC7-2AB7-1CE4A91F740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634530" y="4231570"/>
                  <a:ext cx="207000" cy="12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04341614-59F0-677E-3B63-522360A47849}"/>
              </a:ext>
            </a:extLst>
          </p:cNvPr>
          <p:cNvGrpSpPr/>
          <p:nvPr/>
        </p:nvGrpSpPr>
        <p:grpSpPr>
          <a:xfrm>
            <a:off x="3194610" y="5840430"/>
            <a:ext cx="1139040" cy="257040"/>
            <a:chOff x="3194610" y="5840430"/>
            <a:chExt cx="1139040" cy="25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F47955E-2009-99C9-7B5C-10A426A2A86C}"/>
                    </a:ext>
                  </a:extLst>
                </p14:cNvPr>
                <p14:cNvContentPartPr/>
                <p14:nvPr/>
              </p14:nvContentPartPr>
              <p14:xfrm>
                <a:off x="3194610" y="5840430"/>
                <a:ext cx="1070640" cy="223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F47955E-2009-99C9-7B5C-10A426A2A86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188490" y="5834310"/>
                  <a:ext cx="10828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BBDE3BC-B7E7-733C-9EDA-34C37C0B26DC}"/>
                    </a:ext>
                  </a:extLst>
                </p14:cNvPr>
                <p14:cNvContentPartPr/>
                <p14:nvPr/>
              </p14:nvContentPartPr>
              <p14:xfrm>
                <a:off x="3203610" y="5993070"/>
                <a:ext cx="1130040" cy="266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BBDE3BC-B7E7-733C-9EDA-34C37C0B26D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197490" y="5986950"/>
                  <a:ext cx="1142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A3FD511B-A714-A234-29D9-3F586E6840D6}"/>
                    </a:ext>
                  </a:extLst>
                </p14:cNvPr>
                <p14:cNvContentPartPr/>
                <p14:nvPr/>
              </p14:nvContentPartPr>
              <p14:xfrm>
                <a:off x="3370650" y="5896950"/>
                <a:ext cx="82440" cy="860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A3FD511B-A714-A234-29D9-3F586E6840D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364530" y="5890830"/>
                  <a:ext cx="946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BBF053C-7AAC-B5FF-514B-4638E13FDE24}"/>
                    </a:ext>
                  </a:extLst>
                </p14:cNvPr>
                <p14:cNvContentPartPr/>
                <p14:nvPr/>
              </p14:nvContentPartPr>
              <p14:xfrm>
                <a:off x="3488730" y="5913870"/>
                <a:ext cx="17640" cy="1836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BBF053C-7AAC-B5FF-514B-4638E13FDE2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482610" y="5907750"/>
                  <a:ext cx="298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96F3E77-2BF9-0CEB-CAC3-9ABFC5B72E09}"/>
                    </a:ext>
                  </a:extLst>
                </p14:cNvPr>
                <p14:cNvContentPartPr/>
                <p14:nvPr/>
              </p14:nvContentPartPr>
              <p14:xfrm>
                <a:off x="3473250" y="5880390"/>
                <a:ext cx="87480" cy="1328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96F3E77-2BF9-0CEB-CAC3-9ABFC5B72E0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467130" y="5874270"/>
                  <a:ext cx="997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A43B67B-5D3F-4AD2-8BB3-5AEE86051B69}"/>
                    </a:ext>
                  </a:extLst>
                </p14:cNvPr>
                <p14:cNvContentPartPr/>
                <p14:nvPr/>
              </p14:nvContentPartPr>
              <p14:xfrm>
                <a:off x="3583770" y="5884350"/>
                <a:ext cx="73800" cy="1198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A43B67B-5D3F-4AD2-8BB3-5AEE86051B6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577650" y="5878230"/>
                  <a:ext cx="860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C8818D9-0ABA-B11A-DA07-CF1F9D07AB5E}"/>
                    </a:ext>
                  </a:extLst>
                </p14:cNvPr>
                <p14:cNvContentPartPr/>
                <p14:nvPr/>
              </p14:nvContentPartPr>
              <p14:xfrm>
                <a:off x="3659370" y="5878590"/>
                <a:ext cx="105480" cy="903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C8818D9-0ABA-B11A-DA07-CF1F9D07AB5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653229" y="5872446"/>
                  <a:ext cx="117762" cy="1026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BDCEE45-EA70-F60A-68F4-C079AFAD2C68}"/>
                    </a:ext>
                  </a:extLst>
                </p14:cNvPr>
                <p14:cNvContentPartPr/>
                <p14:nvPr/>
              </p14:nvContentPartPr>
              <p14:xfrm>
                <a:off x="3786810" y="5885070"/>
                <a:ext cx="145800" cy="1285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BDCEE45-EA70-F60A-68F4-C079AFAD2C6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780690" y="5878950"/>
                  <a:ext cx="15804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428727DF-D27B-68D7-3F8F-AE58EA7032C2}"/>
              </a:ext>
            </a:extLst>
          </p:cNvPr>
          <p:cNvGrpSpPr/>
          <p:nvPr/>
        </p:nvGrpSpPr>
        <p:grpSpPr>
          <a:xfrm>
            <a:off x="1439250" y="5454150"/>
            <a:ext cx="942480" cy="215280"/>
            <a:chOff x="1439250" y="5454150"/>
            <a:chExt cx="942480" cy="21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0246B2C-7119-9086-6DDB-11F667D02EEF}"/>
                    </a:ext>
                  </a:extLst>
                </p14:cNvPr>
                <p14:cNvContentPartPr/>
                <p14:nvPr/>
              </p14:nvContentPartPr>
              <p14:xfrm>
                <a:off x="1439250" y="5630550"/>
                <a:ext cx="942480" cy="388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0246B2C-7119-9086-6DDB-11F667D02EE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433130" y="5624430"/>
                  <a:ext cx="9547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B7A736C-1342-1625-93B8-B668C3FBAD2C}"/>
                    </a:ext>
                  </a:extLst>
                </p14:cNvPr>
                <p14:cNvContentPartPr/>
                <p14:nvPr/>
              </p14:nvContentPartPr>
              <p14:xfrm>
                <a:off x="1439610" y="5454150"/>
                <a:ext cx="882360" cy="255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B7A736C-1342-1625-93B8-B668C3FBAD2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433490" y="5448030"/>
                  <a:ext cx="894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E0B52DF-CB8E-CF44-9682-6CBB0217021B}"/>
                    </a:ext>
                  </a:extLst>
                </p14:cNvPr>
                <p14:cNvContentPartPr/>
                <p14:nvPr/>
              </p14:nvContentPartPr>
              <p14:xfrm>
                <a:off x="1643370" y="5519310"/>
                <a:ext cx="100440" cy="903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E0B52DF-CB8E-CF44-9682-6CBB0217021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637250" y="5513190"/>
                  <a:ext cx="112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A4413BB-D43F-D4C7-5224-9D285DBA645B}"/>
                    </a:ext>
                  </a:extLst>
                </p14:cNvPr>
                <p14:cNvContentPartPr/>
                <p14:nvPr/>
              </p14:nvContentPartPr>
              <p14:xfrm>
                <a:off x="1763250" y="5524710"/>
                <a:ext cx="90360" cy="1047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A4413BB-D43F-D4C7-5224-9D285DBA645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757130" y="5518590"/>
                  <a:ext cx="1026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6ADF4D1-4E17-7790-5A1D-4BBAA3D38D50}"/>
                    </a:ext>
                  </a:extLst>
                </p14:cNvPr>
                <p14:cNvContentPartPr/>
                <p14:nvPr/>
              </p14:nvContentPartPr>
              <p14:xfrm>
                <a:off x="1883130" y="5540910"/>
                <a:ext cx="81720" cy="723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6ADF4D1-4E17-7790-5A1D-4BBAA3D38D5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877010" y="5534790"/>
                  <a:ext cx="939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DAF0ECA-7D94-7621-BB8F-848300115DFE}"/>
                    </a:ext>
                  </a:extLst>
                </p14:cNvPr>
                <p14:cNvContentPartPr/>
                <p14:nvPr/>
              </p14:nvContentPartPr>
              <p14:xfrm>
                <a:off x="2047290" y="5487990"/>
                <a:ext cx="59760" cy="1573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DAF0ECA-7D94-7621-BB8F-848300115DF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041170" y="5481856"/>
                  <a:ext cx="72000" cy="1695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0741337-2C27-7B85-1FFB-1A5621720FC9}"/>
                    </a:ext>
                  </a:extLst>
                </p14:cNvPr>
                <p14:cNvContentPartPr/>
                <p14:nvPr/>
              </p14:nvContentPartPr>
              <p14:xfrm>
                <a:off x="2021370" y="5528670"/>
                <a:ext cx="106920" cy="306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0741337-2C27-7B85-1FFB-1A5621720FC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015250" y="5522550"/>
                  <a:ext cx="11916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7F589CE9-2B4F-A895-E4C1-B44251021FCC}"/>
              </a:ext>
            </a:extLst>
          </p:cNvPr>
          <p:cNvGrpSpPr/>
          <p:nvPr/>
        </p:nvGrpSpPr>
        <p:grpSpPr>
          <a:xfrm>
            <a:off x="5477370" y="4489710"/>
            <a:ext cx="2990880" cy="1498680"/>
            <a:chOff x="5477370" y="4489710"/>
            <a:chExt cx="2990880" cy="149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C88E442-36BD-112C-D658-7EBF30509BFD}"/>
                    </a:ext>
                  </a:extLst>
                </p14:cNvPr>
                <p14:cNvContentPartPr/>
                <p14:nvPr/>
              </p14:nvContentPartPr>
              <p14:xfrm>
                <a:off x="6854730" y="4910550"/>
                <a:ext cx="273240" cy="3808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C88E442-36BD-112C-D658-7EBF30509BF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848610" y="4904430"/>
                  <a:ext cx="28548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FAE6A75-2424-5487-042C-34175EB446BD}"/>
                    </a:ext>
                  </a:extLst>
                </p14:cNvPr>
                <p14:cNvContentPartPr/>
                <p14:nvPr/>
              </p14:nvContentPartPr>
              <p14:xfrm>
                <a:off x="6860130" y="5004510"/>
                <a:ext cx="279360" cy="1911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FAE6A75-2424-5487-042C-34175EB446B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854010" y="4998390"/>
                  <a:ext cx="291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A9135FB-8F90-134B-3B0E-41D0BDED8F18}"/>
                    </a:ext>
                  </a:extLst>
                </p14:cNvPr>
                <p14:cNvContentPartPr/>
                <p14:nvPr/>
              </p14:nvContentPartPr>
              <p14:xfrm>
                <a:off x="7308330" y="4540110"/>
                <a:ext cx="33480" cy="12733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A9135FB-8F90-134B-3B0E-41D0BDED8F1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302210" y="4533990"/>
                  <a:ext cx="45720" cy="12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3352F80-D267-C180-8C81-763DC352D44A}"/>
                    </a:ext>
                  </a:extLst>
                </p14:cNvPr>
                <p14:cNvContentPartPr/>
                <p14:nvPr/>
              </p14:nvContentPartPr>
              <p14:xfrm>
                <a:off x="7292490" y="4489710"/>
                <a:ext cx="388080" cy="13183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3352F80-D267-C180-8C81-763DC352D44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286370" y="4483590"/>
                  <a:ext cx="400320" cy="13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000FBB6-6149-26EB-BC56-8BD882B9C646}"/>
                    </a:ext>
                  </a:extLst>
                </p14:cNvPr>
                <p14:cNvContentPartPr/>
                <p14:nvPr/>
              </p14:nvContentPartPr>
              <p14:xfrm>
                <a:off x="7392210" y="4652790"/>
                <a:ext cx="101520" cy="900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000FBB6-6149-26EB-BC56-8BD882B9C64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386090" y="4646670"/>
                  <a:ext cx="1137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1C49736-1A28-A7F9-5CBD-DFBF2B57F26A}"/>
                    </a:ext>
                  </a:extLst>
                </p14:cNvPr>
                <p14:cNvContentPartPr/>
                <p14:nvPr/>
              </p14:nvContentPartPr>
              <p14:xfrm>
                <a:off x="7404090" y="4905150"/>
                <a:ext cx="77760" cy="1411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1C49736-1A28-A7F9-5CBD-DFBF2B57F26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397970" y="4899030"/>
                  <a:ext cx="900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DC83A58-9A7E-F95E-69D5-67FAB6D2E327}"/>
                    </a:ext>
                  </a:extLst>
                </p14:cNvPr>
                <p14:cNvContentPartPr/>
                <p14:nvPr/>
              </p14:nvContentPartPr>
              <p14:xfrm>
                <a:off x="7395450" y="5207910"/>
                <a:ext cx="112320" cy="99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DC83A58-9A7E-F95E-69D5-67FAB6D2E32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389330" y="5201790"/>
                  <a:ext cx="1245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F486513-EBAC-B6AE-F2BA-47305B16E306}"/>
                    </a:ext>
                  </a:extLst>
                </p14:cNvPr>
                <p14:cNvContentPartPr/>
                <p14:nvPr/>
              </p14:nvContentPartPr>
              <p14:xfrm>
                <a:off x="7424610" y="5401590"/>
                <a:ext cx="101520" cy="1551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F486513-EBAC-B6AE-F2BA-47305B16E30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418490" y="5395470"/>
                  <a:ext cx="1137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705D648-1870-B4EF-61CA-5B2734CCD58F}"/>
                    </a:ext>
                  </a:extLst>
                </p14:cNvPr>
                <p14:cNvContentPartPr/>
                <p14:nvPr/>
              </p14:nvContentPartPr>
              <p14:xfrm>
                <a:off x="8163330" y="4812270"/>
                <a:ext cx="238680" cy="3524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705D648-1870-B4EF-61CA-5B2734CCD58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157210" y="4806150"/>
                  <a:ext cx="25092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160F54F-D425-488C-C516-310112E1142C}"/>
                    </a:ext>
                  </a:extLst>
                </p14:cNvPr>
                <p14:cNvContentPartPr/>
                <p14:nvPr/>
              </p14:nvContentPartPr>
              <p14:xfrm>
                <a:off x="8119410" y="4878870"/>
                <a:ext cx="348840" cy="2844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160F54F-D425-488C-C516-310112E1142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113290" y="4872750"/>
                  <a:ext cx="36108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1FE925A-3DF2-99DC-8D3B-2BB813912A1F}"/>
                    </a:ext>
                  </a:extLst>
                </p14:cNvPr>
                <p14:cNvContentPartPr/>
                <p14:nvPr/>
              </p14:nvContentPartPr>
              <p14:xfrm>
                <a:off x="6209610" y="4668630"/>
                <a:ext cx="134640" cy="1854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1FE925A-3DF2-99DC-8D3B-2BB813912A1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203490" y="4662510"/>
                  <a:ext cx="1468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B874C13-21F1-C4BD-A36B-5D009B6BD015}"/>
                    </a:ext>
                  </a:extLst>
                </p14:cNvPr>
                <p14:cNvContentPartPr/>
                <p14:nvPr/>
              </p14:nvContentPartPr>
              <p14:xfrm>
                <a:off x="6223290" y="5051670"/>
                <a:ext cx="95400" cy="1947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B874C13-21F1-C4BD-A36B-5D009B6BD01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217170" y="5045550"/>
                  <a:ext cx="1076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BEED30E-5787-2CEC-13A7-A1D14DE13C1F}"/>
                    </a:ext>
                  </a:extLst>
                </p14:cNvPr>
                <p14:cNvContentPartPr/>
                <p14:nvPr/>
              </p14:nvContentPartPr>
              <p14:xfrm>
                <a:off x="6262890" y="5421750"/>
                <a:ext cx="56520" cy="1778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BEED30E-5787-2CEC-13A7-A1D14DE13C1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256770" y="5415630"/>
                  <a:ext cx="687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888955B-F4F9-5140-1F5D-FFD2A5DED4B6}"/>
                    </a:ext>
                  </a:extLst>
                </p14:cNvPr>
                <p14:cNvContentPartPr/>
                <p14:nvPr/>
              </p14:nvContentPartPr>
              <p14:xfrm>
                <a:off x="6278730" y="5747910"/>
                <a:ext cx="85680" cy="1296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888955B-F4F9-5140-1F5D-FFD2A5DED4B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272610" y="5741790"/>
                  <a:ext cx="979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2CC8C19-9252-4756-E5BD-2EC51A2EBF0A}"/>
                    </a:ext>
                  </a:extLst>
                </p14:cNvPr>
                <p14:cNvContentPartPr/>
                <p14:nvPr/>
              </p14:nvContentPartPr>
              <p14:xfrm>
                <a:off x="5968770" y="4506270"/>
                <a:ext cx="598680" cy="14792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2CC8C19-9252-4756-E5BD-2EC51A2EBF0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962650" y="4500150"/>
                  <a:ext cx="610920" cy="14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EC322E3-41BD-4704-551D-18655722B8BB}"/>
                    </a:ext>
                  </a:extLst>
                </p14:cNvPr>
                <p14:cNvContentPartPr/>
                <p14:nvPr/>
              </p14:nvContentPartPr>
              <p14:xfrm>
                <a:off x="5881290" y="4524630"/>
                <a:ext cx="187200" cy="7459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EC322E3-41BD-4704-551D-18655722B8B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875170" y="4518510"/>
                  <a:ext cx="199440" cy="75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0E9E46B-A2C0-17E1-4F0F-4236244DA1F0}"/>
                    </a:ext>
                  </a:extLst>
                </p14:cNvPr>
                <p14:cNvContentPartPr/>
                <p14:nvPr/>
              </p14:nvContentPartPr>
              <p14:xfrm>
                <a:off x="5893170" y="5244270"/>
                <a:ext cx="227880" cy="7441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0E9E46B-A2C0-17E1-4F0F-4236244DA1F0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887050" y="5238150"/>
                  <a:ext cx="240120" cy="75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451C588-FB08-C4E3-3159-0602DC5885AA}"/>
                    </a:ext>
                  </a:extLst>
                </p14:cNvPr>
                <p14:cNvContentPartPr/>
                <p14:nvPr/>
              </p14:nvContentPartPr>
              <p14:xfrm>
                <a:off x="5477370" y="4783470"/>
                <a:ext cx="11520" cy="1670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451C588-FB08-C4E3-3159-0602DC5885A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471250" y="4777350"/>
                  <a:ext cx="237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119E7B4-C354-EA24-479C-8E776CDB2117}"/>
                    </a:ext>
                  </a:extLst>
                </p14:cNvPr>
                <p14:cNvContentPartPr/>
                <p14:nvPr/>
              </p14:nvContentPartPr>
              <p14:xfrm>
                <a:off x="5519850" y="4695630"/>
                <a:ext cx="220680" cy="2026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D119E7B4-C354-EA24-479C-8E776CDB2117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513730" y="4689510"/>
                  <a:ext cx="2329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BA67718-FCA7-0F21-EC74-E4A5F3A43428}"/>
                    </a:ext>
                  </a:extLst>
                </p14:cNvPr>
                <p14:cNvContentPartPr/>
                <p14:nvPr/>
              </p14:nvContentPartPr>
              <p14:xfrm>
                <a:off x="5549370" y="5590230"/>
                <a:ext cx="14040" cy="1760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BA67718-FCA7-0F21-EC74-E4A5F3A4342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543250" y="5584110"/>
                  <a:ext cx="26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D94D4629-C957-10C2-8DB9-60D63EE59629}"/>
                    </a:ext>
                  </a:extLst>
                </p14:cNvPr>
                <p14:cNvContentPartPr/>
                <p14:nvPr/>
              </p14:nvContentPartPr>
              <p14:xfrm>
                <a:off x="5590050" y="5585910"/>
                <a:ext cx="183960" cy="2023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D94D4629-C957-10C2-8DB9-60D63EE5962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583930" y="5579790"/>
                  <a:ext cx="196200" cy="21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479A75B-04EE-9AC2-6B30-99F6364B6E39}"/>
              </a:ext>
            </a:extLst>
          </p:cNvPr>
          <p:cNvGrpSpPr/>
          <p:nvPr/>
        </p:nvGrpSpPr>
        <p:grpSpPr>
          <a:xfrm>
            <a:off x="5053848" y="919327"/>
            <a:ext cx="160200" cy="298800"/>
            <a:chOff x="5053848" y="919327"/>
            <a:chExt cx="16020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F074467-7829-7581-3463-E5D9C0E71A70}"/>
                    </a:ext>
                  </a:extLst>
                </p14:cNvPr>
                <p14:cNvContentPartPr/>
                <p14:nvPr/>
              </p14:nvContentPartPr>
              <p14:xfrm>
                <a:off x="5053848" y="919327"/>
                <a:ext cx="144000" cy="298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F074467-7829-7581-3463-E5D9C0E71A7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045208" y="910687"/>
                  <a:ext cx="1616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D567878-26B0-28A7-A248-A4F1EC83501B}"/>
                    </a:ext>
                  </a:extLst>
                </p14:cNvPr>
                <p14:cNvContentPartPr/>
                <p14:nvPr/>
              </p14:nvContentPartPr>
              <p14:xfrm>
                <a:off x="5053848" y="1003927"/>
                <a:ext cx="160200" cy="52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D567878-26B0-28A7-A248-A4F1EC83501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045208" y="994927"/>
                  <a:ext cx="17784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BC65210-2C62-46E1-7EF7-A14A72EAB7BC}"/>
              </a:ext>
            </a:extLst>
          </p:cNvPr>
          <p:cNvGrpSpPr/>
          <p:nvPr/>
        </p:nvGrpSpPr>
        <p:grpSpPr>
          <a:xfrm>
            <a:off x="5386488" y="981607"/>
            <a:ext cx="444960" cy="245880"/>
            <a:chOff x="5386488" y="981607"/>
            <a:chExt cx="444960" cy="24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C14A424-BD8E-2A24-FF14-7A7270F2491A}"/>
                    </a:ext>
                  </a:extLst>
                </p14:cNvPr>
                <p14:cNvContentPartPr/>
                <p14:nvPr/>
              </p14:nvContentPartPr>
              <p14:xfrm>
                <a:off x="5386488" y="1062967"/>
                <a:ext cx="123120" cy="45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C14A424-BD8E-2A24-FF14-7A7270F2491A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377488" y="1054327"/>
                  <a:ext cx="1407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0468006-E571-F9EA-C03A-F3CDC7ADFA3B}"/>
                    </a:ext>
                  </a:extLst>
                </p14:cNvPr>
                <p14:cNvContentPartPr/>
                <p14:nvPr/>
              </p14:nvContentPartPr>
              <p14:xfrm>
                <a:off x="5495568" y="981607"/>
                <a:ext cx="335880" cy="245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0468006-E571-F9EA-C03A-F3CDC7ADFA3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486928" y="972967"/>
                  <a:ext cx="35352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5C8BCE5-A3A3-60DE-7AE6-4312C3F9F0EE}"/>
              </a:ext>
            </a:extLst>
          </p:cNvPr>
          <p:cNvGrpSpPr/>
          <p:nvPr/>
        </p:nvGrpSpPr>
        <p:grpSpPr>
          <a:xfrm>
            <a:off x="6314928" y="858487"/>
            <a:ext cx="1243800" cy="542160"/>
            <a:chOff x="6314928" y="858487"/>
            <a:chExt cx="1243800" cy="54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0AA204C-1FF0-25BB-3262-DB03DDC93C4E}"/>
                    </a:ext>
                  </a:extLst>
                </p14:cNvPr>
                <p14:cNvContentPartPr/>
                <p14:nvPr/>
              </p14:nvContentPartPr>
              <p14:xfrm>
                <a:off x="6314928" y="994927"/>
                <a:ext cx="110520" cy="177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0AA204C-1FF0-25BB-3262-DB03DDC93C4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306288" y="985927"/>
                  <a:ext cx="1281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A7667FE-483F-FDFA-789C-807D6C8D2220}"/>
                    </a:ext>
                  </a:extLst>
                </p14:cNvPr>
                <p14:cNvContentPartPr/>
                <p14:nvPr/>
              </p14:nvContentPartPr>
              <p14:xfrm>
                <a:off x="6433008" y="985207"/>
                <a:ext cx="278640" cy="415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A7667FE-483F-FDFA-789C-807D6C8D222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424368" y="976567"/>
                  <a:ext cx="29628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7F5D90D-EEDB-605C-7640-670E73C6D9F8}"/>
                    </a:ext>
                  </a:extLst>
                </p14:cNvPr>
                <p14:cNvContentPartPr/>
                <p14:nvPr/>
              </p14:nvContentPartPr>
              <p14:xfrm>
                <a:off x="6772488" y="1000327"/>
                <a:ext cx="149040" cy="170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7F5D90D-EEDB-605C-7640-670E73C6D9F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763848" y="991327"/>
                  <a:ext cx="1666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CF6678A-5CDB-5299-231E-B7E68EDA9A01}"/>
                    </a:ext>
                  </a:extLst>
                </p14:cNvPr>
                <p14:cNvContentPartPr/>
                <p14:nvPr/>
              </p14:nvContentPartPr>
              <p14:xfrm>
                <a:off x="7026648" y="901327"/>
                <a:ext cx="27000" cy="262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CF6678A-5CDB-5299-231E-B7E68EDA9A0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018008" y="892327"/>
                  <a:ext cx="446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911FE6A-47DC-9495-CA93-344189B7A82C}"/>
                    </a:ext>
                  </a:extLst>
                </p14:cNvPr>
                <p14:cNvContentPartPr/>
                <p14:nvPr/>
              </p14:nvContentPartPr>
              <p14:xfrm>
                <a:off x="6988488" y="971167"/>
                <a:ext cx="92880" cy="16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911FE6A-47DC-9495-CA93-344189B7A82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979848" y="962167"/>
                  <a:ext cx="1105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8DC22B8-1024-E03B-A5DE-25D2252C7351}"/>
                    </a:ext>
                  </a:extLst>
                </p14:cNvPr>
                <p14:cNvContentPartPr/>
                <p14:nvPr/>
              </p14:nvContentPartPr>
              <p14:xfrm>
                <a:off x="7148328" y="998887"/>
                <a:ext cx="16920" cy="142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8DC22B8-1024-E03B-A5DE-25D2252C7351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139688" y="989887"/>
                  <a:ext cx="345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07D0251-8CF8-D761-F081-54428513A0B4}"/>
                    </a:ext>
                  </a:extLst>
                </p14:cNvPr>
                <p14:cNvContentPartPr/>
                <p14:nvPr/>
              </p14:nvContentPartPr>
              <p14:xfrm>
                <a:off x="7193688" y="858487"/>
                <a:ext cx="3960" cy="106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07D0251-8CF8-D761-F081-54428513A0B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185048" y="849847"/>
                  <a:ext cx="216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978C816-0BD4-A1F0-F295-6D6F3D83881C}"/>
                    </a:ext>
                  </a:extLst>
                </p14:cNvPr>
                <p14:cNvContentPartPr/>
                <p14:nvPr/>
              </p14:nvContentPartPr>
              <p14:xfrm>
                <a:off x="7271448" y="958927"/>
                <a:ext cx="84600" cy="2066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978C816-0BD4-A1F0-F295-6D6F3D83881C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262808" y="949927"/>
                  <a:ext cx="102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6BCC78E-D620-76E6-1812-818D66B11187}"/>
                    </a:ext>
                  </a:extLst>
                </p14:cNvPr>
                <p14:cNvContentPartPr/>
                <p14:nvPr/>
              </p14:nvContentPartPr>
              <p14:xfrm>
                <a:off x="7386288" y="958927"/>
                <a:ext cx="172440" cy="2325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6BCC78E-D620-76E6-1812-818D66B11187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377648" y="950287"/>
                  <a:ext cx="190080" cy="25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383EAAF8-22EC-FF7B-C031-3AFA60BE32BD}"/>
                  </a:ext>
                </a:extLst>
              </p14:cNvPr>
              <p14:cNvContentPartPr/>
              <p14:nvPr/>
            </p14:nvContentPartPr>
            <p14:xfrm>
              <a:off x="5132688" y="1917967"/>
              <a:ext cx="18360" cy="21780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383EAAF8-22EC-FF7B-C031-3AFA60BE32BD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5124048" y="1908967"/>
                <a:ext cx="36000" cy="23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19CB0E80-7667-AD71-BC0A-9E83EFA04153}"/>
              </a:ext>
            </a:extLst>
          </p:cNvPr>
          <p:cNvGrpSpPr/>
          <p:nvPr/>
        </p:nvGrpSpPr>
        <p:grpSpPr>
          <a:xfrm>
            <a:off x="5501688" y="1838407"/>
            <a:ext cx="1263240" cy="432000"/>
            <a:chOff x="5501688" y="1838407"/>
            <a:chExt cx="1263240" cy="4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AB7D107-F4BE-26FA-1AA2-0AFBD46BC108}"/>
                    </a:ext>
                  </a:extLst>
                </p14:cNvPr>
                <p14:cNvContentPartPr/>
                <p14:nvPr/>
              </p14:nvContentPartPr>
              <p14:xfrm>
                <a:off x="5542368" y="2007247"/>
                <a:ext cx="17640" cy="2631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AB7D107-F4BE-26FA-1AA2-0AFBD46BC10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533728" y="1998247"/>
                  <a:ext cx="352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7838997-034C-D458-22A0-F53D2EDDDBE0}"/>
                    </a:ext>
                  </a:extLst>
                </p14:cNvPr>
                <p14:cNvContentPartPr/>
                <p14:nvPr/>
              </p14:nvContentPartPr>
              <p14:xfrm>
                <a:off x="5501688" y="1996807"/>
                <a:ext cx="174960" cy="1677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7838997-034C-D458-22A0-F53D2EDDDBE0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493048" y="1987807"/>
                  <a:ext cx="1926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AD63B69-20D9-F059-F668-6A8CDF352205}"/>
                    </a:ext>
                  </a:extLst>
                </p14:cNvPr>
                <p14:cNvContentPartPr/>
                <p14:nvPr/>
              </p14:nvContentPartPr>
              <p14:xfrm>
                <a:off x="5694648" y="1994287"/>
                <a:ext cx="198720" cy="1728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AD63B69-20D9-F059-F668-6A8CDF352205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686008" y="1985647"/>
                  <a:ext cx="2163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0519B1A-8FA3-2FD5-0CEB-E9DE4625308A}"/>
                    </a:ext>
                  </a:extLst>
                </p14:cNvPr>
                <p14:cNvContentPartPr/>
                <p14:nvPr/>
              </p14:nvContentPartPr>
              <p14:xfrm>
                <a:off x="5867088" y="1974487"/>
                <a:ext cx="119880" cy="1818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0519B1A-8FA3-2FD5-0CEB-E9DE4625308A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858448" y="1965847"/>
                  <a:ext cx="1375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4BE28C5-471A-944D-3407-E22CD75E0DA6}"/>
                    </a:ext>
                  </a:extLst>
                </p14:cNvPr>
                <p14:cNvContentPartPr/>
                <p14:nvPr/>
              </p14:nvContentPartPr>
              <p14:xfrm>
                <a:off x="6058248" y="2008687"/>
                <a:ext cx="17280" cy="132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4BE28C5-471A-944D-3407-E22CD75E0DA6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049608" y="1999687"/>
                  <a:ext cx="349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CC0E1AE-302D-9958-4477-8E3F50654939}"/>
                    </a:ext>
                  </a:extLst>
                </p14:cNvPr>
                <p14:cNvContentPartPr/>
                <p14:nvPr/>
              </p14:nvContentPartPr>
              <p14:xfrm>
                <a:off x="6074808" y="1906447"/>
                <a:ext cx="38520" cy="1202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CC0E1AE-302D-9958-4477-8E3F5065493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066168" y="1897807"/>
                  <a:ext cx="561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8CDCDF4-88C8-38E0-56AB-3468FA169CE2}"/>
                    </a:ext>
                  </a:extLst>
                </p14:cNvPr>
                <p14:cNvContentPartPr/>
                <p14:nvPr/>
              </p14:nvContentPartPr>
              <p14:xfrm>
                <a:off x="6268488" y="1904647"/>
                <a:ext cx="23760" cy="2008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8CDCDF4-88C8-38E0-56AB-3468FA169CE2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259848" y="1895647"/>
                  <a:ext cx="414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E5B64F7-037E-158D-3D67-D00195655463}"/>
                    </a:ext>
                  </a:extLst>
                </p14:cNvPr>
                <p14:cNvContentPartPr/>
                <p14:nvPr/>
              </p14:nvContentPartPr>
              <p14:xfrm>
                <a:off x="6218088" y="1971607"/>
                <a:ext cx="155880" cy="525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E5B64F7-037E-158D-3D67-D00195655463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209088" y="1962967"/>
                  <a:ext cx="1735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A9DEE15-1FEE-B9A2-CBB6-1303F02DB400}"/>
                    </a:ext>
                  </a:extLst>
                </p14:cNvPr>
                <p14:cNvContentPartPr/>
                <p14:nvPr/>
              </p14:nvContentPartPr>
              <p14:xfrm>
                <a:off x="6422568" y="1970887"/>
                <a:ext cx="25200" cy="1472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A9DEE15-1FEE-B9A2-CBB6-1303F02DB400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413928" y="1962247"/>
                  <a:ext cx="428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22B120F-011E-6470-5D70-DC4500E07D34}"/>
                    </a:ext>
                  </a:extLst>
                </p14:cNvPr>
                <p14:cNvContentPartPr/>
                <p14:nvPr/>
              </p14:nvContentPartPr>
              <p14:xfrm>
                <a:off x="6466488" y="1838407"/>
                <a:ext cx="9720" cy="846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22B120F-011E-6470-5D70-DC4500E07D34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457848" y="1829767"/>
                  <a:ext cx="273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1B36687-9D8B-9E6A-AB28-C3E03950EB0F}"/>
                    </a:ext>
                  </a:extLst>
                </p14:cNvPr>
                <p14:cNvContentPartPr/>
                <p14:nvPr/>
              </p14:nvContentPartPr>
              <p14:xfrm>
                <a:off x="6526248" y="1946767"/>
                <a:ext cx="103680" cy="1389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1B36687-9D8B-9E6A-AB28-C3E03950EB0F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517248" y="1938127"/>
                  <a:ext cx="1213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E3B86D5-CAD5-B284-FFB2-56CF324AC568}"/>
                    </a:ext>
                  </a:extLst>
                </p14:cNvPr>
                <p14:cNvContentPartPr/>
                <p14:nvPr/>
              </p14:nvContentPartPr>
              <p14:xfrm>
                <a:off x="6646488" y="1927327"/>
                <a:ext cx="118440" cy="2156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E3B86D5-CAD5-B284-FFB2-56CF324AC568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637848" y="1918327"/>
                  <a:ext cx="13608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BA3CEEF1-28E1-F7FE-F7BC-5D88B1E08ACC}"/>
              </a:ext>
            </a:extLst>
          </p:cNvPr>
          <p:cNvGrpSpPr/>
          <p:nvPr/>
        </p:nvGrpSpPr>
        <p:grpSpPr>
          <a:xfrm>
            <a:off x="9071808" y="1365224"/>
            <a:ext cx="779040" cy="372960"/>
            <a:chOff x="9071808" y="1365224"/>
            <a:chExt cx="779040" cy="37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CFD5E02D-1B32-64A3-2598-7BDDBB1669C4}"/>
                    </a:ext>
                  </a:extLst>
                </p14:cNvPr>
                <p14:cNvContentPartPr/>
                <p14:nvPr/>
              </p14:nvContentPartPr>
              <p14:xfrm>
                <a:off x="9101328" y="1465304"/>
                <a:ext cx="28800" cy="2728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CFD5E02D-1B32-64A3-2598-7BDDBB1669C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092328" y="1456664"/>
                  <a:ext cx="464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303118E4-6B9D-2BEB-7492-6CD89674856B}"/>
                    </a:ext>
                  </a:extLst>
                </p14:cNvPr>
                <p14:cNvContentPartPr/>
                <p14:nvPr/>
              </p14:nvContentPartPr>
              <p14:xfrm>
                <a:off x="9071808" y="1436504"/>
                <a:ext cx="177840" cy="2034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303118E4-6B9D-2BEB-7492-6CD89674856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062808" y="1427864"/>
                  <a:ext cx="195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F25C4F5-D10D-9800-379B-DCE662178485}"/>
                    </a:ext>
                  </a:extLst>
                </p14:cNvPr>
                <p14:cNvContentPartPr/>
                <p14:nvPr/>
              </p14:nvContentPartPr>
              <p14:xfrm>
                <a:off x="9288528" y="1493384"/>
                <a:ext cx="17640" cy="997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F25C4F5-D10D-9800-379B-DCE66217848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279528" y="1484744"/>
                  <a:ext cx="352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07068FE2-4BFB-4806-A824-BBC3C54B6174}"/>
                    </a:ext>
                  </a:extLst>
                </p14:cNvPr>
                <p14:cNvContentPartPr/>
                <p14:nvPr/>
              </p14:nvContentPartPr>
              <p14:xfrm>
                <a:off x="9310128" y="1365224"/>
                <a:ext cx="41400" cy="428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07068FE2-4BFB-4806-A824-BBC3C54B617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301128" y="1356584"/>
                  <a:ext cx="590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DE01C7AE-A2E4-2A75-5E99-38E43217D464}"/>
                    </a:ext>
                  </a:extLst>
                </p14:cNvPr>
                <p14:cNvContentPartPr/>
                <p14:nvPr/>
              </p14:nvContentPartPr>
              <p14:xfrm>
                <a:off x="9382848" y="1503824"/>
                <a:ext cx="114480" cy="1263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DE01C7AE-A2E4-2A75-5E99-38E43217D464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374208" y="1494824"/>
                  <a:ext cx="1321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BA9DEDF-77E4-0268-909E-A1A8DA22A62B}"/>
                    </a:ext>
                  </a:extLst>
                </p14:cNvPr>
                <p14:cNvContentPartPr/>
                <p14:nvPr/>
              </p14:nvContentPartPr>
              <p14:xfrm>
                <a:off x="9507048" y="1475024"/>
                <a:ext cx="343800" cy="1756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BA9DEDF-77E4-0268-909E-A1A8DA22A62B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498048" y="1466384"/>
                  <a:ext cx="36144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3DB3BC41-423A-9D9D-ED3C-970A8665C067}"/>
              </a:ext>
            </a:extLst>
          </p:cNvPr>
          <p:cNvGrpSpPr/>
          <p:nvPr/>
        </p:nvGrpSpPr>
        <p:grpSpPr>
          <a:xfrm>
            <a:off x="10339728" y="1427504"/>
            <a:ext cx="752400" cy="433080"/>
            <a:chOff x="10339728" y="1427504"/>
            <a:chExt cx="752400" cy="43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C54E5AC-3F59-8F41-6212-71EBD659612D}"/>
                    </a:ext>
                  </a:extLst>
                </p14:cNvPr>
                <p14:cNvContentPartPr/>
                <p14:nvPr/>
              </p14:nvContentPartPr>
              <p14:xfrm>
                <a:off x="10339728" y="1434704"/>
                <a:ext cx="138600" cy="1926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C54E5AC-3F59-8F41-6212-71EBD659612D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331088" y="1426064"/>
                  <a:ext cx="156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2F8C966-829A-1FDC-CBF6-BCAFC4817E6B}"/>
                    </a:ext>
                  </a:extLst>
                </p14:cNvPr>
                <p14:cNvContentPartPr/>
                <p14:nvPr/>
              </p14:nvContentPartPr>
              <p14:xfrm>
                <a:off x="10558248" y="1432184"/>
                <a:ext cx="32400" cy="4284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2F8C966-829A-1FDC-CBF6-BCAFC4817E6B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549248" y="1423184"/>
                  <a:ext cx="5004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4056E9A5-F06C-9B34-C0B6-6CD9D342B29D}"/>
                    </a:ext>
                  </a:extLst>
                </p14:cNvPr>
                <p14:cNvContentPartPr/>
                <p14:nvPr/>
              </p14:nvContentPartPr>
              <p14:xfrm>
                <a:off x="10560768" y="1427504"/>
                <a:ext cx="255240" cy="1893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4056E9A5-F06C-9B34-C0B6-6CD9D342B29D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0552128" y="1418864"/>
                  <a:ext cx="2728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A156E42D-CB6F-9DF0-6D0F-3AFCEFC109F9}"/>
                    </a:ext>
                  </a:extLst>
                </p14:cNvPr>
                <p14:cNvContentPartPr/>
                <p14:nvPr/>
              </p14:nvContentPartPr>
              <p14:xfrm>
                <a:off x="10827888" y="1446224"/>
                <a:ext cx="99720" cy="1670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A156E42D-CB6F-9DF0-6D0F-3AFCEFC109F9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819248" y="1437584"/>
                  <a:ext cx="1173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2F99BFD0-7871-7866-6145-397611AD87D5}"/>
                    </a:ext>
                  </a:extLst>
                </p14:cNvPr>
                <p14:cNvContentPartPr/>
                <p14:nvPr/>
              </p14:nvContentPartPr>
              <p14:xfrm>
                <a:off x="10948488" y="1473224"/>
                <a:ext cx="143640" cy="1476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2F99BFD0-7871-7866-6145-397611AD87D5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939488" y="1464224"/>
                  <a:ext cx="161280" cy="16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6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C608F5CB-8198-37CD-C7DA-6185E4C2F75F}"/>
                  </a:ext>
                </a:extLst>
              </p14:cNvPr>
              <p14:cNvContentPartPr/>
              <p14:nvPr/>
            </p14:nvContentPartPr>
            <p14:xfrm>
              <a:off x="9470328" y="1899104"/>
              <a:ext cx="16920" cy="30420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C608F5CB-8198-37CD-C7DA-6185E4C2F75F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9461328" y="1890104"/>
                <a:ext cx="34560" cy="32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oup 283">
            <a:extLst>
              <a:ext uri="{FF2B5EF4-FFF2-40B4-BE49-F238E27FC236}">
                <a16:creationId xmlns:a16="http://schemas.microsoft.com/office/drawing/2014/main" id="{442F4D10-853D-4722-2EE6-E2D32B62AD31}"/>
              </a:ext>
            </a:extLst>
          </p:cNvPr>
          <p:cNvGrpSpPr/>
          <p:nvPr/>
        </p:nvGrpSpPr>
        <p:grpSpPr>
          <a:xfrm>
            <a:off x="10322448" y="2010344"/>
            <a:ext cx="662760" cy="398520"/>
            <a:chOff x="10322448" y="2010344"/>
            <a:chExt cx="662760" cy="39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14F5BD8-D449-5FFB-C2D6-5711463EF027}"/>
                    </a:ext>
                  </a:extLst>
                </p14:cNvPr>
                <p14:cNvContentPartPr/>
                <p14:nvPr/>
              </p14:nvContentPartPr>
              <p14:xfrm>
                <a:off x="10322448" y="2010344"/>
                <a:ext cx="128160" cy="1872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14F5BD8-D449-5FFB-C2D6-5711463EF027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313808" y="2001344"/>
                  <a:ext cx="1458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7EBF75AE-AB86-97B8-7CA2-90B2DE9E622E}"/>
                    </a:ext>
                  </a:extLst>
                </p14:cNvPr>
                <p14:cNvContentPartPr/>
                <p14:nvPr/>
              </p14:nvContentPartPr>
              <p14:xfrm>
                <a:off x="10456728" y="2067584"/>
                <a:ext cx="16560" cy="34128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7EBF75AE-AB86-97B8-7CA2-90B2DE9E622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447728" y="2058944"/>
                  <a:ext cx="342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1137CA46-DA79-6B49-4C47-0556E6D2C6BF}"/>
                    </a:ext>
                  </a:extLst>
                </p14:cNvPr>
                <p14:cNvContentPartPr/>
                <p14:nvPr/>
              </p14:nvContentPartPr>
              <p14:xfrm>
                <a:off x="10441608" y="2084864"/>
                <a:ext cx="155520" cy="1371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1137CA46-DA79-6B49-4C47-0556E6D2C6BF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432608" y="2076224"/>
                  <a:ext cx="1731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849BF50-0D13-14DA-72FA-FCF3C42EB04C}"/>
                    </a:ext>
                  </a:extLst>
                </p14:cNvPr>
                <p14:cNvContentPartPr/>
                <p14:nvPr/>
              </p14:nvContentPartPr>
              <p14:xfrm>
                <a:off x="10614048" y="2066504"/>
                <a:ext cx="217080" cy="1069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849BF50-0D13-14DA-72FA-FCF3C42EB04C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605408" y="2057864"/>
                  <a:ext cx="2347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1572ABB8-212A-7665-FFEC-6A8EA41F7DCF}"/>
                    </a:ext>
                  </a:extLst>
                </p14:cNvPr>
                <p14:cNvContentPartPr/>
                <p14:nvPr/>
              </p14:nvContentPartPr>
              <p14:xfrm>
                <a:off x="10826808" y="2044904"/>
                <a:ext cx="158400" cy="1483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1572ABB8-212A-7665-FFEC-6A8EA41F7DCF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817808" y="2036264"/>
                  <a:ext cx="17604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880740CC-6500-B882-217A-6AAF3616C355}"/>
              </a:ext>
            </a:extLst>
          </p:cNvPr>
          <p:cNvGrpSpPr/>
          <p:nvPr/>
        </p:nvGrpSpPr>
        <p:grpSpPr>
          <a:xfrm>
            <a:off x="9048048" y="2524064"/>
            <a:ext cx="558000" cy="332640"/>
            <a:chOff x="9048048" y="2524064"/>
            <a:chExt cx="558000" cy="33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CE15468-5A88-1E1D-6FBE-80FDD8A8A4C6}"/>
                    </a:ext>
                  </a:extLst>
                </p14:cNvPr>
                <p14:cNvContentPartPr/>
                <p14:nvPr/>
              </p14:nvContentPartPr>
              <p14:xfrm>
                <a:off x="9120768" y="2524064"/>
                <a:ext cx="111240" cy="3326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CE15468-5A88-1E1D-6FBE-80FDD8A8A4C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112128" y="2515424"/>
                  <a:ext cx="12888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FB97C5DB-87F5-832D-F264-8EB972536E10}"/>
                    </a:ext>
                  </a:extLst>
                </p14:cNvPr>
                <p14:cNvContentPartPr/>
                <p14:nvPr/>
              </p14:nvContentPartPr>
              <p14:xfrm>
                <a:off x="9048048" y="2656904"/>
                <a:ext cx="174240" cy="3096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FB97C5DB-87F5-832D-F264-8EB972536E10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039408" y="2648264"/>
                  <a:ext cx="1918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2C867EA0-D125-2314-3191-7AFAAEBE6FCE}"/>
                    </a:ext>
                  </a:extLst>
                </p14:cNvPr>
                <p14:cNvContentPartPr/>
                <p14:nvPr/>
              </p14:nvContentPartPr>
              <p14:xfrm>
                <a:off x="9217968" y="2663024"/>
                <a:ext cx="166320" cy="1602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2C867EA0-D125-2314-3191-7AFAAEBE6FCE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208968" y="2654024"/>
                  <a:ext cx="1839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4BFC9734-46E3-A23F-5EB5-9C0C1DD5964A}"/>
                    </a:ext>
                  </a:extLst>
                </p14:cNvPr>
                <p14:cNvContentPartPr/>
                <p14:nvPr/>
              </p14:nvContentPartPr>
              <p14:xfrm>
                <a:off x="9405528" y="2708384"/>
                <a:ext cx="200520" cy="1303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4BFC9734-46E3-A23F-5EB5-9C0C1DD5964A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396888" y="2699744"/>
                  <a:ext cx="21816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95503250-09F8-D214-86BF-FC4B7B400B75}"/>
              </a:ext>
            </a:extLst>
          </p:cNvPr>
          <p:cNvGrpSpPr/>
          <p:nvPr/>
        </p:nvGrpSpPr>
        <p:grpSpPr>
          <a:xfrm>
            <a:off x="10261968" y="2671304"/>
            <a:ext cx="637920" cy="369000"/>
            <a:chOff x="10261968" y="2671304"/>
            <a:chExt cx="637920" cy="36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5413AA9-B099-EA92-085F-EBF9EFCEA66F}"/>
                    </a:ext>
                  </a:extLst>
                </p14:cNvPr>
                <p14:cNvContentPartPr/>
                <p14:nvPr/>
              </p14:nvContentPartPr>
              <p14:xfrm>
                <a:off x="10261968" y="2671304"/>
                <a:ext cx="126360" cy="1465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5413AA9-B099-EA92-085F-EBF9EFCEA66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253328" y="2662664"/>
                  <a:ext cx="1440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D91E446-9334-DD3F-C84C-7308C1EA9D26}"/>
                    </a:ext>
                  </a:extLst>
                </p14:cNvPr>
                <p14:cNvContentPartPr/>
                <p14:nvPr/>
              </p14:nvContentPartPr>
              <p14:xfrm>
                <a:off x="10422168" y="2693624"/>
                <a:ext cx="13320" cy="3466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D91E446-9334-DD3F-C84C-7308C1EA9D26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0413528" y="2684984"/>
                  <a:ext cx="309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90032E58-34B6-266A-23A0-6B1459B8A800}"/>
                    </a:ext>
                  </a:extLst>
                </p14:cNvPr>
                <p14:cNvContentPartPr/>
                <p14:nvPr/>
              </p14:nvContentPartPr>
              <p14:xfrm>
                <a:off x="10417488" y="2685344"/>
                <a:ext cx="93600" cy="1519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90032E58-34B6-266A-23A0-6B1459B8A800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408848" y="2676344"/>
                  <a:ext cx="1112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E1ADE175-2877-C9EF-8F54-E54321BDCC10}"/>
                    </a:ext>
                  </a:extLst>
                </p14:cNvPr>
                <p14:cNvContentPartPr/>
                <p14:nvPr/>
              </p14:nvContentPartPr>
              <p14:xfrm>
                <a:off x="10552488" y="2712344"/>
                <a:ext cx="75960" cy="849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E1ADE175-2877-C9EF-8F54-E54321BDCC10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543848" y="2703704"/>
                  <a:ext cx="936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D0FDA8B1-46EC-9C0E-A1B0-3C7DA2BB02E9}"/>
                    </a:ext>
                  </a:extLst>
                </p14:cNvPr>
                <p14:cNvContentPartPr/>
                <p14:nvPr/>
              </p14:nvContentPartPr>
              <p14:xfrm>
                <a:off x="10652568" y="2704424"/>
                <a:ext cx="82440" cy="1144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D0FDA8B1-46EC-9C0E-A1B0-3C7DA2BB02E9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643568" y="2695784"/>
                  <a:ext cx="1000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D6AD5BC6-A7A5-A860-2958-E42A07633C7E}"/>
                    </a:ext>
                  </a:extLst>
                </p14:cNvPr>
                <p14:cNvContentPartPr/>
                <p14:nvPr/>
              </p14:nvContentPartPr>
              <p14:xfrm>
                <a:off x="10785768" y="2693264"/>
                <a:ext cx="114120" cy="15984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D6AD5BC6-A7A5-A860-2958-E42A07633C7E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777128" y="2684264"/>
                  <a:ext cx="13176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399B8A56-04D7-370D-E83A-58E6DD3EE283}"/>
              </a:ext>
            </a:extLst>
          </p:cNvPr>
          <p:cNvGrpSpPr/>
          <p:nvPr/>
        </p:nvGrpSpPr>
        <p:grpSpPr>
          <a:xfrm>
            <a:off x="7827288" y="3487784"/>
            <a:ext cx="949320" cy="238320"/>
            <a:chOff x="7827288" y="3487784"/>
            <a:chExt cx="949320" cy="2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A46AB30D-26AC-4602-D67C-F34CA127CFAE}"/>
                    </a:ext>
                  </a:extLst>
                </p14:cNvPr>
                <p14:cNvContentPartPr/>
                <p14:nvPr/>
              </p14:nvContentPartPr>
              <p14:xfrm>
                <a:off x="7827288" y="3511544"/>
                <a:ext cx="116640" cy="2145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A46AB30D-26AC-4602-D67C-F34CA127CFAE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7818288" y="3502904"/>
                  <a:ext cx="1342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C18CB134-D48B-84D0-C2B2-7A62CB36060D}"/>
                    </a:ext>
                  </a:extLst>
                </p14:cNvPr>
                <p14:cNvContentPartPr/>
                <p14:nvPr/>
              </p14:nvContentPartPr>
              <p14:xfrm>
                <a:off x="7835568" y="3557984"/>
                <a:ext cx="122400" cy="356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C18CB134-D48B-84D0-C2B2-7A62CB36060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826928" y="3549344"/>
                  <a:ext cx="1400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90CAA39E-02F7-B4A5-8989-F37FA367CA28}"/>
                    </a:ext>
                  </a:extLst>
                </p14:cNvPr>
                <p14:cNvContentPartPr/>
                <p14:nvPr/>
              </p14:nvContentPartPr>
              <p14:xfrm>
                <a:off x="8101608" y="3590024"/>
                <a:ext cx="142920" cy="464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90CAA39E-02F7-B4A5-8989-F37FA367CA28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8092608" y="3581384"/>
                  <a:ext cx="1605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7A3BD4BE-74FE-D874-867A-A96AA6A9040A}"/>
                    </a:ext>
                  </a:extLst>
                </p14:cNvPr>
                <p14:cNvContentPartPr/>
                <p14:nvPr/>
              </p14:nvContentPartPr>
              <p14:xfrm>
                <a:off x="8340288" y="3487784"/>
                <a:ext cx="436320" cy="2217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7A3BD4BE-74FE-D874-867A-A96AA6A9040A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8331648" y="3479144"/>
                  <a:ext cx="453960" cy="23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6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DFAE0A7D-C56D-0CDA-72CD-44CF2FB7DBAD}"/>
                  </a:ext>
                </a:extLst>
              </p14:cNvPr>
              <p14:cNvContentPartPr/>
              <p14:nvPr/>
            </p14:nvContentPartPr>
            <p14:xfrm>
              <a:off x="818808" y="3598664"/>
              <a:ext cx="61560" cy="30924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DFAE0A7D-C56D-0CDA-72CD-44CF2FB7DBAD}"/>
                  </a:ext>
                </a:extLst>
              </p:cNvPr>
              <p:cNvPicPr/>
              <p:nvPr/>
            </p:nvPicPr>
            <p:blipFill>
              <a:blip r:embed="rId487"/>
              <a:stretch>
                <a:fillRect/>
              </a:stretch>
            </p:blipFill>
            <p:spPr>
              <a:xfrm>
                <a:off x="810168" y="3590024"/>
                <a:ext cx="79200" cy="32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FD46C45-97F9-9266-D32D-11CC6B2F3FFC}"/>
              </a:ext>
            </a:extLst>
          </p:cNvPr>
          <p:cNvGrpSpPr/>
          <p:nvPr/>
        </p:nvGrpSpPr>
        <p:grpSpPr>
          <a:xfrm>
            <a:off x="280968" y="5007344"/>
            <a:ext cx="182880" cy="304200"/>
            <a:chOff x="280968" y="5007344"/>
            <a:chExt cx="18288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DBB2AE33-DFEF-F87F-70D8-417F86FFD86F}"/>
                    </a:ext>
                  </a:extLst>
                </p14:cNvPr>
                <p14:cNvContentPartPr/>
                <p14:nvPr/>
              </p14:nvContentPartPr>
              <p14:xfrm>
                <a:off x="280968" y="5007344"/>
                <a:ext cx="182880" cy="2070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DBB2AE33-DFEF-F87F-70D8-417F86FFD86F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271968" y="4998704"/>
                  <a:ext cx="2005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57080C99-769A-B911-576F-FB81582B182E}"/>
                    </a:ext>
                  </a:extLst>
                </p14:cNvPr>
                <p14:cNvContentPartPr/>
                <p14:nvPr/>
              </p14:nvContentPartPr>
              <p14:xfrm>
                <a:off x="391128" y="5080064"/>
                <a:ext cx="37440" cy="23148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57080C99-769A-B911-576F-FB81582B182E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82488" y="5071064"/>
                  <a:ext cx="55080" cy="24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2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D1DD09AF-C980-C6F9-B51F-02BA06D6A756}"/>
                  </a:ext>
                </a:extLst>
              </p14:cNvPr>
              <p14:cNvContentPartPr/>
              <p14:nvPr/>
            </p14:nvContentPartPr>
            <p14:xfrm>
              <a:off x="2856768" y="3004304"/>
              <a:ext cx="167400" cy="16416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D1DD09AF-C980-C6F9-B51F-02BA06D6A756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2847768" y="2995304"/>
                <a:ext cx="18504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4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3CADC772-A2B7-17E0-0317-132413B0C263}"/>
                  </a:ext>
                </a:extLst>
              </p14:cNvPr>
              <p14:cNvContentPartPr/>
              <p14:nvPr/>
            </p14:nvContentPartPr>
            <p14:xfrm>
              <a:off x="6091008" y="5251424"/>
              <a:ext cx="383040" cy="2880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3CADC772-A2B7-17E0-0317-132413B0C263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6082368" y="5242424"/>
                <a:ext cx="4006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6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1108AE24-47E2-A966-387B-7E675C98F599}"/>
                  </a:ext>
                </a:extLst>
              </p14:cNvPr>
              <p14:cNvContentPartPr/>
              <p14:nvPr/>
            </p14:nvContentPartPr>
            <p14:xfrm>
              <a:off x="8693448" y="4868384"/>
              <a:ext cx="115920" cy="171720"/>
            </p14:xfrm>
          </p:contentPart>
        </mc:Choice>
        <mc:Fallback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1108AE24-47E2-A966-387B-7E675C98F599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8684808" y="4859744"/>
                <a:ext cx="133560" cy="18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8" name="Group 327">
            <a:extLst>
              <a:ext uri="{FF2B5EF4-FFF2-40B4-BE49-F238E27FC236}">
                <a16:creationId xmlns:a16="http://schemas.microsoft.com/office/drawing/2014/main" id="{BC1712BA-7597-A6C9-10B1-C9F69B60D808}"/>
              </a:ext>
            </a:extLst>
          </p:cNvPr>
          <p:cNvGrpSpPr/>
          <p:nvPr/>
        </p:nvGrpSpPr>
        <p:grpSpPr>
          <a:xfrm>
            <a:off x="1753368" y="4833824"/>
            <a:ext cx="159120" cy="272160"/>
            <a:chOff x="1753368" y="4833824"/>
            <a:chExt cx="159120" cy="27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D9E86ADB-EEC0-20EB-CFCF-406B1030F2F0}"/>
                    </a:ext>
                  </a:extLst>
                </p14:cNvPr>
                <p14:cNvContentPartPr/>
                <p14:nvPr/>
              </p14:nvContentPartPr>
              <p14:xfrm>
                <a:off x="1753368" y="4833824"/>
                <a:ext cx="159120" cy="8064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D9E86ADB-EEC0-20EB-CFCF-406B1030F2F0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744728" y="4825184"/>
                  <a:ext cx="1767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6CA6F690-E0B9-C0B6-50E5-E8D4FB98CCA1}"/>
                    </a:ext>
                  </a:extLst>
                </p14:cNvPr>
                <p14:cNvContentPartPr/>
                <p14:nvPr/>
              </p14:nvContentPartPr>
              <p14:xfrm>
                <a:off x="1836168" y="4870904"/>
                <a:ext cx="41400" cy="2350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6CA6F690-E0B9-C0B6-50E5-E8D4FB98CCA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827528" y="4862264"/>
                  <a:ext cx="59040" cy="25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2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A332388B-77AA-2F6B-C209-3FD6FCD12C37}"/>
                  </a:ext>
                </a:extLst>
              </p14:cNvPr>
              <p14:cNvContentPartPr/>
              <p14:nvPr/>
            </p14:nvContentPartPr>
            <p14:xfrm>
              <a:off x="3650928" y="4823024"/>
              <a:ext cx="235440" cy="28836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A332388B-77AA-2F6B-C209-3FD6FCD12C37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3641928" y="4814384"/>
                <a:ext cx="253080" cy="30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3" name="Group 342">
            <a:extLst>
              <a:ext uri="{FF2B5EF4-FFF2-40B4-BE49-F238E27FC236}">
                <a16:creationId xmlns:a16="http://schemas.microsoft.com/office/drawing/2014/main" id="{ED62E035-CFD0-619D-D6ED-784E66DBAF1C}"/>
              </a:ext>
            </a:extLst>
          </p:cNvPr>
          <p:cNvGrpSpPr/>
          <p:nvPr/>
        </p:nvGrpSpPr>
        <p:grpSpPr>
          <a:xfrm>
            <a:off x="8630808" y="5716544"/>
            <a:ext cx="362520" cy="282240"/>
            <a:chOff x="8630808" y="5716544"/>
            <a:chExt cx="36252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0A30FA23-7AE9-3525-37AA-2B1165E94BFC}"/>
                    </a:ext>
                  </a:extLst>
                </p14:cNvPr>
                <p14:cNvContentPartPr/>
                <p14:nvPr/>
              </p14:nvContentPartPr>
              <p14:xfrm>
                <a:off x="8630808" y="5716544"/>
                <a:ext cx="236880" cy="28224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0A30FA23-7AE9-3525-37AA-2B1165E94BFC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8622168" y="5707544"/>
                  <a:ext cx="2545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538AAF82-3778-B8DA-BFE3-DECC52E5DA51}"/>
                    </a:ext>
                  </a:extLst>
                </p14:cNvPr>
                <p14:cNvContentPartPr/>
                <p14:nvPr/>
              </p14:nvContentPartPr>
              <p14:xfrm>
                <a:off x="8880648" y="5838944"/>
                <a:ext cx="112680" cy="1580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538AAF82-3778-B8DA-BFE3-DECC52E5DA51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8872008" y="5829944"/>
                  <a:ext cx="13032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E002EAD4-5048-78C1-22B2-7309212E7F74}"/>
              </a:ext>
            </a:extLst>
          </p:cNvPr>
          <p:cNvGrpSpPr/>
          <p:nvPr/>
        </p:nvGrpSpPr>
        <p:grpSpPr>
          <a:xfrm>
            <a:off x="9277008" y="5708984"/>
            <a:ext cx="1149840" cy="388440"/>
            <a:chOff x="9277008" y="5708984"/>
            <a:chExt cx="1149840" cy="38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133871C3-D7F0-FCAD-D4EE-CF2109D97308}"/>
                    </a:ext>
                  </a:extLst>
                </p14:cNvPr>
                <p14:cNvContentPartPr/>
                <p14:nvPr/>
              </p14:nvContentPartPr>
              <p14:xfrm>
                <a:off x="9277008" y="5708984"/>
                <a:ext cx="276840" cy="38844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133871C3-D7F0-FCAD-D4EE-CF2109D97308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9268368" y="5700344"/>
                  <a:ext cx="29448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F6C414D3-7254-3CAD-3C08-86531BF3741B}"/>
                    </a:ext>
                  </a:extLst>
                </p14:cNvPr>
                <p14:cNvContentPartPr/>
                <p14:nvPr/>
              </p14:nvContentPartPr>
              <p14:xfrm>
                <a:off x="9590928" y="5888264"/>
                <a:ext cx="90360" cy="954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F6C414D3-7254-3CAD-3C08-86531BF3741B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9582288" y="5879624"/>
                  <a:ext cx="1080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C96EA725-D51A-AE0E-7399-F0BC261EA610}"/>
                    </a:ext>
                  </a:extLst>
                </p14:cNvPr>
                <p14:cNvContentPartPr/>
                <p14:nvPr/>
              </p14:nvContentPartPr>
              <p14:xfrm>
                <a:off x="9691368" y="5875304"/>
                <a:ext cx="84600" cy="10656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C96EA725-D51A-AE0E-7399-F0BC261EA610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682728" y="5866664"/>
                  <a:ext cx="102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CA899C8A-D754-5437-935C-76489E151ECC}"/>
                    </a:ext>
                  </a:extLst>
                </p14:cNvPr>
                <p14:cNvContentPartPr/>
                <p14:nvPr/>
              </p14:nvContentPartPr>
              <p14:xfrm>
                <a:off x="9781008" y="5798984"/>
                <a:ext cx="64080" cy="18072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CA899C8A-D754-5437-935C-76489E151ECC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9772008" y="5789984"/>
                  <a:ext cx="817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19756E7A-F207-AE68-440F-927BEBCDE981}"/>
                    </a:ext>
                  </a:extLst>
                </p14:cNvPr>
                <p14:cNvContentPartPr/>
                <p14:nvPr/>
              </p14:nvContentPartPr>
              <p14:xfrm>
                <a:off x="9919608" y="5855144"/>
                <a:ext cx="24840" cy="12420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19756E7A-F207-AE68-440F-927BEBCDE981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910968" y="5846144"/>
                  <a:ext cx="424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1DAD8714-CEC0-1811-229F-DEBC10C6A0D5}"/>
                    </a:ext>
                  </a:extLst>
                </p14:cNvPr>
                <p14:cNvContentPartPr/>
                <p14:nvPr/>
              </p14:nvContentPartPr>
              <p14:xfrm>
                <a:off x="9936528" y="5772704"/>
                <a:ext cx="9720" cy="10188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1DAD8714-CEC0-1811-229F-DEBC10C6A0D5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9927888" y="5764064"/>
                  <a:ext cx="273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2A988E74-41E4-A24F-696F-96ADBD674499}"/>
                    </a:ext>
                  </a:extLst>
                </p14:cNvPr>
                <p14:cNvContentPartPr/>
                <p14:nvPr/>
              </p14:nvContentPartPr>
              <p14:xfrm>
                <a:off x="9991968" y="5861624"/>
                <a:ext cx="167760" cy="1173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2A988E74-41E4-A24F-696F-96ADBD674499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9983328" y="5852984"/>
                  <a:ext cx="1854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40EC4A25-EE38-017C-E0C7-3408F94EEDF2}"/>
                    </a:ext>
                  </a:extLst>
                </p14:cNvPr>
                <p14:cNvContentPartPr/>
                <p14:nvPr/>
              </p14:nvContentPartPr>
              <p14:xfrm>
                <a:off x="9832488" y="5870624"/>
                <a:ext cx="61920" cy="1152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40EC4A25-EE38-017C-E0C7-3408F94EEDF2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9823848" y="5861624"/>
                  <a:ext cx="795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BFECF10F-B61F-918C-D08A-3BA126375BE1}"/>
                    </a:ext>
                  </a:extLst>
                </p14:cNvPr>
                <p14:cNvContentPartPr/>
                <p14:nvPr/>
              </p14:nvContentPartPr>
              <p14:xfrm>
                <a:off x="10269168" y="5719064"/>
                <a:ext cx="157680" cy="15444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BFECF10F-B61F-918C-D08A-3BA126375BE1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0260168" y="5710064"/>
                  <a:ext cx="1753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1D11B3C-2B8D-E7B0-A0C8-000049B438F5}"/>
                    </a:ext>
                  </a:extLst>
                </p14:cNvPr>
                <p14:cNvContentPartPr/>
                <p14:nvPr/>
              </p14:nvContentPartPr>
              <p14:xfrm>
                <a:off x="10374648" y="6034424"/>
                <a:ext cx="7200" cy="2160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1D11B3C-2B8D-E7B0-A0C8-000049B438F5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0365648" y="6025424"/>
                  <a:ext cx="2484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8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54B49B5B-5EE3-D6BB-D281-0F1E73F4FE80}"/>
                  </a:ext>
                </a:extLst>
              </p14:cNvPr>
              <p14:cNvContentPartPr/>
              <p14:nvPr/>
            </p14:nvContentPartPr>
            <p14:xfrm>
              <a:off x="6112968" y="5955944"/>
              <a:ext cx="457560" cy="455400"/>
            </p14:xfrm>
          </p:contentPart>
        </mc:Choice>
        <mc:Fallback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54B49B5B-5EE3-D6BB-D281-0F1E73F4FE80}"/>
                  </a:ext>
                </a:extLst>
              </p:cNvPr>
              <p:cNvPicPr/>
              <p:nvPr/>
            </p:nvPicPr>
            <p:blipFill>
              <a:blip r:embed="rId529"/>
              <a:stretch>
                <a:fillRect/>
              </a:stretch>
            </p:blipFill>
            <p:spPr>
              <a:xfrm>
                <a:off x="6103968" y="5947304"/>
                <a:ext cx="475200" cy="47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9" name="Group 348">
            <a:extLst>
              <a:ext uri="{FF2B5EF4-FFF2-40B4-BE49-F238E27FC236}">
                <a16:creationId xmlns:a16="http://schemas.microsoft.com/office/drawing/2014/main" id="{04374C24-84D9-2838-17AB-6EF4864E2EE0}"/>
              </a:ext>
            </a:extLst>
          </p:cNvPr>
          <p:cNvGrpSpPr/>
          <p:nvPr/>
        </p:nvGrpSpPr>
        <p:grpSpPr>
          <a:xfrm>
            <a:off x="8623968" y="4347824"/>
            <a:ext cx="306000" cy="1018800"/>
            <a:chOff x="8623968" y="4347824"/>
            <a:chExt cx="306000" cy="101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EAC69760-582C-6C54-4B93-B0300C87C63A}"/>
                    </a:ext>
                  </a:extLst>
                </p14:cNvPr>
                <p14:cNvContentPartPr/>
                <p14:nvPr/>
              </p14:nvContentPartPr>
              <p14:xfrm>
                <a:off x="8662128" y="5030024"/>
                <a:ext cx="177120" cy="25092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EAC69760-582C-6C54-4B93-B0300C87C63A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8653128" y="5021384"/>
                  <a:ext cx="1947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E0F6872A-B35D-8E63-4396-172448BC4DE8}"/>
                    </a:ext>
                  </a:extLst>
                </p14:cNvPr>
                <p14:cNvContentPartPr/>
                <p14:nvPr/>
              </p14:nvContentPartPr>
              <p14:xfrm>
                <a:off x="8702448" y="4637264"/>
                <a:ext cx="123840" cy="1425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E0F6872A-B35D-8E63-4396-172448BC4DE8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8693808" y="4628264"/>
                  <a:ext cx="141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4C9A891D-1217-C09B-8BEF-BE2C429BACC1}"/>
                    </a:ext>
                  </a:extLst>
                </p14:cNvPr>
                <p14:cNvContentPartPr/>
                <p14:nvPr/>
              </p14:nvContentPartPr>
              <p14:xfrm>
                <a:off x="8700648" y="4358984"/>
                <a:ext cx="148680" cy="21528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4C9A891D-1217-C09B-8BEF-BE2C429BACC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8691648" y="4350344"/>
                  <a:ext cx="1663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B4792B2D-A4AE-3B85-E283-DD220207AF18}"/>
                    </a:ext>
                  </a:extLst>
                </p14:cNvPr>
                <p14:cNvContentPartPr/>
                <p14:nvPr/>
              </p14:nvContentPartPr>
              <p14:xfrm>
                <a:off x="8623968" y="4347824"/>
                <a:ext cx="306000" cy="101880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B4792B2D-A4AE-3B85-E283-DD220207AF18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8615328" y="4339184"/>
                  <a:ext cx="323640" cy="10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823E4AF1-C013-B796-24A8-D39AF886000A}"/>
              </a:ext>
            </a:extLst>
          </p:cNvPr>
          <p:cNvGrpSpPr/>
          <p:nvPr/>
        </p:nvGrpSpPr>
        <p:grpSpPr>
          <a:xfrm>
            <a:off x="6104688" y="6056744"/>
            <a:ext cx="491040" cy="676800"/>
            <a:chOff x="6104688" y="6056744"/>
            <a:chExt cx="491040" cy="67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0156D480-4488-7F26-D8BD-C7A1AA7597F7}"/>
                    </a:ext>
                  </a:extLst>
                </p14:cNvPr>
                <p14:cNvContentPartPr/>
                <p14:nvPr/>
              </p14:nvContentPartPr>
              <p14:xfrm>
                <a:off x="6104688" y="6396944"/>
                <a:ext cx="491040" cy="33660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0156D480-4488-7F26-D8BD-C7A1AA7597F7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6095688" y="6388304"/>
                  <a:ext cx="5086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F06CD43A-2887-13D5-3BC0-C05AE9FAB77B}"/>
                    </a:ext>
                  </a:extLst>
                </p14:cNvPr>
                <p14:cNvContentPartPr/>
                <p14:nvPr/>
              </p14:nvContentPartPr>
              <p14:xfrm>
                <a:off x="6292248" y="6056744"/>
                <a:ext cx="75600" cy="10548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F06CD43A-2887-13D5-3BC0-C05AE9FAB77B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6283248" y="6047744"/>
                  <a:ext cx="932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DBC567BF-9603-3AEA-8A74-88BF5A25401B}"/>
                    </a:ext>
                  </a:extLst>
                </p14:cNvPr>
                <p14:cNvContentPartPr/>
                <p14:nvPr/>
              </p14:nvContentPartPr>
              <p14:xfrm>
                <a:off x="6288648" y="6227384"/>
                <a:ext cx="73440" cy="12780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DBC567BF-9603-3AEA-8A74-88BF5A25401B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6280008" y="6218384"/>
                  <a:ext cx="910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EA7E8567-D295-C249-5171-27E35930E55E}"/>
                    </a:ext>
                  </a:extLst>
                </p14:cNvPr>
                <p14:cNvContentPartPr/>
                <p14:nvPr/>
              </p14:nvContentPartPr>
              <p14:xfrm>
                <a:off x="6326088" y="6495584"/>
                <a:ext cx="57600" cy="9972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EA7E8567-D295-C249-5171-27E35930E55E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6317448" y="6486584"/>
                  <a:ext cx="752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A509B92F-E17F-8CFD-AFB0-F7CBCA6C849E}"/>
                    </a:ext>
                  </a:extLst>
                </p14:cNvPr>
                <p14:cNvContentPartPr/>
                <p14:nvPr/>
              </p14:nvContentPartPr>
              <p14:xfrm>
                <a:off x="6343368" y="6619784"/>
                <a:ext cx="51480" cy="8172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A509B92F-E17F-8CFD-AFB0-F7CBCA6C849E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6334368" y="6611144"/>
                  <a:ext cx="6912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6F0E65D2-BC3C-3672-8A99-939924E836DA}"/>
              </a:ext>
            </a:extLst>
          </p:cNvPr>
          <p:cNvGrpSpPr/>
          <p:nvPr/>
        </p:nvGrpSpPr>
        <p:grpSpPr>
          <a:xfrm>
            <a:off x="5554968" y="6088784"/>
            <a:ext cx="330120" cy="219960"/>
            <a:chOff x="5554968" y="6088784"/>
            <a:chExt cx="330120" cy="21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233A6CB5-D6AE-72D5-EC8A-744D130A0158}"/>
                    </a:ext>
                  </a:extLst>
                </p14:cNvPr>
                <p14:cNvContentPartPr/>
                <p14:nvPr/>
              </p14:nvContentPartPr>
              <p14:xfrm>
                <a:off x="5554968" y="6141344"/>
                <a:ext cx="7560" cy="16740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233A6CB5-D6AE-72D5-EC8A-744D130A0158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5546328" y="6132704"/>
                  <a:ext cx="252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D6D553CC-3722-37F5-6248-261EDC855B0A}"/>
                    </a:ext>
                  </a:extLst>
                </p14:cNvPr>
                <p14:cNvContentPartPr/>
                <p14:nvPr/>
              </p14:nvContentPartPr>
              <p14:xfrm>
                <a:off x="5601048" y="6189584"/>
                <a:ext cx="141120" cy="11556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D6D553CC-3722-37F5-6248-261EDC855B0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5592408" y="6180944"/>
                  <a:ext cx="158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543F691B-707C-850A-468D-65DAF4FD086F}"/>
                    </a:ext>
                  </a:extLst>
                </p14:cNvPr>
                <p14:cNvContentPartPr/>
                <p14:nvPr/>
              </p14:nvContentPartPr>
              <p14:xfrm>
                <a:off x="5743248" y="6088784"/>
                <a:ext cx="141840" cy="21492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543F691B-707C-850A-468D-65DAF4FD086F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5734248" y="6080144"/>
                  <a:ext cx="15948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BC09F5D5-95EB-CAF9-75ED-43C7A70170E5}"/>
              </a:ext>
            </a:extLst>
          </p:cNvPr>
          <p:cNvGrpSpPr/>
          <p:nvPr/>
        </p:nvGrpSpPr>
        <p:grpSpPr>
          <a:xfrm>
            <a:off x="5579448" y="6484424"/>
            <a:ext cx="326160" cy="248760"/>
            <a:chOff x="5579448" y="6484424"/>
            <a:chExt cx="326160" cy="24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3C1F789B-EE83-C1E9-D860-C11E3744C191}"/>
                    </a:ext>
                  </a:extLst>
                </p14:cNvPr>
                <p14:cNvContentPartPr/>
                <p14:nvPr/>
              </p14:nvContentPartPr>
              <p14:xfrm>
                <a:off x="5579448" y="6597464"/>
                <a:ext cx="20160" cy="13104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3C1F789B-EE83-C1E9-D860-C11E3744C191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5570808" y="6588824"/>
                  <a:ext cx="378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4781E7BD-A6C6-6D90-6019-0F8ECB630E5F}"/>
                    </a:ext>
                  </a:extLst>
                </p14:cNvPr>
                <p14:cNvContentPartPr/>
                <p14:nvPr/>
              </p14:nvContentPartPr>
              <p14:xfrm>
                <a:off x="5667288" y="6623024"/>
                <a:ext cx="69120" cy="1101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4781E7BD-A6C6-6D90-6019-0F8ECB630E5F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5658288" y="6614384"/>
                  <a:ext cx="867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A4D7B92A-7140-5EE0-8723-6258DCA11345}"/>
                    </a:ext>
                  </a:extLst>
                </p14:cNvPr>
                <p14:cNvContentPartPr/>
                <p14:nvPr/>
              </p14:nvContentPartPr>
              <p14:xfrm>
                <a:off x="5764128" y="6484424"/>
                <a:ext cx="141480" cy="24372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A4D7B92A-7140-5EE0-8723-6258DCA11345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5755128" y="6475424"/>
                  <a:ext cx="159120" cy="26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79151357-A1DD-52FC-B206-F1ED94DB87E6}"/>
              </a:ext>
            </a:extLst>
          </p:cNvPr>
          <p:cNvGrpSpPr/>
          <p:nvPr/>
        </p:nvGrpSpPr>
        <p:grpSpPr>
          <a:xfrm>
            <a:off x="9232368" y="3518384"/>
            <a:ext cx="1172160" cy="378360"/>
            <a:chOff x="9232368" y="3518384"/>
            <a:chExt cx="1172160" cy="37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147E4195-86D9-F3E8-4D99-543693EAE650}"/>
                    </a:ext>
                  </a:extLst>
                </p14:cNvPr>
                <p14:cNvContentPartPr/>
                <p14:nvPr/>
              </p14:nvContentPartPr>
              <p14:xfrm>
                <a:off x="9232368" y="3528824"/>
                <a:ext cx="119520" cy="1904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147E4195-86D9-F3E8-4D99-543693EAE650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223368" y="3520184"/>
                  <a:ext cx="1371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CF60C5C8-D494-C62B-A7F0-3AC1F7E384B3}"/>
                    </a:ext>
                  </a:extLst>
                </p14:cNvPr>
                <p14:cNvContentPartPr/>
                <p14:nvPr/>
              </p14:nvContentPartPr>
              <p14:xfrm>
                <a:off x="9382128" y="3536744"/>
                <a:ext cx="129600" cy="18360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CF60C5C8-D494-C62B-A7F0-3AC1F7E384B3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9373128" y="3528104"/>
                  <a:ext cx="1472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7FC511F4-8092-2CEB-C8DF-1EB8A4A5E124}"/>
                    </a:ext>
                  </a:extLst>
                </p14:cNvPr>
                <p14:cNvContentPartPr/>
                <p14:nvPr/>
              </p14:nvContentPartPr>
              <p14:xfrm>
                <a:off x="9451968" y="3543584"/>
                <a:ext cx="185040" cy="35316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7FC511F4-8092-2CEB-C8DF-1EB8A4A5E124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9442968" y="3534944"/>
                  <a:ext cx="20268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08F5BC9F-7D32-6B59-B74F-539F020B46D0}"/>
                    </a:ext>
                  </a:extLst>
                </p14:cNvPr>
                <p14:cNvContentPartPr/>
                <p14:nvPr/>
              </p14:nvContentPartPr>
              <p14:xfrm>
                <a:off x="9651768" y="3572024"/>
                <a:ext cx="157680" cy="14832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08F5BC9F-7D32-6B59-B74F-539F020B46D0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642768" y="3563024"/>
                  <a:ext cx="175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5482545F-2B42-2D3F-5BE5-D9B7AC6FA810}"/>
                    </a:ext>
                  </a:extLst>
                </p14:cNvPr>
                <p14:cNvContentPartPr/>
                <p14:nvPr/>
              </p14:nvContentPartPr>
              <p14:xfrm>
                <a:off x="9853008" y="3518384"/>
                <a:ext cx="39600" cy="20016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5482545F-2B42-2D3F-5BE5-D9B7AC6FA810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9844008" y="3509744"/>
                  <a:ext cx="572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4A319E29-6625-4AD0-2C99-49131DA75870}"/>
                    </a:ext>
                  </a:extLst>
                </p14:cNvPr>
                <p14:cNvContentPartPr/>
                <p14:nvPr/>
              </p14:nvContentPartPr>
              <p14:xfrm>
                <a:off x="9814128" y="3618824"/>
                <a:ext cx="146520" cy="2016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4A319E29-6625-4AD0-2C99-49131DA75870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9805488" y="3609824"/>
                  <a:ext cx="1641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387104F2-2A63-58D9-0346-DFF3898556AB}"/>
                    </a:ext>
                  </a:extLst>
                </p14:cNvPr>
                <p14:cNvContentPartPr/>
                <p14:nvPr/>
              </p14:nvContentPartPr>
              <p14:xfrm>
                <a:off x="9958848" y="3629624"/>
                <a:ext cx="30600" cy="9756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387104F2-2A63-58D9-0346-DFF3898556AB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9950208" y="3620984"/>
                  <a:ext cx="482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BBB79C0E-F6F1-1FC7-AE8A-AA69332EF1D3}"/>
                    </a:ext>
                  </a:extLst>
                </p14:cNvPr>
                <p14:cNvContentPartPr/>
                <p14:nvPr/>
              </p14:nvContentPartPr>
              <p14:xfrm>
                <a:off x="10012848" y="3522704"/>
                <a:ext cx="5400" cy="8136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BBB79C0E-F6F1-1FC7-AE8A-AA69332EF1D3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0003848" y="3514064"/>
                  <a:ext cx="23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112BCF90-C832-0D02-BF47-3AB132B00A3F}"/>
                    </a:ext>
                  </a:extLst>
                </p14:cNvPr>
                <p14:cNvContentPartPr/>
                <p14:nvPr/>
              </p14:nvContentPartPr>
              <p14:xfrm>
                <a:off x="10076208" y="3582104"/>
                <a:ext cx="100440" cy="15588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112BCF90-C832-0D02-BF47-3AB132B00A3F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0067568" y="3573104"/>
                  <a:ext cx="1180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D2358AC3-CF07-5620-3002-4DD10371AD41}"/>
                    </a:ext>
                  </a:extLst>
                </p14:cNvPr>
                <p14:cNvContentPartPr/>
                <p14:nvPr/>
              </p14:nvContentPartPr>
              <p14:xfrm>
                <a:off x="10204728" y="3564824"/>
                <a:ext cx="199800" cy="21636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D2358AC3-CF07-5620-3002-4DD10371AD41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0196088" y="3556184"/>
                  <a:ext cx="217440" cy="23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0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D9544D22-79B3-2445-411B-6CB11D9DDED0}"/>
                  </a:ext>
                </a:extLst>
              </p14:cNvPr>
              <p14:cNvContentPartPr/>
              <p14:nvPr/>
            </p14:nvContentPartPr>
            <p14:xfrm>
              <a:off x="9210768" y="4371944"/>
              <a:ext cx="8280" cy="12132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D9544D22-79B3-2445-411B-6CB11D9DDED0}"/>
                  </a:ext>
                </a:extLst>
              </p:cNvPr>
              <p:cNvPicPr/>
              <p:nvPr/>
            </p:nvPicPr>
            <p:blipFill>
              <a:blip r:embed="rId581"/>
              <a:stretch>
                <a:fillRect/>
              </a:stretch>
            </p:blipFill>
            <p:spPr>
              <a:xfrm>
                <a:off x="9201768" y="4363304"/>
                <a:ext cx="25920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9" name="Group 378">
            <a:extLst>
              <a:ext uri="{FF2B5EF4-FFF2-40B4-BE49-F238E27FC236}">
                <a16:creationId xmlns:a16="http://schemas.microsoft.com/office/drawing/2014/main" id="{F14E519B-6158-5929-272E-6FDC5468B1A5}"/>
              </a:ext>
            </a:extLst>
          </p:cNvPr>
          <p:cNvGrpSpPr/>
          <p:nvPr/>
        </p:nvGrpSpPr>
        <p:grpSpPr>
          <a:xfrm>
            <a:off x="9112488" y="4626824"/>
            <a:ext cx="144000" cy="661680"/>
            <a:chOff x="9112488" y="4626824"/>
            <a:chExt cx="144000" cy="66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BF169FD4-1A01-A039-FF66-45E8AFDE30DA}"/>
                    </a:ext>
                  </a:extLst>
                </p14:cNvPr>
                <p14:cNvContentPartPr/>
                <p14:nvPr/>
              </p14:nvContentPartPr>
              <p14:xfrm>
                <a:off x="9138768" y="4626824"/>
                <a:ext cx="115200" cy="13428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BF169FD4-1A01-A039-FF66-45E8AFDE30DA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9129768" y="4618184"/>
                  <a:ext cx="1328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5E96E92F-3CAF-B7C2-3F55-15C12D83BC69}"/>
                    </a:ext>
                  </a:extLst>
                </p14:cNvPr>
                <p14:cNvContentPartPr/>
                <p14:nvPr/>
              </p14:nvContentPartPr>
              <p14:xfrm>
                <a:off x="9120768" y="4853624"/>
                <a:ext cx="129240" cy="17244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5E96E92F-3CAF-B7C2-3F55-15C12D83BC69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9112128" y="4844624"/>
                  <a:ext cx="1468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43F04E32-64F8-A293-4700-57790BC9BF20}"/>
                    </a:ext>
                  </a:extLst>
                </p14:cNvPr>
                <p14:cNvContentPartPr/>
                <p14:nvPr/>
              </p14:nvContentPartPr>
              <p14:xfrm>
                <a:off x="9112488" y="5115344"/>
                <a:ext cx="144000" cy="17316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43F04E32-64F8-A293-4700-57790BC9BF20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9103488" y="5106344"/>
                  <a:ext cx="16164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9ECCBBF9-C3A1-F5FF-2612-EA1F4C745FE4}"/>
              </a:ext>
            </a:extLst>
          </p:cNvPr>
          <p:cNvGrpSpPr/>
          <p:nvPr/>
        </p:nvGrpSpPr>
        <p:grpSpPr>
          <a:xfrm>
            <a:off x="2622408" y="4729424"/>
            <a:ext cx="199080" cy="352800"/>
            <a:chOff x="2622408" y="4729424"/>
            <a:chExt cx="199080" cy="35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86E9E326-FC6A-9FF0-14CF-48673775720C}"/>
                    </a:ext>
                  </a:extLst>
                </p14:cNvPr>
                <p14:cNvContentPartPr/>
                <p14:nvPr/>
              </p14:nvContentPartPr>
              <p14:xfrm>
                <a:off x="2622408" y="4828784"/>
                <a:ext cx="199080" cy="8064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86E9E326-FC6A-9FF0-14CF-48673775720C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2613408" y="4820144"/>
                  <a:ext cx="2167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DA891653-14CB-9A5A-DDEF-F32BC7A3E6AE}"/>
                    </a:ext>
                  </a:extLst>
                </p14:cNvPr>
                <p14:cNvContentPartPr/>
                <p14:nvPr/>
              </p14:nvContentPartPr>
              <p14:xfrm>
                <a:off x="2727888" y="4729424"/>
                <a:ext cx="32040" cy="35280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DA891653-14CB-9A5A-DDEF-F32BC7A3E6AE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2718888" y="4720424"/>
                  <a:ext cx="49680" cy="37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393D8239-B47C-ACCD-8501-6532341F9E6B}"/>
              </a:ext>
            </a:extLst>
          </p:cNvPr>
          <p:cNvGrpSpPr/>
          <p:nvPr/>
        </p:nvGrpSpPr>
        <p:grpSpPr>
          <a:xfrm>
            <a:off x="6854928" y="3948224"/>
            <a:ext cx="268920" cy="382680"/>
            <a:chOff x="6854928" y="3948224"/>
            <a:chExt cx="268920" cy="38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76B75EDD-97BF-55A1-C51D-F4DD7FE70F67}"/>
                    </a:ext>
                  </a:extLst>
                </p14:cNvPr>
                <p14:cNvContentPartPr/>
                <p14:nvPr/>
              </p14:nvContentPartPr>
              <p14:xfrm>
                <a:off x="6854928" y="4101584"/>
                <a:ext cx="196920" cy="22932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76B75EDD-97BF-55A1-C51D-F4DD7FE70F67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6845928" y="4092944"/>
                  <a:ext cx="2145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2449988C-E11B-F943-4409-8EE0171F5A1F}"/>
                    </a:ext>
                  </a:extLst>
                </p14:cNvPr>
                <p14:cNvContentPartPr/>
                <p14:nvPr/>
              </p14:nvContentPartPr>
              <p14:xfrm>
                <a:off x="6883008" y="3948224"/>
                <a:ext cx="240840" cy="9036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2449988C-E11B-F943-4409-8EE0171F5A1F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6874368" y="3939224"/>
                  <a:ext cx="25848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7069FFD2-0A39-9CEC-7C55-1A71A30AC886}"/>
              </a:ext>
            </a:extLst>
          </p:cNvPr>
          <p:cNvGrpSpPr/>
          <p:nvPr/>
        </p:nvGrpSpPr>
        <p:grpSpPr>
          <a:xfrm>
            <a:off x="1684248" y="6506744"/>
            <a:ext cx="378360" cy="313200"/>
            <a:chOff x="1684248" y="6506744"/>
            <a:chExt cx="378360" cy="31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0EBCFA00-86ED-C951-7A32-DCDF881B8BDC}"/>
                    </a:ext>
                  </a:extLst>
                </p14:cNvPr>
                <p14:cNvContentPartPr/>
                <p14:nvPr/>
              </p14:nvContentPartPr>
              <p14:xfrm>
                <a:off x="1702608" y="6562544"/>
                <a:ext cx="232920" cy="21888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0EBCFA00-86ED-C951-7A32-DCDF881B8BDC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693608" y="6553544"/>
                  <a:ext cx="2505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C6CD870F-8961-D90A-0F7A-AA7BF18E01F1}"/>
                    </a:ext>
                  </a:extLst>
                </p14:cNvPr>
                <p14:cNvContentPartPr/>
                <p14:nvPr/>
              </p14:nvContentPartPr>
              <p14:xfrm>
                <a:off x="1684248" y="6506744"/>
                <a:ext cx="305280" cy="12060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C6CD870F-8961-D90A-0F7A-AA7BF18E01F1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675248" y="6498104"/>
                  <a:ext cx="3229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E9B12A2C-4DF8-8F24-8F4E-D64A317AEE8C}"/>
                    </a:ext>
                  </a:extLst>
                </p14:cNvPr>
                <p14:cNvContentPartPr/>
                <p14:nvPr/>
              </p14:nvContentPartPr>
              <p14:xfrm>
                <a:off x="1965408" y="6638864"/>
                <a:ext cx="97200" cy="18108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E9B12A2C-4DF8-8F24-8F4E-D64A317AEE8C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956768" y="6630224"/>
                  <a:ext cx="11484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D2C9C773-2855-B13C-BC5E-53282735D1CC}"/>
              </a:ext>
            </a:extLst>
          </p:cNvPr>
          <p:cNvGrpSpPr/>
          <p:nvPr/>
        </p:nvGrpSpPr>
        <p:grpSpPr>
          <a:xfrm>
            <a:off x="3468408" y="6449864"/>
            <a:ext cx="364320" cy="373680"/>
            <a:chOff x="3468408" y="6449864"/>
            <a:chExt cx="36432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8082974B-D52D-A3A3-17DE-493691D4E634}"/>
                    </a:ext>
                  </a:extLst>
                </p14:cNvPr>
                <p14:cNvContentPartPr/>
                <p14:nvPr/>
              </p14:nvContentPartPr>
              <p14:xfrm>
                <a:off x="3501888" y="6537344"/>
                <a:ext cx="184320" cy="22752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8082974B-D52D-A3A3-17DE-493691D4E634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3492888" y="6528704"/>
                  <a:ext cx="2019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34D51FD7-2F6C-3189-CC00-567CC0B7AD5D}"/>
                    </a:ext>
                  </a:extLst>
                </p14:cNvPr>
                <p14:cNvContentPartPr/>
                <p14:nvPr/>
              </p14:nvContentPartPr>
              <p14:xfrm>
                <a:off x="3468408" y="6449864"/>
                <a:ext cx="315000" cy="13392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34D51FD7-2F6C-3189-CC00-567CC0B7AD5D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3459408" y="6441224"/>
                  <a:ext cx="3326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BD6F8805-BE6D-1B9B-87FB-BC32B39B7321}"/>
                    </a:ext>
                  </a:extLst>
                </p14:cNvPr>
                <p14:cNvContentPartPr/>
                <p14:nvPr/>
              </p14:nvContentPartPr>
              <p14:xfrm>
                <a:off x="3707088" y="6658304"/>
                <a:ext cx="125640" cy="16524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BD6F8805-BE6D-1B9B-87FB-BC32B39B7321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3698448" y="6649664"/>
                  <a:ext cx="143280" cy="182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04050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Implementing Deep Learning Methods and Feature Engineering for Text Data:  The Skip-gram Model - KDnuggets">
            <a:extLst>
              <a:ext uri="{FF2B5EF4-FFF2-40B4-BE49-F238E27FC236}">
                <a16:creationId xmlns:a16="http://schemas.microsoft.com/office/drawing/2014/main" id="{AD7D2C67-5B34-049F-34B2-1FDFA25DC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840" y="58585"/>
            <a:ext cx="6035496" cy="6492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6910E62-EA90-331E-A82E-4B6A49295910}"/>
              </a:ext>
            </a:extLst>
          </p:cNvPr>
          <p:cNvGrpSpPr/>
          <p:nvPr/>
        </p:nvGrpSpPr>
        <p:grpSpPr>
          <a:xfrm>
            <a:off x="2208768" y="1630184"/>
            <a:ext cx="292320" cy="357840"/>
            <a:chOff x="2208768" y="1630184"/>
            <a:chExt cx="292320" cy="35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FBE9531-FA93-239E-8FC2-05A2524D70C5}"/>
                    </a:ext>
                  </a:extLst>
                </p14:cNvPr>
                <p14:cNvContentPartPr/>
                <p14:nvPr/>
              </p14:nvContentPartPr>
              <p14:xfrm>
                <a:off x="2208768" y="1729184"/>
                <a:ext cx="279720" cy="258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FBE9531-FA93-239E-8FC2-05A2524D70C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99768" y="1720544"/>
                  <a:ext cx="2973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9257E39-672D-AA2A-9C37-A3F44392F1FA}"/>
                    </a:ext>
                  </a:extLst>
                </p14:cNvPr>
                <p14:cNvContentPartPr/>
                <p14:nvPr/>
              </p14:nvContentPartPr>
              <p14:xfrm>
                <a:off x="2216688" y="1630184"/>
                <a:ext cx="284400" cy="89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9257E39-672D-AA2A-9C37-A3F44392F1F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208048" y="1621544"/>
                  <a:ext cx="30204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FB0A08C-F510-1DC2-F4E3-BB4637BBF4BA}"/>
              </a:ext>
            </a:extLst>
          </p:cNvPr>
          <p:cNvGrpSpPr/>
          <p:nvPr/>
        </p:nvGrpSpPr>
        <p:grpSpPr>
          <a:xfrm>
            <a:off x="9000888" y="1519664"/>
            <a:ext cx="362160" cy="391680"/>
            <a:chOff x="9000888" y="1519664"/>
            <a:chExt cx="362160" cy="39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3EDCD7F-03E0-DF00-E150-B6D226EFB11C}"/>
                    </a:ext>
                  </a:extLst>
                </p14:cNvPr>
                <p14:cNvContentPartPr/>
                <p14:nvPr/>
              </p14:nvContentPartPr>
              <p14:xfrm>
                <a:off x="9000888" y="1688864"/>
                <a:ext cx="267840" cy="222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3EDCD7F-03E0-DF00-E150-B6D226EFB11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992248" y="1679864"/>
                  <a:ext cx="2854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4E82E90-CA58-6E9E-0046-5A3E66FEE695}"/>
                    </a:ext>
                  </a:extLst>
                </p14:cNvPr>
                <p14:cNvContentPartPr/>
                <p14:nvPr/>
              </p14:nvContentPartPr>
              <p14:xfrm>
                <a:off x="9063888" y="1519664"/>
                <a:ext cx="299160" cy="84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4E82E90-CA58-6E9E-0046-5A3E66FEE69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55248" y="1511024"/>
                  <a:ext cx="31680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CFFCEF1-D638-1113-91AA-C07AF857B772}"/>
              </a:ext>
            </a:extLst>
          </p:cNvPr>
          <p:cNvGrpSpPr/>
          <p:nvPr/>
        </p:nvGrpSpPr>
        <p:grpSpPr>
          <a:xfrm>
            <a:off x="9665088" y="1862024"/>
            <a:ext cx="1564920" cy="396720"/>
            <a:chOff x="9665088" y="1862024"/>
            <a:chExt cx="1564920" cy="39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F7B4049-05BC-2AB5-1BDE-B60066DC469F}"/>
                    </a:ext>
                  </a:extLst>
                </p14:cNvPr>
                <p14:cNvContentPartPr/>
                <p14:nvPr/>
              </p14:nvContentPartPr>
              <p14:xfrm>
                <a:off x="10468608" y="1926104"/>
                <a:ext cx="166680" cy="213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F7B4049-05BC-2AB5-1BDE-B60066DC469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459968" y="1917104"/>
                  <a:ext cx="1843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B1A5FFD-5112-C42B-C2E6-5ED16E0D1FC4}"/>
                    </a:ext>
                  </a:extLst>
                </p14:cNvPr>
                <p14:cNvContentPartPr/>
                <p14:nvPr/>
              </p14:nvContentPartPr>
              <p14:xfrm>
                <a:off x="10478328" y="1947704"/>
                <a:ext cx="128520" cy="195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B1A5FFD-5112-C42B-C2E6-5ED16E0D1FC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469328" y="1939064"/>
                  <a:ext cx="1461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0614754-35E3-FC91-FC48-2C688DBF8C07}"/>
                    </a:ext>
                  </a:extLst>
                </p14:cNvPr>
                <p14:cNvContentPartPr/>
                <p14:nvPr/>
              </p14:nvContentPartPr>
              <p14:xfrm>
                <a:off x="10762728" y="1946264"/>
                <a:ext cx="39600" cy="164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0614754-35E3-FC91-FC48-2C688DBF8C0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754088" y="1937264"/>
                  <a:ext cx="572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14DA163-8F54-DD6F-A746-5BC39106BB77}"/>
                    </a:ext>
                  </a:extLst>
                </p14:cNvPr>
                <p14:cNvContentPartPr/>
                <p14:nvPr/>
              </p14:nvContentPartPr>
              <p14:xfrm>
                <a:off x="10817448" y="1914944"/>
                <a:ext cx="412560" cy="343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14DA163-8F54-DD6F-A746-5BC39106BB7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808448" y="1906304"/>
                  <a:ext cx="4302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7263EE9-C301-7ADA-16B7-435F347FDEE0}"/>
                    </a:ext>
                  </a:extLst>
                </p14:cNvPr>
                <p14:cNvContentPartPr/>
                <p14:nvPr/>
              </p14:nvContentPartPr>
              <p14:xfrm>
                <a:off x="9665088" y="1890464"/>
                <a:ext cx="265320" cy="195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7263EE9-C301-7ADA-16B7-435F347FDEE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656088" y="1881824"/>
                  <a:ext cx="2829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90F9A62-8C18-6FCE-D388-CEDEB78B5CCD}"/>
                    </a:ext>
                  </a:extLst>
                </p14:cNvPr>
                <p14:cNvContentPartPr/>
                <p14:nvPr/>
              </p14:nvContentPartPr>
              <p14:xfrm>
                <a:off x="9811608" y="1963544"/>
                <a:ext cx="57960" cy="178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90F9A62-8C18-6FCE-D388-CEDEB78B5CC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802608" y="1954904"/>
                  <a:ext cx="756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DDCE58C-D718-C8FD-CA19-7D01C30914B3}"/>
                    </a:ext>
                  </a:extLst>
                </p14:cNvPr>
                <p14:cNvContentPartPr/>
                <p14:nvPr/>
              </p14:nvContentPartPr>
              <p14:xfrm>
                <a:off x="9961368" y="1966784"/>
                <a:ext cx="88920" cy="128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DDCE58C-D718-C8FD-CA19-7D01C30914B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952368" y="1958144"/>
                  <a:ext cx="106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E2883D8-AA8A-8359-BBFD-9211E4DE7002}"/>
                    </a:ext>
                  </a:extLst>
                </p14:cNvPr>
                <p14:cNvContentPartPr/>
                <p14:nvPr/>
              </p14:nvContentPartPr>
              <p14:xfrm>
                <a:off x="10078368" y="1862024"/>
                <a:ext cx="67320" cy="289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E2883D8-AA8A-8359-BBFD-9211E4DE700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069728" y="1853384"/>
                  <a:ext cx="849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45CF8F0-58B6-7BB3-A50A-E45458ABE9C4}"/>
                    </a:ext>
                  </a:extLst>
                </p14:cNvPr>
                <p14:cNvContentPartPr/>
                <p14:nvPr/>
              </p14:nvContentPartPr>
              <p14:xfrm>
                <a:off x="10137048" y="1965344"/>
                <a:ext cx="170640" cy="197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45CF8F0-58B6-7BB3-A50A-E45458ABE9C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128408" y="1956704"/>
                  <a:ext cx="188280" cy="214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14318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4AEE-FFAB-1653-D724-904AFD277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4b word2vec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B38A6-0B44-58EB-2606-D547C3376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Cosine similarity </a:t>
            </a:r>
          </a:p>
          <a:p>
            <a:r>
              <a:rPr lang="en-US" dirty="0">
                <a:hlinkClick r:id="rId2"/>
              </a:rPr>
              <a:t>https://projector.tensorflow.org/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73808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E19AB-5876-8F70-A418-F585099B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182BD-0353-A87F-F12F-0C593871A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Rule-based</a:t>
            </a:r>
          </a:p>
          <a:p>
            <a:pPr lvl="1"/>
            <a:r>
              <a:rPr lang="en-US" dirty="0"/>
              <a:t>“Good, great, awesome, extraordinary”-&gt; positive</a:t>
            </a:r>
          </a:p>
          <a:p>
            <a:pPr lvl="1"/>
            <a:r>
              <a:rPr lang="en-US" dirty="0"/>
              <a:t>“casino, weed, loss” -&gt; negative</a:t>
            </a:r>
          </a:p>
          <a:p>
            <a:r>
              <a:rPr lang="en-US" dirty="0"/>
              <a:t>Bayesian</a:t>
            </a:r>
          </a:p>
          <a:p>
            <a:r>
              <a:rPr lang="en-US" dirty="0"/>
              <a:t>Logistic </a:t>
            </a:r>
          </a:p>
          <a:p>
            <a:r>
              <a:rPr lang="en-US" dirty="0"/>
              <a:t>Support vector machine</a:t>
            </a:r>
          </a:p>
          <a:p>
            <a:r>
              <a:rPr lang="en-US" dirty="0"/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755398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02368" y="380079"/>
          <a:ext cx="10600875" cy="2087880"/>
        </p:xfrm>
        <a:graphic>
          <a:graphicData uri="http://schemas.openxmlformats.org/drawingml/2006/table">
            <a:tbl>
              <a:tblPr/>
              <a:tblGrid>
                <a:gridCol w="3533625">
                  <a:extLst>
                    <a:ext uri="{9D8B030D-6E8A-4147-A177-3AD203B41FA5}">
                      <a16:colId xmlns:a16="http://schemas.microsoft.com/office/drawing/2014/main" val="785919887"/>
                    </a:ext>
                  </a:extLst>
                </a:gridCol>
                <a:gridCol w="3533625">
                  <a:extLst>
                    <a:ext uri="{9D8B030D-6E8A-4147-A177-3AD203B41FA5}">
                      <a16:colId xmlns:a16="http://schemas.microsoft.com/office/drawing/2014/main" val="2256127843"/>
                    </a:ext>
                  </a:extLst>
                </a:gridCol>
                <a:gridCol w="3533625">
                  <a:extLst>
                    <a:ext uri="{9D8B030D-6E8A-4147-A177-3AD203B41FA5}">
                      <a16:colId xmlns:a16="http://schemas.microsoft.com/office/drawing/2014/main" val="34423683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Prediction\Ground Truth</a:t>
                      </a:r>
                      <a:endParaRPr lang="en-US" sz="440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Positive</a:t>
                      </a:r>
                      <a:endParaRPr lang="en-US" sz="440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Negative </a:t>
                      </a:r>
                      <a:endParaRPr lang="en-US" sz="440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5701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Positive</a:t>
                      </a:r>
                      <a:endParaRPr lang="en-US" sz="4400" dirty="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TP</a:t>
                      </a:r>
                      <a:endParaRPr lang="en-US" sz="4400" dirty="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FP</a:t>
                      </a:r>
                      <a:endParaRPr lang="en-US" sz="440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Negative </a:t>
                      </a:r>
                      <a:endParaRPr lang="en-US" sz="440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FN</a:t>
                      </a:r>
                      <a:endParaRPr lang="en-US" sz="4400" dirty="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TN</a:t>
                      </a:r>
                      <a:endParaRPr lang="en-US" sz="4400" dirty="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12539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712848" y="2864428"/>
            <a:ext cx="23029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54102" y="2741027"/>
                <a:ext cx="5937236" cy="42463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𝑎𝑐𝑐𝑢𝑟𝑎𝑐𝑦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𝑝𝑟𝑒𝑐𝑖𝑠𝑖𝑜𝑛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𝑟𝑒𝑐𝑎𝑙𝑙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50000"/>
                  </a:lnSpc>
                </a:pPr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102" y="2741027"/>
                <a:ext cx="5937236" cy="42463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29518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1195-AC7D-A3F6-DB4E-FB3AA2439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4b text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887BF-4F00-42B3-51B3-AB775C83A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whole document is vectorized as one vector</a:t>
            </a:r>
          </a:p>
          <a:p>
            <a:r>
              <a:rPr lang="en-US" dirty="0"/>
              <a:t>How many parameters in the model?</a:t>
            </a:r>
          </a:p>
          <a:p>
            <a:r>
              <a:rPr lang="en-US" dirty="0"/>
              <a:t>FIXME</a:t>
            </a:r>
          </a:p>
        </p:txBody>
      </p:sp>
    </p:spTree>
    <p:extLst>
      <p:ext uri="{BB962C8B-B14F-4D97-AF65-F5344CB8AC3E}">
        <p14:creationId xmlns:p14="http://schemas.microsoft.com/office/powerpoint/2010/main" val="9505400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D6ED5-BAE6-0681-AD1B-6D86F6D53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46DFD-E4AC-AB36-011E-3ED028A6D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GPT: Generative Pre-trained Transformer</a:t>
            </a:r>
          </a:p>
          <a:p>
            <a:r>
              <a:rPr lang="en-US" dirty="0"/>
              <a:t>Vision Transformer: DETR</a:t>
            </a:r>
          </a:p>
          <a:p>
            <a:r>
              <a:rPr lang="en-US" dirty="0"/>
              <a:t>Attention mechanism</a:t>
            </a:r>
          </a:p>
          <a:p>
            <a:endParaRPr lang="en-US" dirty="0"/>
          </a:p>
        </p:txBody>
      </p:sp>
      <p:pic>
        <p:nvPicPr>
          <p:cNvPr id="1026" name="Picture 2" descr="62,500+ Transformer Stock Photos, Pictures &amp; Royalty-Free ...">
            <a:extLst>
              <a:ext uri="{FF2B5EF4-FFF2-40B4-BE49-F238E27FC236}">
                <a16:creationId xmlns:a16="http://schemas.microsoft.com/office/drawing/2014/main" id="{3EAF18D5-F080-EB61-36F8-EB770275E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66" y="3429000"/>
            <a:ext cx="3636433" cy="272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ransformers Royalty-Free Images, Stock Photos &amp; Pictures ...">
            <a:extLst>
              <a:ext uri="{FF2B5EF4-FFF2-40B4-BE49-F238E27FC236}">
                <a16:creationId xmlns:a16="http://schemas.microsoft.com/office/drawing/2014/main" id="{AF79A6BD-D04A-6AE8-FDDB-69CB24897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0" y="3587750"/>
            <a:ext cx="25146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90475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CE5A0-A620-4E8D-E188-FFF5CEA2B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CV and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59537-CE61-7FA9-8D66-8598CA70B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CNN: CV-&gt;NLP</a:t>
            </a:r>
          </a:p>
          <a:p>
            <a:r>
              <a:rPr lang="en-US" dirty="0"/>
              <a:t>LSTM: CV-&gt;NLP</a:t>
            </a:r>
          </a:p>
          <a:p>
            <a:r>
              <a:rPr lang="en-US" dirty="0"/>
              <a:t>RNN: CV-&gt;NLP</a:t>
            </a:r>
          </a:p>
          <a:p>
            <a:r>
              <a:rPr lang="en-US" dirty="0"/>
              <a:t>Transformer: NLP-&gt;CV</a:t>
            </a:r>
          </a:p>
        </p:txBody>
      </p:sp>
    </p:spTree>
    <p:extLst>
      <p:ext uri="{BB962C8B-B14F-4D97-AF65-F5344CB8AC3E}">
        <p14:creationId xmlns:p14="http://schemas.microsoft.com/office/powerpoint/2010/main" val="36162392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07B89-5F93-9E60-B9DE-4CBB27C8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models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D6828-233E-312A-9ACE-C4008CD8A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Recurrent Neural Networks (RNNs) </a:t>
            </a:r>
          </a:p>
          <a:p>
            <a:pPr lvl="1"/>
            <a:r>
              <a:rPr lang="en-US" dirty="0"/>
              <a:t>Long short-term memory (LSTM)</a:t>
            </a:r>
          </a:p>
          <a:p>
            <a:pPr lvl="1"/>
            <a:r>
              <a:rPr lang="en-US" dirty="0"/>
              <a:t>Gated recurrent units (GRUs)</a:t>
            </a:r>
          </a:p>
          <a:p>
            <a:r>
              <a:rPr lang="en-US" dirty="0"/>
              <a:t>Markov chains</a:t>
            </a:r>
          </a:p>
        </p:txBody>
      </p:sp>
    </p:spTree>
    <p:extLst>
      <p:ext uri="{BB962C8B-B14F-4D97-AF65-F5344CB8AC3E}">
        <p14:creationId xmlns:p14="http://schemas.microsoft.com/office/powerpoint/2010/main" val="11079977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C8E6ABA-D1C8-2F0D-D8BE-28D8A0E6F8FC}"/>
                  </a:ext>
                </a:extLst>
              </p14:cNvPr>
              <p14:cNvContentPartPr/>
              <p14:nvPr/>
            </p14:nvContentPartPr>
            <p14:xfrm>
              <a:off x="3813090" y="1284630"/>
              <a:ext cx="303480" cy="522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C8E6ABA-D1C8-2F0D-D8BE-28D8A0E6F8F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06970" y="1278510"/>
                <a:ext cx="31572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757A19A-D759-3ABF-E9A0-3803CCD6F818}"/>
                  </a:ext>
                </a:extLst>
              </p14:cNvPr>
              <p14:cNvContentPartPr/>
              <p14:nvPr/>
            </p14:nvContentPartPr>
            <p14:xfrm>
              <a:off x="4017210" y="1197870"/>
              <a:ext cx="252360" cy="2631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757A19A-D759-3ABF-E9A0-3803CCD6F81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11090" y="1191750"/>
                <a:ext cx="264600" cy="27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D7082A1-2101-3F11-5D12-67EC9003495D}"/>
              </a:ext>
            </a:extLst>
          </p:cNvPr>
          <p:cNvGrpSpPr/>
          <p:nvPr/>
        </p:nvGrpSpPr>
        <p:grpSpPr>
          <a:xfrm>
            <a:off x="386970" y="437550"/>
            <a:ext cx="3267360" cy="1697400"/>
            <a:chOff x="386970" y="437550"/>
            <a:chExt cx="3267360" cy="169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FD844F5-E681-6CEE-055F-60A77D7CDE66}"/>
                    </a:ext>
                  </a:extLst>
                </p14:cNvPr>
                <p14:cNvContentPartPr/>
                <p14:nvPr/>
              </p14:nvContentPartPr>
              <p14:xfrm>
                <a:off x="629250" y="483990"/>
                <a:ext cx="25200" cy="264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FD844F5-E681-6CEE-055F-60A77D7CDE6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23130" y="477870"/>
                  <a:ext cx="374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CC7476F-202C-5ECD-E492-2EFD884B3940}"/>
                    </a:ext>
                  </a:extLst>
                </p14:cNvPr>
                <p14:cNvContentPartPr/>
                <p14:nvPr/>
              </p14:nvContentPartPr>
              <p14:xfrm>
                <a:off x="386970" y="1111110"/>
                <a:ext cx="128880" cy="193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CC7476F-202C-5ECD-E492-2EFD884B394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80850" y="1104990"/>
                  <a:ext cx="1411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1C4D79C-7198-F87C-9C6D-A9C2003F6424}"/>
                    </a:ext>
                  </a:extLst>
                </p14:cNvPr>
                <p14:cNvContentPartPr/>
                <p14:nvPr/>
              </p14:nvContentPartPr>
              <p14:xfrm>
                <a:off x="588210" y="1116510"/>
                <a:ext cx="70200" cy="171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1C4D79C-7198-F87C-9C6D-A9C2003F642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2090" y="1110390"/>
                  <a:ext cx="824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25593C2-5174-3C68-9739-C30A0BD05F64}"/>
                    </a:ext>
                  </a:extLst>
                </p14:cNvPr>
                <p14:cNvContentPartPr/>
                <p14:nvPr/>
              </p14:nvContentPartPr>
              <p14:xfrm>
                <a:off x="701970" y="1139190"/>
                <a:ext cx="105840" cy="122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25593C2-5174-3C68-9739-C30A0BD05F6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5850" y="1133070"/>
                  <a:ext cx="1180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0256CF5-668D-4439-576C-3C6919E87234}"/>
                    </a:ext>
                  </a:extLst>
                </p14:cNvPr>
                <p14:cNvContentPartPr/>
                <p14:nvPr/>
              </p14:nvContentPartPr>
              <p14:xfrm>
                <a:off x="866130" y="1017870"/>
                <a:ext cx="111600" cy="242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0256CF5-668D-4439-576C-3C6919E8723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60010" y="1011750"/>
                  <a:ext cx="1238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9895459-5F58-13D8-F058-EEE02D0274A9}"/>
                    </a:ext>
                  </a:extLst>
                </p14:cNvPr>
                <p14:cNvContentPartPr/>
                <p14:nvPr/>
              </p14:nvContentPartPr>
              <p14:xfrm>
                <a:off x="506130" y="1786830"/>
                <a:ext cx="39960" cy="348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9895459-5F58-13D8-F058-EEE02D0274A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00010" y="1780710"/>
                  <a:ext cx="5220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B122338-9630-436E-FA96-044194F89CA8}"/>
                    </a:ext>
                  </a:extLst>
                </p14:cNvPr>
                <p14:cNvContentPartPr/>
                <p14:nvPr/>
              </p14:nvContentPartPr>
              <p14:xfrm>
                <a:off x="447090" y="1800870"/>
                <a:ext cx="152640" cy="167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B122338-9630-436E-FA96-044194F89CA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0970" y="1794750"/>
                  <a:ext cx="1648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9A896C3-2B31-0018-5CA5-8339C88A8204}"/>
                    </a:ext>
                  </a:extLst>
                </p14:cNvPr>
                <p14:cNvContentPartPr/>
                <p14:nvPr/>
              </p14:nvContentPartPr>
              <p14:xfrm>
                <a:off x="648330" y="1825710"/>
                <a:ext cx="15120" cy="124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9A896C3-2B31-0018-5CA5-8339C88A820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2210" y="1819590"/>
                  <a:ext cx="273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AA900FB-590F-864D-522F-87421C120F09}"/>
                    </a:ext>
                  </a:extLst>
                </p14:cNvPr>
                <p14:cNvContentPartPr/>
                <p14:nvPr/>
              </p14:nvContentPartPr>
              <p14:xfrm>
                <a:off x="646530" y="1751550"/>
                <a:ext cx="13320" cy="47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AA900FB-590F-864D-522F-87421C120F0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40410" y="1745430"/>
                  <a:ext cx="255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F3BC7D4-3949-8429-5C72-0E7FEA524F97}"/>
                    </a:ext>
                  </a:extLst>
                </p14:cNvPr>
                <p14:cNvContentPartPr/>
                <p14:nvPr/>
              </p14:nvContentPartPr>
              <p14:xfrm>
                <a:off x="712410" y="1836150"/>
                <a:ext cx="135000" cy="111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F3BC7D4-3949-8429-5C72-0E7FEA524F9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6290" y="1830030"/>
                  <a:ext cx="147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E646D02-A621-544F-D492-B95B5B7F55AA}"/>
                    </a:ext>
                  </a:extLst>
                </p14:cNvPr>
                <p14:cNvContentPartPr/>
                <p14:nvPr/>
              </p14:nvContentPartPr>
              <p14:xfrm>
                <a:off x="878730" y="1808430"/>
                <a:ext cx="99000" cy="147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E646D02-A621-544F-D492-B95B5B7F55A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2610" y="1802310"/>
                  <a:ext cx="1112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CB55C5D-A75F-BDE0-A357-A7BD629EAE87}"/>
                    </a:ext>
                  </a:extLst>
                </p14:cNvPr>
                <p14:cNvContentPartPr/>
                <p14:nvPr/>
              </p14:nvContentPartPr>
              <p14:xfrm>
                <a:off x="1036050" y="1779990"/>
                <a:ext cx="139320" cy="189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CB55C5D-A75F-BDE0-A357-A7BD629EAE8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29930" y="1773870"/>
                  <a:ext cx="1515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3403540-F542-97E6-BA2F-A4DDD55074A7}"/>
                    </a:ext>
                  </a:extLst>
                </p14:cNvPr>
                <p14:cNvContentPartPr/>
                <p14:nvPr/>
              </p14:nvContentPartPr>
              <p14:xfrm>
                <a:off x="1648050" y="468150"/>
                <a:ext cx="40320" cy="1511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3403540-F542-97E6-BA2F-A4DDD55074A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641930" y="462030"/>
                  <a:ext cx="52560" cy="15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5A24D06-A970-8C61-F4CC-1D922114DF55}"/>
                    </a:ext>
                  </a:extLst>
                </p14:cNvPr>
                <p14:cNvContentPartPr/>
                <p14:nvPr/>
              </p14:nvContentPartPr>
              <p14:xfrm>
                <a:off x="1650210" y="1970790"/>
                <a:ext cx="1914840" cy="28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5A24D06-A970-8C61-F4CC-1D922114DF5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644090" y="1964670"/>
                  <a:ext cx="19270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BAE15D3-B7BE-5B2F-3EF9-E2B935DE335C}"/>
                    </a:ext>
                  </a:extLst>
                </p14:cNvPr>
                <p14:cNvContentPartPr/>
                <p14:nvPr/>
              </p14:nvContentPartPr>
              <p14:xfrm>
                <a:off x="1643370" y="437550"/>
                <a:ext cx="1923480" cy="1577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BAE15D3-B7BE-5B2F-3EF9-E2B935DE335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637250" y="431430"/>
                  <a:ext cx="1935720" cy="15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1C8FD57-C1FA-A076-041B-008D95E04E30}"/>
                    </a:ext>
                  </a:extLst>
                </p14:cNvPr>
                <p14:cNvContentPartPr/>
                <p14:nvPr/>
              </p14:nvContentPartPr>
              <p14:xfrm>
                <a:off x="1657050" y="1644990"/>
                <a:ext cx="1997280" cy="52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1C8FD57-C1FA-A076-041B-008D95E04E3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650930" y="1638870"/>
                  <a:ext cx="20095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68B6079-2CA0-1BF9-E7EF-94A9EC38EF2E}"/>
                    </a:ext>
                  </a:extLst>
                </p14:cNvPr>
                <p14:cNvContentPartPr/>
                <p14:nvPr/>
              </p14:nvContentPartPr>
              <p14:xfrm>
                <a:off x="1679730" y="922110"/>
                <a:ext cx="1899360" cy="63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68B6079-2CA0-1BF9-E7EF-94A9EC38EF2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673610" y="915990"/>
                  <a:ext cx="1911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66EEC8B-69B5-00E0-3036-9B5B4FACE0BE}"/>
                    </a:ext>
                  </a:extLst>
                </p14:cNvPr>
                <p14:cNvContentPartPr/>
                <p14:nvPr/>
              </p14:nvContentPartPr>
              <p14:xfrm>
                <a:off x="2045490" y="475710"/>
                <a:ext cx="22320" cy="1523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66EEC8B-69B5-00E0-3036-9B5B4FACE0B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039370" y="469590"/>
                  <a:ext cx="34560" cy="15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43B3225-8089-A09D-ECA0-BCD830A6A1D6}"/>
                    </a:ext>
                  </a:extLst>
                </p14:cNvPr>
                <p14:cNvContentPartPr/>
                <p14:nvPr/>
              </p14:nvContentPartPr>
              <p14:xfrm>
                <a:off x="2505210" y="470310"/>
                <a:ext cx="22320" cy="1491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43B3225-8089-A09D-ECA0-BCD830A6A1D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499090" y="464190"/>
                  <a:ext cx="34560" cy="15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33A1E1A-F42F-3659-BACD-58CCC093FA32}"/>
                    </a:ext>
                  </a:extLst>
                </p14:cNvPr>
                <p14:cNvContentPartPr/>
                <p14:nvPr/>
              </p14:nvContentPartPr>
              <p14:xfrm>
                <a:off x="2962770" y="499830"/>
                <a:ext cx="52920" cy="1504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33A1E1A-F42F-3659-BACD-58CCC093FA3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956650" y="493710"/>
                  <a:ext cx="65160" cy="151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B12B93D9-E36C-EA1E-FF81-41656C1E92DA}"/>
              </a:ext>
            </a:extLst>
          </p:cNvPr>
          <p:cNvGrpSpPr/>
          <p:nvPr/>
        </p:nvGrpSpPr>
        <p:grpSpPr>
          <a:xfrm>
            <a:off x="575808" y="4131464"/>
            <a:ext cx="3776760" cy="2585520"/>
            <a:chOff x="575808" y="4131464"/>
            <a:chExt cx="3776760" cy="258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F089ACB-A014-8B04-1829-BB7CF31ACD59}"/>
                    </a:ext>
                  </a:extLst>
                </p14:cNvPr>
                <p14:cNvContentPartPr/>
                <p14:nvPr/>
              </p14:nvContentPartPr>
              <p14:xfrm>
                <a:off x="818088" y="4269704"/>
                <a:ext cx="28080" cy="271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F089ACB-A014-8B04-1829-BB7CF31ACD5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09448" y="4260704"/>
                  <a:ext cx="457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401D683-4EE0-8828-1B18-04EC76C41DEA}"/>
                    </a:ext>
                  </a:extLst>
                </p14:cNvPr>
                <p14:cNvContentPartPr/>
                <p14:nvPr/>
              </p14:nvContentPartPr>
              <p14:xfrm>
                <a:off x="1715208" y="4449344"/>
                <a:ext cx="26640" cy="228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401D683-4EE0-8828-1B18-04EC76C41DE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706208" y="4440704"/>
                  <a:ext cx="442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DD3D07E-894E-33D2-9A3B-20C5AFCD343C}"/>
                    </a:ext>
                  </a:extLst>
                </p14:cNvPr>
                <p14:cNvContentPartPr/>
                <p14:nvPr/>
              </p14:nvContentPartPr>
              <p14:xfrm>
                <a:off x="1698288" y="4355024"/>
                <a:ext cx="2518200" cy="418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DD3D07E-894E-33D2-9A3B-20C5AFCD343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689648" y="4346024"/>
                  <a:ext cx="253584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83CE914-67EA-CABC-DDBB-7DCFE0A83A17}"/>
                    </a:ext>
                  </a:extLst>
                </p14:cNvPr>
                <p14:cNvContentPartPr/>
                <p14:nvPr/>
              </p14:nvContentPartPr>
              <p14:xfrm>
                <a:off x="632688" y="5317304"/>
                <a:ext cx="131760" cy="219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83CE914-67EA-CABC-DDBB-7DCFE0A83A1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23688" y="5308664"/>
                  <a:ext cx="1494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172E613-10C4-F918-75D9-F335549BF2DD}"/>
                    </a:ext>
                  </a:extLst>
                </p14:cNvPr>
                <p14:cNvContentPartPr/>
                <p14:nvPr/>
              </p14:nvContentPartPr>
              <p14:xfrm>
                <a:off x="815928" y="5378864"/>
                <a:ext cx="65880" cy="138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172E613-10C4-F918-75D9-F335549BF2D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06928" y="5369864"/>
                  <a:ext cx="835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D27C5D7-5382-1FB0-EB90-EB6C486D51FA}"/>
                    </a:ext>
                  </a:extLst>
                </p14:cNvPr>
                <p14:cNvContentPartPr/>
                <p14:nvPr/>
              </p14:nvContentPartPr>
              <p14:xfrm>
                <a:off x="924648" y="5393624"/>
                <a:ext cx="102960" cy="101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D27C5D7-5382-1FB0-EB90-EB6C486D51F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16008" y="5384624"/>
                  <a:ext cx="1206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489C8A4-C1F8-9FB8-AB30-DA656887A685}"/>
                    </a:ext>
                  </a:extLst>
                </p14:cNvPr>
                <p14:cNvContentPartPr/>
                <p14:nvPr/>
              </p14:nvContentPartPr>
              <p14:xfrm>
                <a:off x="1107888" y="5248544"/>
                <a:ext cx="8640" cy="291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489C8A4-C1F8-9FB8-AB30-DA656887A68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99248" y="5239544"/>
                  <a:ext cx="262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06A2296-8CB3-71FA-AAD0-8BCED5D3F4F5}"/>
                    </a:ext>
                  </a:extLst>
                </p14:cNvPr>
                <p14:cNvContentPartPr/>
                <p14:nvPr/>
              </p14:nvContentPartPr>
              <p14:xfrm>
                <a:off x="1041648" y="5330624"/>
                <a:ext cx="123480" cy="33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06A2296-8CB3-71FA-AAD0-8BCED5D3F4F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32648" y="5321624"/>
                  <a:ext cx="1411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96ECE4C-5F34-5480-6E59-FEE3C523CD30}"/>
                    </a:ext>
                  </a:extLst>
                </p14:cNvPr>
                <p14:cNvContentPartPr/>
                <p14:nvPr/>
              </p14:nvContentPartPr>
              <p14:xfrm>
                <a:off x="652128" y="6067184"/>
                <a:ext cx="69480" cy="426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96ECE4C-5F34-5480-6E59-FEE3C523CD3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43128" y="6058544"/>
                  <a:ext cx="8712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D983E71-F3F7-B075-35FE-2240CDEDE5FB}"/>
                    </a:ext>
                  </a:extLst>
                </p14:cNvPr>
                <p14:cNvContentPartPr/>
                <p14:nvPr/>
              </p14:nvContentPartPr>
              <p14:xfrm>
                <a:off x="575808" y="6139544"/>
                <a:ext cx="127080" cy="187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D983E71-F3F7-B075-35FE-2240CDEDE5F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67168" y="6130544"/>
                  <a:ext cx="1447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8C273D1-B45E-8D2B-0BBA-FFC8EC0D81A4}"/>
                    </a:ext>
                  </a:extLst>
                </p14:cNvPr>
                <p14:cNvContentPartPr/>
                <p14:nvPr/>
              </p14:nvContentPartPr>
              <p14:xfrm>
                <a:off x="756168" y="6163304"/>
                <a:ext cx="28080" cy="123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8C273D1-B45E-8D2B-0BBA-FFC8EC0D81A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47528" y="6154304"/>
                  <a:ext cx="457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C3C2C4B-CA41-E625-4470-22F01FE4F5F1}"/>
                    </a:ext>
                  </a:extLst>
                </p14:cNvPr>
                <p14:cNvContentPartPr/>
                <p14:nvPr/>
              </p14:nvContentPartPr>
              <p14:xfrm>
                <a:off x="730968" y="6002744"/>
                <a:ext cx="42120" cy="77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C3C2C4B-CA41-E625-4470-22F01FE4F5F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22328" y="5993744"/>
                  <a:ext cx="59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C478236-0074-E895-D964-68E08EDBAD7C}"/>
                    </a:ext>
                  </a:extLst>
                </p14:cNvPr>
                <p14:cNvContentPartPr/>
                <p14:nvPr/>
              </p14:nvContentPartPr>
              <p14:xfrm>
                <a:off x="801528" y="6189584"/>
                <a:ext cx="106200" cy="111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C478236-0074-E895-D964-68E08EDBAD7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92888" y="6180584"/>
                  <a:ext cx="123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7D4D53B-80A3-E669-3F2D-4FD4A49B3BA0}"/>
                    </a:ext>
                  </a:extLst>
                </p14:cNvPr>
                <p14:cNvContentPartPr/>
                <p14:nvPr/>
              </p14:nvContentPartPr>
              <p14:xfrm>
                <a:off x="930768" y="6097784"/>
                <a:ext cx="308160" cy="189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7D4D53B-80A3-E669-3F2D-4FD4A49B3BA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22128" y="6089144"/>
                  <a:ext cx="3258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A66E075-6256-9B5A-8508-DBDF1BC2425F}"/>
                    </a:ext>
                  </a:extLst>
                </p14:cNvPr>
                <p14:cNvContentPartPr/>
                <p14:nvPr/>
              </p14:nvContentPartPr>
              <p14:xfrm>
                <a:off x="1713768" y="5257544"/>
                <a:ext cx="43200" cy="243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A66E075-6256-9B5A-8508-DBDF1BC2425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704768" y="5248544"/>
                  <a:ext cx="608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61C6094-49AB-2FEE-CF37-3AAC8DF93955}"/>
                    </a:ext>
                  </a:extLst>
                </p14:cNvPr>
                <p14:cNvContentPartPr/>
                <p14:nvPr/>
              </p14:nvContentPartPr>
              <p14:xfrm>
                <a:off x="1718088" y="5217224"/>
                <a:ext cx="2584440" cy="367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61C6094-49AB-2FEE-CF37-3AAC8DF9395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709448" y="5208224"/>
                  <a:ext cx="26020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5587E0D-94B5-6491-7E4A-5C24CA165C35}"/>
                    </a:ext>
                  </a:extLst>
                </p14:cNvPr>
                <p14:cNvContentPartPr/>
                <p14:nvPr/>
              </p14:nvContentPartPr>
              <p14:xfrm>
                <a:off x="1812408" y="6105704"/>
                <a:ext cx="28080" cy="281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5587E0D-94B5-6491-7E4A-5C24CA165C3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803408" y="6096704"/>
                  <a:ext cx="457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B34E710-AD56-DF1C-50D2-5215AF78D871}"/>
                    </a:ext>
                  </a:extLst>
                </p14:cNvPr>
                <p14:cNvContentPartPr/>
                <p14:nvPr/>
              </p14:nvContentPartPr>
              <p14:xfrm>
                <a:off x="1791888" y="6023984"/>
                <a:ext cx="2486880" cy="510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B34E710-AD56-DF1C-50D2-5215AF78D87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783248" y="6015344"/>
                  <a:ext cx="250452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4FEA04C-2199-9208-98B9-0676AEE6BCE9}"/>
                    </a:ext>
                  </a:extLst>
                </p14:cNvPr>
                <p14:cNvContentPartPr/>
                <p14:nvPr/>
              </p14:nvContentPartPr>
              <p14:xfrm>
                <a:off x="1541328" y="4308224"/>
                <a:ext cx="75600" cy="24087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4FEA04C-2199-9208-98B9-0676AEE6BCE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532328" y="4299584"/>
                  <a:ext cx="93240" cy="24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6CB1411-494B-9A06-E5CF-4FE323BBE5B7}"/>
                    </a:ext>
                  </a:extLst>
                </p14:cNvPr>
                <p14:cNvContentPartPr/>
                <p14:nvPr/>
              </p14:nvContentPartPr>
              <p14:xfrm>
                <a:off x="1502808" y="4131464"/>
                <a:ext cx="2849760" cy="25081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6CB1411-494B-9A06-E5CF-4FE323BBE5B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494168" y="4122824"/>
                  <a:ext cx="2867400" cy="252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D03BAA5E-D5BD-F0FA-1B8D-1941877CE91F}"/>
              </a:ext>
            </a:extLst>
          </p:cNvPr>
          <p:cNvGrpSpPr/>
          <p:nvPr/>
        </p:nvGrpSpPr>
        <p:grpSpPr>
          <a:xfrm>
            <a:off x="5385408" y="5900504"/>
            <a:ext cx="664560" cy="402120"/>
            <a:chOff x="5385408" y="5900504"/>
            <a:chExt cx="664560" cy="40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FD84D73-DB30-3470-7961-54692A4CD556}"/>
                    </a:ext>
                  </a:extLst>
                </p14:cNvPr>
                <p14:cNvContentPartPr/>
                <p14:nvPr/>
              </p14:nvContentPartPr>
              <p14:xfrm>
                <a:off x="5385408" y="5924984"/>
                <a:ext cx="130680" cy="2696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FD84D73-DB30-3470-7961-54692A4CD55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376768" y="5915984"/>
                  <a:ext cx="1483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C991630-4286-DD25-82D6-F316F7212D08}"/>
                    </a:ext>
                  </a:extLst>
                </p14:cNvPr>
                <p14:cNvContentPartPr/>
                <p14:nvPr/>
              </p14:nvContentPartPr>
              <p14:xfrm>
                <a:off x="5621568" y="5912024"/>
                <a:ext cx="79200" cy="1958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C991630-4286-DD25-82D6-F316F7212D0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612928" y="5903384"/>
                  <a:ext cx="968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C89A8B5-1E62-A147-3B01-690A9A0F2579}"/>
                    </a:ext>
                  </a:extLst>
                </p14:cNvPr>
                <p14:cNvContentPartPr/>
                <p14:nvPr/>
              </p14:nvContentPartPr>
              <p14:xfrm>
                <a:off x="5599248" y="5941904"/>
                <a:ext cx="80640" cy="1612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C89A8B5-1E62-A147-3B01-690A9A0F257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590608" y="5932904"/>
                  <a:ext cx="982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64FD63F-12F3-CEE3-4F97-7B5BA324EA78}"/>
                    </a:ext>
                  </a:extLst>
                </p14:cNvPr>
                <p14:cNvContentPartPr/>
                <p14:nvPr/>
              </p14:nvContentPartPr>
              <p14:xfrm>
                <a:off x="5788248" y="5914184"/>
                <a:ext cx="261720" cy="1620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64FD63F-12F3-CEE3-4F97-7B5BA324EA7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779248" y="5905184"/>
                  <a:ext cx="2793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89FA913-2C35-7161-7727-D56AC86B9821}"/>
                    </a:ext>
                  </a:extLst>
                </p14:cNvPr>
                <p14:cNvContentPartPr/>
                <p14:nvPr/>
              </p14:nvContentPartPr>
              <p14:xfrm>
                <a:off x="5926848" y="5900504"/>
                <a:ext cx="15480" cy="4021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89FA913-2C35-7161-7727-D56AC86B982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918208" y="5891864"/>
                  <a:ext cx="33120" cy="41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A035A7C0-F8A3-8E36-C99A-84D7B4734485}"/>
                  </a:ext>
                </a:extLst>
              </p14:cNvPr>
              <p14:cNvContentPartPr/>
              <p14:nvPr/>
            </p14:nvContentPartPr>
            <p14:xfrm>
              <a:off x="4400088" y="4876664"/>
              <a:ext cx="359640" cy="59400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A035A7C0-F8A3-8E36-C99A-84D7B4734485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391448" y="4868024"/>
                <a:ext cx="377280" cy="61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2" name="Group 321">
            <a:extLst>
              <a:ext uri="{FF2B5EF4-FFF2-40B4-BE49-F238E27FC236}">
                <a16:creationId xmlns:a16="http://schemas.microsoft.com/office/drawing/2014/main" id="{FCCFB7DC-E264-9CBA-3ACF-073EB0C723D1}"/>
              </a:ext>
            </a:extLst>
          </p:cNvPr>
          <p:cNvGrpSpPr/>
          <p:nvPr/>
        </p:nvGrpSpPr>
        <p:grpSpPr>
          <a:xfrm>
            <a:off x="5350128" y="5235584"/>
            <a:ext cx="533520" cy="393480"/>
            <a:chOff x="5350128" y="5235584"/>
            <a:chExt cx="533520" cy="39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A3FD07E-A6FF-D2B6-CD27-BF5A7ED9F7AE}"/>
                    </a:ext>
                  </a:extLst>
                </p14:cNvPr>
                <p14:cNvContentPartPr/>
                <p14:nvPr/>
              </p14:nvContentPartPr>
              <p14:xfrm>
                <a:off x="5407368" y="5449784"/>
                <a:ext cx="299520" cy="1692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A3FD07E-A6FF-D2B6-CD27-BF5A7ED9F7A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398368" y="5440784"/>
                  <a:ext cx="3171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B643C6C-20E1-F3B7-275A-2CD4C879DAEC}"/>
                    </a:ext>
                  </a:extLst>
                </p14:cNvPr>
                <p14:cNvContentPartPr/>
                <p14:nvPr/>
              </p14:nvContentPartPr>
              <p14:xfrm>
                <a:off x="5515728" y="5347184"/>
                <a:ext cx="171360" cy="2818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B643C6C-20E1-F3B7-275A-2CD4C879DAE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506728" y="5338184"/>
                  <a:ext cx="1890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9ED01A73-DF80-D66D-16E1-1BB5CE6A369D}"/>
                    </a:ext>
                  </a:extLst>
                </p14:cNvPr>
                <p14:cNvContentPartPr/>
                <p14:nvPr/>
              </p14:nvContentPartPr>
              <p14:xfrm>
                <a:off x="5350128" y="5235584"/>
                <a:ext cx="533520" cy="1087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9ED01A73-DF80-D66D-16E1-1BB5CE6A369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41128" y="5226584"/>
                  <a:ext cx="551160" cy="12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F9987A09-511D-4E1D-038D-B6D4E0EF3856}"/>
                  </a:ext>
                </a:extLst>
              </p14:cNvPr>
              <p14:cNvContentPartPr/>
              <p14:nvPr/>
            </p14:nvContentPartPr>
            <p14:xfrm>
              <a:off x="8319408" y="4448624"/>
              <a:ext cx="108720" cy="1823400"/>
            </p14:xfrm>
          </p:contentPart>
        </mc:Choice>
        <mc:Fallback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F9987A09-511D-4E1D-038D-B6D4E0EF3856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8310768" y="4439624"/>
                <a:ext cx="126360" cy="18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2" name="Group 411">
            <a:extLst>
              <a:ext uri="{FF2B5EF4-FFF2-40B4-BE49-F238E27FC236}">
                <a16:creationId xmlns:a16="http://schemas.microsoft.com/office/drawing/2014/main" id="{F9B99078-417E-E458-06D3-DFFA8C3E2FFA}"/>
              </a:ext>
            </a:extLst>
          </p:cNvPr>
          <p:cNvGrpSpPr/>
          <p:nvPr/>
        </p:nvGrpSpPr>
        <p:grpSpPr>
          <a:xfrm>
            <a:off x="2447808" y="3752384"/>
            <a:ext cx="542160" cy="306000"/>
            <a:chOff x="2447808" y="3752384"/>
            <a:chExt cx="54216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5526A7F0-1929-6D27-8BE5-8DA9A5EADE44}"/>
                    </a:ext>
                  </a:extLst>
                </p14:cNvPr>
                <p14:cNvContentPartPr/>
                <p14:nvPr/>
              </p14:nvContentPartPr>
              <p14:xfrm>
                <a:off x="2447808" y="3822584"/>
                <a:ext cx="12960" cy="21168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5526A7F0-1929-6D27-8BE5-8DA9A5EADE4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438808" y="3813584"/>
                  <a:ext cx="306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3C4744C5-7201-F25E-4BE3-E5A92D38C1DF}"/>
                    </a:ext>
                  </a:extLst>
                </p14:cNvPr>
                <p14:cNvContentPartPr/>
                <p14:nvPr/>
              </p14:nvContentPartPr>
              <p14:xfrm>
                <a:off x="2604768" y="3845624"/>
                <a:ext cx="133560" cy="16812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3C4744C5-7201-F25E-4BE3-E5A92D38C1D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595768" y="3836984"/>
                  <a:ext cx="1512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22685B29-9562-3F0D-66D9-39A1AD664B02}"/>
                    </a:ext>
                  </a:extLst>
                </p14:cNvPr>
                <p14:cNvContentPartPr/>
                <p14:nvPr/>
              </p14:nvContentPartPr>
              <p14:xfrm>
                <a:off x="2795928" y="3752384"/>
                <a:ext cx="194040" cy="30600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22685B29-9562-3F0D-66D9-39A1AD664B0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786928" y="3743384"/>
                  <a:ext cx="211680" cy="32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135E8203-E2A5-264C-A820-92FF461AF759}"/>
              </a:ext>
            </a:extLst>
          </p:cNvPr>
          <p:cNvGrpSpPr/>
          <p:nvPr/>
        </p:nvGrpSpPr>
        <p:grpSpPr>
          <a:xfrm>
            <a:off x="1603968" y="2422904"/>
            <a:ext cx="1467000" cy="417240"/>
            <a:chOff x="1603968" y="2422904"/>
            <a:chExt cx="1467000" cy="4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C7FAA3C-5B9E-B7FD-B496-E5B1949E52C8}"/>
                    </a:ext>
                  </a:extLst>
                </p14:cNvPr>
                <p14:cNvContentPartPr/>
                <p14:nvPr/>
              </p14:nvContentPartPr>
              <p14:xfrm>
                <a:off x="1603968" y="2520104"/>
                <a:ext cx="336240" cy="320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C7FAA3C-5B9E-B7FD-B496-E5B1949E52C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595328" y="2511464"/>
                  <a:ext cx="3538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2074720-FA44-E427-6D9D-A245F3D319AB}"/>
                    </a:ext>
                  </a:extLst>
                </p14:cNvPr>
                <p14:cNvContentPartPr/>
                <p14:nvPr/>
              </p14:nvContentPartPr>
              <p14:xfrm>
                <a:off x="2196168" y="2490944"/>
                <a:ext cx="173160" cy="259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2074720-FA44-E427-6D9D-A245F3D319A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187528" y="2482304"/>
                  <a:ext cx="1908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2D692BA-4DB8-20BD-59D9-C6B79024CE44}"/>
                    </a:ext>
                  </a:extLst>
                </p14:cNvPr>
                <p14:cNvContentPartPr/>
                <p14:nvPr/>
              </p14:nvContentPartPr>
              <p14:xfrm>
                <a:off x="2190048" y="2533784"/>
                <a:ext cx="195480" cy="191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2D692BA-4DB8-20BD-59D9-C6B79024CE4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181408" y="2524784"/>
                  <a:ext cx="2131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4E2EF8B5-372F-21E4-94B4-2625E1317F9C}"/>
                    </a:ext>
                  </a:extLst>
                </p14:cNvPr>
                <p14:cNvContentPartPr/>
                <p14:nvPr/>
              </p14:nvContentPartPr>
              <p14:xfrm>
                <a:off x="2523768" y="2423984"/>
                <a:ext cx="11880" cy="32940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4E2EF8B5-372F-21E4-94B4-2625E1317F9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515128" y="2414984"/>
                  <a:ext cx="295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1BC16FF9-A325-D177-0D33-37F3C5A60AF3}"/>
                    </a:ext>
                  </a:extLst>
                </p14:cNvPr>
                <p14:cNvContentPartPr/>
                <p14:nvPr/>
              </p14:nvContentPartPr>
              <p14:xfrm>
                <a:off x="2591088" y="2549624"/>
                <a:ext cx="217800" cy="20160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1BC16FF9-A325-D177-0D33-37F3C5A60AF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582088" y="2540624"/>
                  <a:ext cx="2354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62763DA5-D0EB-8E63-85A9-6F9058ECD0D9}"/>
                    </a:ext>
                  </a:extLst>
                </p14:cNvPr>
                <p14:cNvContentPartPr/>
                <p14:nvPr/>
              </p14:nvContentPartPr>
              <p14:xfrm>
                <a:off x="2845248" y="2422904"/>
                <a:ext cx="225720" cy="32868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62763DA5-D0EB-8E63-85A9-6F9058ECD0D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836608" y="2414264"/>
                  <a:ext cx="243360" cy="34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60B569BE-E32A-0E87-364F-1ABC6CB5C698}"/>
                  </a:ext>
                </a:extLst>
              </p14:cNvPr>
              <p14:cNvContentPartPr/>
              <p14:nvPr/>
            </p14:nvContentPartPr>
            <p14:xfrm>
              <a:off x="8333088" y="4442864"/>
              <a:ext cx="1468440" cy="2303280"/>
            </p14:xfrm>
          </p:contentPart>
        </mc:Choice>
        <mc:Fallback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60B569BE-E32A-0E87-364F-1ABC6CB5C698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324448" y="4434224"/>
                <a:ext cx="1486080" cy="232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8660E1C2-A507-AFA1-4871-19A8239E238A}"/>
                  </a:ext>
                </a:extLst>
              </p14:cNvPr>
              <p14:cNvContentPartPr/>
              <p14:nvPr/>
            </p14:nvContentPartPr>
            <p14:xfrm>
              <a:off x="8396448" y="6043424"/>
              <a:ext cx="1398600" cy="685440"/>
            </p14:xfrm>
          </p:contentPart>
        </mc:Choice>
        <mc:Fallback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8660E1C2-A507-AFA1-4871-19A8239E238A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8387448" y="6034424"/>
                <a:ext cx="1416240" cy="70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9" name="Group 428">
            <a:extLst>
              <a:ext uri="{FF2B5EF4-FFF2-40B4-BE49-F238E27FC236}">
                <a16:creationId xmlns:a16="http://schemas.microsoft.com/office/drawing/2014/main" id="{73673CCF-A599-4ACD-B341-398301015798}"/>
              </a:ext>
            </a:extLst>
          </p:cNvPr>
          <p:cNvGrpSpPr/>
          <p:nvPr/>
        </p:nvGrpSpPr>
        <p:grpSpPr>
          <a:xfrm>
            <a:off x="7461528" y="3988904"/>
            <a:ext cx="3457080" cy="1484280"/>
            <a:chOff x="7461528" y="3988904"/>
            <a:chExt cx="3457080" cy="148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D014D01F-4249-439D-254A-5BD79F147C41}"/>
                    </a:ext>
                  </a:extLst>
                </p14:cNvPr>
                <p14:cNvContentPartPr/>
                <p14:nvPr/>
              </p14:nvContentPartPr>
              <p14:xfrm>
                <a:off x="7461528" y="5081864"/>
                <a:ext cx="287280" cy="25632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D014D01F-4249-439D-254A-5BD79F147C4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452888" y="5073224"/>
                  <a:ext cx="3049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C28D5381-373C-4C7D-40EE-6A0FFACEFE24}"/>
                    </a:ext>
                  </a:extLst>
                </p14:cNvPr>
                <p14:cNvContentPartPr/>
                <p14:nvPr/>
              </p14:nvContentPartPr>
              <p14:xfrm>
                <a:off x="7575288" y="5174744"/>
                <a:ext cx="67680" cy="24984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C28D5381-373C-4C7D-40EE-6A0FFACEFE2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566288" y="5165744"/>
                  <a:ext cx="853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1DC94782-1620-EEC3-9DDB-A8DDA940D626}"/>
                    </a:ext>
                  </a:extLst>
                </p14:cNvPr>
                <p14:cNvContentPartPr/>
                <p14:nvPr/>
              </p14:nvContentPartPr>
              <p14:xfrm>
                <a:off x="7750248" y="5200304"/>
                <a:ext cx="101520" cy="15264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1DC94782-1620-EEC3-9DDB-A8DDA940D62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741608" y="5191664"/>
                  <a:ext cx="1191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66C5675B-097C-7CDC-7725-8403D7A70926}"/>
                    </a:ext>
                  </a:extLst>
                </p14:cNvPr>
                <p14:cNvContentPartPr/>
                <p14:nvPr/>
              </p14:nvContentPartPr>
              <p14:xfrm>
                <a:off x="7914408" y="5076104"/>
                <a:ext cx="109080" cy="39708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66C5675B-097C-7CDC-7725-8403D7A7092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905768" y="5067104"/>
                  <a:ext cx="12672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EDF1D356-C1CC-2E0C-9147-F35A4FE92FBF}"/>
                    </a:ext>
                  </a:extLst>
                </p14:cNvPr>
                <p14:cNvContentPartPr/>
                <p14:nvPr/>
              </p14:nvContentPartPr>
              <p14:xfrm>
                <a:off x="7919808" y="5197784"/>
                <a:ext cx="201960" cy="18324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EDF1D356-C1CC-2E0C-9147-F35A4FE92FB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911168" y="5189144"/>
                  <a:ext cx="2196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CF081BB1-C56F-E956-D846-84128D3513DE}"/>
                    </a:ext>
                  </a:extLst>
                </p14:cNvPr>
                <p14:cNvContentPartPr/>
                <p14:nvPr/>
              </p14:nvContentPartPr>
              <p14:xfrm>
                <a:off x="9248568" y="4072064"/>
                <a:ext cx="18360" cy="25740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CF081BB1-C56F-E956-D846-84128D3513D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239568" y="4063064"/>
                  <a:ext cx="360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2550B097-A12F-0C04-DFD1-3CD1F7D7CD0F}"/>
                    </a:ext>
                  </a:extLst>
                </p14:cNvPr>
                <p14:cNvContentPartPr/>
                <p14:nvPr/>
              </p14:nvContentPartPr>
              <p14:xfrm>
                <a:off x="9360528" y="4109144"/>
                <a:ext cx="219240" cy="18540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2550B097-A12F-0C04-DFD1-3CD1F7D7CD0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351888" y="4100504"/>
                  <a:ext cx="2368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C5E3C90C-93A2-3E40-D061-33B98D492721}"/>
                    </a:ext>
                  </a:extLst>
                </p14:cNvPr>
                <p14:cNvContentPartPr/>
                <p14:nvPr/>
              </p14:nvContentPartPr>
              <p14:xfrm>
                <a:off x="9525048" y="3988904"/>
                <a:ext cx="213480" cy="28296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C5E3C90C-93A2-3E40-D061-33B98D49272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516408" y="3980264"/>
                  <a:ext cx="2311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009C07D0-5BD3-E186-21E5-C4F6F0DF866E}"/>
                    </a:ext>
                  </a:extLst>
                </p14:cNvPr>
                <p14:cNvContentPartPr/>
                <p14:nvPr/>
              </p14:nvContentPartPr>
              <p14:xfrm>
                <a:off x="8308608" y="4772984"/>
                <a:ext cx="1358640" cy="3528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009C07D0-5BD3-E186-21E5-C4F6F0DF866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299968" y="4763984"/>
                  <a:ext cx="13762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13E5B354-9A68-52B0-07F9-BCCB985796A3}"/>
                    </a:ext>
                  </a:extLst>
                </p14:cNvPr>
                <p14:cNvContentPartPr/>
                <p14:nvPr/>
              </p14:nvContentPartPr>
              <p14:xfrm>
                <a:off x="8281968" y="4830224"/>
                <a:ext cx="1558800" cy="8460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13E5B354-9A68-52B0-07F9-BCCB985796A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273328" y="4821584"/>
                  <a:ext cx="15764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43CAF130-D0ED-316E-D586-84D069D47279}"/>
                    </a:ext>
                  </a:extLst>
                </p14:cNvPr>
                <p14:cNvContentPartPr/>
                <p14:nvPr/>
              </p14:nvContentPartPr>
              <p14:xfrm>
                <a:off x="9565728" y="4767944"/>
                <a:ext cx="241560" cy="2016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43CAF130-D0ED-316E-D586-84D069D4727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556728" y="4758944"/>
                  <a:ext cx="2592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BAA24E01-7F95-4426-1ED4-58E32272BEE5}"/>
                    </a:ext>
                  </a:extLst>
                </p14:cNvPr>
                <p14:cNvContentPartPr/>
                <p14:nvPr/>
              </p14:nvContentPartPr>
              <p14:xfrm>
                <a:off x="9638448" y="4680464"/>
                <a:ext cx="558000" cy="14940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BAA24E01-7F95-4426-1ED4-58E32272BEE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629808" y="4671464"/>
                  <a:ext cx="5756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F9C10DF6-5C4F-1AA1-DAA7-2AC53CF6986F}"/>
                    </a:ext>
                  </a:extLst>
                </p14:cNvPr>
                <p14:cNvContentPartPr/>
                <p14:nvPr/>
              </p14:nvContentPartPr>
              <p14:xfrm>
                <a:off x="10325328" y="4418384"/>
                <a:ext cx="109440" cy="38160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F9C10DF6-5C4F-1AA1-DAA7-2AC53CF6986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316328" y="4409384"/>
                  <a:ext cx="12708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6714B02E-3E60-A190-2623-D44C5905733C}"/>
                    </a:ext>
                  </a:extLst>
                </p14:cNvPr>
                <p14:cNvContentPartPr/>
                <p14:nvPr/>
              </p14:nvContentPartPr>
              <p14:xfrm>
                <a:off x="10227408" y="4545824"/>
                <a:ext cx="246240" cy="5616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6714B02E-3E60-A190-2623-D44C5905733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218408" y="4536824"/>
                  <a:ext cx="2638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45801B4D-2F02-2B45-8A40-5DFFA2B72259}"/>
                    </a:ext>
                  </a:extLst>
                </p14:cNvPr>
                <p14:cNvContentPartPr/>
                <p14:nvPr/>
              </p14:nvContentPartPr>
              <p14:xfrm>
                <a:off x="10486968" y="4523144"/>
                <a:ext cx="431640" cy="19368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45801B4D-2F02-2B45-8A40-5DFFA2B7225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477968" y="4514504"/>
                  <a:ext cx="449280" cy="2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5" name="Group 434">
            <a:extLst>
              <a:ext uri="{FF2B5EF4-FFF2-40B4-BE49-F238E27FC236}">
                <a16:creationId xmlns:a16="http://schemas.microsoft.com/office/drawing/2014/main" id="{BE34F645-669C-6627-401A-A4EDB62F9696}"/>
              </a:ext>
            </a:extLst>
          </p:cNvPr>
          <p:cNvGrpSpPr/>
          <p:nvPr/>
        </p:nvGrpSpPr>
        <p:grpSpPr>
          <a:xfrm>
            <a:off x="7486008" y="221504"/>
            <a:ext cx="1540440" cy="3551400"/>
            <a:chOff x="7486008" y="221504"/>
            <a:chExt cx="1540440" cy="355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EBC06DC7-EB9C-B7CB-64B4-CA77F7F0B49C}"/>
                    </a:ext>
                  </a:extLst>
                </p14:cNvPr>
                <p14:cNvContentPartPr/>
                <p14:nvPr/>
              </p14:nvContentPartPr>
              <p14:xfrm>
                <a:off x="7514088" y="312944"/>
                <a:ext cx="115200" cy="345636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EBC06DC7-EB9C-B7CB-64B4-CA77F7F0B49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505448" y="304304"/>
                  <a:ext cx="132840" cy="347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3F59BDE3-8367-9E35-8755-AC362F8BCE71}"/>
                    </a:ext>
                  </a:extLst>
                </p14:cNvPr>
                <p14:cNvContentPartPr/>
                <p14:nvPr/>
              </p14:nvContentPartPr>
              <p14:xfrm>
                <a:off x="7486008" y="221504"/>
                <a:ext cx="454320" cy="355140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3F59BDE3-8367-9E35-8755-AC362F8BCE7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477008" y="212504"/>
                  <a:ext cx="471960" cy="356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D03C367E-2640-C419-265F-BEFCEDF65BCD}"/>
                    </a:ext>
                  </a:extLst>
                </p14:cNvPr>
                <p14:cNvContentPartPr/>
                <p14:nvPr/>
              </p14:nvContentPartPr>
              <p14:xfrm>
                <a:off x="8122128" y="2000264"/>
                <a:ext cx="227520" cy="23076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D03C367E-2640-C419-265F-BEFCEDF65BC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113488" y="1991264"/>
                  <a:ext cx="2451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2A401E9F-46A1-D621-5B5D-5246F230FAF1}"/>
                    </a:ext>
                  </a:extLst>
                </p14:cNvPr>
                <p14:cNvContentPartPr/>
                <p14:nvPr/>
              </p14:nvContentPartPr>
              <p14:xfrm>
                <a:off x="8335248" y="2105744"/>
                <a:ext cx="97560" cy="7956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2A401E9F-46A1-D621-5B5D-5246F230FAF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326608" y="2097104"/>
                  <a:ext cx="1152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6CA1A816-AEB4-011F-514E-FF50EA2A2025}"/>
                    </a:ext>
                  </a:extLst>
                </p14:cNvPr>
                <p14:cNvContentPartPr/>
                <p14:nvPr/>
              </p14:nvContentPartPr>
              <p14:xfrm>
                <a:off x="8435328" y="1994864"/>
                <a:ext cx="23760" cy="2444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6CA1A816-AEB4-011F-514E-FF50EA2A202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426688" y="1986224"/>
                  <a:ext cx="414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5594D0EC-00B8-8331-2999-4D0748819FB7}"/>
                    </a:ext>
                  </a:extLst>
                </p14:cNvPr>
                <p14:cNvContentPartPr/>
                <p14:nvPr/>
              </p14:nvContentPartPr>
              <p14:xfrm>
                <a:off x="8429928" y="2093504"/>
                <a:ext cx="212400" cy="14328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5594D0EC-00B8-8331-2999-4D0748819FB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421288" y="2084504"/>
                  <a:ext cx="2300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92CD1B18-E83D-BA05-67BB-44B916D20017}"/>
                    </a:ext>
                  </a:extLst>
                </p14:cNvPr>
                <p14:cNvContentPartPr/>
                <p14:nvPr/>
              </p14:nvContentPartPr>
              <p14:xfrm>
                <a:off x="7523448" y="500864"/>
                <a:ext cx="330480" cy="1548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92CD1B18-E83D-BA05-67BB-44B916D2001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514808" y="491864"/>
                  <a:ext cx="348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F5B29CA7-5469-3101-E2AC-910C47ACCBEC}"/>
                    </a:ext>
                  </a:extLst>
                </p14:cNvPr>
                <p14:cNvContentPartPr/>
                <p14:nvPr/>
              </p14:nvContentPartPr>
              <p14:xfrm>
                <a:off x="7542888" y="638384"/>
                <a:ext cx="367560" cy="6552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F5B29CA7-5469-3101-E2AC-910C47ACCBE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534248" y="629744"/>
                  <a:ext cx="385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20057095-5390-DA5A-46A0-503819829746}"/>
                    </a:ext>
                  </a:extLst>
                </p14:cNvPr>
                <p14:cNvContentPartPr/>
                <p14:nvPr/>
              </p14:nvContentPartPr>
              <p14:xfrm>
                <a:off x="7777608" y="532184"/>
                <a:ext cx="319680" cy="6768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20057095-5390-DA5A-46A0-50381982974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768968" y="523184"/>
                  <a:ext cx="3373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DF491031-0691-22FC-992A-7D3FE366BB66}"/>
                    </a:ext>
                  </a:extLst>
                </p14:cNvPr>
                <p14:cNvContentPartPr/>
                <p14:nvPr/>
              </p14:nvContentPartPr>
              <p14:xfrm>
                <a:off x="8434248" y="291704"/>
                <a:ext cx="160560" cy="36576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DF491031-0691-22FC-992A-7D3FE366BB6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425248" y="283064"/>
                  <a:ext cx="17820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4AD754B9-FE3C-AC31-FE12-3AF0DC028358}"/>
                    </a:ext>
                  </a:extLst>
                </p14:cNvPr>
                <p14:cNvContentPartPr/>
                <p14:nvPr/>
              </p14:nvContentPartPr>
              <p14:xfrm>
                <a:off x="8374848" y="442904"/>
                <a:ext cx="174240" cy="1476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4AD754B9-FE3C-AC31-FE12-3AF0DC02835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366208" y="434264"/>
                  <a:ext cx="1918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7026B976-20BF-45D1-57F4-05B175010EAD}"/>
                    </a:ext>
                  </a:extLst>
                </p14:cNvPr>
                <p14:cNvContentPartPr/>
                <p14:nvPr/>
              </p14:nvContentPartPr>
              <p14:xfrm>
                <a:off x="8590488" y="436424"/>
                <a:ext cx="177480" cy="13392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7026B976-20BF-45D1-57F4-05B175010EA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581488" y="427784"/>
                  <a:ext cx="1951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34FCBDAD-AB16-C2C0-6D36-AD59B31AFA3C}"/>
                    </a:ext>
                  </a:extLst>
                </p14:cNvPr>
                <p14:cNvContentPartPr/>
                <p14:nvPr/>
              </p14:nvContentPartPr>
              <p14:xfrm>
                <a:off x="8789568" y="483944"/>
                <a:ext cx="236880" cy="12816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34FCBDAD-AB16-C2C0-6D36-AD59B31AFA3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780568" y="475304"/>
                  <a:ext cx="2545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5F091710-BE90-7922-2316-22DFAB02F383}"/>
                    </a:ext>
                  </a:extLst>
                </p14:cNvPr>
                <p14:cNvContentPartPr/>
                <p14:nvPr/>
              </p14:nvContentPartPr>
              <p14:xfrm>
                <a:off x="7645488" y="314744"/>
                <a:ext cx="111960" cy="12312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5F091710-BE90-7922-2316-22DFAB02F38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636488" y="305744"/>
                  <a:ext cx="129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6C8B6BC7-7A52-527A-EC06-AA4427D336F7}"/>
                    </a:ext>
                  </a:extLst>
                </p14:cNvPr>
                <p14:cNvContentPartPr/>
                <p14:nvPr/>
              </p14:nvContentPartPr>
              <p14:xfrm>
                <a:off x="7678248" y="551624"/>
                <a:ext cx="17640" cy="11088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6C8B6BC7-7A52-527A-EC06-AA4427D336F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669248" y="542624"/>
                  <a:ext cx="352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96806713-6C13-40DD-D38D-DCF884E47BFE}"/>
                    </a:ext>
                  </a:extLst>
                </p14:cNvPr>
                <p14:cNvContentPartPr/>
                <p14:nvPr/>
              </p14:nvContentPartPr>
              <p14:xfrm>
                <a:off x="7703808" y="925304"/>
                <a:ext cx="47880" cy="13788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96806713-6C13-40DD-D38D-DCF884E47BF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695168" y="916664"/>
                  <a:ext cx="65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510961EB-A493-6B2C-E934-2A162CE15F7B}"/>
                    </a:ext>
                  </a:extLst>
                </p14:cNvPr>
                <p14:cNvContentPartPr/>
                <p14:nvPr/>
              </p14:nvContentPartPr>
              <p14:xfrm>
                <a:off x="7739088" y="1188464"/>
                <a:ext cx="94320" cy="11232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510961EB-A493-6B2C-E934-2A162CE15F7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730088" y="1179464"/>
                  <a:ext cx="11196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087F65F5-6D50-2CDE-B3B1-B1E841970DB0}"/>
              </a:ext>
            </a:extLst>
          </p:cNvPr>
          <p:cNvGrpSpPr/>
          <p:nvPr/>
        </p:nvGrpSpPr>
        <p:grpSpPr>
          <a:xfrm>
            <a:off x="4380288" y="384944"/>
            <a:ext cx="2546640" cy="3574080"/>
            <a:chOff x="4380288" y="384944"/>
            <a:chExt cx="2546640" cy="357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C61C675-FE50-E79E-62A4-46EFCF21E35D}"/>
                    </a:ext>
                  </a:extLst>
                </p14:cNvPr>
                <p14:cNvContentPartPr/>
                <p14:nvPr/>
              </p14:nvContentPartPr>
              <p14:xfrm>
                <a:off x="5713008" y="1256864"/>
                <a:ext cx="739800" cy="63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C61C675-FE50-E79E-62A4-46EFCF21E35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704368" y="1247864"/>
                  <a:ext cx="7574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DBF641C-9020-936D-B261-82D90686FFC8}"/>
                    </a:ext>
                  </a:extLst>
                </p14:cNvPr>
                <p14:cNvContentPartPr/>
                <p14:nvPr/>
              </p14:nvContentPartPr>
              <p14:xfrm>
                <a:off x="6411048" y="1157144"/>
                <a:ext cx="191520" cy="215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DBF641C-9020-936D-B261-82D90686FFC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402408" y="1148504"/>
                  <a:ext cx="2091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ABB6AB66-79B2-EB3C-2EA1-921DC4C33E75}"/>
                    </a:ext>
                  </a:extLst>
                </p14:cNvPr>
                <p14:cNvContentPartPr/>
                <p14:nvPr/>
              </p14:nvContentPartPr>
              <p14:xfrm>
                <a:off x="4410528" y="621104"/>
                <a:ext cx="75960" cy="149940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ABB6AB66-79B2-EB3C-2EA1-921DC4C33E7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401888" y="612464"/>
                  <a:ext cx="93600" cy="15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2C8F2ED8-19D6-8FEE-4B3D-8481BB43A02C}"/>
                    </a:ext>
                  </a:extLst>
                </p14:cNvPr>
                <p14:cNvContentPartPr/>
                <p14:nvPr/>
              </p14:nvContentPartPr>
              <p14:xfrm>
                <a:off x="4384248" y="522104"/>
                <a:ext cx="1092960" cy="147528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2C8F2ED8-19D6-8FEE-4B3D-8481BB43A02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375608" y="513464"/>
                  <a:ext cx="1110600" cy="14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09796296-3CC8-657C-E67E-1CBD50B64050}"/>
                    </a:ext>
                  </a:extLst>
                </p14:cNvPr>
                <p14:cNvContentPartPr/>
                <p14:nvPr/>
              </p14:nvContentPartPr>
              <p14:xfrm>
                <a:off x="4380288" y="2017904"/>
                <a:ext cx="1059480" cy="6876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09796296-3CC8-657C-E67E-1CBD50B6405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371648" y="2009264"/>
                  <a:ext cx="10771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478E5FFD-CFC1-A352-A8BD-57EA86335053}"/>
                    </a:ext>
                  </a:extLst>
                </p14:cNvPr>
                <p14:cNvContentPartPr/>
                <p14:nvPr/>
              </p14:nvContentPartPr>
              <p14:xfrm>
                <a:off x="4880688" y="1072544"/>
                <a:ext cx="218880" cy="39132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478E5FFD-CFC1-A352-A8BD-57EA8633505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872048" y="1063544"/>
                  <a:ext cx="23652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B7BE60F0-55B8-773F-B4A6-73880B98E401}"/>
                    </a:ext>
                  </a:extLst>
                </p14:cNvPr>
                <p14:cNvContentPartPr/>
                <p14:nvPr/>
              </p14:nvContentPartPr>
              <p14:xfrm>
                <a:off x="4863768" y="1183424"/>
                <a:ext cx="245160" cy="27036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B7BE60F0-55B8-773F-B4A6-73880B98E40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855128" y="1174784"/>
                  <a:ext cx="2628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E3FA8998-D016-56E0-FAAA-765882C6E4A2}"/>
                    </a:ext>
                  </a:extLst>
                </p14:cNvPr>
                <p14:cNvContentPartPr/>
                <p14:nvPr/>
              </p14:nvContentPartPr>
              <p14:xfrm>
                <a:off x="6646128" y="384944"/>
                <a:ext cx="217080" cy="2232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E3FA8998-D016-56E0-FAAA-765882C6E4A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637128" y="376304"/>
                  <a:ext cx="2347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5264266F-7672-CB77-5FFD-0FA4C965A69C}"/>
                    </a:ext>
                  </a:extLst>
                </p14:cNvPr>
                <p14:cNvContentPartPr/>
                <p14:nvPr/>
              </p14:nvContentPartPr>
              <p14:xfrm>
                <a:off x="6550368" y="443984"/>
                <a:ext cx="139320" cy="351504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5264266F-7672-CB77-5FFD-0FA4C965A69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541728" y="435344"/>
                  <a:ext cx="156960" cy="353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F6D79CBA-5207-E059-D086-3380D1C03A99}"/>
                    </a:ext>
                  </a:extLst>
                </p14:cNvPr>
                <p14:cNvContentPartPr/>
                <p14:nvPr/>
              </p14:nvContentPartPr>
              <p14:xfrm>
                <a:off x="6621288" y="404024"/>
                <a:ext cx="305640" cy="347832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F6D79CBA-5207-E059-D086-3380D1C03A9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612288" y="395024"/>
                  <a:ext cx="323280" cy="349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AED5D0E9-ABEE-5300-9CB0-DAFEDE502B67}"/>
                    </a:ext>
                  </a:extLst>
                </p14:cNvPr>
                <p14:cNvContentPartPr/>
                <p14:nvPr/>
              </p14:nvContentPartPr>
              <p14:xfrm>
                <a:off x="6666648" y="674384"/>
                <a:ext cx="200880" cy="3060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AED5D0E9-ABEE-5300-9CB0-DAFEDE502B6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657648" y="665384"/>
                  <a:ext cx="2185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30BC6467-4B6F-33BE-97BC-31ECBF0538B4}"/>
                    </a:ext>
                  </a:extLst>
                </p14:cNvPr>
                <p14:cNvContentPartPr/>
                <p14:nvPr/>
              </p14:nvContentPartPr>
              <p14:xfrm>
                <a:off x="6678888" y="774464"/>
                <a:ext cx="189000" cy="1656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30BC6467-4B6F-33BE-97BC-31ECBF0538B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670248" y="765464"/>
                  <a:ext cx="2066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A00B2A95-8DC4-002C-1F49-C76578622C09}"/>
                    </a:ext>
                  </a:extLst>
                </p14:cNvPr>
                <p14:cNvContentPartPr/>
                <p14:nvPr/>
              </p14:nvContentPartPr>
              <p14:xfrm>
                <a:off x="6449568" y="608504"/>
                <a:ext cx="308520" cy="12600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A00B2A95-8DC4-002C-1F49-C76578622C0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440568" y="599864"/>
                  <a:ext cx="3261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5FEC669D-54F7-4723-4D92-B27422EA1C08}"/>
                    </a:ext>
                  </a:extLst>
                </p14:cNvPr>
                <p14:cNvContentPartPr/>
                <p14:nvPr/>
              </p14:nvContentPartPr>
              <p14:xfrm>
                <a:off x="6106128" y="504464"/>
                <a:ext cx="53640" cy="9756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5FEC669D-54F7-4723-4D92-B27422EA1C0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097128" y="495464"/>
                  <a:ext cx="712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AC1AD648-BBB3-A843-D7C6-BEAB6018DAFD}"/>
                    </a:ext>
                  </a:extLst>
                </p14:cNvPr>
                <p14:cNvContentPartPr/>
                <p14:nvPr/>
              </p14:nvContentPartPr>
              <p14:xfrm>
                <a:off x="6210168" y="579704"/>
                <a:ext cx="33120" cy="1980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AC1AD648-BBB3-A843-D7C6-BEAB6018DAF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201168" y="571064"/>
                  <a:ext cx="50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C6F10C05-A7BE-3967-D2C4-07FAC7FA5464}"/>
                    </a:ext>
                  </a:extLst>
                </p14:cNvPr>
                <p14:cNvContentPartPr/>
                <p14:nvPr/>
              </p14:nvContentPartPr>
              <p14:xfrm>
                <a:off x="6203688" y="410864"/>
                <a:ext cx="125280" cy="25596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C6F10C05-A7BE-3967-D2C4-07FAC7FA546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194688" y="401864"/>
                  <a:ext cx="1429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39CC4AA9-857D-41EB-F2C5-27E2144CE51B}"/>
                    </a:ext>
                  </a:extLst>
                </p14:cNvPr>
                <p14:cNvContentPartPr/>
                <p14:nvPr/>
              </p14:nvContentPartPr>
              <p14:xfrm>
                <a:off x="5536968" y="956624"/>
                <a:ext cx="137880" cy="21276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39CC4AA9-857D-41EB-F2C5-27E2144CE51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527968" y="947984"/>
                  <a:ext cx="1555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E94BB215-A4E1-1B15-3D82-F37E433A4EFD}"/>
                    </a:ext>
                  </a:extLst>
                </p14:cNvPr>
                <p14:cNvContentPartPr/>
                <p14:nvPr/>
              </p14:nvContentPartPr>
              <p14:xfrm>
                <a:off x="5690328" y="1044824"/>
                <a:ext cx="65880" cy="9468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E94BB215-A4E1-1B15-3D82-F37E433A4EF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681688" y="1035824"/>
                  <a:ext cx="835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74A606B2-150E-387C-6CCD-C5A77EC4C4CC}"/>
                    </a:ext>
                  </a:extLst>
                </p14:cNvPr>
                <p14:cNvContentPartPr/>
                <p14:nvPr/>
              </p14:nvContentPartPr>
              <p14:xfrm>
                <a:off x="5833968" y="871664"/>
                <a:ext cx="78840" cy="39924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74A606B2-150E-387C-6CCD-C5A77EC4C4C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824968" y="863024"/>
                  <a:ext cx="9648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28AF9E2B-B813-2E69-C37F-4E875E3F1B2A}"/>
                    </a:ext>
                  </a:extLst>
                </p14:cNvPr>
                <p14:cNvContentPartPr/>
                <p14:nvPr/>
              </p14:nvContentPartPr>
              <p14:xfrm>
                <a:off x="5751888" y="986864"/>
                <a:ext cx="142560" cy="1728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28AF9E2B-B813-2E69-C37F-4E875E3F1B2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743248" y="977864"/>
                  <a:ext cx="1602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EA00E4B2-FFAC-EC53-F4AB-CF1809EC471F}"/>
                    </a:ext>
                  </a:extLst>
                </p14:cNvPr>
                <p14:cNvContentPartPr/>
                <p14:nvPr/>
              </p14:nvContentPartPr>
              <p14:xfrm>
                <a:off x="5943048" y="927824"/>
                <a:ext cx="93960" cy="21456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EA00E4B2-FFAC-EC53-F4AB-CF1809EC471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934408" y="918824"/>
                  <a:ext cx="1116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401A80F9-5F09-3DBB-A79E-DDA2A0AC12C0}"/>
                    </a:ext>
                  </a:extLst>
                </p14:cNvPr>
                <p14:cNvContentPartPr/>
                <p14:nvPr/>
              </p14:nvContentPartPr>
              <p14:xfrm>
                <a:off x="5903808" y="994784"/>
                <a:ext cx="526320" cy="16020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401A80F9-5F09-3DBB-A79E-DDA2A0AC12C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895168" y="986144"/>
                  <a:ext cx="54396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C3EBE1F1-48F7-5F41-27D0-9A54D00276DB}"/>
              </a:ext>
            </a:extLst>
          </p:cNvPr>
          <p:cNvGrpSpPr/>
          <p:nvPr/>
        </p:nvGrpSpPr>
        <p:grpSpPr>
          <a:xfrm>
            <a:off x="8899728" y="5273384"/>
            <a:ext cx="321120" cy="451440"/>
            <a:chOff x="8899728" y="5273384"/>
            <a:chExt cx="321120" cy="45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75712A72-9445-DA72-1E68-5684C4E15EC3}"/>
                    </a:ext>
                  </a:extLst>
                </p14:cNvPr>
                <p14:cNvContentPartPr/>
                <p14:nvPr/>
              </p14:nvContentPartPr>
              <p14:xfrm>
                <a:off x="8924208" y="5273384"/>
                <a:ext cx="221400" cy="5796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75712A72-9445-DA72-1E68-5684C4E15EC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915568" y="5264744"/>
                  <a:ext cx="2390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354B67CE-AA26-494A-DE14-59E0CE7F2BD2}"/>
                    </a:ext>
                  </a:extLst>
                </p14:cNvPr>
                <p14:cNvContentPartPr/>
                <p14:nvPr/>
              </p14:nvContentPartPr>
              <p14:xfrm>
                <a:off x="8947968" y="5368064"/>
                <a:ext cx="272880" cy="35676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354B67CE-AA26-494A-DE14-59E0CE7F2BD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938968" y="5359424"/>
                  <a:ext cx="2905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A37ADACB-3563-159C-EA4B-A008734073C0}"/>
                    </a:ext>
                  </a:extLst>
                </p14:cNvPr>
                <p14:cNvContentPartPr/>
                <p14:nvPr/>
              </p14:nvContentPartPr>
              <p14:xfrm>
                <a:off x="8899728" y="5450864"/>
                <a:ext cx="286560" cy="5040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A37ADACB-3563-159C-EA4B-A008734073C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891088" y="5441864"/>
                  <a:ext cx="304200" cy="68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14365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5BA90-0341-8B13-9130-71030633D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E4BF21-2829-9BF5-7E90-1AAD1629F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307055"/>
            <a:ext cx="10420350" cy="30861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D9F5ACFC-D169-CF24-A733-EB00586BE234}"/>
              </a:ext>
            </a:extLst>
          </p:cNvPr>
          <p:cNvGrpSpPr/>
          <p:nvPr/>
        </p:nvGrpSpPr>
        <p:grpSpPr>
          <a:xfrm>
            <a:off x="3026328" y="545144"/>
            <a:ext cx="1647360" cy="442080"/>
            <a:chOff x="3026328" y="545144"/>
            <a:chExt cx="1647360" cy="44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5F5E180-E8C7-CD18-2869-3659425241A5}"/>
                    </a:ext>
                  </a:extLst>
                </p14:cNvPr>
                <p14:cNvContentPartPr/>
                <p14:nvPr/>
              </p14:nvContentPartPr>
              <p14:xfrm>
                <a:off x="3026328" y="746024"/>
                <a:ext cx="158760" cy="241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5F5E180-E8C7-CD18-2869-3659425241A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017328" y="737024"/>
                  <a:ext cx="1764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E0BA846-BB02-4380-85F8-F333C598CA72}"/>
                    </a:ext>
                  </a:extLst>
                </p14:cNvPr>
                <p14:cNvContentPartPr/>
                <p14:nvPr/>
              </p14:nvContentPartPr>
              <p14:xfrm>
                <a:off x="3035328" y="770144"/>
                <a:ext cx="184320" cy="57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E0BA846-BB02-4380-85F8-F333C598CA7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026688" y="761504"/>
                  <a:ext cx="2019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26C0B24-32C0-EB76-DB2B-2075938D4C78}"/>
                    </a:ext>
                  </a:extLst>
                </p14:cNvPr>
                <p14:cNvContentPartPr/>
                <p14:nvPr/>
              </p14:nvContentPartPr>
              <p14:xfrm>
                <a:off x="3258528" y="788864"/>
                <a:ext cx="261360" cy="168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26C0B24-32C0-EB76-DB2B-2075938D4C7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249888" y="780224"/>
                  <a:ext cx="2790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9279DB9-B04D-F5BB-6BA5-8C9ADB8C4266}"/>
                    </a:ext>
                  </a:extLst>
                </p14:cNvPr>
                <p14:cNvContentPartPr/>
                <p14:nvPr/>
              </p14:nvContentPartPr>
              <p14:xfrm>
                <a:off x="3516648" y="769784"/>
                <a:ext cx="91440" cy="130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9279DB9-B04D-F5BB-6BA5-8C9ADB8C426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07648" y="760784"/>
                  <a:ext cx="1090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6D4B944-BB4F-F0F6-F317-B8DA28EFD761}"/>
                    </a:ext>
                  </a:extLst>
                </p14:cNvPr>
                <p14:cNvContentPartPr/>
                <p14:nvPr/>
              </p14:nvContentPartPr>
              <p14:xfrm>
                <a:off x="3643008" y="751784"/>
                <a:ext cx="118080" cy="164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6D4B944-BB4F-F0F6-F317-B8DA28EFD76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34368" y="743144"/>
                  <a:ext cx="1357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A650224-1FF9-3D97-B290-A3C00D1F3C79}"/>
                    </a:ext>
                  </a:extLst>
                </p14:cNvPr>
                <p14:cNvContentPartPr/>
                <p14:nvPr/>
              </p14:nvContentPartPr>
              <p14:xfrm>
                <a:off x="3835608" y="656384"/>
                <a:ext cx="50400" cy="228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A650224-1FF9-3D97-B290-A3C00D1F3C7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26608" y="647744"/>
                  <a:ext cx="680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CCE839D-9D4A-0007-A049-C65FFD62E4DE}"/>
                    </a:ext>
                  </a:extLst>
                </p14:cNvPr>
                <p14:cNvContentPartPr/>
                <p14:nvPr/>
              </p14:nvContentPartPr>
              <p14:xfrm>
                <a:off x="3945048" y="709664"/>
                <a:ext cx="166680" cy="169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CCE839D-9D4A-0007-A049-C65FFD62E4D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936408" y="700664"/>
                  <a:ext cx="184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3BA6117-B9E6-4B2D-DE1C-7E8495A5C736}"/>
                    </a:ext>
                  </a:extLst>
                </p14:cNvPr>
                <p14:cNvContentPartPr/>
                <p14:nvPr/>
              </p14:nvContentPartPr>
              <p14:xfrm>
                <a:off x="4118568" y="606704"/>
                <a:ext cx="199800" cy="193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3BA6117-B9E6-4B2D-DE1C-7E8495A5C73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09568" y="597704"/>
                  <a:ext cx="217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155AC0F-3FFE-6488-ADF3-44A514F004A5}"/>
                    </a:ext>
                  </a:extLst>
                </p14:cNvPr>
                <p14:cNvContentPartPr/>
                <p14:nvPr/>
              </p14:nvContentPartPr>
              <p14:xfrm>
                <a:off x="4332048" y="545144"/>
                <a:ext cx="3600" cy="64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155AC0F-3FFE-6488-ADF3-44A514F004A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23408" y="536144"/>
                  <a:ext cx="212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1B62F7E-11BB-9680-805C-B1569BC9910C}"/>
                    </a:ext>
                  </a:extLst>
                </p14:cNvPr>
                <p14:cNvContentPartPr/>
                <p14:nvPr/>
              </p14:nvContentPartPr>
              <p14:xfrm>
                <a:off x="4382448" y="608864"/>
                <a:ext cx="291240" cy="178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1B62F7E-11BB-9680-805C-B1569BC9910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373448" y="599864"/>
                  <a:ext cx="308880" cy="19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21C8A70-E7FE-C18C-F781-39BFF8F2529D}"/>
                  </a:ext>
                </a:extLst>
              </p14:cNvPr>
              <p14:cNvContentPartPr/>
              <p14:nvPr/>
            </p14:nvContentPartPr>
            <p14:xfrm>
              <a:off x="6344808" y="1741064"/>
              <a:ext cx="377640" cy="2660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21C8A70-E7FE-C18C-F781-39BFF8F2529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336168" y="1732064"/>
                <a:ext cx="395280" cy="28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79F3A03D-7DD0-7DF6-51AA-FE71DAE17A38}"/>
              </a:ext>
            </a:extLst>
          </p:cNvPr>
          <p:cNvGrpSpPr/>
          <p:nvPr/>
        </p:nvGrpSpPr>
        <p:grpSpPr>
          <a:xfrm>
            <a:off x="7923408" y="1654664"/>
            <a:ext cx="1022040" cy="534600"/>
            <a:chOff x="7923408" y="1654664"/>
            <a:chExt cx="1022040" cy="53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06A2536-B821-E23D-9870-DDD52825B2AE}"/>
                    </a:ext>
                  </a:extLst>
                </p14:cNvPr>
                <p14:cNvContentPartPr/>
                <p14:nvPr/>
              </p14:nvContentPartPr>
              <p14:xfrm>
                <a:off x="7923408" y="1654664"/>
                <a:ext cx="147240" cy="534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06A2536-B821-E23D-9870-DDD52825B2A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914408" y="1646024"/>
                  <a:ext cx="164880" cy="55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386ECC9-71A1-80A0-B951-78642C83DFF7}"/>
                    </a:ext>
                  </a:extLst>
                </p14:cNvPr>
                <p14:cNvContentPartPr/>
                <p14:nvPr/>
              </p14:nvContentPartPr>
              <p14:xfrm>
                <a:off x="8203128" y="1726304"/>
                <a:ext cx="132840" cy="205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386ECC9-71A1-80A0-B951-78642C83DFF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194488" y="1717664"/>
                  <a:ext cx="1504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9856426-6884-6B75-9802-9DC3F6260057}"/>
                    </a:ext>
                  </a:extLst>
                </p14:cNvPr>
                <p14:cNvContentPartPr/>
                <p14:nvPr/>
              </p14:nvContentPartPr>
              <p14:xfrm>
                <a:off x="8423448" y="1716224"/>
                <a:ext cx="192240" cy="214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9856426-6884-6B75-9802-9DC3F626005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14448" y="1707224"/>
                  <a:ext cx="2098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35B2AC6-1CCE-D432-4CD1-CB65DE849D57}"/>
                    </a:ext>
                  </a:extLst>
                </p14:cNvPr>
                <p14:cNvContentPartPr/>
                <p14:nvPr/>
              </p14:nvContentPartPr>
              <p14:xfrm>
                <a:off x="8669688" y="1737104"/>
                <a:ext cx="275760" cy="168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35B2AC6-1CCE-D432-4CD1-CB65DE849D5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660688" y="1728464"/>
                  <a:ext cx="29340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C383490-72FC-CF6B-EF11-EA95164D2BDA}"/>
              </a:ext>
            </a:extLst>
          </p:cNvPr>
          <p:cNvGrpSpPr/>
          <p:nvPr/>
        </p:nvGrpSpPr>
        <p:grpSpPr>
          <a:xfrm>
            <a:off x="9726288" y="1704344"/>
            <a:ext cx="880920" cy="442440"/>
            <a:chOff x="9726288" y="1704344"/>
            <a:chExt cx="880920" cy="44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433DA2F-BF42-DE6D-5C15-B4E17EDBE5ED}"/>
                    </a:ext>
                  </a:extLst>
                </p14:cNvPr>
                <p14:cNvContentPartPr/>
                <p14:nvPr/>
              </p14:nvContentPartPr>
              <p14:xfrm>
                <a:off x="9777408" y="1823504"/>
                <a:ext cx="60480" cy="323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433DA2F-BF42-DE6D-5C15-B4E17EDBE5E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68768" y="1814864"/>
                  <a:ext cx="781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961CB22-AB04-DF6D-8C6E-ABE267DB2357}"/>
                    </a:ext>
                  </a:extLst>
                </p14:cNvPr>
                <p14:cNvContentPartPr/>
                <p14:nvPr/>
              </p14:nvContentPartPr>
              <p14:xfrm>
                <a:off x="9726288" y="1823864"/>
                <a:ext cx="182160" cy="168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961CB22-AB04-DF6D-8C6E-ABE267DB235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717288" y="1815224"/>
                  <a:ext cx="1998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BDC60CB-2418-0304-13B5-07CC87534859}"/>
                    </a:ext>
                  </a:extLst>
                </p14:cNvPr>
                <p14:cNvContentPartPr/>
                <p14:nvPr/>
              </p14:nvContentPartPr>
              <p14:xfrm>
                <a:off x="9967488" y="1817024"/>
                <a:ext cx="37800" cy="139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BDC60CB-2418-0304-13B5-07CC8753485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958488" y="1808384"/>
                  <a:ext cx="554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D1AED96-0DD3-2E71-8FF7-DE352F3911BC}"/>
                    </a:ext>
                  </a:extLst>
                </p14:cNvPr>
                <p14:cNvContentPartPr/>
                <p14:nvPr/>
              </p14:nvContentPartPr>
              <p14:xfrm>
                <a:off x="9977208" y="1704344"/>
                <a:ext cx="17280" cy="63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D1AED96-0DD3-2E71-8FF7-DE352F3911B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968568" y="1695704"/>
                  <a:ext cx="349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047D3F8-A53D-A821-9410-C65512A4AEC3}"/>
                    </a:ext>
                  </a:extLst>
                </p14:cNvPr>
                <p14:cNvContentPartPr/>
                <p14:nvPr/>
              </p14:nvContentPartPr>
              <p14:xfrm>
                <a:off x="10040928" y="1811984"/>
                <a:ext cx="162360" cy="166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047D3F8-A53D-A821-9410-C65512A4AEC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032288" y="1803344"/>
                  <a:ext cx="1800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FB6BB79-A49B-746D-2AA0-66EA7E7F9A6E}"/>
                    </a:ext>
                  </a:extLst>
                </p14:cNvPr>
                <p14:cNvContentPartPr/>
                <p14:nvPr/>
              </p14:nvContentPartPr>
              <p14:xfrm>
                <a:off x="10231008" y="1799024"/>
                <a:ext cx="376200" cy="218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FB6BB79-A49B-746D-2AA0-66EA7E7F9A6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22368" y="1790024"/>
                  <a:ext cx="39384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17AC17B-1BEA-7A42-8ADA-EB496A8A07C9}"/>
              </a:ext>
            </a:extLst>
          </p:cNvPr>
          <p:cNvGrpSpPr/>
          <p:nvPr/>
        </p:nvGrpSpPr>
        <p:grpSpPr>
          <a:xfrm>
            <a:off x="6270648" y="2539904"/>
            <a:ext cx="5335560" cy="3618000"/>
            <a:chOff x="6270648" y="2539904"/>
            <a:chExt cx="5335560" cy="361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B60D6FE-F6BC-D1FD-F226-A5E5BDF0B8B3}"/>
                    </a:ext>
                  </a:extLst>
                </p14:cNvPr>
                <p14:cNvContentPartPr/>
                <p14:nvPr/>
              </p14:nvContentPartPr>
              <p14:xfrm>
                <a:off x="6364248" y="3163424"/>
                <a:ext cx="4548240" cy="1210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B60D6FE-F6BC-D1FD-F226-A5E5BDF0B8B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355248" y="3154784"/>
                  <a:ext cx="4565880" cy="12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75434DA-9E46-3024-6DEC-EE0832B2E4DD}"/>
                    </a:ext>
                  </a:extLst>
                </p14:cNvPr>
                <p14:cNvContentPartPr/>
                <p14:nvPr/>
              </p14:nvContentPartPr>
              <p14:xfrm>
                <a:off x="6598968" y="5490464"/>
                <a:ext cx="53280" cy="475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75434DA-9E46-3024-6DEC-EE0832B2E4D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589968" y="5481464"/>
                  <a:ext cx="7092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BB51BF5-6CB0-1BF5-802A-F95A95B76C29}"/>
                    </a:ext>
                  </a:extLst>
                </p14:cNvPr>
                <p14:cNvContentPartPr/>
                <p14:nvPr/>
              </p14:nvContentPartPr>
              <p14:xfrm>
                <a:off x="7904688" y="5579744"/>
                <a:ext cx="243720" cy="295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BB51BF5-6CB0-1BF5-802A-F95A95B76C2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896048" y="5571104"/>
                  <a:ext cx="2613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B0DC2E4-0C92-3E77-9545-E1BD136F7472}"/>
                    </a:ext>
                  </a:extLst>
                </p14:cNvPr>
                <p14:cNvContentPartPr/>
                <p14:nvPr/>
              </p14:nvContentPartPr>
              <p14:xfrm>
                <a:off x="8212848" y="5595224"/>
                <a:ext cx="125640" cy="207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B0DC2E4-0C92-3E77-9545-E1BD136F747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04208" y="5586584"/>
                  <a:ext cx="1432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AE12550-3708-F441-FC23-AD6769362CC7}"/>
                    </a:ext>
                  </a:extLst>
                </p14:cNvPr>
                <p14:cNvContentPartPr/>
                <p14:nvPr/>
              </p14:nvContentPartPr>
              <p14:xfrm>
                <a:off x="8367648" y="5633024"/>
                <a:ext cx="130320" cy="129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AE12550-3708-F441-FC23-AD6769362CC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358648" y="5624024"/>
                  <a:ext cx="1479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98A3ABE-F4F3-2D90-8387-10D048268CD5}"/>
                    </a:ext>
                  </a:extLst>
                </p14:cNvPr>
                <p14:cNvContentPartPr/>
                <p14:nvPr/>
              </p14:nvContentPartPr>
              <p14:xfrm>
                <a:off x="8668248" y="5457344"/>
                <a:ext cx="29520" cy="394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98A3ABE-F4F3-2D90-8387-10D048268CD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659248" y="5448704"/>
                  <a:ext cx="471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638A234-2BBE-F101-9D80-85D5E66A2FA8}"/>
                    </a:ext>
                  </a:extLst>
                </p14:cNvPr>
                <p14:cNvContentPartPr/>
                <p14:nvPr/>
              </p14:nvContentPartPr>
              <p14:xfrm>
                <a:off x="8581848" y="5534744"/>
                <a:ext cx="172800" cy="34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638A234-2BBE-F101-9D80-85D5E66A2FA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573208" y="5525744"/>
                  <a:ext cx="1904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A61057A-3CB3-5637-3F76-BF076A246733}"/>
                    </a:ext>
                  </a:extLst>
                </p14:cNvPr>
                <p14:cNvContentPartPr/>
                <p14:nvPr/>
              </p14:nvContentPartPr>
              <p14:xfrm>
                <a:off x="9468888" y="5684144"/>
                <a:ext cx="25560" cy="473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A61057A-3CB3-5637-3F76-BF076A24673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459888" y="5675504"/>
                  <a:ext cx="4320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87031F3-839A-6BF5-80E7-843913E92C95}"/>
                    </a:ext>
                  </a:extLst>
                </p14:cNvPr>
                <p14:cNvContentPartPr/>
                <p14:nvPr/>
              </p14:nvContentPartPr>
              <p14:xfrm>
                <a:off x="9469248" y="5677664"/>
                <a:ext cx="177480" cy="189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87031F3-839A-6BF5-80E7-843913E92C9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460608" y="5669024"/>
                  <a:ext cx="1951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0A7861C-4C22-FE5D-98CD-C88144A83E3E}"/>
                    </a:ext>
                  </a:extLst>
                </p14:cNvPr>
                <p14:cNvContentPartPr/>
                <p14:nvPr/>
              </p14:nvContentPartPr>
              <p14:xfrm>
                <a:off x="9679488" y="5747144"/>
                <a:ext cx="11880" cy="166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0A7861C-4C22-FE5D-98CD-C88144A83E3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670848" y="5738144"/>
                  <a:ext cx="29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B659C5F-6606-538E-9206-7EE3C22261CF}"/>
                    </a:ext>
                  </a:extLst>
                </p14:cNvPr>
                <p14:cNvContentPartPr/>
                <p14:nvPr/>
              </p14:nvContentPartPr>
              <p14:xfrm>
                <a:off x="9727008" y="5535464"/>
                <a:ext cx="18720" cy="71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B659C5F-6606-538E-9206-7EE3C22261C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718368" y="5526824"/>
                  <a:ext cx="363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7B484B6-0D97-34B5-5CFE-3AEBADF57324}"/>
                    </a:ext>
                  </a:extLst>
                </p14:cNvPr>
                <p14:cNvContentPartPr/>
                <p14:nvPr/>
              </p14:nvContentPartPr>
              <p14:xfrm>
                <a:off x="9784248" y="5735624"/>
                <a:ext cx="114840" cy="203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7B484B6-0D97-34B5-5CFE-3AEBADF5732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775248" y="5726624"/>
                  <a:ext cx="132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F1609BE-8A26-7970-CF98-168F6C434AFF}"/>
                    </a:ext>
                  </a:extLst>
                </p14:cNvPr>
                <p14:cNvContentPartPr/>
                <p14:nvPr/>
              </p14:nvContentPartPr>
              <p14:xfrm>
                <a:off x="9954528" y="5748224"/>
                <a:ext cx="367560" cy="284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F1609BE-8A26-7970-CF98-168F6C434AF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945888" y="5739224"/>
                  <a:ext cx="3852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8664C33-0376-CCE4-83ED-84DF0B8EE938}"/>
                    </a:ext>
                  </a:extLst>
                </p14:cNvPr>
                <p14:cNvContentPartPr/>
                <p14:nvPr/>
              </p14:nvContentPartPr>
              <p14:xfrm>
                <a:off x="6270648" y="3218144"/>
                <a:ext cx="5335560" cy="2305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8664C33-0376-CCE4-83ED-84DF0B8EE93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261648" y="3209504"/>
                  <a:ext cx="5353200" cy="23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685D863-CC92-919B-E4FE-EA5387362BDB}"/>
                    </a:ext>
                  </a:extLst>
                </p14:cNvPr>
                <p14:cNvContentPartPr/>
                <p14:nvPr/>
              </p14:nvContentPartPr>
              <p14:xfrm>
                <a:off x="10881888" y="2539904"/>
                <a:ext cx="427680" cy="445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685D863-CC92-919B-E4FE-EA5387362BD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873248" y="2531264"/>
                  <a:ext cx="445320" cy="46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376962C-E06E-1D85-2D0E-4D58AD27966D}"/>
              </a:ext>
            </a:extLst>
          </p:cNvPr>
          <p:cNvGrpSpPr/>
          <p:nvPr/>
        </p:nvGrpSpPr>
        <p:grpSpPr>
          <a:xfrm>
            <a:off x="10917888" y="1739984"/>
            <a:ext cx="722880" cy="397800"/>
            <a:chOff x="10917888" y="1739984"/>
            <a:chExt cx="722880" cy="39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BB115DC-37F4-1553-563C-15A3BED302BA}"/>
                    </a:ext>
                  </a:extLst>
                </p14:cNvPr>
                <p14:cNvContentPartPr/>
                <p14:nvPr/>
              </p14:nvContentPartPr>
              <p14:xfrm>
                <a:off x="11025888" y="1739984"/>
                <a:ext cx="133560" cy="376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BB115DC-37F4-1553-563C-15A3BED302B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016888" y="1730984"/>
                  <a:ext cx="1512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D1E6250-3F24-DAB7-CA13-110F3D4DCCC4}"/>
                    </a:ext>
                  </a:extLst>
                </p14:cNvPr>
                <p14:cNvContentPartPr/>
                <p14:nvPr/>
              </p14:nvContentPartPr>
              <p14:xfrm>
                <a:off x="10917888" y="1903784"/>
                <a:ext cx="722880" cy="234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D1E6250-3F24-DAB7-CA13-110F3D4DCCC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908888" y="1894784"/>
                  <a:ext cx="740520" cy="25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60864D8-9572-2CDD-39C1-65F83A54DFA7}"/>
                  </a:ext>
                </a:extLst>
              </p14:cNvPr>
              <p14:cNvContentPartPr/>
              <p14:nvPr/>
            </p14:nvContentPartPr>
            <p14:xfrm>
              <a:off x="6123768" y="3614864"/>
              <a:ext cx="784080" cy="6696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60864D8-9572-2CDD-39C1-65F83A54DFA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114768" y="3606224"/>
                <a:ext cx="801720" cy="68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7802495-1255-7201-CB78-A170D47EAAC6}"/>
                  </a:ext>
                </a:extLst>
              </p14:cNvPr>
              <p14:cNvContentPartPr/>
              <p14:nvPr/>
            </p14:nvContentPartPr>
            <p14:xfrm>
              <a:off x="7857528" y="3663824"/>
              <a:ext cx="635040" cy="5839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7802495-1255-7201-CB78-A170D47EAAC6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848528" y="3655184"/>
                <a:ext cx="652680" cy="60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C85645D-423B-5A4E-4258-B90A741F0C7F}"/>
                  </a:ext>
                </a:extLst>
              </p14:cNvPr>
              <p14:cNvContentPartPr/>
              <p14:nvPr/>
            </p14:nvContentPartPr>
            <p14:xfrm>
              <a:off x="9302928" y="3691904"/>
              <a:ext cx="790560" cy="59760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C85645D-423B-5A4E-4258-B90A741F0C7F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293928" y="3683264"/>
                <a:ext cx="808200" cy="61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C28D4B4B-B63F-ED14-F526-D6DEFC16A807}"/>
              </a:ext>
            </a:extLst>
          </p:cNvPr>
          <p:cNvGrpSpPr/>
          <p:nvPr/>
        </p:nvGrpSpPr>
        <p:grpSpPr>
          <a:xfrm>
            <a:off x="5796528" y="336344"/>
            <a:ext cx="2099880" cy="544320"/>
            <a:chOff x="5796528" y="336344"/>
            <a:chExt cx="2099880" cy="54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1B9FD63-63EB-4B8D-89F2-9A6160A99CCF}"/>
                    </a:ext>
                  </a:extLst>
                </p14:cNvPr>
                <p14:cNvContentPartPr/>
                <p14:nvPr/>
              </p14:nvContentPartPr>
              <p14:xfrm>
                <a:off x="5796528" y="559904"/>
                <a:ext cx="153360" cy="192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1B9FD63-63EB-4B8D-89F2-9A6160A99CC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787888" y="550904"/>
                  <a:ext cx="1710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1A2AA41-198C-B981-41D8-7B0AB80576F1}"/>
                    </a:ext>
                  </a:extLst>
                </p14:cNvPr>
                <p14:cNvContentPartPr/>
                <p14:nvPr/>
              </p14:nvContentPartPr>
              <p14:xfrm>
                <a:off x="6025128" y="382784"/>
                <a:ext cx="37080" cy="375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1A2AA41-198C-B981-41D8-7B0AB80576F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016488" y="374144"/>
                  <a:ext cx="5472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EAF917D-5773-5878-3C1F-809218732BB4}"/>
                    </a:ext>
                  </a:extLst>
                </p14:cNvPr>
                <p14:cNvContentPartPr/>
                <p14:nvPr/>
              </p14:nvContentPartPr>
              <p14:xfrm>
                <a:off x="6109368" y="533264"/>
                <a:ext cx="156600" cy="196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EAF917D-5773-5878-3C1F-809218732BB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100368" y="524624"/>
                  <a:ext cx="1742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0952443-D5FD-D940-A9D5-7BB8C0144FB1}"/>
                    </a:ext>
                  </a:extLst>
                </p14:cNvPr>
                <p14:cNvContentPartPr/>
                <p14:nvPr/>
              </p14:nvContentPartPr>
              <p14:xfrm>
                <a:off x="6283248" y="527504"/>
                <a:ext cx="129600" cy="152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0952443-D5FD-D940-A9D5-7BB8C0144FB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274608" y="518864"/>
                  <a:ext cx="1472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6112067-F107-5BBF-5744-47F69A37342D}"/>
                    </a:ext>
                  </a:extLst>
                </p14:cNvPr>
                <p14:cNvContentPartPr/>
                <p14:nvPr/>
              </p14:nvContentPartPr>
              <p14:xfrm>
                <a:off x="6436248" y="521744"/>
                <a:ext cx="129240" cy="163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6112067-F107-5BBF-5744-47F69A37342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427248" y="513104"/>
                  <a:ext cx="1468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071879D-3319-101C-E746-2D9618D47EB5}"/>
                    </a:ext>
                  </a:extLst>
                </p14:cNvPr>
                <p14:cNvContentPartPr/>
                <p14:nvPr/>
              </p14:nvContentPartPr>
              <p14:xfrm>
                <a:off x="6649728" y="540824"/>
                <a:ext cx="15840" cy="140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071879D-3319-101C-E746-2D9618D47EB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641088" y="532184"/>
                  <a:ext cx="334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7635771-FCE9-2AEA-3AA6-CE90F22271D3}"/>
                    </a:ext>
                  </a:extLst>
                </p14:cNvPr>
                <p14:cNvContentPartPr/>
                <p14:nvPr/>
              </p14:nvContentPartPr>
              <p14:xfrm>
                <a:off x="6636768" y="430304"/>
                <a:ext cx="25920" cy="105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7635771-FCE9-2AEA-3AA6-CE90F22271D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628128" y="421304"/>
                  <a:ext cx="435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E817640-2347-0F13-04DF-4D8C64E7946C}"/>
                    </a:ext>
                  </a:extLst>
                </p14:cNvPr>
                <p14:cNvContentPartPr/>
                <p14:nvPr/>
              </p14:nvContentPartPr>
              <p14:xfrm>
                <a:off x="6837648" y="336344"/>
                <a:ext cx="166680" cy="5443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E817640-2347-0F13-04DF-4D8C64E7946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828648" y="327704"/>
                  <a:ext cx="18432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1E27A7F-4F1E-752E-E70D-67FDB78FB90F}"/>
                    </a:ext>
                  </a:extLst>
                </p14:cNvPr>
                <p14:cNvContentPartPr/>
                <p14:nvPr/>
              </p14:nvContentPartPr>
              <p14:xfrm>
                <a:off x="6739008" y="525344"/>
                <a:ext cx="329040" cy="2559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1E27A7F-4F1E-752E-E70D-67FDB78FB90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730368" y="516344"/>
                  <a:ext cx="3466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75EFE68-6834-EB2E-B737-E61FB27CC321}"/>
                    </a:ext>
                  </a:extLst>
                </p14:cNvPr>
                <p14:cNvContentPartPr/>
                <p14:nvPr/>
              </p14:nvContentPartPr>
              <p14:xfrm>
                <a:off x="7045728" y="415904"/>
                <a:ext cx="7200" cy="1141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75EFE68-6834-EB2E-B737-E61FB27CC32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037088" y="406904"/>
                  <a:ext cx="24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7FBACE0-A53E-D79A-B090-86F2BCBC0EB2}"/>
                    </a:ext>
                  </a:extLst>
                </p14:cNvPr>
                <p14:cNvContentPartPr/>
                <p14:nvPr/>
              </p14:nvContentPartPr>
              <p14:xfrm>
                <a:off x="7084608" y="528584"/>
                <a:ext cx="119880" cy="172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7FBACE0-A53E-D79A-B090-86F2BCBC0EB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075608" y="519584"/>
                  <a:ext cx="1375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06D8097-8754-89E2-5D3A-371D7D5D280E}"/>
                    </a:ext>
                  </a:extLst>
                </p14:cNvPr>
                <p14:cNvContentPartPr/>
                <p14:nvPr/>
              </p14:nvContentPartPr>
              <p14:xfrm>
                <a:off x="7200528" y="542624"/>
                <a:ext cx="162720" cy="171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06D8097-8754-89E2-5D3A-371D7D5D280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191888" y="533984"/>
                  <a:ext cx="1803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4F3A49F-C707-D552-3D65-5ADED9546D5E}"/>
                    </a:ext>
                  </a:extLst>
                </p14:cNvPr>
                <p14:cNvContentPartPr/>
                <p14:nvPr/>
              </p14:nvContentPartPr>
              <p14:xfrm>
                <a:off x="7384848" y="450464"/>
                <a:ext cx="207360" cy="269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4F3A49F-C707-D552-3D65-5ADED9546D5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375848" y="441824"/>
                  <a:ext cx="2250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9B69DF4-604F-0552-A687-409D8E18D031}"/>
                    </a:ext>
                  </a:extLst>
                </p14:cNvPr>
                <p14:cNvContentPartPr/>
                <p14:nvPr/>
              </p14:nvContentPartPr>
              <p14:xfrm>
                <a:off x="7612368" y="419504"/>
                <a:ext cx="13320" cy="84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9B69DF4-604F-0552-A687-409D8E18D03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603728" y="410864"/>
                  <a:ext cx="309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183D8C5-B571-D7FF-C9C5-1E96385DEA8B}"/>
                    </a:ext>
                  </a:extLst>
                </p14:cNvPr>
                <p14:cNvContentPartPr/>
                <p14:nvPr/>
              </p14:nvContentPartPr>
              <p14:xfrm>
                <a:off x="7653048" y="563504"/>
                <a:ext cx="243360" cy="199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183D8C5-B571-D7FF-C9C5-1E96385DEA8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644048" y="554504"/>
                  <a:ext cx="261000" cy="21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7F5E997E-B5FC-5C6B-82AF-ED56F4934CF4}"/>
                  </a:ext>
                </a:extLst>
              </p14:cNvPr>
              <p14:cNvContentPartPr/>
              <p14:nvPr/>
            </p14:nvContentPartPr>
            <p14:xfrm>
              <a:off x="920688" y="3497504"/>
              <a:ext cx="519480" cy="58680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7F5E997E-B5FC-5C6B-82AF-ED56F4934CF4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912048" y="3488504"/>
                <a:ext cx="537120" cy="60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41C6223-BD8C-EEC4-E03D-278254F57121}"/>
              </a:ext>
            </a:extLst>
          </p:cNvPr>
          <p:cNvGrpSpPr/>
          <p:nvPr/>
        </p:nvGrpSpPr>
        <p:grpSpPr>
          <a:xfrm>
            <a:off x="332808" y="2923304"/>
            <a:ext cx="565560" cy="457560"/>
            <a:chOff x="332808" y="2923304"/>
            <a:chExt cx="565560" cy="45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99143B6-3A26-54D0-1E3F-F5D49ECFCC5F}"/>
                    </a:ext>
                  </a:extLst>
                </p14:cNvPr>
                <p14:cNvContentPartPr/>
                <p14:nvPr/>
              </p14:nvContentPartPr>
              <p14:xfrm>
                <a:off x="332808" y="3045344"/>
                <a:ext cx="140400" cy="223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99143B6-3A26-54D0-1E3F-F5D49ECFCC5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24168" y="3036344"/>
                  <a:ext cx="1580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0AA4F48-EDA7-91CF-FC2B-5F1C79CBFBD3}"/>
                    </a:ext>
                  </a:extLst>
                </p14:cNvPr>
                <p14:cNvContentPartPr/>
                <p14:nvPr/>
              </p14:nvContentPartPr>
              <p14:xfrm>
                <a:off x="535128" y="3045704"/>
                <a:ext cx="21240" cy="282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0AA4F48-EDA7-91CF-FC2B-5F1C79CBFBD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26488" y="3037064"/>
                  <a:ext cx="3888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4EAF1A9-CC71-8092-BE28-8D509F497DF4}"/>
                    </a:ext>
                  </a:extLst>
                </p14:cNvPr>
                <p14:cNvContentPartPr/>
                <p14:nvPr/>
              </p14:nvContentPartPr>
              <p14:xfrm>
                <a:off x="452328" y="3045344"/>
                <a:ext cx="139320" cy="200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4EAF1A9-CC71-8092-BE28-8D509F497DF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43328" y="3036344"/>
                  <a:ext cx="1569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D5D79B2-8F27-325B-4B38-1143711FE215}"/>
                    </a:ext>
                  </a:extLst>
                </p14:cNvPr>
                <p14:cNvContentPartPr/>
                <p14:nvPr/>
              </p14:nvContentPartPr>
              <p14:xfrm>
                <a:off x="616848" y="3053264"/>
                <a:ext cx="20880" cy="327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D5D79B2-8F27-325B-4B38-1143711FE21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08208" y="3044264"/>
                  <a:ext cx="385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69625B0-0962-2B72-2FC4-A962233039A8}"/>
                    </a:ext>
                  </a:extLst>
                </p14:cNvPr>
                <p14:cNvContentPartPr/>
                <p14:nvPr/>
              </p14:nvContentPartPr>
              <p14:xfrm>
                <a:off x="579768" y="3067664"/>
                <a:ext cx="99720" cy="127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69625B0-0962-2B72-2FC4-A962233039A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70768" y="3059024"/>
                  <a:ext cx="117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C0FFFB7-3A35-E1E0-5DF7-A661D6731E4D}"/>
                    </a:ext>
                  </a:extLst>
                </p14:cNvPr>
                <p14:cNvContentPartPr/>
                <p14:nvPr/>
              </p14:nvContentPartPr>
              <p14:xfrm>
                <a:off x="699288" y="2923304"/>
                <a:ext cx="32040" cy="244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C0FFFB7-3A35-E1E0-5DF7-A661D6731E4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90648" y="2914304"/>
                  <a:ext cx="49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16BEDE9-F6B0-7564-0ADA-C2F7FF58F27E}"/>
                    </a:ext>
                  </a:extLst>
                </p14:cNvPr>
                <p14:cNvContentPartPr/>
                <p14:nvPr/>
              </p14:nvContentPartPr>
              <p14:xfrm>
                <a:off x="748968" y="2983784"/>
                <a:ext cx="149400" cy="312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16BEDE9-F6B0-7564-0ADA-C2F7FF58F27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39968" y="2974784"/>
                  <a:ext cx="167040" cy="33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AE047B6-C430-B1CB-F9E0-28BDAFC7A679}"/>
              </a:ext>
            </a:extLst>
          </p:cNvPr>
          <p:cNvGrpSpPr/>
          <p:nvPr/>
        </p:nvGrpSpPr>
        <p:grpSpPr>
          <a:xfrm>
            <a:off x="1127328" y="2729984"/>
            <a:ext cx="412200" cy="301320"/>
            <a:chOff x="1127328" y="2729984"/>
            <a:chExt cx="412200" cy="30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BCC4430-D090-02E4-F7BA-1B512FCD6EAD}"/>
                    </a:ext>
                  </a:extLst>
                </p14:cNvPr>
                <p14:cNvContentPartPr/>
                <p14:nvPr/>
              </p14:nvContentPartPr>
              <p14:xfrm>
                <a:off x="1177008" y="2871464"/>
                <a:ext cx="43920" cy="137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BCC4430-D090-02E4-F7BA-1B512FCD6EA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68008" y="2862464"/>
                  <a:ext cx="61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3CB4A40-6BC1-794B-FF47-F609836FAF6F}"/>
                    </a:ext>
                  </a:extLst>
                </p14:cNvPr>
                <p14:cNvContentPartPr/>
                <p14:nvPr/>
              </p14:nvContentPartPr>
              <p14:xfrm>
                <a:off x="1127328" y="2872904"/>
                <a:ext cx="169200" cy="70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3CB4A40-6BC1-794B-FF47-F609836FAF6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18688" y="2864264"/>
                  <a:ext cx="1868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A758F7C-E544-EDB0-5722-01B21C8AA966}"/>
                    </a:ext>
                  </a:extLst>
                </p14:cNvPr>
                <p14:cNvContentPartPr/>
                <p14:nvPr/>
              </p14:nvContentPartPr>
              <p14:xfrm>
                <a:off x="1310928" y="2729984"/>
                <a:ext cx="228600" cy="301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A758F7C-E544-EDB0-5722-01B21C8AA96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302288" y="2720984"/>
                  <a:ext cx="246240" cy="31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84EF8BD-EB57-942E-A49D-38A2B987C7F8}"/>
              </a:ext>
            </a:extLst>
          </p:cNvPr>
          <p:cNvGrpSpPr/>
          <p:nvPr/>
        </p:nvGrpSpPr>
        <p:grpSpPr>
          <a:xfrm>
            <a:off x="1739328" y="2642504"/>
            <a:ext cx="621000" cy="240840"/>
            <a:chOff x="1739328" y="2642504"/>
            <a:chExt cx="62100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486DD72-090C-A70D-F5A1-2F10FFEC80A6}"/>
                    </a:ext>
                  </a:extLst>
                </p14:cNvPr>
                <p14:cNvContentPartPr/>
                <p14:nvPr/>
              </p14:nvContentPartPr>
              <p14:xfrm>
                <a:off x="1739328" y="2722064"/>
                <a:ext cx="124560" cy="1612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486DD72-090C-A70D-F5A1-2F10FFEC80A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730688" y="2713064"/>
                  <a:ext cx="142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ED95888-1A55-91F9-6EF9-459DEC13A385}"/>
                    </a:ext>
                  </a:extLst>
                </p14:cNvPr>
                <p14:cNvContentPartPr/>
                <p14:nvPr/>
              </p14:nvContentPartPr>
              <p14:xfrm>
                <a:off x="1872888" y="2700104"/>
                <a:ext cx="125280" cy="160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ED95888-1A55-91F9-6EF9-459DEC13A38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863888" y="2691104"/>
                  <a:ext cx="1429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E25A483-7463-118E-6DA6-54F744D2332E}"/>
                    </a:ext>
                  </a:extLst>
                </p14:cNvPr>
                <p14:cNvContentPartPr/>
                <p14:nvPr/>
              </p14:nvContentPartPr>
              <p14:xfrm>
                <a:off x="2043888" y="2642504"/>
                <a:ext cx="316440" cy="1659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E25A483-7463-118E-6DA6-54F744D2332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034888" y="2633864"/>
                  <a:ext cx="33408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02EDAD1-C72B-4D26-7482-BB2B5630C800}"/>
              </a:ext>
            </a:extLst>
          </p:cNvPr>
          <p:cNvGrpSpPr/>
          <p:nvPr/>
        </p:nvGrpSpPr>
        <p:grpSpPr>
          <a:xfrm>
            <a:off x="2598648" y="2124104"/>
            <a:ext cx="1164240" cy="434880"/>
            <a:chOff x="2598648" y="2124104"/>
            <a:chExt cx="1164240" cy="43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AF1D179-067A-55F2-355C-68071D2F1FA6}"/>
                    </a:ext>
                  </a:extLst>
                </p14:cNvPr>
                <p14:cNvContentPartPr/>
                <p14:nvPr/>
              </p14:nvContentPartPr>
              <p14:xfrm>
                <a:off x="2598648" y="2296904"/>
                <a:ext cx="480240" cy="262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AF1D179-067A-55F2-355C-68071D2F1FA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590008" y="2288264"/>
                  <a:ext cx="4978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1CE6468-3567-4EAA-45DA-3F777B4FD7D0}"/>
                    </a:ext>
                  </a:extLst>
                </p14:cNvPr>
                <p14:cNvContentPartPr/>
                <p14:nvPr/>
              </p14:nvContentPartPr>
              <p14:xfrm>
                <a:off x="3094728" y="2171264"/>
                <a:ext cx="33840" cy="849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1CE6468-3567-4EAA-45DA-3F777B4FD7D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086088" y="2162264"/>
                  <a:ext cx="514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14EE291-0DD5-CA9C-2FFF-E94D7AB9A088}"/>
                    </a:ext>
                  </a:extLst>
                </p14:cNvPr>
                <p14:cNvContentPartPr/>
                <p14:nvPr/>
              </p14:nvContentPartPr>
              <p14:xfrm>
                <a:off x="3141168" y="2237504"/>
                <a:ext cx="147960" cy="313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14EE291-0DD5-CA9C-2FFF-E94D7AB9A08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132528" y="2228504"/>
                  <a:ext cx="1656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73BE757-BFEB-8302-42FC-2E8110541CA3}"/>
                    </a:ext>
                  </a:extLst>
                </p14:cNvPr>
                <p14:cNvContentPartPr/>
                <p14:nvPr/>
              </p14:nvContentPartPr>
              <p14:xfrm>
                <a:off x="3239088" y="2124104"/>
                <a:ext cx="214920" cy="2606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73BE757-BFEB-8302-42FC-2E8110541CA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230448" y="2115104"/>
                  <a:ext cx="2325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5916BF8-947A-F026-39E4-530BF45A0FA7}"/>
                    </a:ext>
                  </a:extLst>
                </p14:cNvPr>
                <p14:cNvContentPartPr/>
                <p14:nvPr/>
              </p14:nvContentPartPr>
              <p14:xfrm>
                <a:off x="3542208" y="2130944"/>
                <a:ext cx="37440" cy="199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5916BF8-947A-F026-39E4-530BF45A0FA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533568" y="2122304"/>
                  <a:ext cx="550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5C71781-A0DE-AAA0-4F98-4AE209306066}"/>
                    </a:ext>
                  </a:extLst>
                </p14:cNvPr>
                <p14:cNvContentPartPr/>
                <p14:nvPr/>
              </p14:nvContentPartPr>
              <p14:xfrm>
                <a:off x="3511248" y="2138864"/>
                <a:ext cx="251640" cy="2178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5C71781-A0DE-AAA0-4F98-4AE20930606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502248" y="2129864"/>
                  <a:ext cx="269280" cy="23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501237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F37A0-564F-29D2-9057-680F78B6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E12A8C4-2164-6168-42A7-A1FB5456AA86}"/>
              </a:ext>
            </a:extLst>
          </p:cNvPr>
          <p:cNvGrpSpPr/>
          <p:nvPr/>
        </p:nvGrpSpPr>
        <p:grpSpPr>
          <a:xfrm>
            <a:off x="1695048" y="3552944"/>
            <a:ext cx="248760" cy="416880"/>
            <a:chOff x="1695048" y="3552944"/>
            <a:chExt cx="248760" cy="41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B792508-7376-A2C1-3370-CDB2859E987E}"/>
                    </a:ext>
                  </a:extLst>
                </p14:cNvPr>
                <p14:cNvContentPartPr/>
                <p14:nvPr/>
              </p14:nvContentPartPr>
              <p14:xfrm>
                <a:off x="1695048" y="3552944"/>
                <a:ext cx="248760" cy="361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B792508-7376-A2C1-3370-CDB2859E987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86408" y="3543944"/>
                  <a:ext cx="2664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8319978-C675-ACD6-2B3F-77DE63C1A3EB}"/>
                    </a:ext>
                  </a:extLst>
                </p14:cNvPr>
                <p14:cNvContentPartPr/>
                <p14:nvPr/>
              </p14:nvContentPartPr>
              <p14:xfrm>
                <a:off x="1807728" y="3789104"/>
                <a:ext cx="128880" cy="180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8319978-C675-ACD6-2B3F-77DE63C1A3E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98728" y="3780104"/>
                  <a:ext cx="146520" cy="19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D1B723C-6428-4660-D6A1-2409AAEB9D6E}"/>
                  </a:ext>
                </a:extLst>
              </p14:cNvPr>
              <p14:cNvContentPartPr/>
              <p14:nvPr/>
            </p14:nvContentPartPr>
            <p14:xfrm>
              <a:off x="1746888" y="4455104"/>
              <a:ext cx="199440" cy="3114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D1B723C-6428-4660-D6A1-2409AAEB9D6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38248" y="4446104"/>
                <a:ext cx="217080" cy="32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EA158C81-EE98-BA23-3C64-8398A783C971}"/>
              </a:ext>
            </a:extLst>
          </p:cNvPr>
          <p:cNvGrpSpPr/>
          <p:nvPr/>
        </p:nvGrpSpPr>
        <p:grpSpPr>
          <a:xfrm>
            <a:off x="1752288" y="5191664"/>
            <a:ext cx="277560" cy="408960"/>
            <a:chOff x="1752288" y="5191664"/>
            <a:chExt cx="277560" cy="40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9A35EEB-5C69-1E06-F1A1-40F471546524}"/>
                    </a:ext>
                  </a:extLst>
                </p14:cNvPr>
                <p14:cNvContentPartPr/>
                <p14:nvPr/>
              </p14:nvContentPartPr>
              <p14:xfrm>
                <a:off x="1760208" y="5191664"/>
                <a:ext cx="26280" cy="408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9A35EEB-5C69-1E06-F1A1-40F47154652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51568" y="5182664"/>
                  <a:ext cx="4392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ED3C899-4C3A-B515-B7A7-101C01F7B5BB}"/>
                    </a:ext>
                  </a:extLst>
                </p14:cNvPr>
                <p14:cNvContentPartPr/>
                <p14:nvPr/>
              </p14:nvContentPartPr>
              <p14:xfrm>
                <a:off x="1752288" y="5287424"/>
                <a:ext cx="277560" cy="273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ED3C899-4C3A-B515-B7A7-101C01F7B5B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43288" y="5278784"/>
                  <a:ext cx="295200" cy="29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43EA4D4-9F0B-108F-A846-CB4EC9353EEA}"/>
              </a:ext>
            </a:extLst>
          </p:cNvPr>
          <p:cNvGrpSpPr/>
          <p:nvPr/>
        </p:nvGrpSpPr>
        <p:grpSpPr>
          <a:xfrm>
            <a:off x="2390568" y="3486344"/>
            <a:ext cx="870480" cy="320760"/>
            <a:chOff x="2390568" y="3486344"/>
            <a:chExt cx="870480" cy="32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4264AC6-035C-A994-471D-985EB67B65E7}"/>
                    </a:ext>
                  </a:extLst>
                </p14:cNvPr>
                <p14:cNvContentPartPr/>
                <p14:nvPr/>
              </p14:nvContentPartPr>
              <p14:xfrm>
                <a:off x="2390568" y="3530984"/>
                <a:ext cx="195120" cy="276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4264AC6-035C-A994-471D-985EB67B65E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81928" y="3521984"/>
                  <a:ext cx="2127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3F7A18B-2E14-C0E2-4AEB-2798AAE57A6A}"/>
                    </a:ext>
                  </a:extLst>
                </p14:cNvPr>
                <p14:cNvContentPartPr/>
                <p14:nvPr/>
              </p14:nvContentPartPr>
              <p14:xfrm>
                <a:off x="2619168" y="3530624"/>
                <a:ext cx="162360" cy="235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3F7A18B-2E14-C0E2-4AEB-2798AAE57A6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10168" y="3521984"/>
                  <a:ext cx="1800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1BD2C1B-4C89-4AC6-7538-B09811FD4123}"/>
                    </a:ext>
                  </a:extLst>
                </p14:cNvPr>
                <p14:cNvContentPartPr/>
                <p14:nvPr/>
              </p14:nvContentPartPr>
              <p14:xfrm>
                <a:off x="2637528" y="3591104"/>
                <a:ext cx="138600" cy="169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1BD2C1B-4C89-4AC6-7538-B09811FD412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28528" y="3582464"/>
                  <a:ext cx="156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9BEA997-FB9A-9FDD-9811-3FB701640CD9}"/>
                    </a:ext>
                  </a:extLst>
                </p14:cNvPr>
                <p14:cNvContentPartPr/>
                <p14:nvPr/>
              </p14:nvContentPartPr>
              <p14:xfrm>
                <a:off x="2857128" y="3545024"/>
                <a:ext cx="34920" cy="245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9BEA997-FB9A-9FDD-9811-3FB701640CD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48128" y="3536384"/>
                  <a:ext cx="525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3C8C4AD-FBAB-79A1-6259-B6A017D6F86F}"/>
                    </a:ext>
                  </a:extLst>
                </p14:cNvPr>
                <p14:cNvContentPartPr/>
                <p14:nvPr/>
              </p14:nvContentPartPr>
              <p14:xfrm>
                <a:off x="2914368" y="3486344"/>
                <a:ext cx="346680" cy="282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3C8C4AD-FBAB-79A1-6259-B6A017D6F86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05728" y="3477704"/>
                  <a:ext cx="36432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B43CFDA-C221-DD98-72B5-93AB61CE40BB}"/>
              </a:ext>
            </a:extLst>
          </p:cNvPr>
          <p:cNvGrpSpPr/>
          <p:nvPr/>
        </p:nvGrpSpPr>
        <p:grpSpPr>
          <a:xfrm>
            <a:off x="496608" y="1404824"/>
            <a:ext cx="2603520" cy="1839240"/>
            <a:chOff x="496608" y="1404824"/>
            <a:chExt cx="2603520" cy="183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F659FF4-A6FC-4D57-6E85-1FE55E6964A5}"/>
                    </a:ext>
                  </a:extLst>
                </p14:cNvPr>
                <p14:cNvContentPartPr/>
                <p14:nvPr/>
              </p14:nvContentPartPr>
              <p14:xfrm>
                <a:off x="1090248" y="1780304"/>
                <a:ext cx="25560" cy="1035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F659FF4-A6FC-4D57-6E85-1FE55E6964A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81248" y="1771664"/>
                  <a:ext cx="43200" cy="10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F3DE2E0-2A0F-1DBB-57D2-097048F0B4BF}"/>
                    </a:ext>
                  </a:extLst>
                </p14:cNvPr>
                <p14:cNvContentPartPr/>
                <p14:nvPr/>
              </p14:nvContentPartPr>
              <p14:xfrm>
                <a:off x="1087728" y="1743584"/>
                <a:ext cx="1677960" cy="1093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F3DE2E0-2A0F-1DBB-57D2-097048F0B4B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78728" y="1734584"/>
                  <a:ext cx="1695600" cy="11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177936A-8BE0-B793-44A1-929E30F2DD1A}"/>
                    </a:ext>
                  </a:extLst>
                </p14:cNvPr>
                <p14:cNvContentPartPr/>
                <p14:nvPr/>
              </p14:nvContentPartPr>
              <p14:xfrm>
                <a:off x="1098168" y="2811344"/>
                <a:ext cx="1611000" cy="16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177936A-8BE0-B793-44A1-929E30F2DD1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89168" y="2802704"/>
                  <a:ext cx="1628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A18251C-7A87-3D3D-5247-F5D4F53E47BB}"/>
                    </a:ext>
                  </a:extLst>
                </p14:cNvPr>
                <p14:cNvContentPartPr/>
                <p14:nvPr/>
              </p14:nvContentPartPr>
              <p14:xfrm>
                <a:off x="782448" y="1783184"/>
                <a:ext cx="20520" cy="198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A18251C-7A87-3D3D-5247-F5D4F53E47B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73808" y="1774184"/>
                  <a:ext cx="381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0D23871-C644-9DCF-DC06-7AC2B6F9AD6E}"/>
                    </a:ext>
                  </a:extLst>
                </p14:cNvPr>
                <p14:cNvContentPartPr/>
                <p14:nvPr/>
              </p14:nvContentPartPr>
              <p14:xfrm>
                <a:off x="517128" y="2133104"/>
                <a:ext cx="131400" cy="173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0D23871-C644-9DCF-DC06-7AC2B6F9AD6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8488" y="2124464"/>
                  <a:ext cx="1490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30A49D6-DEF3-24B2-1C25-1E58944A031B}"/>
                    </a:ext>
                  </a:extLst>
                </p14:cNvPr>
                <p14:cNvContentPartPr/>
                <p14:nvPr/>
              </p14:nvContentPartPr>
              <p14:xfrm>
                <a:off x="698208" y="2169824"/>
                <a:ext cx="74520" cy="140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30A49D6-DEF3-24B2-1C25-1E58944A031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9568" y="2161184"/>
                  <a:ext cx="921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2C8B7E8-29BD-CDE6-CC39-C430B8499FB3}"/>
                    </a:ext>
                  </a:extLst>
                </p14:cNvPr>
                <p14:cNvContentPartPr/>
                <p14:nvPr/>
              </p14:nvContentPartPr>
              <p14:xfrm>
                <a:off x="812328" y="2205464"/>
                <a:ext cx="75240" cy="74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2C8B7E8-29BD-CDE6-CC39-C430B8499FB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03328" y="2196464"/>
                  <a:ext cx="928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E27644A-F458-EFC1-547D-ED2D4E0B3203}"/>
                    </a:ext>
                  </a:extLst>
                </p14:cNvPr>
                <p14:cNvContentPartPr/>
                <p14:nvPr/>
              </p14:nvContentPartPr>
              <p14:xfrm>
                <a:off x="933648" y="2130944"/>
                <a:ext cx="14760" cy="162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E27644A-F458-EFC1-547D-ED2D4E0B320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25008" y="2122304"/>
                  <a:ext cx="32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C77378E-2F53-242C-8860-C4A68E274FAB}"/>
                    </a:ext>
                  </a:extLst>
                </p14:cNvPr>
                <p14:cNvContentPartPr/>
                <p14:nvPr/>
              </p14:nvContentPartPr>
              <p14:xfrm>
                <a:off x="888648" y="2184944"/>
                <a:ext cx="159840" cy="68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C77378E-2F53-242C-8860-C4A68E274FA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79648" y="2176304"/>
                  <a:ext cx="1774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ED7638D-9702-F777-60D1-6E64B46202E5}"/>
                    </a:ext>
                  </a:extLst>
                </p14:cNvPr>
                <p14:cNvContentPartPr/>
                <p14:nvPr/>
              </p14:nvContentPartPr>
              <p14:xfrm>
                <a:off x="549888" y="2622344"/>
                <a:ext cx="36000" cy="263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ED7638D-9702-F777-60D1-6E64B46202E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0888" y="2613344"/>
                  <a:ext cx="536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04C728F-618E-6DC8-C232-FCCD855A5AE5}"/>
                    </a:ext>
                  </a:extLst>
                </p14:cNvPr>
                <p14:cNvContentPartPr/>
                <p14:nvPr/>
              </p14:nvContentPartPr>
              <p14:xfrm>
                <a:off x="496608" y="2663384"/>
                <a:ext cx="162720" cy="140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04C728F-618E-6DC8-C232-FCCD855A5AE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7608" y="2654744"/>
                  <a:ext cx="1803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4691418-CBE1-B1E3-D855-BE1EA86499C6}"/>
                    </a:ext>
                  </a:extLst>
                </p14:cNvPr>
                <p14:cNvContentPartPr/>
                <p14:nvPr/>
              </p14:nvContentPartPr>
              <p14:xfrm>
                <a:off x="648888" y="2708384"/>
                <a:ext cx="10440" cy="49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4691418-CBE1-B1E3-D855-BE1EA86499C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9888" y="2699744"/>
                  <a:ext cx="280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724C99-DE0C-DE37-7A4A-B897CB79FA62}"/>
                    </a:ext>
                  </a:extLst>
                </p14:cNvPr>
                <p14:cNvContentPartPr/>
                <p14:nvPr/>
              </p14:nvContentPartPr>
              <p14:xfrm>
                <a:off x="682368" y="2581664"/>
                <a:ext cx="24120" cy="56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724C99-DE0C-DE37-7A4A-B897CB79FA6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3728" y="2573024"/>
                  <a:ext cx="41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D0B640D-022F-C60C-696E-E5EF0ED0C998}"/>
                    </a:ext>
                  </a:extLst>
                </p14:cNvPr>
                <p14:cNvContentPartPr/>
                <p14:nvPr/>
              </p14:nvContentPartPr>
              <p14:xfrm>
                <a:off x="722328" y="2675624"/>
                <a:ext cx="297720" cy="115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D0B640D-022F-C60C-696E-E5EF0ED0C99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3688" y="2666624"/>
                  <a:ext cx="3153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7DA7AF5-CE04-6DEC-2FD1-AC84D8B1218C}"/>
                    </a:ext>
                  </a:extLst>
                </p14:cNvPr>
                <p14:cNvContentPartPr/>
                <p14:nvPr/>
              </p14:nvContentPartPr>
              <p14:xfrm>
                <a:off x="1770648" y="1430024"/>
                <a:ext cx="16920" cy="146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7DA7AF5-CE04-6DEC-2FD1-AC84D8B1218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761648" y="1421384"/>
                  <a:ext cx="345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EFB4F49-F4A4-A795-62DD-390C849B4E92}"/>
                    </a:ext>
                  </a:extLst>
                </p14:cNvPr>
                <p14:cNvContentPartPr/>
                <p14:nvPr/>
              </p14:nvContentPartPr>
              <p14:xfrm>
                <a:off x="1831128" y="1502384"/>
                <a:ext cx="202320" cy="128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EFB4F49-F4A4-A795-62DD-390C849B4E9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822128" y="1493744"/>
                  <a:ext cx="2199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E0963C4-388E-516A-C6C3-6BF5B0E0479B}"/>
                    </a:ext>
                  </a:extLst>
                </p14:cNvPr>
                <p14:cNvContentPartPr/>
                <p14:nvPr/>
              </p14:nvContentPartPr>
              <p14:xfrm>
                <a:off x="2010048" y="1427504"/>
                <a:ext cx="155520" cy="271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E0963C4-388E-516A-C6C3-6BF5B0E0479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01048" y="1418864"/>
                  <a:ext cx="1731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7B370E8-BD0B-D35E-5032-0E0CB845F90F}"/>
                    </a:ext>
                  </a:extLst>
                </p14:cNvPr>
                <p14:cNvContentPartPr/>
                <p14:nvPr/>
              </p14:nvContentPartPr>
              <p14:xfrm>
                <a:off x="1726008" y="1404824"/>
                <a:ext cx="61560" cy="274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7B370E8-BD0B-D35E-5032-0E0CB845F90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717008" y="1396184"/>
                  <a:ext cx="792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A9B4486-1760-0C31-0366-D69A70323126}"/>
                    </a:ext>
                  </a:extLst>
                </p14:cNvPr>
                <p14:cNvContentPartPr/>
                <p14:nvPr/>
              </p14:nvContentPartPr>
              <p14:xfrm>
                <a:off x="2861808" y="2169464"/>
                <a:ext cx="204840" cy="294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A9B4486-1760-0C31-0366-D69A703231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53168" y="2160824"/>
                  <a:ext cx="2224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70E6ED4-C257-A925-A8A3-FAF6516CB3FC}"/>
                    </a:ext>
                  </a:extLst>
                </p14:cNvPr>
                <p14:cNvContentPartPr/>
                <p14:nvPr/>
              </p14:nvContentPartPr>
              <p14:xfrm>
                <a:off x="1665168" y="2187464"/>
                <a:ext cx="390960" cy="263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70E6ED4-C257-A925-A8A3-FAF6516CB3F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656528" y="2178824"/>
                  <a:ext cx="4086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CE207AD-7262-87AA-0633-6111752AFCCD}"/>
                    </a:ext>
                  </a:extLst>
                </p14:cNvPr>
                <p14:cNvContentPartPr/>
                <p14:nvPr/>
              </p14:nvContentPartPr>
              <p14:xfrm>
                <a:off x="1795848" y="2153264"/>
                <a:ext cx="234720" cy="356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CE207AD-7262-87AA-0633-6111752AFCC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787208" y="2144264"/>
                  <a:ext cx="2523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B770C67-9686-D259-0E42-C73F62933B86}"/>
                    </a:ext>
                  </a:extLst>
                </p14:cNvPr>
                <p14:cNvContentPartPr/>
                <p14:nvPr/>
              </p14:nvContentPartPr>
              <p14:xfrm>
                <a:off x="1838688" y="2850584"/>
                <a:ext cx="20880" cy="369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B770C67-9686-D259-0E42-C73F62933B8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29688" y="2841584"/>
                  <a:ext cx="385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C28A7C7-C7AF-3AEC-5A3F-C6FD6582843C}"/>
                    </a:ext>
                  </a:extLst>
                </p14:cNvPr>
                <p14:cNvContentPartPr/>
                <p14:nvPr/>
              </p14:nvContentPartPr>
              <p14:xfrm>
                <a:off x="1782888" y="3060464"/>
                <a:ext cx="170640" cy="183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C28A7C7-C7AF-3AEC-5A3F-C6FD6582843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73888" y="3051824"/>
                  <a:ext cx="1882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77724D0-C9B8-7ABE-572A-1DEABB03A347}"/>
                    </a:ext>
                  </a:extLst>
                </p14:cNvPr>
                <p14:cNvContentPartPr/>
                <p14:nvPr/>
              </p14:nvContentPartPr>
              <p14:xfrm>
                <a:off x="2871528" y="2664464"/>
                <a:ext cx="228600" cy="281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77724D0-C9B8-7ABE-572A-1DEABB03A34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862888" y="2655464"/>
                  <a:ext cx="2462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9581A0E-9248-3D66-2545-B71A437F2E2E}"/>
                    </a:ext>
                  </a:extLst>
                </p14:cNvPr>
                <p14:cNvContentPartPr/>
                <p14:nvPr/>
              </p14:nvContentPartPr>
              <p14:xfrm>
                <a:off x="2817168" y="2872184"/>
                <a:ext cx="133560" cy="133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9581A0E-9248-3D66-2545-B71A437F2E2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08528" y="2863544"/>
                  <a:ext cx="15120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1FF685B-386C-A21B-620E-D91DA769AA6C}"/>
              </a:ext>
            </a:extLst>
          </p:cNvPr>
          <p:cNvGrpSpPr/>
          <p:nvPr/>
        </p:nvGrpSpPr>
        <p:grpSpPr>
          <a:xfrm>
            <a:off x="6698328" y="5144504"/>
            <a:ext cx="198720" cy="128880"/>
            <a:chOff x="6698328" y="5144504"/>
            <a:chExt cx="198720" cy="12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14757E7-7A4B-D59F-D4CC-FCCEC5A870FE}"/>
                    </a:ext>
                  </a:extLst>
                </p14:cNvPr>
                <p14:cNvContentPartPr/>
                <p14:nvPr/>
              </p14:nvContentPartPr>
              <p14:xfrm>
                <a:off x="6698328" y="5144504"/>
                <a:ext cx="165600" cy="25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14757E7-7A4B-D59F-D4CC-FCCEC5A870F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689688" y="5135864"/>
                  <a:ext cx="183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123AF20-DF4C-7C4D-E808-7AB073A631A1}"/>
                    </a:ext>
                  </a:extLst>
                </p14:cNvPr>
                <p14:cNvContentPartPr/>
                <p14:nvPr/>
              </p14:nvContentPartPr>
              <p14:xfrm>
                <a:off x="6705528" y="5237024"/>
                <a:ext cx="191520" cy="36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123AF20-DF4C-7C4D-E808-7AB073A631A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696528" y="5228024"/>
                  <a:ext cx="20916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2B58B46-A93D-01BE-7B72-C9F563CE7F50}"/>
              </a:ext>
            </a:extLst>
          </p:cNvPr>
          <p:cNvGrpSpPr/>
          <p:nvPr/>
        </p:nvGrpSpPr>
        <p:grpSpPr>
          <a:xfrm>
            <a:off x="3733728" y="4619624"/>
            <a:ext cx="2699640" cy="2186640"/>
            <a:chOff x="3733728" y="4619624"/>
            <a:chExt cx="2699640" cy="218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C9B13AA-5E6C-1833-56BC-18D3DEE782E1}"/>
                    </a:ext>
                  </a:extLst>
                </p14:cNvPr>
                <p14:cNvContentPartPr/>
                <p14:nvPr/>
              </p14:nvContentPartPr>
              <p14:xfrm>
                <a:off x="3733728" y="4773704"/>
                <a:ext cx="275400" cy="38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C9B13AA-5E6C-1833-56BC-18D3DEE782E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25088" y="4765064"/>
                  <a:ext cx="2930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DB7A14B-9E3D-F5C4-3974-ECA93030362D}"/>
                    </a:ext>
                  </a:extLst>
                </p14:cNvPr>
                <p14:cNvContentPartPr/>
                <p14:nvPr/>
              </p14:nvContentPartPr>
              <p14:xfrm>
                <a:off x="3820488" y="4828424"/>
                <a:ext cx="246960" cy="952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DB7A14B-9E3D-F5C4-3974-ECA93030362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811848" y="4819424"/>
                  <a:ext cx="264600" cy="9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F515386-AC59-5ED7-7369-70E705D10338}"/>
                    </a:ext>
                  </a:extLst>
                </p14:cNvPr>
                <p14:cNvContentPartPr/>
                <p14:nvPr/>
              </p14:nvContentPartPr>
              <p14:xfrm>
                <a:off x="4061688" y="4865864"/>
                <a:ext cx="197280" cy="253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F515386-AC59-5ED7-7369-70E705D1033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52688" y="4857224"/>
                  <a:ext cx="2149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37654A8-4785-4F1F-F0F7-ABF590AF1C33}"/>
                    </a:ext>
                  </a:extLst>
                </p14:cNvPr>
                <p14:cNvContentPartPr/>
                <p14:nvPr/>
              </p14:nvContentPartPr>
              <p14:xfrm>
                <a:off x="4155648" y="5343944"/>
                <a:ext cx="182160" cy="287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37654A8-4785-4F1F-F0F7-ABF590AF1C3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47008" y="5335304"/>
                  <a:ext cx="1998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B702BCB-8C72-1880-CE5E-6832B9E2D2B5}"/>
                    </a:ext>
                  </a:extLst>
                </p14:cNvPr>
                <p14:cNvContentPartPr/>
                <p14:nvPr/>
              </p14:nvContentPartPr>
              <p14:xfrm>
                <a:off x="4736688" y="4712504"/>
                <a:ext cx="204840" cy="394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B702BCB-8C72-1880-CE5E-6832B9E2D2B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27688" y="4703504"/>
                  <a:ext cx="22248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655F615-2640-4C25-2DC9-7D673B5F2DC2}"/>
                    </a:ext>
                  </a:extLst>
                </p14:cNvPr>
                <p14:cNvContentPartPr/>
                <p14:nvPr/>
              </p14:nvContentPartPr>
              <p14:xfrm>
                <a:off x="4658928" y="5195264"/>
                <a:ext cx="203760" cy="5025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655F615-2640-4C25-2DC9-7D673B5F2DC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649928" y="5186624"/>
                  <a:ext cx="22140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5B407AF-7EE9-69B2-72DC-D60685E295FF}"/>
                    </a:ext>
                  </a:extLst>
                </p14:cNvPr>
                <p14:cNvContentPartPr/>
                <p14:nvPr/>
              </p14:nvContentPartPr>
              <p14:xfrm>
                <a:off x="4977888" y="4724024"/>
                <a:ext cx="255240" cy="1024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5B407AF-7EE9-69B2-72DC-D60685E295F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68888" y="4715024"/>
                  <a:ext cx="272880" cy="10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E668E61-289E-FF76-AEFA-29B7D51EB7BF}"/>
                    </a:ext>
                  </a:extLst>
                </p14:cNvPr>
                <p14:cNvContentPartPr/>
                <p14:nvPr/>
              </p14:nvContentPartPr>
              <p14:xfrm>
                <a:off x="5592768" y="4682624"/>
                <a:ext cx="265680" cy="99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E668E61-289E-FF76-AEFA-29B7D51EB7B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583768" y="4673984"/>
                  <a:ext cx="2833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1060F01-53CE-F2F6-D3C1-396870D65E35}"/>
                    </a:ext>
                  </a:extLst>
                </p14:cNvPr>
                <p14:cNvContentPartPr/>
                <p14:nvPr/>
              </p14:nvContentPartPr>
              <p14:xfrm>
                <a:off x="5637768" y="4856504"/>
                <a:ext cx="332640" cy="793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1060F01-53CE-F2F6-D3C1-396870D65E3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28768" y="4847864"/>
                  <a:ext cx="350280" cy="81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28F66A1-7223-4F8A-A357-C28E2B60020F}"/>
                    </a:ext>
                  </a:extLst>
                </p14:cNvPr>
                <p14:cNvContentPartPr/>
                <p14:nvPr/>
              </p14:nvContentPartPr>
              <p14:xfrm>
                <a:off x="5968968" y="4693784"/>
                <a:ext cx="182880" cy="2437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28F66A1-7223-4F8A-A357-C28E2B60020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59968" y="4684784"/>
                  <a:ext cx="2005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30E0E71-17CD-501D-B703-F7CEA62B584C}"/>
                    </a:ext>
                  </a:extLst>
                </p14:cNvPr>
                <p14:cNvContentPartPr/>
                <p14:nvPr/>
              </p14:nvContentPartPr>
              <p14:xfrm>
                <a:off x="6080568" y="5106344"/>
                <a:ext cx="68760" cy="472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30E0E71-17CD-501D-B703-F7CEA62B584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71928" y="5097344"/>
                  <a:ext cx="8640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C75B773-3AC2-6FDA-47B3-5D968D2889D9}"/>
                    </a:ext>
                  </a:extLst>
                </p14:cNvPr>
                <p14:cNvContentPartPr/>
                <p14:nvPr/>
              </p14:nvContentPartPr>
              <p14:xfrm>
                <a:off x="5980848" y="5268704"/>
                <a:ext cx="222840" cy="34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C75B773-3AC2-6FDA-47B3-5D968D2889D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71848" y="5259704"/>
                  <a:ext cx="2404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85BF937-5D1E-9652-7AD0-4755C791E136}"/>
                    </a:ext>
                  </a:extLst>
                </p14:cNvPr>
                <p14:cNvContentPartPr/>
                <p14:nvPr/>
              </p14:nvContentPartPr>
              <p14:xfrm>
                <a:off x="6241128" y="4619624"/>
                <a:ext cx="192240" cy="993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85BF937-5D1E-9652-7AD0-4755C791E13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32128" y="4610984"/>
                  <a:ext cx="209880" cy="10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6ECD01B-81F7-D2C7-DA6E-287CCE2CAD54}"/>
                    </a:ext>
                  </a:extLst>
                </p14:cNvPr>
                <p14:cNvContentPartPr/>
                <p14:nvPr/>
              </p14:nvContentPartPr>
              <p14:xfrm>
                <a:off x="4167528" y="6041264"/>
                <a:ext cx="153000" cy="244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6ECD01B-81F7-D2C7-DA6E-287CCE2CAD5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58888" y="6032624"/>
                  <a:ext cx="1706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8FF7BA2-9FC7-1B40-78BB-9B612D2C3734}"/>
                    </a:ext>
                  </a:extLst>
                </p14:cNvPr>
                <p14:cNvContentPartPr/>
                <p14:nvPr/>
              </p14:nvContentPartPr>
              <p14:xfrm>
                <a:off x="4377048" y="6058544"/>
                <a:ext cx="95040" cy="189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8FF7BA2-9FC7-1B40-78BB-9B612D2C373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68048" y="6049904"/>
                  <a:ext cx="1126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17810D6-0CF3-98B8-18DD-F728C655DF44}"/>
                    </a:ext>
                  </a:extLst>
                </p14:cNvPr>
                <p14:cNvContentPartPr/>
                <p14:nvPr/>
              </p14:nvContentPartPr>
              <p14:xfrm>
                <a:off x="4399368" y="6068624"/>
                <a:ext cx="111960" cy="128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17810D6-0CF3-98B8-18DD-F728C655DF4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390368" y="6059624"/>
                  <a:ext cx="1296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39AEEBF-CC20-8020-7C3F-AE7C285C0834}"/>
                    </a:ext>
                  </a:extLst>
                </p14:cNvPr>
                <p14:cNvContentPartPr/>
                <p14:nvPr/>
              </p14:nvContentPartPr>
              <p14:xfrm>
                <a:off x="4580088" y="5999144"/>
                <a:ext cx="208080" cy="245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39AEEBF-CC20-8020-7C3F-AE7C285C083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71448" y="5990504"/>
                  <a:ext cx="2257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F236137-746D-B7F9-668F-45A347541053}"/>
                    </a:ext>
                  </a:extLst>
                </p14:cNvPr>
                <p14:cNvContentPartPr/>
                <p14:nvPr/>
              </p14:nvContentPartPr>
              <p14:xfrm>
                <a:off x="5616528" y="5995544"/>
                <a:ext cx="167400" cy="2588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F236137-746D-B7F9-668F-45A34754105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07888" y="5986544"/>
                  <a:ext cx="1850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0B075D5-EFDE-A341-43B5-EFC648725C6A}"/>
                    </a:ext>
                  </a:extLst>
                </p14:cNvPr>
                <p14:cNvContentPartPr/>
                <p14:nvPr/>
              </p14:nvContentPartPr>
              <p14:xfrm>
                <a:off x="5916408" y="5966384"/>
                <a:ext cx="124560" cy="2120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0B075D5-EFDE-A341-43B5-EFC648725C6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907408" y="5957744"/>
                  <a:ext cx="1422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3802866-CD5A-9370-7B65-BB77D046028D}"/>
                    </a:ext>
                  </a:extLst>
                </p14:cNvPr>
                <p14:cNvContentPartPr/>
                <p14:nvPr/>
              </p14:nvContentPartPr>
              <p14:xfrm>
                <a:off x="5902008" y="5990144"/>
                <a:ext cx="224280" cy="1681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3802866-CD5A-9370-7B65-BB77D046028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893008" y="5981504"/>
                  <a:ext cx="241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07D798C-5D54-9803-DF69-F339EA789377}"/>
                    </a:ext>
                  </a:extLst>
                </p14:cNvPr>
                <p14:cNvContentPartPr/>
                <p14:nvPr/>
              </p14:nvContentPartPr>
              <p14:xfrm>
                <a:off x="6194688" y="5829224"/>
                <a:ext cx="51840" cy="4359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07D798C-5D54-9803-DF69-F339EA78937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186048" y="5820584"/>
                  <a:ext cx="6948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E63508F-011F-5FBC-DE86-874BC188EAEA}"/>
                    </a:ext>
                  </a:extLst>
                </p14:cNvPr>
                <p14:cNvContentPartPr/>
                <p14:nvPr/>
              </p14:nvContentPartPr>
              <p14:xfrm>
                <a:off x="4576848" y="6189584"/>
                <a:ext cx="1393560" cy="253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E63508F-011F-5FBC-DE86-874BC188EAE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568208" y="6180584"/>
                  <a:ext cx="14112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3D22DA0-AF0B-1DE6-B1EC-71D326C5237E}"/>
                    </a:ext>
                  </a:extLst>
                </p14:cNvPr>
                <p14:cNvContentPartPr/>
                <p14:nvPr/>
              </p14:nvContentPartPr>
              <p14:xfrm>
                <a:off x="5205408" y="6448064"/>
                <a:ext cx="5400" cy="137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3D22DA0-AF0B-1DE6-B1EC-71D326C5237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196768" y="6439064"/>
                  <a:ext cx="230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AE02CFF-8E59-460A-334A-0FA9F5BB7B0B}"/>
                    </a:ext>
                  </a:extLst>
                </p14:cNvPr>
                <p14:cNvContentPartPr/>
                <p14:nvPr/>
              </p14:nvContentPartPr>
              <p14:xfrm>
                <a:off x="5293608" y="6407384"/>
                <a:ext cx="20160" cy="136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AE02CFF-8E59-460A-334A-0FA9F5BB7B0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284968" y="6398384"/>
                  <a:ext cx="378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53A8A57-2FE7-2C98-7C5C-6FAD2B02895A}"/>
                    </a:ext>
                  </a:extLst>
                </p14:cNvPr>
                <p14:cNvContentPartPr/>
                <p14:nvPr/>
              </p14:nvContentPartPr>
              <p14:xfrm>
                <a:off x="5175168" y="6480104"/>
                <a:ext cx="187560" cy="137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53A8A57-2FE7-2C98-7C5C-6FAD2B02895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166168" y="6471464"/>
                  <a:ext cx="2052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7BDD9BC-D326-C5B0-4012-BE8632EC7581}"/>
                    </a:ext>
                  </a:extLst>
                </p14:cNvPr>
                <p14:cNvContentPartPr/>
                <p14:nvPr/>
              </p14:nvContentPartPr>
              <p14:xfrm>
                <a:off x="5120448" y="6579824"/>
                <a:ext cx="361440" cy="182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7BDD9BC-D326-C5B0-4012-BE8632EC758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111448" y="6571184"/>
                  <a:ext cx="3790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21D6B5A-5A52-23C8-3FA5-A6AFEF6C2971}"/>
                    </a:ext>
                  </a:extLst>
                </p14:cNvPr>
                <p14:cNvContentPartPr/>
                <p14:nvPr/>
              </p14:nvContentPartPr>
              <p14:xfrm>
                <a:off x="5390448" y="6614024"/>
                <a:ext cx="171720" cy="1080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21D6B5A-5A52-23C8-3FA5-A6AFEF6C297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381448" y="6605024"/>
                  <a:ext cx="1893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A020306-3340-7F01-1FE7-5498868207C5}"/>
                    </a:ext>
                  </a:extLst>
                </p14:cNvPr>
                <p14:cNvContentPartPr/>
                <p14:nvPr/>
              </p14:nvContentPartPr>
              <p14:xfrm>
                <a:off x="5630568" y="6549584"/>
                <a:ext cx="17280" cy="2566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A020306-3340-7F01-1FE7-5498868207C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621568" y="6540584"/>
                  <a:ext cx="3492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223B2B66-6BEA-2221-67D3-EFCB4DE5594F}"/>
              </a:ext>
            </a:extLst>
          </p:cNvPr>
          <p:cNvGrpSpPr/>
          <p:nvPr/>
        </p:nvGrpSpPr>
        <p:grpSpPr>
          <a:xfrm>
            <a:off x="7254168" y="4519184"/>
            <a:ext cx="1825920" cy="1133640"/>
            <a:chOff x="7254168" y="4519184"/>
            <a:chExt cx="1825920" cy="113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D43E9AC-AC54-541D-DDEF-7BA12A9D4DFF}"/>
                    </a:ext>
                  </a:extLst>
                </p14:cNvPr>
                <p14:cNvContentPartPr/>
                <p14:nvPr/>
              </p14:nvContentPartPr>
              <p14:xfrm>
                <a:off x="7254168" y="4621784"/>
                <a:ext cx="193320" cy="12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D43E9AC-AC54-541D-DDEF-7BA12A9D4DF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245528" y="4612784"/>
                  <a:ext cx="2109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1B7B42A-1B30-6EC5-2817-2C2F2624D31A}"/>
                    </a:ext>
                  </a:extLst>
                </p14:cNvPr>
                <p14:cNvContentPartPr/>
                <p14:nvPr/>
              </p14:nvContentPartPr>
              <p14:xfrm>
                <a:off x="7263528" y="4682624"/>
                <a:ext cx="162000" cy="957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1B7B42A-1B30-6EC5-2817-2C2F2624D31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254528" y="4673984"/>
                  <a:ext cx="179640" cy="9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8B2E111-BE22-DB11-77D0-E8DF1003EA0D}"/>
                    </a:ext>
                  </a:extLst>
                </p14:cNvPr>
                <p14:cNvContentPartPr/>
                <p14:nvPr/>
              </p14:nvContentPartPr>
              <p14:xfrm>
                <a:off x="7576728" y="4673624"/>
                <a:ext cx="130320" cy="2066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8B2E111-BE22-DB11-77D0-E8DF1003EA0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68088" y="4664984"/>
                  <a:ext cx="1479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69B12C3-5439-537E-9709-E879CC1DC8A6}"/>
                    </a:ext>
                  </a:extLst>
                </p14:cNvPr>
                <p14:cNvContentPartPr/>
                <p14:nvPr/>
              </p14:nvContentPartPr>
              <p14:xfrm>
                <a:off x="7768968" y="4681544"/>
                <a:ext cx="176040" cy="2116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69B12C3-5439-537E-9709-E879CC1DC8A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760328" y="4672904"/>
                  <a:ext cx="1936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88E0E0E-7F92-4B0F-C41E-2BD5F86058B2}"/>
                    </a:ext>
                  </a:extLst>
                </p14:cNvPr>
                <p14:cNvContentPartPr/>
                <p14:nvPr/>
              </p14:nvContentPartPr>
              <p14:xfrm>
                <a:off x="8043288" y="4706384"/>
                <a:ext cx="187560" cy="781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88E0E0E-7F92-4B0F-C41E-2BD5F86058B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034288" y="4697744"/>
                  <a:ext cx="2052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90D195A-8A3A-C7E2-A012-1E9B0A3273F4}"/>
                    </a:ext>
                  </a:extLst>
                </p14:cNvPr>
                <p14:cNvContentPartPr/>
                <p14:nvPr/>
              </p14:nvContentPartPr>
              <p14:xfrm>
                <a:off x="8136888" y="4612784"/>
                <a:ext cx="19080" cy="290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90D195A-8A3A-C7E2-A012-1E9B0A3273F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127888" y="4604144"/>
                  <a:ext cx="367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4EEC231-23A5-9E9D-3946-470765F870EA}"/>
                    </a:ext>
                  </a:extLst>
                </p14:cNvPr>
                <p14:cNvContentPartPr/>
                <p14:nvPr/>
              </p14:nvContentPartPr>
              <p14:xfrm>
                <a:off x="8358288" y="4553744"/>
                <a:ext cx="123480" cy="2952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4EEC231-23A5-9E9D-3946-470765F870E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349288" y="4544744"/>
                  <a:ext cx="1411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DBD7EC0-3665-AAE1-104B-AC7B8FA045B1}"/>
                    </a:ext>
                  </a:extLst>
                </p14:cNvPr>
                <p14:cNvContentPartPr/>
                <p14:nvPr/>
              </p14:nvContentPartPr>
              <p14:xfrm>
                <a:off x="8631168" y="4519184"/>
                <a:ext cx="109440" cy="4060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DBD7EC0-3665-AAE1-104B-AC7B8FA045B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622168" y="4510184"/>
                  <a:ext cx="12708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C604B87-623C-2C3D-316F-4BC89C9F7590}"/>
                    </a:ext>
                  </a:extLst>
                </p14:cNvPr>
                <p14:cNvContentPartPr/>
                <p14:nvPr/>
              </p14:nvContentPartPr>
              <p14:xfrm>
                <a:off x="8550888" y="4629704"/>
                <a:ext cx="230760" cy="370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C604B87-623C-2C3D-316F-4BC89C9F759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41888" y="4621064"/>
                  <a:ext cx="2484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737278A-6CD5-9C84-7C50-60EAB3DE45DD}"/>
                    </a:ext>
                  </a:extLst>
                </p14:cNvPr>
                <p14:cNvContentPartPr/>
                <p14:nvPr/>
              </p14:nvContentPartPr>
              <p14:xfrm>
                <a:off x="7556208" y="5297864"/>
                <a:ext cx="124920" cy="2203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737278A-6CD5-9C84-7C50-60EAB3DE45D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547208" y="5288864"/>
                  <a:ext cx="1425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5D8FB69-3DFF-331A-C32C-995ED431DB24}"/>
                    </a:ext>
                  </a:extLst>
                </p14:cNvPr>
                <p14:cNvContentPartPr/>
                <p14:nvPr/>
              </p14:nvContentPartPr>
              <p14:xfrm>
                <a:off x="7785528" y="5283104"/>
                <a:ext cx="150840" cy="2091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5D8FB69-3DFF-331A-C32C-995ED431DB2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776888" y="5274464"/>
                  <a:ext cx="1684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C80E7A0-A3A9-F03A-0D29-763ED018945C}"/>
                    </a:ext>
                  </a:extLst>
                </p14:cNvPr>
                <p14:cNvContentPartPr/>
                <p14:nvPr/>
              </p14:nvContentPartPr>
              <p14:xfrm>
                <a:off x="8076048" y="5334224"/>
                <a:ext cx="206280" cy="619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C80E7A0-A3A9-F03A-0D29-763ED018945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067408" y="5325224"/>
                  <a:ext cx="2239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9E909F5-2794-94FA-BE3D-D02D0BB8F1F4}"/>
                    </a:ext>
                  </a:extLst>
                </p14:cNvPr>
                <p14:cNvContentPartPr/>
                <p14:nvPr/>
              </p14:nvContentPartPr>
              <p14:xfrm>
                <a:off x="8173968" y="5273744"/>
                <a:ext cx="30240" cy="2354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9E909F5-2794-94FA-BE3D-D02D0BB8F1F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165328" y="5264744"/>
                  <a:ext cx="478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5C29907-A5E1-F1CB-8AC9-A71B0EA90384}"/>
                    </a:ext>
                  </a:extLst>
                </p14:cNvPr>
                <p14:cNvContentPartPr/>
                <p14:nvPr/>
              </p14:nvContentPartPr>
              <p14:xfrm>
                <a:off x="8371968" y="5175464"/>
                <a:ext cx="131760" cy="3070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5C29907-A5E1-F1CB-8AC9-A71B0EA9038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362968" y="5166464"/>
                  <a:ext cx="1494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B2E5AA5-C084-C910-C73F-3B182CF2099B}"/>
                    </a:ext>
                  </a:extLst>
                </p14:cNvPr>
                <p14:cNvContentPartPr/>
                <p14:nvPr/>
              </p14:nvContentPartPr>
              <p14:xfrm>
                <a:off x="8645928" y="5246744"/>
                <a:ext cx="67680" cy="406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B2E5AA5-C084-C910-C73F-3B182CF2099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637288" y="5237744"/>
                  <a:ext cx="8532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09FE95E-1BC1-7228-B5D3-BE2D1E88C18D}"/>
                    </a:ext>
                  </a:extLst>
                </p14:cNvPr>
                <p14:cNvContentPartPr/>
                <p14:nvPr/>
              </p14:nvContentPartPr>
              <p14:xfrm>
                <a:off x="8578968" y="5376704"/>
                <a:ext cx="176400" cy="550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09FE95E-1BC1-7228-B5D3-BE2D1E88C18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569968" y="5367704"/>
                  <a:ext cx="1940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96FAE3F-69E6-FB07-1F05-A2C7C0BE42B6}"/>
                    </a:ext>
                  </a:extLst>
                </p14:cNvPr>
                <p14:cNvContentPartPr/>
                <p14:nvPr/>
              </p14:nvContentPartPr>
              <p14:xfrm>
                <a:off x="8882808" y="4571384"/>
                <a:ext cx="197280" cy="10476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96FAE3F-69E6-FB07-1F05-A2C7C0BE42B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874168" y="4562384"/>
                  <a:ext cx="214920" cy="10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EECAEFC-2DB2-CB6F-B90B-A0B6D0EEA4B8}"/>
              </a:ext>
            </a:extLst>
          </p:cNvPr>
          <p:cNvGrpSpPr/>
          <p:nvPr/>
        </p:nvGrpSpPr>
        <p:grpSpPr>
          <a:xfrm>
            <a:off x="3981768" y="432104"/>
            <a:ext cx="1577160" cy="293400"/>
            <a:chOff x="3981768" y="432104"/>
            <a:chExt cx="1577160" cy="2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20C28D1-6C0B-CE73-507E-C81DCE9F7FEE}"/>
                    </a:ext>
                  </a:extLst>
                </p14:cNvPr>
                <p14:cNvContentPartPr/>
                <p14:nvPr/>
              </p14:nvContentPartPr>
              <p14:xfrm>
                <a:off x="3981768" y="436424"/>
                <a:ext cx="664200" cy="2890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20C28D1-6C0B-CE73-507E-C81DCE9F7FE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973128" y="427424"/>
                  <a:ext cx="6818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92F3335-4B68-5096-ED93-448311188043}"/>
                    </a:ext>
                  </a:extLst>
                </p14:cNvPr>
                <p14:cNvContentPartPr/>
                <p14:nvPr/>
              </p14:nvContentPartPr>
              <p14:xfrm>
                <a:off x="4703208" y="432104"/>
                <a:ext cx="32040" cy="2221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92F3335-4B68-5096-ED93-44831118804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694208" y="423104"/>
                  <a:ext cx="496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449E8D5-C0EB-4323-90FF-2BA0A2D678E7}"/>
                    </a:ext>
                  </a:extLst>
                </p14:cNvPr>
                <p14:cNvContentPartPr/>
                <p14:nvPr/>
              </p14:nvContentPartPr>
              <p14:xfrm>
                <a:off x="4778088" y="487904"/>
                <a:ext cx="355680" cy="1713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449E8D5-C0EB-4323-90FF-2BA0A2D678E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769448" y="478904"/>
                  <a:ext cx="3733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28509A5-1EE4-5238-85E9-6723E865512A}"/>
                    </a:ext>
                  </a:extLst>
                </p14:cNvPr>
                <p14:cNvContentPartPr/>
                <p14:nvPr/>
              </p14:nvContentPartPr>
              <p14:xfrm>
                <a:off x="5158608" y="488624"/>
                <a:ext cx="1800" cy="543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28509A5-1EE4-5238-85E9-6723E865512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149608" y="479624"/>
                  <a:ext cx="194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19D701E-13D7-9551-4B06-303C6D98BFED}"/>
                    </a:ext>
                  </a:extLst>
                </p14:cNvPr>
                <p14:cNvContentPartPr/>
                <p14:nvPr/>
              </p14:nvContentPartPr>
              <p14:xfrm>
                <a:off x="5268048" y="504464"/>
                <a:ext cx="290880" cy="1310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19D701E-13D7-9551-4B06-303C6D98BFE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259408" y="495464"/>
                  <a:ext cx="308520" cy="14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72F5B49D-B742-2E90-DB7F-934D525AB293}"/>
                  </a:ext>
                </a:extLst>
              </p14:cNvPr>
              <p14:cNvContentPartPr/>
              <p14:nvPr/>
            </p14:nvContentPartPr>
            <p14:xfrm>
              <a:off x="8503008" y="1143824"/>
              <a:ext cx="289440" cy="44244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72F5B49D-B742-2E90-DB7F-934D525AB293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8494368" y="1134824"/>
                <a:ext cx="307080" cy="46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4" name="Group 213">
            <a:extLst>
              <a:ext uri="{FF2B5EF4-FFF2-40B4-BE49-F238E27FC236}">
                <a16:creationId xmlns:a16="http://schemas.microsoft.com/office/drawing/2014/main" id="{408B06EE-DD10-F4E6-E3FF-AC41AEE13CC4}"/>
              </a:ext>
            </a:extLst>
          </p:cNvPr>
          <p:cNvGrpSpPr/>
          <p:nvPr/>
        </p:nvGrpSpPr>
        <p:grpSpPr>
          <a:xfrm>
            <a:off x="3390288" y="1220504"/>
            <a:ext cx="402120" cy="210240"/>
            <a:chOff x="3390288" y="1220504"/>
            <a:chExt cx="402120" cy="21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1ADAC4A-C38D-E7E3-B4C2-91CC50D57396}"/>
                    </a:ext>
                  </a:extLst>
                </p14:cNvPr>
                <p14:cNvContentPartPr/>
                <p14:nvPr/>
              </p14:nvContentPartPr>
              <p14:xfrm>
                <a:off x="3390288" y="1220504"/>
                <a:ext cx="402120" cy="730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1ADAC4A-C38D-E7E3-B4C2-91CC50D5739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81288" y="1211504"/>
                  <a:ext cx="4197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3A0A7EC-6A6E-B4AC-B268-D58CEB129CA1}"/>
                    </a:ext>
                  </a:extLst>
                </p14:cNvPr>
                <p14:cNvContentPartPr/>
                <p14:nvPr/>
              </p14:nvContentPartPr>
              <p14:xfrm>
                <a:off x="3451848" y="1383944"/>
                <a:ext cx="296280" cy="468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3A0A7EC-6A6E-B4AC-B268-D58CEB129CA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442848" y="1375304"/>
                  <a:ext cx="313920" cy="6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3155FA9D-086A-748A-02C2-1ED92607FE4E}"/>
                  </a:ext>
                </a:extLst>
              </p14:cNvPr>
              <p14:cNvContentPartPr/>
              <p14:nvPr/>
            </p14:nvContentPartPr>
            <p14:xfrm>
              <a:off x="6871128" y="3060104"/>
              <a:ext cx="711360" cy="14508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3155FA9D-086A-748A-02C2-1ED92607FE4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6862488" y="3051464"/>
                <a:ext cx="72900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4D96D63F-6761-9E11-0611-E724002E2F4A}"/>
                  </a:ext>
                </a:extLst>
              </p14:cNvPr>
              <p14:cNvContentPartPr/>
              <p14:nvPr/>
            </p14:nvContentPartPr>
            <p14:xfrm>
              <a:off x="6715248" y="2230304"/>
              <a:ext cx="1046160" cy="3528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4D96D63F-6761-9E11-0611-E724002E2F4A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6706608" y="2221664"/>
                <a:ext cx="10638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FD9D126F-3730-4AEA-EC6A-F051BD4D0AA6}"/>
                  </a:ext>
                </a:extLst>
              </p14:cNvPr>
              <p14:cNvContentPartPr/>
              <p14:nvPr/>
            </p14:nvContentPartPr>
            <p14:xfrm>
              <a:off x="7223928" y="2355944"/>
              <a:ext cx="3600" cy="19404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FD9D126F-3730-4AEA-EC6A-F051BD4D0AA6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215288" y="2346944"/>
                <a:ext cx="2124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563D39B5-D996-9A7B-3C26-FFE5BB71AC39}"/>
                  </a:ext>
                </a:extLst>
              </p14:cNvPr>
              <p14:cNvContentPartPr/>
              <p14:nvPr/>
            </p14:nvContentPartPr>
            <p14:xfrm>
              <a:off x="7281888" y="2402744"/>
              <a:ext cx="27360" cy="21132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563D39B5-D996-9A7B-3C26-FFE5BB71AC39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272888" y="2394104"/>
                <a:ext cx="4500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0DAF396-E369-8240-1B11-FA3A2536EBED}"/>
                  </a:ext>
                </a:extLst>
              </p14:cNvPr>
              <p14:cNvContentPartPr/>
              <p14:nvPr/>
            </p14:nvContentPartPr>
            <p14:xfrm>
              <a:off x="7173528" y="2498504"/>
              <a:ext cx="203400" cy="19080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0DAF396-E369-8240-1B11-FA3A2536EBED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164528" y="2489504"/>
                <a:ext cx="2210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A223CB35-D651-00B8-9FC0-A4B2D5272226}"/>
                  </a:ext>
                </a:extLst>
              </p14:cNvPr>
              <p14:cNvContentPartPr/>
              <p14:nvPr/>
            </p14:nvContentPartPr>
            <p14:xfrm>
              <a:off x="6971928" y="2771384"/>
              <a:ext cx="134280" cy="2764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A223CB35-D651-00B8-9FC0-A4B2D5272226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963288" y="2762384"/>
                <a:ext cx="15192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C4B0A1DB-6AF6-5155-0DB6-080E884C1BA3}"/>
                  </a:ext>
                </a:extLst>
              </p14:cNvPr>
              <p14:cNvContentPartPr/>
              <p14:nvPr/>
            </p14:nvContentPartPr>
            <p14:xfrm>
              <a:off x="7180008" y="2828624"/>
              <a:ext cx="106200" cy="20052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C4B0A1DB-6AF6-5155-0DB6-080E884C1BA3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7171008" y="2819624"/>
                <a:ext cx="12384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EBAF7CFB-AFE0-DDD0-2483-6E3F7211AD57}"/>
                  </a:ext>
                </a:extLst>
              </p14:cNvPr>
              <p14:cNvContentPartPr/>
              <p14:nvPr/>
            </p14:nvContentPartPr>
            <p14:xfrm>
              <a:off x="7151208" y="2856704"/>
              <a:ext cx="140400" cy="15120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EBAF7CFB-AFE0-DDD0-2483-6E3F7211AD57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7142208" y="2847704"/>
                <a:ext cx="15804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8E114A7A-6F71-8760-2187-E65840A8685A}"/>
                  </a:ext>
                </a:extLst>
              </p14:cNvPr>
              <p14:cNvContentPartPr/>
              <p14:nvPr/>
            </p14:nvContentPartPr>
            <p14:xfrm>
              <a:off x="7275768" y="2721344"/>
              <a:ext cx="195480" cy="3884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8E114A7A-6F71-8760-2187-E65840A8685A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7267128" y="2712704"/>
                <a:ext cx="21312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2DD65DD7-2447-1393-7C69-D4F59588D520}"/>
                  </a:ext>
                </a:extLst>
              </p14:cNvPr>
              <p14:cNvContentPartPr/>
              <p14:nvPr/>
            </p14:nvContentPartPr>
            <p14:xfrm>
              <a:off x="8427048" y="1894784"/>
              <a:ext cx="140400" cy="68760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2DD65DD7-2447-1393-7C69-D4F59588D520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8418048" y="1885784"/>
                <a:ext cx="158040" cy="70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6A5EB15B-81B5-380A-43C6-2B6649674079}"/>
                  </a:ext>
                </a:extLst>
              </p14:cNvPr>
              <p14:cNvContentPartPr/>
              <p14:nvPr/>
            </p14:nvContentPartPr>
            <p14:xfrm>
              <a:off x="8361168" y="2492384"/>
              <a:ext cx="185400" cy="18000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6A5EB15B-81B5-380A-43C6-2B6649674079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8352168" y="2483744"/>
                <a:ext cx="20304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5B04A1DD-041F-5FFC-F418-ACC5F82CAE05}"/>
                  </a:ext>
                </a:extLst>
              </p14:cNvPr>
              <p14:cNvContentPartPr/>
              <p14:nvPr/>
            </p14:nvContentPartPr>
            <p14:xfrm>
              <a:off x="8093328" y="2788664"/>
              <a:ext cx="2520" cy="324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5B04A1DD-041F-5FFC-F418-ACC5F82CAE05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084328" y="2780024"/>
                <a:ext cx="2016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E315CA77-AAF1-551B-FA75-E64DA735C277}"/>
                  </a:ext>
                </a:extLst>
              </p14:cNvPr>
              <p14:cNvContentPartPr/>
              <p14:nvPr/>
            </p14:nvContentPartPr>
            <p14:xfrm>
              <a:off x="8036088" y="2772824"/>
              <a:ext cx="152640" cy="29988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E315CA77-AAF1-551B-FA75-E64DA735C277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8027448" y="2763824"/>
                <a:ext cx="17028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98B9A3BF-50C5-59C6-FED1-E7D2B858B676}"/>
                  </a:ext>
                </a:extLst>
              </p14:cNvPr>
              <p14:cNvContentPartPr/>
              <p14:nvPr/>
            </p14:nvContentPartPr>
            <p14:xfrm>
              <a:off x="8257488" y="2846984"/>
              <a:ext cx="127440" cy="18864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98B9A3BF-50C5-59C6-FED1-E7D2B858B676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8248848" y="2837984"/>
                <a:ext cx="14508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B66F2D69-AEC1-F71D-BC31-08E67084B11C}"/>
                  </a:ext>
                </a:extLst>
              </p14:cNvPr>
              <p14:cNvContentPartPr/>
              <p14:nvPr/>
            </p14:nvContentPartPr>
            <p14:xfrm>
              <a:off x="8249208" y="2879024"/>
              <a:ext cx="176760" cy="15156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B66F2D69-AEC1-F71D-BC31-08E67084B11C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240208" y="2870024"/>
                <a:ext cx="19440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BAFE4977-2D13-9045-B83E-D714E757A5F3}"/>
                  </a:ext>
                </a:extLst>
              </p14:cNvPr>
              <p14:cNvContentPartPr/>
              <p14:nvPr/>
            </p14:nvContentPartPr>
            <p14:xfrm>
              <a:off x="8438928" y="2815304"/>
              <a:ext cx="23400" cy="23544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BAFE4977-2D13-9045-B83E-D714E757A5F3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430288" y="2806664"/>
                <a:ext cx="4104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129F4B04-4C59-81B9-78C9-03C6D0B9E7DE}"/>
                  </a:ext>
                </a:extLst>
              </p14:cNvPr>
              <p14:cNvContentPartPr/>
              <p14:nvPr/>
            </p14:nvContentPartPr>
            <p14:xfrm>
              <a:off x="8537928" y="2771024"/>
              <a:ext cx="301320" cy="33228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129F4B04-4C59-81B9-78C9-03C6D0B9E7DE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8528928" y="2762024"/>
                <a:ext cx="31896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B4327D01-AAE4-17D5-CA09-1AB652F34CF9}"/>
                  </a:ext>
                </a:extLst>
              </p14:cNvPr>
              <p14:cNvContentPartPr/>
              <p14:nvPr/>
            </p14:nvContentPartPr>
            <p14:xfrm>
              <a:off x="7343448" y="3233624"/>
              <a:ext cx="893880" cy="2880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B4327D01-AAE4-17D5-CA09-1AB652F34CF9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7334448" y="3224624"/>
                <a:ext cx="9115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25F54CE9-208F-70B5-962E-4FEB68F77DED}"/>
                  </a:ext>
                </a:extLst>
              </p14:cNvPr>
              <p14:cNvContentPartPr/>
              <p14:nvPr/>
            </p14:nvContentPartPr>
            <p14:xfrm>
              <a:off x="7842768" y="3332624"/>
              <a:ext cx="11520" cy="15804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25F54CE9-208F-70B5-962E-4FEB68F77DED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7833768" y="3323624"/>
                <a:ext cx="2916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A0BEC5E1-154A-580E-32A4-0813B630296C}"/>
                  </a:ext>
                </a:extLst>
              </p14:cNvPr>
              <p14:cNvContentPartPr/>
              <p14:nvPr/>
            </p14:nvContentPartPr>
            <p14:xfrm>
              <a:off x="7913688" y="3341984"/>
              <a:ext cx="22680" cy="16092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A0BEC5E1-154A-580E-32A4-0813B630296C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7905048" y="3332984"/>
                <a:ext cx="4032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BB835633-A5FD-5562-1971-A5081B172CFC}"/>
                  </a:ext>
                </a:extLst>
              </p14:cNvPr>
              <p14:cNvContentPartPr/>
              <p14:nvPr/>
            </p14:nvContentPartPr>
            <p14:xfrm>
              <a:off x="7823328" y="3429104"/>
              <a:ext cx="187200" cy="15552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BB835633-A5FD-5562-1971-A5081B172CFC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7814328" y="3420464"/>
                <a:ext cx="2048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A3C829D0-7CE0-4BBA-BE72-7909A3B625DE}"/>
                  </a:ext>
                </a:extLst>
              </p14:cNvPr>
              <p14:cNvContentPartPr/>
              <p14:nvPr/>
            </p14:nvContentPartPr>
            <p14:xfrm>
              <a:off x="7460088" y="3721784"/>
              <a:ext cx="153000" cy="29628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A3C829D0-7CE0-4BBA-BE72-7909A3B625DE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7451448" y="3712784"/>
                <a:ext cx="17064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2C6811AB-86A8-6DA7-720A-290D8E251070}"/>
                  </a:ext>
                </a:extLst>
              </p14:cNvPr>
              <p14:cNvContentPartPr/>
              <p14:nvPr/>
            </p14:nvContentPartPr>
            <p14:xfrm>
              <a:off x="7719288" y="3739064"/>
              <a:ext cx="151920" cy="23832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2C6811AB-86A8-6DA7-720A-290D8E251070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7710288" y="3730424"/>
                <a:ext cx="16956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6C851762-6BE3-96C8-68A0-CB3A6D00ECA3}"/>
                  </a:ext>
                </a:extLst>
              </p14:cNvPr>
              <p14:cNvContentPartPr/>
              <p14:nvPr/>
            </p14:nvContentPartPr>
            <p14:xfrm>
              <a:off x="7750248" y="3783704"/>
              <a:ext cx="140400" cy="17316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6C851762-6BE3-96C8-68A0-CB3A6D00ECA3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7741608" y="3775064"/>
                <a:ext cx="15804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5522EDA3-8D82-D002-6FA4-D6F3E850C88A}"/>
                  </a:ext>
                </a:extLst>
              </p14:cNvPr>
              <p14:cNvContentPartPr/>
              <p14:nvPr/>
            </p14:nvContentPartPr>
            <p14:xfrm>
              <a:off x="8064168" y="3688304"/>
              <a:ext cx="46440" cy="25740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5522EDA3-8D82-D002-6FA4-D6F3E850C88A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8055168" y="3679304"/>
                <a:ext cx="6408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1810E4E6-7341-DEE6-60D4-0A0A0E2AF865}"/>
                  </a:ext>
                </a:extLst>
              </p14:cNvPr>
              <p14:cNvContentPartPr/>
              <p14:nvPr/>
            </p14:nvContentPartPr>
            <p14:xfrm>
              <a:off x="8207088" y="3746624"/>
              <a:ext cx="140760" cy="19368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1810E4E6-7341-DEE6-60D4-0A0A0E2AF865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8198448" y="3737984"/>
                <a:ext cx="15840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BD9F3CD2-3843-1B7B-FD66-C2067053A837}"/>
                  </a:ext>
                </a:extLst>
              </p14:cNvPr>
              <p14:cNvContentPartPr/>
              <p14:nvPr/>
            </p14:nvContentPartPr>
            <p14:xfrm>
              <a:off x="8332368" y="3696224"/>
              <a:ext cx="252360" cy="30168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BD9F3CD2-3843-1B7B-FD66-C2067053A837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8323368" y="3687584"/>
                <a:ext cx="27000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A2D4659-6C73-29F5-FD15-0CB2AEDACC9A}"/>
                  </a:ext>
                </a:extLst>
              </p14:cNvPr>
              <p14:cNvContentPartPr/>
              <p14:nvPr/>
            </p14:nvContentPartPr>
            <p14:xfrm>
              <a:off x="6315288" y="1134824"/>
              <a:ext cx="179280" cy="5997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A2D4659-6C73-29F5-FD15-0CB2AEDACC9A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306648" y="1125824"/>
                <a:ext cx="196920" cy="61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ADF7469-DBEC-67C2-7DEC-B774F9483815}"/>
                  </a:ext>
                </a:extLst>
              </p14:cNvPr>
              <p14:cNvContentPartPr/>
              <p14:nvPr/>
            </p14:nvContentPartPr>
            <p14:xfrm>
              <a:off x="6663408" y="1195664"/>
              <a:ext cx="342720" cy="4413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ADF7469-DBEC-67C2-7DEC-B774F9483815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6654408" y="1186664"/>
                <a:ext cx="36036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972CDB6-5CF4-4BF8-EEBD-F443FDCA8542}"/>
                  </a:ext>
                </a:extLst>
              </p14:cNvPr>
              <p14:cNvContentPartPr/>
              <p14:nvPr/>
            </p14:nvContentPartPr>
            <p14:xfrm>
              <a:off x="6814968" y="1433264"/>
              <a:ext cx="127800" cy="2293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972CDB6-5CF4-4BF8-EEBD-F443FDCA8542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6805968" y="1424264"/>
                <a:ext cx="14544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0A1094F-0B37-6A2A-1894-82E33708DAD6}"/>
                  </a:ext>
                </a:extLst>
              </p14:cNvPr>
              <p14:cNvContentPartPr/>
              <p14:nvPr/>
            </p14:nvContentPartPr>
            <p14:xfrm>
              <a:off x="7418688" y="1168664"/>
              <a:ext cx="33840" cy="4593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0A1094F-0B37-6A2A-1894-82E33708DAD6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7410048" y="1159664"/>
                <a:ext cx="5148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4686C9D-7D1F-B4E5-3609-389714C0FBF6}"/>
                  </a:ext>
                </a:extLst>
              </p14:cNvPr>
              <p14:cNvContentPartPr/>
              <p14:nvPr/>
            </p14:nvContentPartPr>
            <p14:xfrm>
              <a:off x="7447488" y="1282064"/>
              <a:ext cx="238680" cy="3106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4686C9D-7D1F-B4E5-3609-389714C0FBF6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7438488" y="1273064"/>
                <a:ext cx="25632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D72E15D-AD04-0E35-A856-B497A5EBEF32}"/>
                  </a:ext>
                </a:extLst>
              </p14:cNvPr>
              <p14:cNvContentPartPr/>
              <p14:nvPr/>
            </p14:nvContentPartPr>
            <p14:xfrm>
              <a:off x="7671768" y="1116104"/>
              <a:ext cx="213120" cy="2649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D72E15D-AD04-0E35-A856-B497A5EBEF32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7662768" y="1107104"/>
                <a:ext cx="23076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DEA002EA-ED24-A4FA-40E6-5FC445800CEF}"/>
                  </a:ext>
                </a:extLst>
              </p14:cNvPr>
              <p14:cNvContentPartPr/>
              <p14:nvPr/>
            </p14:nvContentPartPr>
            <p14:xfrm>
              <a:off x="8045088" y="1087664"/>
              <a:ext cx="121320" cy="6451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DEA002EA-ED24-A4FA-40E6-5FC445800CEF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8036088" y="1079024"/>
                <a:ext cx="138960" cy="66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11CE25C6-7623-65D8-C85A-DA1274176C3E}"/>
                  </a:ext>
                </a:extLst>
              </p14:cNvPr>
              <p14:cNvContentPartPr/>
              <p14:nvPr/>
            </p14:nvContentPartPr>
            <p14:xfrm>
              <a:off x="9062088" y="855824"/>
              <a:ext cx="363960" cy="79524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11CE25C6-7623-65D8-C85A-DA1274176C3E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9053088" y="847184"/>
                <a:ext cx="381600" cy="81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29D04372-4A61-DC42-1251-A36B69038B11}"/>
                  </a:ext>
                </a:extLst>
              </p14:cNvPr>
              <p14:cNvContentPartPr/>
              <p14:nvPr/>
            </p14:nvContentPartPr>
            <p14:xfrm>
              <a:off x="9452328" y="1043024"/>
              <a:ext cx="1056960" cy="57456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29D04372-4A61-DC42-1251-A36B69038B11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9443688" y="1034384"/>
                <a:ext cx="1074600" cy="59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95DBE0A5-3BC4-EBB2-987E-53234F265B5A}"/>
                  </a:ext>
                </a:extLst>
              </p14:cNvPr>
              <p14:cNvContentPartPr/>
              <p14:nvPr/>
            </p14:nvContentPartPr>
            <p14:xfrm>
              <a:off x="9924288" y="1217264"/>
              <a:ext cx="160200" cy="35460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95DBE0A5-3BC4-EBB2-987E-53234F265B5A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9915288" y="1208264"/>
                <a:ext cx="17784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BB88B067-B7A0-91F8-F895-5BF95B3AF478}"/>
                  </a:ext>
                </a:extLst>
              </p14:cNvPr>
              <p14:cNvContentPartPr/>
              <p14:nvPr/>
            </p14:nvContentPartPr>
            <p14:xfrm>
              <a:off x="10150008" y="1351184"/>
              <a:ext cx="246240" cy="26604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BB88B067-B7A0-91F8-F895-5BF95B3AF478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0141368" y="1342184"/>
                <a:ext cx="26388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E450985B-2E22-8328-EC77-AAC3ED4F2EB1}"/>
                  </a:ext>
                </a:extLst>
              </p14:cNvPr>
              <p14:cNvContentPartPr/>
              <p14:nvPr/>
            </p14:nvContentPartPr>
            <p14:xfrm>
              <a:off x="10183488" y="1386464"/>
              <a:ext cx="25200" cy="34452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E450985B-2E22-8328-EC77-AAC3ED4F2EB1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0174848" y="1377824"/>
                <a:ext cx="4284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ACFCF9D4-CB2D-FCBA-FEEA-FFDEDA53FF72}"/>
                  </a:ext>
                </a:extLst>
              </p14:cNvPr>
              <p14:cNvContentPartPr/>
              <p14:nvPr/>
            </p14:nvContentPartPr>
            <p14:xfrm>
              <a:off x="5938368" y="1093064"/>
              <a:ext cx="138240" cy="57636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ACFCF9D4-CB2D-FCBA-FEEA-FFDEDA53FF72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5929728" y="1084064"/>
                <a:ext cx="155880" cy="59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2F6A673B-CA67-421B-0DBA-BEB1D55C4964}"/>
                  </a:ext>
                </a:extLst>
              </p14:cNvPr>
              <p14:cNvContentPartPr/>
              <p14:nvPr/>
            </p14:nvContentPartPr>
            <p14:xfrm>
              <a:off x="10724208" y="982904"/>
              <a:ext cx="142560" cy="54468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2F6A673B-CA67-421B-0DBA-BEB1D55C4964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0715208" y="974264"/>
                <a:ext cx="160200" cy="56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1DD1FA13-8C51-B720-23EF-840AF0092A03}"/>
                  </a:ext>
                </a:extLst>
              </p14:cNvPr>
              <p14:cNvContentPartPr/>
              <p14:nvPr/>
            </p14:nvContentPartPr>
            <p14:xfrm>
              <a:off x="4336728" y="1751864"/>
              <a:ext cx="6406920" cy="17496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1DD1FA13-8C51-B720-23EF-840AF0092A03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4328088" y="1743224"/>
                <a:ext cx="642456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07F2BE0-709A-2F4D-6905-5CCF60223DC6}"/>
                  </a:ext>
                </a:extLst>
              </p14:cNvPr>
              <p14:cNvContentPartPr/>
              <p14:nvPr/>
            </p14:nvContentPartPr>
            <p14:xfrm>
              <a:off x="6328248" y="1922864"/>
              <a:ext cx="142560" cy="2844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07F2BE0-709A-2F4D-6905-5CCF60223DC6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6319248" y="1914224"/>
                <a:ext cx="16020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E892839A-D9C9-96BE-013A-F78DB290D1B5}"/>
                  </a:ext>
                </a:extLst>
              </p14:cNvPr>
              <p14:cNvContentPartPr/>
              <p14:nvPr/>
            </p14:nvContentPartPr>
            <p14:xfrm>
              <a:off x="6530568" y="1962824"/>
              <a:ext cx="115920" cy="1882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E892839A-D9C9-96BE-013A-F78DB290D1B5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6521928" y="1954184"/>
                <a:ext cx="13356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CCF66DE-C151-4FDD-DFFD-4D56E084F58A}"/>
                  </a:ext>
                </a:extLst>
              </p14:cNvPr>
              <p14:cNvContentPartPr/>
              <p14:nvPr/>
            </p14:nvContentPartPr>
            <p14:xfrm>
              <a:off x="6521928" y="2021504"/>
              <a:ext cx="157320" cy="1602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CCF66DE-C151-4FDD-DFFD-4D56E084F58A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6513288" y="2012864"/>
                <a:ext cx="17496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635F6B3-CAD2-4156-2ABB-92752D9B18C8}"/>
                  </a:ext>
                </a:extLst>
              </p14:cNvPr>
              <p14:cNvContentPartPr/>
              <p14:nvPr/>
            </p14:nvContentPartPr>
            <p14:xfrm>
              <a:off x="6740448" y="1918544"/>
              <a:ext cx="20880" cy="2538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635F6B3-CAD2-4156-2ABB-92752D9B18C8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6731808" y="1909544"/>
                <a:ext cx="3852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4EDBE36C-4506-9F47-D247-41B2FE4E9C35}"/>
                  </a:ext>
                </a:extLst>
              </p14:cNvPr>
              <p14:cNvContentPartPr/>
              <p14:nvPr/>
            </p14:nvContentPartPr>
            <p14:xfrm>
              <a:off x="6818928" y="1910264"/>
              <a:ext cx="250560" cy="2620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4EDBE36C-4506-9F47-D247-41B2FE4E9C35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6809928" y="1901264"/>
                <a:ext cx="26820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2296339-0D9D-4ACC-D232-FB105EF60B3A}"/>
                  </a:ext>
                </a:extLst>
              </p14:cNvPr>
              <p14:cNvContentPartPr/>
              <p14:nvPr/>
            </p14:nvContentPartPr>
            <p14:xfrm>
              <a:off x="7441368" y="1926824"/>
              <a:ext cx="13320" cy="2534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2296339-0D9D-4ACC-D232-FB105EF60B3A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7432728" y="1918184"/>
                <a:ext cx="3096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2A56C4F1-8733-CA91-85B7-661781D7DDFD}"/>
                  </a:ext>
                </a:extLst>
              </p14:cNvPr>
              <p14:cNvContentPartPr/>
              <p14:nvPr/>
            </p14:nvContentPartPr>
            <p14:xfrm>
              <a:off x="7514808" y="1914224"/>
              <a:ext cx="288360" cy="24804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2A56C4F1-8733-CA91-85B7-661781D7DDFD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505808" y="1905584"/>
                <a:ext cx="30600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F760715-463B-D64D-C2A5-442D02153EF0}"/>
                  </a:ext>
                </a:extLst>
              </p14:cNvPr>
              <p14:cNvContentPartPr/>
              <p14:nvPr/>
            </p14:nvContentPartPr>
            <p14:xfrm>
              <a:off x="7852488" y="1959944"/>
              <a:ext cx="83520" cy="1836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F760715-463B-D64D-C2A5-442D02153EF0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7843488" y="1950944"/>
                <a:ext cx="1011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9D2786C-4E95-014D-26F4-408AEE69215B}"/>
                  </a:ext>
                </a:extLst>
              </p14:cNvPr>
              <p14:cNvContentPartPr/>
              <p14:nvPr/>
            </p14:nvContentPartPr>
            <p14:xfrm>
              <a:off x="7857168" y="1907744"/>
              <a:ext cx="144720" cy="2228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9D2786C-4E95-014D-26F4-408AEE69215B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7848168" y="1898744"/>
                <a:ext cx="16236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AC0FCC4-E95F-0D2B-4E0D-0F6224341436}"/>
                  </a:ext>
                </a:extLst>
              </p14:cNvPr>
              <p14:cNvContentPartPr/>
              <p14:nvPr/>
            </p14:nvContentPartPr>
            <p14:xfrm>
              <a:off x="7999008" y="1890464"/>
              <a:ext cx="153360" cy="3168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AC0FCC4-E95F-0D2B-4E0D-0F6224341436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7990368" y="1881824"/>
                <a:ext cx="17100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1E78FD73-EE50-65EA-6110-77CBF4B73FB0}"/>
                  </a:ext>
                </a:extLst>
              </p14:cNvPr>
              <p14:cNvContentPartPr/>
              <p14:nvPr/>
            </p14:nvContentPartPr>
            <p14:xfrm>
              <a:off x="9966768" y="1723784"/>
              <a:ext cx="370800" cy="25704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1E78FD73-EE50-65EA-6110-77CBF4B73FB0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9957768" y="1715144"/>
                <a:ext cx="388440" cy="27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2" name="Group 251">
            <a:extLst>
              <a:ext uri="{FF2B5EF4-FFF2-40B4-BE49-F238E27FC236}">
                <a16:creationId xmlns:a16="http://schemas.microsoft.com/office/drawing/2014/main" id="{01429D6A-6D6D-52C7-FC07-C3263F35F20C}"/>
              </a:ext>
            </a:extLst>
          </p:cNvPr>
          <p:cNvGrpSpPr/>
          <p:nvPr/>
        </p:nvGrpSpPr>
        <p:grpSpPr>
          <a:xfrm>
            <a:off x="4527528" y="1202864"/>
            <a:ext cx="1221840" cy="822600"/>
            <a:chOff x="4527528" y="1202864"/>
            <a:chExt cx="1221840" cy="82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D475D11-65A8-7701-22C5-9C6E832E4142}"/>
                    </a:ext>
                  </a:extLst>
                </p14:cNvPr>
                <p14:cNvContentPartPr/>
                <p14:nvPr/>
              </p14:nvContentPartPr>
              <p14:xfrm>
                <a:off x="4809048" y="1202864"/>
                <a:ext cx="118080" cy="4284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D475D11-65A8-7701-22C5-9C6E832E414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800408" y="1193864"/>
                  <a:ext cx="13572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3FB4A14-5249-E4A1-0289-BECAA56357A9}"/>
                    </a:ext>
                  </a:extLst>
                </p14:cNvPr>
                <p14:cNvContentPartPr/>
                <p14:nvPr/>
              </p14:nvContentPartPr>
              <p14:xfrm>
                <a:off x="4714008" y="1397264"/>
                <a:ext cx="248400" cy="428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3FB4A14-5249-E4A1-0289-BECAA56357A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705368" y="1388624"/>
                  <a:ext cx="2660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FDAC2B6-697C-A3A6-3605-218B843E5025}"/>
                    </a:ext>
                  </a:extLst>
                </p14:cNvPr>
                <p14:cNvContentPartPr/>
                <p14:nvPr/>
              </p14:nvContentPartPr>
              <p14:xfrm>
                <a:off x="4527528" y="1371704"/>
                <a:ext cx="116640" cy="2404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FDAC2B6-697C-A3A6-3605-218B843E502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518528" y="1362704"/>
                  <a:ext cx="1342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9117B5E-4731-EFEF-ABF7-C8FBEEE479FC}"/>
                    </a:ext>
                  </a:extLst>
                </p14:cNvPr>
                <p14:cNvContentPartPr/>
                <p14:nvPr/>
              </p14:nvContentPartPr>
              <p14:xfrm>
                <a:off x="4667928" y="1457384"/>
                <a:ext cx="80280" cy="928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9117B5E-4731-EFEF-ABF7-C8FBEEE479F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658928" y="1448384"/>
                  <a:ext cx="979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746651A-569D-0E1F-6D18-A817D5F93536}"/>
                    </a:ext>
                  </a:extLst>
                </p14:cNvPr>
                <p14:cNvContentPartPr/>
                <p14:nvPr/>
              </p14:nvContentPartPr>
              <p14:xfrm>
                <a:off x="4936128" y="1261184"/>
                <a:ext cx="224280" cy="2275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746651A-569D-0E1F-6D18-A817D5F9353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927488" y="1252184"/>
                  <a:ext cx="241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ABBD1F6-2E92-2E82-BA49-A905AB6B8AA8}"/>
                    </a:ext>
                  </a:extLst>
                </p14:cNvPr>
                <p14:cNvContentPartPr/>
                <p14:nvPr/>
              </p14:nvContentPartPr>
              <p14:xfrm>
                <a:off x="5140248" y="1311944"/>
                <a:ext cx="208440" cy="1904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ABBD1F6-2E92-2E82-BA49-A905AB6B8AA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131248" y="1303304"/>
                  <a:ext cx="2260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9113AB3-B92F-E0F7-6402-72FB7C8E84C0}"/>
                    </a:ext>
                  </a:extLst>
                </p14:cNvPr>
                <p14:cNvContentPartPr/>
                <p14:nvPr/>
              </p14:nvContentPartPr>
              <p14:xfrm>
                <a:off x="5409888" y="1314824"/>
                <a:ext cx="82800" cy="1458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9113AB3-B92F-E0F7-6402-72FB7C8E84C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400888" y="1306184"/>
                  <a:ext cx="1004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A2FD057-6608-7082-7BE4-AE919E022630}"/>
                    </a:ext>
                  </a:extLst>
                </p14:cNvPr>
                <p14:cNvContentPartPr/>
                <p14:nvPr/>
              </p14:nvContentPartPr>
              <p14:xfrm>
                <a:off x="5542728" y="1362344"/>
                <a:ext cx="132480" cy="1195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A2FD057-6608-7082-7BE4-AE919E02263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534088" y="1353704"/>
                  <a:ext cx="1501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AFBA464-2850-5995-92FD-91A33876B8AF}"/>
                    </a:ext>
                  </a:extLst>
                </p14:cNvPr>
                <p14:cNvContentPartPr/>
                <p14:nvPr/>
              </p14:nvContentPartPr>
              <p14:xfrm>
                <a:off x="5606808" y="1275584"/>
                <a:ext cx="142560" cy="2458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AFBA464-2850-5995-92FD-91A33876B8A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597808" y="1266584"/>
                  <a:ext cx="1602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A46B629-B28B-F7FF-D032-D01B22EE1839}"/>
                    </a:ext>
                  </a:extLst>
                </p14:cNvPr>
                <p14:cNvContentPartPr/>
                <p14:nvPr/>
              </p14:nvContentPartPr>
              <p14:xfrm>
                <a:off x="4853688" y="1723424"/>
                <a:ext cx="388440" cy="3020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A46B629-B28B-F7FF-D032-D01B22EE183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845048" y="1714424"/>
                  <a:ext cx="406080" cy="31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3BD75A0C-1893-14A1-1609-6D63B5BB0591}"/>
              </a:ext>
            </a:extLst>
          </p:cNvPr>
          <p:cNvGrpSpPr/>
          <p:nvPr/>
        </p:nvGrpSpPr>
        <p:grpSpPr>
          <a:xfrm>
            <a:off x="9400503" y="4455104"/>
            <a:ext cx="2616825" cy="1878840"/>
            <a:chOff x="9400503" y="4455104"/>
            <a:chExt cx="2616825" cy="187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C41594E-91EB-73E1-080D-7BC8CEF6AA93}"/>
                    </a:ext>
                  </a:extLst>
                </p14:cNvPr>
                <p14:cNvContentPartPr/>
                <p14:nvPr/>
              </p14:nvContentPartPr>
              <p14:xfrm>
                <a:off x="10092783" y="4523144"/>
                <a:ext cx="21240" cy="9781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C41594E-91EB-73E1-080D-7BC8CEF6AA9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083783" y="4514144"/>
                  <a:ext cx="38880" cy="9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F696435-FC7D-E1A7-35DB-856078B58822}"/>
                    </a:ext>
                  </a:extLst>
                </p14:cNvPr>
                <p14:cNvContentPartPr/>
                <p14:nvPr/>
              </p14:nvContentPartPr>
              <p14:xfrm>
                <a:off x="10051743" y="4455104"/>
                <a:ext cx="1386720" cy="1222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F696435-FC7D-E1A7-35DB-856078B5882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042743" y="4446464"/>
                  <a:ext cx="1404360" cy="12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5E5C179-4FA6-9317-8E71-15FEA3852718}"/>
                    </a:ext>
                  </a:extLst>
                </p14:cNvPr>
                <p14:cNvContentPartPr/>
                <p14:nvPr/>
              </p14:nvContentPartPr>
              <p14:xfrm>
                <a:off x="10105743" y="5457704"/>
                <a:ext cx="1296360" cy="3168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5E5C179-4FA6-9317-8E71-15FEA385271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097103" y="5448704"/>
                  <a:ext cx="13140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B1475DF-B932-E09C-69FD-C5FC3042FC0B}"/>
                    </a:ext>
                  </a:extLst>
                </p14:cNvPr>
                <p14:cNvContentPartPr/>
                <p14:nvPr/>
              </p14:nvContentPartPr>
              <p14:xfrm>
                <a:off x="10111143" y="4992224"/>
                <a:ext cx="1374840" cy="345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B1475DF-B932-E09C-69FD-C5FC3042FC0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102503" y="4983584"/>
                  <a:ext cx="1392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30D6B6E-714F-298D-314B-83A811B6CD75}"/>
                    </a:ext>
                  </a:extLst>
                </p14:cNvPr>
                <p14:cNvContentPartPr/>
                <p14:nvPr/>
              </p14:nvContentPartPr>
              <p14:xfrm>
                <a:off x="10172343" y="5301824"/>
                <a:ext cx="1217520" cy="806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30D6B6E-714F-298D-314B-83A811B6CD7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163703" y="5292824"/>
                  <a:ext cx="12351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3C6E380-0E27-88BE-A160-B648150109FC}"/>
                    </a:ext>
                  </a:extLst>
                </p14:cNvPr>
                <p14:cNvContentPartPr/>
                <p14:nvPr/>
              </p14:nvContentPartPr>
              <p14:xfrm>
                <a:off x="10605423" y="4531064"/>
                <a:ext cx="61200" cy="13446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3C6E380-0E27-88BE-A160-B648150109F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596423" y="4522064"/>
                  <a:ext cx="78840" cy="13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1406305-A326-A79E-16C2-9D23338725B8}"/>
                    </a:ext>
                  </a:extLst>
                </p14:cNvPr>
                <p14:cNvContentPartPr/>
                <p14:nvPr/>
              </p14:nvContentPartPr>
              <p14:xfrm>
                <a:off x="11040303" y="4502624"/>
                <a:ext cx="42120" cy="12639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1406305-A326-A79E-16C2-9D23338725B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031663" y="4493984"/>
                  <a:ext cx="59760" cy="12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ECAFB65-6DCA-B55E-9D72-28E7E267854B}"/>
                    </a:ext>
                  </a:extLst>
                </p14:cNvPr>
                <p14:cNvContentPartPr/>
                <p14:nvPr/>
              </p14:nvContentPartPr>
              <p14:xfrm>
                <a:off x="9657903" y="4643384"/>
                <a:ext cx="26280" cy="1558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ECAFB65-6DCA-B55E-9D72-28E7E267854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649263" y="4634744"/>
                  <a:ext cx="43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6280891-8677-C8B4-3127-D62592D48EE1}"/>
                    </a:ext>
                  </a:extLst>
                </p14:cNvPr>
                <p14:cNvContentPartPr/>
                <p14:nvPr/>
              </p14:nvContentPartPr>
              <p14:xfrm>
                <a:off x="9400503" y="5064584"/>
                <a:ext cx="119520" cy="1594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6280891-8677-C8B4-3127-D62592D48EE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391503" y="5055584"/>
                  <a:ext cx="137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621FF3B-0FA4-FDC2-A258-C09FFF7399D9}"/>
                    </a:ext>
                  </a:extLst>
                </p14:cNvPr>
                <p14:cNvContentPartPr/>
                <p14:nvPr/>
              </p14:nvContentPartPr>
              <p14:xfrm>
                <a:off x="9511023" y="5089424"/>
                <a:ext cx="107640" cy="1364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621FF3B-0FA4-FDC2-A258-C09FFF7399D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502023" y="5080424"/>
                  <a:ext cx="1252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F4125BB-5349-6216-958D-9D0302431FD0}"/>
                    </a:ext>
                  </a:extLst>
                </p14:cNvPr>
                <p14:cNvContentPartPr/>
                <p14:nvPr/>
              </p14:nvContentPartPr>
              <p14:xfrm>
                <a:off x="9651063" y="5109584"/>
                <a:ext cx="105840" cy="1026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F4125BB-5349-6216-958D-9D0302431FD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642063" y="5100584"/>
                  <a:ext cx="1234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0E70227-6879-9546-E6C2-AA8E661B0CE4}"/>
                    </a:ext>
                  </a:extLst>
                </p14:cNvPr>
                <p14:cNvContentPartPr/>
                <p14:nvPr/>
              </p14:nvContentPartPr>
              <p14:xfrm>
                <a:off x="9827823" y="5025344"/>
                <a:ext cx="15480" cy="1980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0E70227-6879-9546-E6C2-AA8E661B0CE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818823" y="5016344"/>
                  <a:ext cx="331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A2A93E6-937A-A977-ADCC-4FA683FAE175}"/>
                    </a:ext>
                  </a:extLst>
                </p14:cNvPr>
                <p14:cNvContentPartPr/>
                <p14:nvPr/>
              </p14:nvContentPartPr>
              <p14:xfrm>
                <a:off x="9787863" y="5047664"/>
                <a:ext cx="136440" cy="226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A2A93E6-937A-A977-ADCC-4FA683FAE17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778863" y="5039024"/>
                  <a:ext cx="154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1D5BE4A-6514-0DC2-D09C-0C77537E0C13}"/>
                    </a:ext>
                  </a:extLst>
                </p14:cNvPr>
                <p14:cNvContentPartPr/>
                <p14:nvPr/>
              </p14:nvContentPartPr>
              <p14:xfrm>
                <a:off x="9488703" y="5647064"/>
                <a:ext cx="16560" cy="2746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1D5BE4A-6514-0DC2-D09C-0C77537E0C1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479703" y="5638064"/>
                  <a:ext cx="342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EEC5814-BFE4-C1F8-E54D-EE9CCAA09DCB}"/>
                    </a:ext>
                  </a:extLst>
                </p14:cNvPr>
                <p14:cNvContentPartPr/>
                <p14:nvPr/>
              </p14:nvContentPartPr>
              <p14:xfrm>
                <a:off x="9464223" y="5652464"/>
                <a:ext cx="116280" cy="1306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EEC5814-BFE4-C1F8-E54D-EE9CCAA09DC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455583" y="5643824"/>
                  <a:ext cx="1339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1AF21D0-EB2C-E91E-68D6-91A35B0D54BD}"/>
                    </a:ext>
                  </a:extLst>
                </p14:cNvPr>
                <p14:cNvContentPartPr/>
                <p14:nvPr/>
              </p14:nvContentPartPr>
              <p14:xfrm>
                <a:off x="9616503" y="5667224"/>
                <a:ext cx="3240" cy="928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1AF21D0-EB2C-E91E-68D6-91A35B0D54B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607503" y="5658224"/>
                  <a:ext cx="208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1EECB2B-F719-68A1-F656-8411430B9A23}"/>
                    </a:ext>
                  </a:extLst>
                </p14:cNvPr>
                <p14:cNvContentPartPr/>
                <p14:nvPr/>
              </p14:nvContentPartPr>
              <p14:xfrm>
                <a:off x="9655023" y="5534384"/>
                <a:ext cx="3960" cy="532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1EECB2B-F719-68A1-F656-8411430B9A2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646023" y="5525744"/>
                  <a:ext cx="216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6E16399-8A31-C1CB-BF68-E129901037F1}"/>
                    </a:ext>
                  </a:extLst>
                </p14:cNvPr>
                <p14:cNvContentPartPr/>
                <p14:nvPr/>
              </p14:nvContentPartPr>
              <p14:xfrm>
                <a:off x="9658263" y="5672264"/>
                <a:ext cx="144000" cy="1310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6E16399-8A31-C1CB-BF68-E129901037F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649263" y="5663264"/>
                  <a:ext cx="1616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1839CA8-C7DD-4954-D048-521EC4520811}"/>
                    </a:ext>
                  </a:extLst>
                </p14:cNvPr>
                <p14:cNvContentPartPr/>
                <p14:nvPr/>
              </p14:nvContentPartPr>
              <p14:xfrm>
                <a:off x="9792543" y="5643104"/>
                <a:ext cx="245160" cy="1378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1839CA8-C7DD-4954-D048-521EC452081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783903" y="5634104"/>
                  <a:ext cx="2628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C09F045E-EBD9-CAD5-30F0-2B4BA9219284}"/>
                    </a:ext>
                  </a:extLst>
                </p14:cNvPr>
                <p14:cNvContentPartPr/>
                <p14:nvPr/>
              </p14:nvContentPartPr>
              <p14:xfrm>
                <a:off x="10180968" y="5962784"/>
                <a:ext cx="127440" cy="2232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C09F045E-EBD9-CAD5-30F0-2B4BA921928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172328" y="5953784"/>
                  <a:ext cx="1450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82DFC626-4E04-0A52-9C57-8DDF0A022907}"/>
                    </a:ext>
                  </a:extLst>
                </p14:cNvPr>
                <p14:cNvContentPartPr/>
                <p14:nvPr/>
              </p14:nvContentPartPr>
              <p14:xfrm>
                <a:off x="10354848" y="5979344"/>
                <a:ext cx="120960" cy="1774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82DFC626-4E04-0A52-9C57-8DDF0A02290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346208" y="5970704"/>
                  <a:ext cx="1386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4E95F8E4-B15A-8F22-5C34-D33D308F66D0}"/>
                    </a:ext>
                  </a:extLst>
                </p14:cNvPr>
                <p14:cNvContentPartPr/>
                <p14:nvPr/>
              </p14:nvContentPartPr>
              <p14:xfrm>
                <a:off x="10748328" y="5959904"/>
                <a:ext cx="71640" cy="3384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4E95F8E4-B15A-8F22-5C34-D33D308F66D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739328" y="5950904"/>
                  <a:ext cx="892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AD7AB2E-F280-2360-8946-C8514D9B16C3}"/>
                    </a:ext>
                  </a:extLst>
                </p14:cNvPr>
                <p14:cNvContentPartPr/>
                <p14:nvPr/>
              </p14:nvContentPartPr>
              <p14:xfrm>
                <a:off x="10844088" y="5991944"/>
                <a:ext cx="93960" cy="1494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AD7AB2E-F280-2360-8946-C8514D9B16C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835088" y="5983304"/>
                  <a:ext cx="1116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1FBD18B9-2365-69C1-9F6C-944B97E2C3AA}"/>
                    </a:ext>
                  </a:extLst>
                </p14:cNvPr>
                <p14:cNvContentPartPr/>
                <p14:nvPr/>
              </p14:nvContentPartPr>
              <p14:xfrm>
                <a:off x="10975128" y="6009224"/>
                <a:ext cx="277560" cy="1353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1FBD18B9-2365-69C1-9F6C-944B97E2C3A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966128" y="6000224"/>
                  <a:ext cx="2952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04DFEAC-2EA0-E48D-95E2-EA8578ABF39D}"/>
                    </a:ext>
                  </a:extLst>
                </p14:cNvPr>
                <p14:cNvContentPartPr/>
                <p14:nvPr/>
              </p14:nvContentPartPr>
              <p14:xfrm>
                <a:off x="11439528" y="6052064"/>
                <a:ext cx="18000" cy="2818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04DFEAC-2EA0-E48D-95E2-EA8578ABF39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430528" y="6043424"/>
                  <a:ext cx="356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1A997A7-00E7-5EF7-22DB-00D60EA9CA04}"/>
                    </a:ext>
                  </a:extLst>
                </p14:cNvPr>
                <p14:cNvContentPartPr/>
                <p14:nvPr/>
              </p14:nvContentPartPr>
              <p14:xfrm>
                <a:off x="11410008" y="6019664"/>
                <a:ext cx="131760" cy="1468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1A997A7-00E7-5EF7-22DB-00D60EA9CA0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1401008" y="6011024"/>
                  <a:ext cx="1494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B42B1CF-8EA8-90CF-8914-475127A465B7}"/>
                    </a:ext>
                  </a:extLst>
                </p14:cNvPr>
                <p14:cNvContentPartPr/>
                <p14:nvPr/>
              </p14:nvContentPartPr>
              <p14:xfrm>
                <a:off x="11541768" y="6085544"/>
                <a:ext cx="21960" cy="730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B42B1CF-8EA8-90CF-8914-475127A465B7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1532768" y="6076544"/>
                  <a:ext cx="396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4263477-13CF-3644-D468-806FB58CD83F}"/>
                    </a:ext>
                  </a:extLst>
                </p14:cNvPr>
                <p14:cNvContentPartPr/>
                <p14:nvPr/>
              </p14:nvContentPartPr>
              <p14:xfrm>
                <a:off x="11555448" y="5925344"/>
                <a:ext cx="34560" cy="1202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4263477-13CF-3644-D468-806FB58CD83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546448" y="5916704"/>
                  <a:ext cx="522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DF18E97-FE9B-967F-D41B-340CE531EA77}"/>
                    </a:ext>
                  </a:extLst>
                </p14:cNvPr>
                <p14:cNvContentPartPr/>
                <p14:nvPr/>
              </p14:nvContentPartPr>
              <p14:xfrm>
                <a:off x="11618088" y="6058184"/>
                <a:ext cx="122040" cy="1162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DF18E97-FE9B-967F-D41B-340CE531EA7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609448" y="6049184"/>
                  <a:ext cx="1396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48EF286B-0963-CF72-E691-76113BB22724}"/>
                    </a:ext>
                  </a:extLst>
                </p14:cNvPr>
                <p14:cNvContentPartPr/>
                <p14:nvPr/>
              </p14:nvContentPartPr>
              <p14:xfrm>
                <a:off x="11764248" y="6044864"/>
                <a:ext cx="85680" cy="1152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48EF286B-0963-CF72-E691-76113BB2272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755608" y="6035864"/>
                  <a:ext cx="1033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EBC14EE9-EBF6-3C8E-094C-2446CBB158E1}"/>
                    </a:ext>
                  </a:extLst>
                </p14:cNvPr>
                <p14:cNvContentPartPr/>
                <p14:nvPr/>
              </p14:nvContentPartPr>
              <p14:xfrm>
                <a:off x="11907528" y="6024704"/>
                <a:ext cx="109800" cy="2224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EBC14EE9-EBF6-3C8E-094C-2446CBB158E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898888" y="6015704"/>
                  <a:ext cx="1274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B8A09C72-E619-95DD-9475-4BA5090CADCE}"/>
                    </a:ext>
                  </a:extLst>
                </p14:cNvPr>
                <p14:cNvContentPartPr/>
                <p14:nvPr/>
              </p14:nvContentPartPr>
              <p14:xfrm>
                <a:off x="10140648" y="4527824"/>
                <a:ext cx="137520" cy="1062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B8A09C72-E619-95DD-9475-4BA5090CADC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132008" y="4518824"/>
                  <a:ext cx="1551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EB941B9-00EE-4BD8-5C70-18730CD5C4DF}"/>
                    </a:ext>
                  </a:extLst>
                </p14:cNvPr>
                <p14:cNvContentPartPr/>
                <p14:nvPr/>
              </p14:nvContentPartPr>
              <p14:xfrm>
                <a:off x="10108608" y="4547264"/>
                <a:ext cx="316800" cy="2059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EB941B9-00EE-4BD8-5C70-18730CD5C4DF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099608" y="4538264"/>
                  <a:ext cx="3344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FE7F872-8B20-7E44-EA7B-B1D0E76100BA}"/>
                    </a:ext>
                  </a:extLst>
                </p14:cNvPr>
                <p14:cNvContentPartPr/>
                <p14:nvPr/>
              </p14:nvContentPartPr>
              <p14:xfrm>
                <a:off x="10135608" y="4578584"/>
                <a:ext cx="420480" cy="2898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FE7F872-8B20-7E44-EA7B-B1D0E76100B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126608" y="4569584"/>
                  <a:ext cx="4381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C9C89C6-6666-9FA3-B352-AB0AA25085B3}"/>
                    </a:ext>
                  </a:extLst>
                </p14:cNvPr>
                <p14:cNvContentPartPr/>
                <p14:nvPr/>
              </p14:nvContentPartPr>
              <p14:xfrm>
                <a:off x="10242888" y="4719344"/>
                <a:ext cx="314640" cy="1843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C9C89C6-6666-9FA3-B352-AB0AA25085B3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233888" y="4710704"/>
                  <a:ext cx="3322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73E6D4C3-76CB-BAAD-2108-2E61D437EFE3}"/>
                    </a:ext>
                  </a:extLst>
                </p14:cNvPr>
                <p14:cNvContentPartPr/>
                <p14:nvPr/>
              </p14:nvContentPartPr>
              <p14:xfrm>
                <a:off x="10332528" y="4821224"/>
                <a:ext cx="257040" cy="1886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73E6D4C3-76CB-BAAD-2108-2E61D437EFE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323888" y="4812584"/>
                  <a:ext cx="2746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7F02E3C-4770-D553-1A9B-A46FD894F9EE}"/>
                    </a:ext>
                  </a:extLst>
                </p14:cNvPr>
                <p14:cNvContentPartPr/>
                <p14:nvPr/>
              </p14:nvContentPartPr>
              <p14:xfrm>
                <a:off x="10448808" y="4890704"/>
                <a:ext cx="132840" cy="936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7F02E3C-4770-D553-1A9B-A46FD894F9E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439808" y="4881704"/>
                  <a:ext cx="1504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3A4A6FEB-6FA2-0BC2-08D1-0F0406BBC058}"/>
                    </a:ext>
                  </a:extLst>
                </p14:cNvPr>
                <p14:cNvContentPartPr/>
                <p14:nvPr/>
              </p14:nvContentPartPr>
              <p14:xfrm>
                <a:off x="10638888" y="5054144"/>
                <a:ext cx="197280" cy="1072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3A4A6FEB-6FA2-0BC2-08D1-0F0406BBC05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630248" y="5045504"/>
                  <a:ext cx="2149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8BF54D81-E740-FB75-4AF2-9AA566E88EF8}"/>
                    </a:ext>
                  </a:extLst>
                </p14:cNvPr>
                <p14:cNvContentPartPr/>
                <p14:nvPr/>
              </p14:nvContentPartPr>
              <p14:xfrm>
                <a:off x="10670208" y="5089424"/>
                <a:ext cx="276840" cy="17712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8BF54D81-E740-FB75-4AF2-9AA566E88EF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661568" y="5080424"/>
                  <a:ext cx="2944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933A958-ACA3-0BB8-FAEB-CAE51544A31D}"/>
                    </a:ext>
                  </a:extLst>
                </p14:cNvPr>
                <p14:cNvContentPartPr/>
                <p14:nvPr/>
              </p14:nvContentPartPr>
              <p14:xfrm>
                <a:off x="10680648" y="5132984"/>
                <a:ext cx="329760" cy="18108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933A958-ACA3-0BB8-FAEB-CAE51544A31D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671648" y="5124344"/>
                  <a:ext cx="3474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7210790E-D5CA-C7F2-C4A3-EE21510D1007}"/>
                    </a:ext>
                  </a:extLst>
                </p14:cNvPr>
                <p14:cNvContentPartPr/>
                <p14:nvPr/>
              </p14:nvContentPartPr>
              <p14:xfrm>
                <a:off x="10823208" y="5246744"/>
                <a:ext cx="172800" cy="702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7210790E-D5CA-C7F2-C4A3-EE21510D100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814568" y="5238104"/>
                  <a:ext cx="1904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A29F2FD-66A7-B456-5AD3-545F3BFE2656}"/>
                    </a:ext>
                  </a:extLst>
                </p14:cNvPr>
                <p14:cNvContentPartPr/>
                <p14:nvPr/>
              </p14:nvContentPartPr>
              <p14:xfrm>
                <a:off x="10904928" y="5283104"/>
                <a:ext cx="110880" cy="424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2A29F2FD-66A7-B456-5AD3-545F3BFE265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896288" y="5274104"/>
                  <a:ext cx="1285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B21F187-88BE-EF40-6C6C-B0BA4648BFBD}"/>
                    </a:ext>
                  </a:extLst>
                </p14:cNvPr>
                <p14:cNvContentPartPr/>
                <p14:nvPr/>
              </p14:nvContentPartPr>
              <p14:xfrm>
                <a:off x="11101128" y="5357264"/>
                <a:ext cx="149400" cy="914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B21F187-88BE-EF40-6C6C-B0BA4648BFB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1092488" y="5348264"/>
                  <a:ext cx="167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CE6EC3D-59F0-0B42-B7C1-330E6AE897A2}"/>
                    </a:ext>
                  </a:extLst>
                </p14:cNvPr>
                <p14:cNvContentPartPr/>
                <p14:nvPr/>
              </p14:nvContentPartPr>
              <p14:xfrm>
                <a:off x="11047128" y="5386784"/>
                <a:ext cx="277200" cy="1526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CE6EC3D-59F0-0B42-B7C1-330E6AE897A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1038128" y="5378144"/>
                  <a:ext cx="2948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43B515C-98AF-C835-BE60-51E1D1DCD12B}"/>
                    </a:ext>
                  </a:extLst>
                </p14:cNvPr>
                <p14:cNvContentPartPr/>
                <p14:nvPr/>
              </p14:nvContentPartPr>
              <p14:xfrm>
                <a:off x="11166648" y="5467424"/>
                <a:ext cx="208800" cy="1198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43B515C-98AF-C835-BE60-51E1D1DCD12B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157648" y="5458424"/>
                  <a:ext cx="2264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F7055D8C-9103-47CB-A0D0-6BF8501FF540}"/>
                    </a:ext>
                  </a:extLst>
                </p14:cNvPr>
                <p14:cNvContentPartPr/>
                <p14:nvPr/>
              </p14:nvContentPartPr>
              <p14:xfrm>
                <a:off x="11188968" y="5529704"/>
                <a:ext cx="227160" cy="1069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F7055D8C-9103-47CB-A0D0-6BF8501FF540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180328" y="5521064"/>
                  <a:ext cx="2448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C8394BC3-FDA4-5242-8E36-E570EEFE4E61}"/>
                    </a:ext>
                  </a:extLst>
                </p14:cNvPr>
                <p14:cNvContentPartPr/>
                <p14:nvPr/>
              </p14:nvContentPartPr>
              <p14:xfrm>
                <a:off x="11263128" y="5611784"/>
                <a:ext cx="134640" cy="619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C8394BC3-FDA4-5242-8E36-E570EEFE4E61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254128" y="5603144"/>
                  <a:ext cx="152280" cy="7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832475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GitHub - tanishqgautam/Transformers: Pytorch Implementation of Transformers">
            <a:extLst>
              <a:ext uri="{FF2B5EF4-FFF2-40B4-BE49-F238E27FC236}">
                <a16:creationId xmlns:a16="http://schemas.microsoft.com/office/drawing/2014/main" id="{9B353FAE-E080-48E2-CE63-072B5A8278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82"/>
          <a:stretch/>
        </p:blipFill>
        <p:spPr bwMode="auto">
          <a:xfrm>
            <a:off x="1096236" y="307022"/>
            <a:ext cx="9568589" cy="6003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2EDDB1-9503-5808-A13A-A0E8AEB72031}"/>
              </a:ext>
            </a:extLst>
          </p:cNvPr>
          <p:cNvSpPr txBox="1"/>
          <p:nvPr/>
        </p:nvSpPr>
        <p:spPr>
          <a:xfrm>
            <a:off x="3586054" y="6211669"/>
            <a:ext cx="60971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Vaswani, A. (2017). Attention is all you need. </a:t>
            </a:r>
            <a:r>
              <a:rPr lang="en-US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Advances in Neural Information Processing Systems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CF396BF-0D48-2408-DC66-EF89EDB81B15}"/>
              </a:ext>
            </a:extLst>
          </p:cNvPr>
          <p:cNvGrpSpPr/>
          <p:nvPr/>
        </p:nvGrpSpPr>
        <p:grpSpPr>
          <a:xfrm>
            <a:off x="8149290" y="758670"/>
            <a:ext cx="279720" cy="327960"/>
            <a:chOff x="8149290" y="758670"/>
            <a:chExt cx="279720" cy="32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37ED0EC-F4FC-909D-6306-0FCCD8C61037}"/>
                    </a:ext>
                  </a:extLst>
                </p14:cNvPr>
                <p14:cNvContentPartPr/>
                <p14:nvPr/>
              </p14:nvContentPartPr>
              <p14:xfrm>
                <a:off x="8246490" y="864510"/>
                <a:ext cx="18000" cy="160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37ED0EC-F4FC-909D-6306-0FCCD8C6103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240370" y="858390"/>
                  <a:ext cx="302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8C39CC8-C29C-40E3-D8A5-41DF1CA6740C}"/>
                    </a:ext>
                  </a:extLst>
                </p14:cNvPr>
                <p14:cNvContentPartPr/>
                <p14:nvPr/>
              </p14:nvContentPartPr>
              <p14:xfrm>
                <a:off x="8149290" y="758670"/>
                <a:ext cx="279720" cy="327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8C39CC8-C29C-40E3-D8A5-41DF1CA6740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143170" y="752550"/>
                  <a:ext cx="291960" cy="34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2F3688-6C36-8EBA-9F99-A7172F0E5205}"/>
              </a:ext>
            </a:extLst>
          </p:cNvPr>
          <p:cNvGrpSpPr/>
          <p:nvPr/>
        </p:nvGrpSpPr>
        <p:grpSpPr>
          <a:xfrm>
            <a:off x="8641050" y="694590"/>
            <a:ext cx="1487520" cy="333360"/>
            <a:chOff x="8641050" y="694590"/>
            <a:chExt cx="1487520" cy="33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961F432-39C5-84D4-9C56-8A5BC1104BF0}"/>
                    </a:ext>
                  </a:extLst>
                </p14:cNvPr>
                <p14:cNvContentPartPr/>
                <p14:nvPr/>
              </p14:nvContentPartPr>
              <p14:xfrm>
                <a:off x="8641050" y="743550"/>
                <a:ext cx="676080" cy="284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961F432-39C5-84D4-9C56-8A5BC1104BF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634930" y="737430"/>
                  <a:ext cx="6883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A9B68D7-271D-B826-F23C-8F268EAF3CEE}"/>
                    </a:ext>
                  </a:extLst>
                </p14:cNvPr>
                <p14:cNvContentPartPr/>
                <p14:nvPr/>
              </p14:nvContentPartPr>
              <p14:xfrm>
                <a:off x="9357450" y="722670"/>
                <a:ext cx="51480" cy="241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A9B68D7-271D-B826-F23C-8F268EAF3CE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51330" y="716550"/>
                  <a:ext cx="637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867C48D-0228-29E3-A96D-1010B0A8600D}"/>
                    </a:ext>
                  </a:extLst>
                </p14:cNvPr>
                <p14:cNvContentPartPr/>
                <p14:nvPr/>
              </p14:nvContentPartPr>
              <p14:xfrm>
                <a:off x="9448170" y="789630"/>
                <a:ext cx="133200" cy="155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867C48D-0228-29E3-A96D-1010B0A8600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442050" y="783510"/>
                  <a:ext cx="1454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66B645D-C883-A54C-2C6F-E406B33D6149}"/>
                    </a:ext>
                  </a:extLst>
                </p14:cNvPr>
                <p14:cNvContentPartPr/>
                <p14:nvPr/>
              </p14:nvContentPartPr>
              <p14:xfrm>
                <a:off x="9608370" y="712950"/>
                <a:ext cx="102600" cy="269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66B645D-C883-A54C-2C6F-E406B33D614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602250" y="706830"/>
                  <a:ext cx="1148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6483D7E-B5F1-5ABD-5F19-EEEE79E79547}"/>
                    </a:ext>
                  </a:extLst>
                </p14:cNvPr>
                <p14:cNvContentPartPr/>
                <p14:nvPr/>
              </p14:nvContentPartPr>
              <p14:xfrm>
                <a:off x="9779730" y="694590"/>
                <a:ext cx="55080" cy="275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6483D7E-B5F1-5ABD-5F19-EEEE79E7954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773650" y="688470"/>
                  <a:ext cx="67241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804CABD-FD8D-8F36-97B5-95F3744BB15E}"/>
                    </a:ext>
                  </a:extLst>
                </p14:cNvPr>
                <p14:cNvContentPartPr/>
                <p14:nvPr/>
              </p14:nvContentPartPr>
              <p14:xfrm>
                <a:off x="9883770" y="775590"/>
                <a:ext cx="244800" cy="190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804CABD-FD8D-8F36-97B5-95F3744BB15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77650" y="769458"/>
                  <a:ext cx="257040" cy="20234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D884744-C510-987F-8D96-B3B7C0D10ABE}"/>
              </a:ext>
            </a:extLst>
          </p:cNvPr>
          <p:cNvGrpSpPr/>
          <p:nvPr/>
        </p:nvGrpSpPr>
        <p:grpSpPr>
          <a:xfrm>
            <a:off x="8103930" y="1325670"/>
            <a:ext cx="351000" cy="333000"/>
            <a:chOff x="8103930" y="1325670"/>
            <a:chExt cx="351000" cy="33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3B09DA0-A2E5-D411-E272-85CECEFDE4BF}"/>
                    </a:ext>
                  </a:extLst>
                </p14:cNvPr>
                <p14:cNvContentPartPr/>
                <p14:nvPr/>
              </p14:nvContentPartPr>
              <p14:xfrm>
                <a:off x="8198250" y="1420350"/>
                <a:ext cx="128520" cy="160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3B09DA0-A2E5-D411-E272-85CECEFDE4B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192130" y="1414230"/>
                  <a:ext cx="1407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FF09AD3-535C-296E-03B7-F4F03A1BA57D}"/>
                    </a:ext>
                  </a:extLst>
                </p14:cNvPr>
                <p14:cNvContentPartPr/>
                <p14:nvPr/>
              </p14:nvContentPartPr>
              <p14:xfrm>
                <a:off x="8103930" y="1325670"/>
                <a:ext cx="351000" cy="333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FF09AD3-535C-296E-03B7-F4F03A1BA57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097810" y="1319550"/>
                  <a:ext cx="363240" cy="34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57BDEEF-5F67-65A0-EF64-59A2B0690920}"/>
              </a:ext>
            </a:extLst>
          </p:cNvPr>
          <p:cNvGrpSpPr/>
          <p:nvPr/>
        </p:nvGrpSpPr>
        <p:grpSpPr>
          <a:xfrm>
            <a:off x="8591370" y="1355910"/>
            <a:ext cx="705240" cy="252720"/>
            <a:chOff x="8591370" y="1355910"/>
            <a:chExt cx="70524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103B19F-97D3-C819-13CB-8ED232F829F5}"/>
                    </a:ext>
                  </a:extLst>
                </p14:cNvPr>
                <p14:cNvContentPartPr/>
                <p14:nvPr/>
              </p14:nvContentPartPr>
              <p14:xfrm>
                <a:off x="8591370" y="1366710"/>
                <a:ext cx="226800" cy="241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103B19F-97D3-C819-13CB-8ED232F829F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85250" y="1360590"/>
                  <a:ext cx="2390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EFB1BF0-CD49-50A0-56A6-B4576239ED80}"/>
                    </a:ext>
                  </a:extLst>
                </p14:cNvPr>
                <p14:cNvContentPartPr/>
                <p14:nvPr/>
              </p14:nvContentPartPr>
              <p14:xfrm>
                <a:off x="8787930" y="1355910"/>
                <a:ext cx="73080" cy="247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EFB1BF0-CD49-50A0-56A6-B4576239ED8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781810" y="1349790"/>
                  <a:ext cx="853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29EA1FB-E20A-3485-F6AE-4268A938198F}"/>
                    </a:ext>
                  </a:extLst>
                </p14:cNvPr>
                <p14:cNvContentPartPr/>
                <p14:nvPr/>
              </p14:nvContentPartPr>
              <p14:xfrm>
                <a:off x="8899890" y="1444110"/>
                <a:ext cx="241920" cy="157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29EA1FB-E20A-3485-F6AE-4268A938198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893761" y="1437990"/>
                  <a:ext cx="254178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79B0798-5634-562E-4BAB-1262F8254D35}"/>
                    </a:ext>
                  </a:extLst>
                </p14:cNvPr>
                <p14:cNvContentPartPr/>
                <p14:nvPr/>
              </p14:nvContentPartPr>
              <p14:xfrm>
                <a:off x="9178170" y="1450590"/>
                <a:ext cx="118440" cy="155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79B0798-5634-562E-4BAB-1262F8254D3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172050" y="1444456"/>
                  <a:ext cx="130680" cy="16742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689DF1A-81A9-3EA6-A0D0-17E69B3D33A6}"/>
              </a:ext>
            </a:extLst>
          </p:cNvPr>
          <p:cNvGrpSpPr/>
          <p:nvPr/>
        </p:nvGrpSpPr>
        <p:grpSpPr>
          <a:xfrm>
            <a:off x="9614130" y="1369230"/>
            <a:ext cx="240480" cy="209880"/>
            <a:chOff x="9614130" y="1369230"/>
            <a:chExt cx="24048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46F5A43-D972-0AED-A29D-C9BEF66AAA53}"/>
                    </a:ext>
                  </a:extLst>
                </p14:cNvPr>
                <p14:cNvContentPartPr/>
                <p14:nvPr/>
              </p14:nvContentPartPr>
              <p14:xfrm>
                <a:off x="9614130" y="1369230"/>
                <a:ext cx="41040" cy="191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46F5A43-D972-0AED-A29D-C9BEF66AAA5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08010" y="1363110"/>
                  <a:ext cx="532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90A8C0D-FDA2-00EE-7503-F7C772C7470B}"/>
                    </a:ext>
                  </a:extLst>
                </p14:cNvPr>
                <p14:cNvContentPartPr/>
                <p14:nvPr/>
              </p14:nvContentPartPr>
              <p14:xfrm>
                <a:off x="9713490" y="1426110"/>
                <a:ext cx="141120" cy="153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90A8C0D-FDA2-00EE-7503-F7C772C7470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07386" y="1420004"/>
                  <a:ext cx="153329" cy="16521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EFD46A7-12B1-AC36-D4B5-CCDFBB215EA2}"/>
              </a:ext>
            </a:extLst>
          </p:cNvPr>
          <p:cNvGrpSpPr/>
          <p:nvPr/>
        </p:nvGrpSpPr>
        <p:grpSpPr>
          <a:xfrm>
            <a:off x="10143690" y="1313790"/>
            <a:ext cx="820080" cy="437040"/>
            <a:chOff x="10143690" y="1313790"/>
            <a:chExt cx="820080" cy="43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3C259DB-AE65-EB15-056C-120AC8A64257}"/>
                    </a:ext>
                  </a:extLst>
                </p14:cNvPr>
                <p14:cNvContentPartPr/>
                <p14:nvPr/>
              </p14:nvContentPartPr>
              <p14:xfrm>
                <a:off x="10143690" y="1440510"/>
                <a:ext cx="157680" cy="310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3C259DB-AE65-EB15-056C-120AC8A6425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137570" y="1434390"/>
                  <a:ext cx="1699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C5461F3-2EDA-AD45-990F-181D6B9C41B4}"/>
                    </a:ext>
                  </a:extLst>
                </p14:cNvPr>
                <p14:cNvContentPartPr/>
                <p14:nvPr/>
              </p14:nvContentPartPr>
              <p14:xfrm>
                <a:off x="10378050" y="1423230"/>
                <a:ext cx="317520" cy="164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C5461F3-2EDA-AD45-990F-181D6B9C41B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371930" y="1417110"/>
                  <a:ext cx="3297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4B46890-D248-9E70-86E7-3DE72C4BE8CF}"/>
                    </a:ext>
                  </a:extLst>
                </p14:cNvPr>
                <p14:cNvContentPartPr/>
                <p14:nvPr/>
              </p14:nvContentPartPr>
              <p14:xfrm>
                <a:off x="10746330" y="1460310"/>
                <a:ext cx="82440" cy="109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4B46890-D248-9E70-86E7-3DE72C4BE8C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740210" y="1454170"/>
                  <a:ext cx="94680" cy="12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77C3161-1718-7BA7-D9BD-E52912E30EA4}"/>
                    </a:ext>
                  </a:extLst>
                </p14:cNvPr>
                <p14:cNvContentPartPr/>
                <p14:nvPr/>
              </p14:nvContentPartPr>
              <p14:xfrm>
                <a:off x="10841730" y="1313790"/>
                <a:ext cx="122040" cy="287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77C3161-1718-7BA7-D9BD-E52912E30EA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835610" y="1307670"/>
                  <a:ext cx="13428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C7F46B0-ED42-1162-4899-304A427A61BE}"/>
              </a:ext>
            </a:extLst>
          </p:cNvPr>
          <p:cNvGrpSpPr/>
          <p:nvPr/>
        </p:nvGrpSpPr>
        <p:grpSpPr>
          <a:xfrm>
            <a:off x="11251050" y="1319910"/>
            <a:ext cx="754920" cy="271440"/>
            <a:chOff x="11251050" y="1319910"/>
            <a:chExt cx="754920" cy="27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2C8BB28-34B9-8427-93FF-EF8C1F2A7F5A}"/>
                    </a:ext>
                  </a:extLst>
                </p14:cNvPr>
                <p14:cNvContentPartPr/>
                <p14:nvPr/>
              </p14:nvContentPartPr>
              <p14:xfrm>
                <a:off x="11251050" y="1356630"/>
                <a:ext cx="568440" cy="234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2C8BB28-34B9-8427-93FF-EF8C1F2A7F5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244930" y="1350510"/>
                  <a:ext cx="5806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4D2BBCE-F0F0-5B9B-2EE2-0CBA70A8AAD5}"/>
                    </a:ext>
                  </a:extLst>
                </p14:cNvPr>
                <p14:cNvContentPartPr/>
                <p14:nvPr/>
              </p14:nvContentPartPr>
              <p14:xfrm>
                <a:off x="11861970" y="1319910"/>
                <a:ext cx="144000" cy="270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4D2BBCE-F0F0-5B9B-2EE2-0CBA70A8AAD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855850" y="1313790"/>
                  <a:ext cx="156240" cy="28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0A93FAE-184C-04A0-A33C-51E56BFF1C11}"/>
              </a:ext>
            </a:extLst>
          </p:cNvPr>
          <p:cNvGrpSpPr/>
          <p:nvPr/>
        </p:nvGrpSpPr>
        <p:grpSpPr>
          <a:xfrm>
            <a:off x="8159010" y="1827150"/>
            <a:ext cx="740520" cy="321480"/>
            <a:chOff x="8159010" y="1827150"/>
            <a:chExt cx="74052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E5C457B-4F60-E6D2-55A4-19F685752E9E}"/>
                    </a:ext>
                  </a:extLst>
                </p14:cNvPr>
                <p14:cNvContentPartPr/>
                <p14:nvPr/>
              </p14:nvContentPartPr>
              <p14:xfrm>
                <a:off x="8159010" y="1907790"/>
                <a:ext cx="27360" cy="240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E5C457B-4F60-E6D2-55A4-19F685752E9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152890" y="1901670"/>
                  <a:ext cx="396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73AF5B3-0F47-7876-2737-22B0EC24F6EC}"/>
                    </a:ext>
                  </a:extLst>
                </p14:cNvPr>
                <p14:cNvContentPartPr/>
                <p14:nvPr/>
              </p14:nvContentPartPr>
              <p14:xfrm>
                <a:off x="8259090" y="1981590"/>
                <a:ext cx="119160" cy="129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73AF5B3-0F47-7876-2737-22B0EC24F6E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252970" y="1975470"/>
                  <a:ext cx="1314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7FFF1F3-E400-FD31-C09D-BDA574D66E73}"/>
                    </a:ext>
                  </a:extLst>
                </p14:cNvPr>
                <p14:cNvContentPartPr/>
                <p14:nvPr/>
              </p14:nvContentPartPr>
              <p14:xfrm>
                <a:off x="8412090" y="1872510"/>
                <a:ext cx="90360" cy="246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7FFF1F3-E400-FD31-C09D-BDA574D66E7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405970" y="1866390"/>
                  <a:ext cx="1026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E324D05-56BF-DAF4-D45C-30CC107A7F5A}"/>
                    </a:ext>
                  </a:extLst>
                </p14:cNvPr>
                <p14:cNvContentPartPr/>
                <p14:nvPr/>
              </p14:nvContentPartPr>
              <p14:xfrm>
                <a:off x="8524770" y="1827150"/>
                <a:ext cx="264600" cy="317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E324D05-56BF-DAF4-D45C-30CC107A7F5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518642" y="1821030"/>
                  <a:ext cx="276857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E136857-70E0-2512-F8FD-08BF13D5B622}"/>
                    </a:ext>
                  </a:extLst>
                </p14:cNvPr>
                <p14:cNvContentPartPr/>
                <p14:nvPr/>
              </p14:nvContentPartPr>
              <p14:xfrm>
                <a:off x="8809170" y="1988070"/>
                <a:ext cx="90360" cy="127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E136857-70E0-2512-F8FD-08BF13D5B62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803050" y="1981950"/>
                  <a:ext cx="102600" cy="13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157F5FA-D222-F82E-25EA-AA94CEE13BD9}"/>
                  </a:ext>
                </a:extLst>
              </p14:cNvPr>
              <p14:cNvContentPartPr/>
              <p14:nvPr/>
            </p14:nvContentPartPr>
            <p14:xfrm>
              <a:off x="9283650" y="1911030"/>
              <a:ext cx="265320" cy="2332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157F5FA-D222-F82E-25EA-AA94CEE13BD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277530" y="1904910"/>
                <a:ext cx="277560" cy="24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9B1A0F5B-C778-D01F-4F14-01ECB199F9ED}"/>
              </a:ext>
            </a:extLst>
          </p:cNvPr>
          <p:cNvGrpSpPr/>
          <p:nvPr/>
        </p:nvGrpSpPr>
        <p:grpSpPr>
          <a:xfrm>
            <a:off x="9923010" y="1979790"/>
            <a:ext cx="1037520" cy="291960"/>
            <a:chOff x="9923010" y="1979790"/>
            <a:chExt cx="1037520" cy="29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CE39218-7560-26F7-8D0D-BEAE3D08CA9C}"/>
                    </a:ext>
                  </a:extLst>
                </p14:cNvPr>
                <p14:cNvContentPartPr/>
                <p14:nvPr/>
              </p14:nvContentPartPr>
              <p14:xfrm>
                <a:off x="9923010" y="2012910"/>
                <a:ext cx="118800" cy="135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CE39218-7560-26F7-8D0D-BEAE3D08CA9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916890" y="2006790"/>
                  <a:ext cx="1310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659A819-2165-AC87-1C7B-99E3D506EDD6}"/>
                    </a:ext>
                  </a:extLst>
                </p14:cNvPr>
                <p14:cNvContentPartPr/>
                <p14:nvPr/>
              </p14:nvContentPartPr>
              <p14:xfrm>
                <a:off x="10051170" y="2013270"/>
                <a:ext cx="101160" cy="124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659A819-2165-AC87-1C7B-99E3D506EDD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045050" y="2007150"/>
                  <a:ext cx="1134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0ACD112-DAD1-7649-5725-CD2372AE6151}"/>
                    </a:ext>
                  </a:extLst>
                </p14:cNvPr>
                <p14:cNvContentPartPr/>
                <p14:nvPr/>
              </p14:nvContentPartPr>
              <p14:xfrm>
                <a:off x="10178970" y="2015430"/>
                <a:ext cx="209880" cy="102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0ACD112-DAD1-7649-5725-CD2372AE615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172850" y="2009310"/>
                  <a:ext cx="222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E96EB3E-9985-E689-F084-32C98E74C586}"/>
                    </a:ext>
                  </a:extLst>
                </p14:cNvPr>
                <p14:cNvContentPartPr/>
                <p14:nvPr/>
              </p14:nvContentPartPr>
              <p14:xfrm>
                <a:off x="10413330" y="1997790"/>
                <a:ext cx="48960" cy="273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E96EB3E-9985-E689-F084-32C98E74C58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407210" y="1991670"/>
                  <a:ext cx="612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988060A-AAF4-0A85-F13E-91DFDFA4891D}"/>
                    </a:ext>
                  </a:extLst>
                </p14:cNvPr>
                <p14:cNvContentPartPr/>
                <p14:nvPr/>
              </p14:nvContentPartPr>
              <p14:xfrm>
                <a:off x="10408650" y="1983750"/>
                <a:ext cx="117720" cy="142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988060A-AAF4-0A85-F13E-91DFDFA4891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402530" y="1977630"/>
                  <a:ext cx="1299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3692B5E-319B-F95E-96EC-876728C40C5E}"/>
                    </a:ext>
                  </a:extLst>
                </p14:cNvPr>
                <p14:cNvContentPartPr/>
                <p14:nvPr/>
              </p14:nvContentPartPr>
              <p14:xfrm>
                <a:off x="10556970" y="1979790"/>
                <a:ext cx="254880" cy="145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3692B5E-319B-F95E-96EC-876728C40C5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550850" y="1973655"/>
                  <a:ext cx="267120" cy="1573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DBA3B2D-CD20-D642-A504-A69042BF588A}"/>
                    </a:ext>
                  </a:extLst>
                </p14:cNvPr>
                <p14:cNvContentPartPr/>
                <p14:nvPr/>
              </p14:nvContentPartPr>
              <p14:xfrm>
                <a:off x="10823730" y="1980510"/>
                <a:ext cx="136800" cy="164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DBA3B2D-CD20-D642-A504-A69042BF588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817610" y="1974377"/>
                  <a:ext cx="149040" cy="17714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9416AD-8B00-4EAF-EC6B-96C25AD76ECC}"/>
              </a:ext>
            </a:extLst>
          </p:cNvPr>
          <p:cNvGrpSpPr/>
          <p:nvPr/>
        </p:nvGrpSpPr>
        <p:grpSpPr>
          <a:xfrm>
            <a:off x="2008968" y="5179424"/>
            <a:ext cx="2172240" cy="674640"/>
            <a:chOff x="2008968" y="5179424"/>
            <a:chExt cx="2172240" cy="67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4E2361B-AEBB-D1FF-1810-1CD204FC9067}"/>
                    </a:ext>
                  </a:extLst>
                </p14:cNvPr>
                <p14:cNvContentPartPr/>
                <p14:nvPr/>
              </p14:nvContentPartPr>
              <p14:xfrm>
                <a:off x="2395248" y="5179424"/>
                <a:ext cx="1785960" cy="413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4E2361B-AEBB-D1FF-1810-1CD204FC906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386608" y="5170784"/>
                  <a:ext cx="180360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F3C9C17-EC7E-4F0B-E9B3-64B47589016D}"/>
                    </a:ext>
                  </a:extLst>
                </p14:cNvPr>
                <p14:cNvContentPartPr/>
                <p14:nvPr/>
              </p14:nvContentPartPr>
              <p14:xfrm>
                <a:off x="2008968" y="5297504"/>
                <a:ext cx="157320" cy="286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F3C9C17-EC7E-4F0B-E9B3-64B47589016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000328" y="5288504"/>
                  <a:ext cx="1749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C82F74C-038F-4029-6A08-FAA4496E96A9}"/>
                    </a:ext>
                  </a:extLst>
                </p14:cNvPr>
                <p14:cNvContentPartPr/>
                <p14:nvPr/>
              </p14:nvContentPartPr>
              <p14:xfrm>
                <a:off x="2956488" y="5680544"/>
                <a:ext cx="14400" cy="1735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C82F74C-038F-4029-6A08-FAA4496E96A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947488" y="5671544"/>
                  <a:ext cx="320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BC32F5A-AC43-8D8A-A242-8301432502C3}"/>
                    </a:ext>
                  </a:extLst>
                </p14:cNvPr>
                <p14:cNvContentPartPr/>
                <p14:nvPr/>
              </p14:nvContentPartPr>
              <p14:xfrm>
                <a:off x="3035328" y="5694584"/>
                <a:ext cx="231480" cy="127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BC32F5A-AC43-8D8A-A242-8301432502C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026328" y="5685944"/>
                  <a:ext cx="2491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B5EEAEA-AEDC-9DB0-A151-24A084357E97}"/>
                    </a:ext>
                  </a:extLst>
                </p14:cNvPr>
                <p14:cNvContentPartPr/>
                <p14:nvPr/>
              </p14:nvContentPartPr>
              <p14:xfrm>
                <a:off x="3250248" y="5581904"/>
                <a:ext cx="199440" cy="251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B5EEAEA-AEDC-9DB0-A151-24A084357E9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241248" y="5573264"/>
                  <a:ext cx="217080" cy="26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C136020-4558-C619-C30B-239347754C50}"/>
              </a:ext>
            </a:extLst>
          </p:cNvPr>
          <p:cNvGrpSpPr/>
          <p:nvPr/>
        </p:nvGrpSpPr>
        <p:grpSpPr>
          <a:xfrm>
            <a:off x="1966128" y="4403984"/>
            <a:ext cx="1662480" cy="560160"/>
            <a:chOff x="1966128" y="4403984"/>
            <a:chExt cx="1662480" cy="56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A017D5D-F7B1-BB32-51B9-1937FD73B705}"/>
                    </a:ext>
                  </a:extLst>
                </p14:cNvPr>
                <p14:cNvContentPartPr/>
                <p14:nvPr/>
              </p14:nvContentPartPr>
              <p14:xfrm>
                <a:off x="2325408" y="4608464"/>
                <a:ext cx="1303200" cy="355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A017D5D-F7B1-BB32-51B9-1937FD73B70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316768" y="4599464"/>
                  <a:ext cx="13208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5126CBC-8532-D76A-391A-9534F327BC55}"/>
                    </a:ext>
                  </a:extLst>
                </p14:cNvPr>
                <p14:cNvContentPartPr/>
                <p14:nvPr/>
              </p14:nvContentPartPr>
              <p14:xfrm>
                <a:off x="1966128" y="4710344"/>
                <a:ext cx="152280" cy="200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5126CBC-8532-D76A-391A-9534F327BC5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957488" y="4701704"/>
                  <a:ext cx="1699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F5C423F-F912-2DC0-C6EA-A179DF9AC0EB}"/>
                    </a:ext>
                  </a:extLst>
                </p14:cNvPr>
                <p14:cNvContentPartPr/>
                <p14:nvPr/>
              </p14:nvContentPartPr>
              <p14:xfrm>
                <a:off x="2672088" y="4456184"/>
                <a:ext cx="30600" cy="121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F5C423F-F912-2DC0-C6EA-A179DF9AC0E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663448" y="4447544"/>
                  <a:ext cx="482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BD18672-9DD4-4317-B5C8-03C3038BC14F}"/>
                    </a:ext>
                  </a:extLst>
                </p14:cNvPr>
                <p14:cNvContentPartPr/>
                <p14:nvPr/>
              </p14:nvContentPartPr>
              <p14:xfrm>
                <a:off x="2752728" y="4403984"/>
                <a:ext cx="165240" cy="183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BD18672-9DD4-4317-B5C8-03C3038BC14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744088" y="4395344"/>
                  <a:ext cx="1828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9591EF4-DE0D-F25D-03B8-581D17B4C2A7}"/>
                    </a:ext>
                  </a:extLst>
                </p14:cNvPr>
                <p14:cNvContentPartPr/>
                <p14:nvPr/>
              </p14:nvContentPartPr>
              <p14:xfrm>
                <a:off x="2717088" y="4473824"/>
                <a:ext cx="68040" cy="1033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9591EF4-DE0D-F25D-03B8-581D17B4C2A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708448" y="4465184"/>
                  <a:ext cx="8568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7101E8A-C2BB-41EA-48AE-27D153EB3026}"/>
              </a:ext>
            </a:extLst>
          </p:cNvPr>
          <p:cNvGrpSpPr/>
          <p:nvPr/>
        </p:nvGrpSpPr>
        <p:grpSpPr>
          <a:xfrm>
            <a:off x="2932728" y="4970264"/>
            <a:ext cx="144720" cy="151200"/>
            <a:chOff x="2932728" y="4970264"/>
            <a:chExt cx="144720" cy="15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AD7C27C-7DB8-BBB1-F2AD-DB1E662A24E0}"/>
                    </a:ext>
                  </a:extLst>
                </p14:cNvPr>
                <p14:cNvContentPartPr/>
                <p14:nvPr/>
              </p14:nvContentPartPr>
              <p14:xfrm>
                <a:off x="2932728" y="5018144"/>
                <a:ext cx="144720" cy="32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AD7C27C-7DB8-BBB1-F2AD-DB1E662A24E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923728" y="5009144"/>
                  <a:ext cx="1623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84C9C4B-74D7-E4FA-87EE-F5CF3B930D67}"/>
                    </a:ext>
                  </a:extLst>
                </p14:cNvPr>
                <p14:cNvContentPartPr/>
                <p14:nvPr/>
              </p14:nvContentPartPr>
              <p14:xfrm>
                <a:off x="2991768" y="4970264"/>
                <a:ext cx="12240" cy="1512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84C9C4B-74D7-E4FA-87EE-F5CF3B930D6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983128" y="4961264"/>
                  <a:ext cx="2988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CD887E4-BD23-18F9-3A7C-3A9667D441C7}"/>
              </a:ext>
            </a:extLst>
          </p:cNvPr>
          <p:cNvGrpSpPr/>
          <p:nvPr/>
        </p:nvGrpSpPr>
        <p:grpSpPr>
          <a:xfrm>
            <a:off x="4517088" y="4356824"/>
            <a:ext cx="111960" cy="171000"/>
            <a:chOff x="4517088" y="4356824"/>
            <a:chExt cx="111960" cy="17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E450B23-CB21-7F45-9AAA-96A2F204626B}"/>
                    </a:ext>
                  </a:extLst>
                </p14:cNvPr>
                <p14:cNvContentPartPr/>
                <p14:nvPr/>
              </p14:nvContentPartPr>
              <p14:xfrm>
                <a:off x="4517088" y="4356824"/>
                <a:ext cx="19080" cy="1602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E450B23-CB21-7F45-9AAA-96A2F204626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508448" y="4348184"/>
                  <a:ext cx="367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B464D5F-BB32-D934-5001-04B7F1CB47E2}"/>
                    </a:ext>
                  </a:extLst>
                </p14:cNvPr>
                <p14:cNvContentPartPr/>
                <p14:nvPr/>
              </p14:nvContentPartPr>
              <p14:xfrm>
                <a:off x="4525368" y="4421984"/>
                <a:ext cx="103680" cy="1058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B464D5F-BB32-D934-5001-04B7F1CB47E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516368" y="4412984"/>
                  <a:ext cx="12132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640274FA-B1E6-EA39-0770-012873265C01}"/>
              </a:ext>
            </a:extLst>
          </p:cNvPr>
          <p:cNvGrpSpPr/>
          <p:nvPr/>
        </p:nvGrpSpPr>
        <p:grpSpPr>
          <a:xfrm>
            <a:off x="5023608" y="4372304"/>
            <a:ext cx="462960" cy="240840"/>
            <a:chOff x="5023608" y="4372304"/>
            <a:chExt cx="46296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C8C4008-EEDF-9521-BA58-6C4777C77A0D}"/>
                    </a:ext>
                  </a:extLst>
                </p14:cNvPr>
                <p14:cNvContentPartPr/>
                <p14:nvPr/>
              </p14:nvContentPartPr>
              <p14:xfrm>
                <a:off x="5316648" y="4372304"/>
                <a:ext cx="169920" cy="1936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C8C4008-EEDF-9521-BA58-6C4777C77A0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308008" y="4363664"/>
                  <a:ext cx="1875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A04064D-F06B-6AE7-A7A6-069A26D0D417}"/>
                    </a:ext>
                  </a:extLst>
                </p14:cNvPr>
                <p14:cNvContentPartPr/>
                <p14:nvPr/>
              </p14:nvContentPartPr>
              <p14:xfrm>
                <a:off x="5023608" y="4424504"/>
                <a:ext cx="104760" cy="1789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A04064D-F06B-6AE7-A7A6-069A26D0D41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014608" y="4415864"/>
                  <a:ext cx="1224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C60B6F6-33DE-A769-CCE8-D70947BFD0AC}"/>
                    </a:ext>
                  </a:extLst>
                </p14:cNvPr>
                <p14:cNvContentPartPr/>
                <p14:nvPr/>
              </p14:nvContentPartPr>
              <p14:xfrm>
                <a:off x="5080128" y="4524224"/>
                <a:ext cx="47520" cy="889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C60B6F6-33DE-A769-CCE8-D70947BFD0A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071128" y="4515584"/>
                  <a:ext cx="65160" cy="10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0AD95D44-5C95-70D9-5A33-90E02C51BFEE}"/>
                  </a:ext>
                </a:extLst>
              </p14:cNvPr>
              <p14:cNvContentPartPr/>
              <p14:nvPr/>
            </p14:nvContentPartPr>
            <p14:xfrm>
              <a:off x="1661568" y="3811424"/>
              <a:ext cx="2622240" cy="39132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0AD95D44-5C95-70D9-5A33-90E02C51BFEE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652568" y="3802424"/>
                <a:ext cx="2639880" cy="40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B6653D52-B5F7-0DF9-2A53-2EBBC57A586E}"/>
              </a:ext>
            </a:extLst>
          </p:cNvPr>
          <p:cNvGrpSpPr/>
          <p:nvPr/>
        </p:nvGrpSpPr>
        <p:grpSpPr>
          <a:xfrm>
            <a:off x="251808" y="3519104"/>
            <a:ext cx="847800" cy="388080"/>
            <a:chOff x="251808" y="3519104"/>
            <a:chExt cx="84780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1E4F8A8-672D-297B-C902-12C5410C89E2}"/>
                    </a:ext>
                  </a:extLst>
                </p14:cNvPr>
                <p14:cNvContentPartPr/>
                <p14:nvPr/>
              </p14:nvContentPartPr>
              <p14:xfrm>
                <a:off x="308688" y="3519104"/>
                <a:ext cx="113400" cy="3880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1E4F8A8-672D-297B-C902-12C5410C89E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00048" y="3510464"/>
                  <a:ext cx="13104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8146D64-5B93-7235-560B-BEE8C549FF90}"/>
                    </a:ext>
                  </a:extLst>
                </p14:cNvPr>
                <p14:cNvContentPartPr/>
                <p14:nvPr/>
              </p14:nvContentPartPr>
              <p14:xfrm>
                <a:off x="251808" y="3704864"/>
                <a:ext cx="134640" cy="205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8146D64-5B93-7235-560B-BEE8C549FF9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42808" y="3696224"/>
                  <a:ext cx="152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B651685-8D09-0D47-F6AF-787605539B6B}"/>
                    </a:ext>
                  </a:extLst>
                </p14:cNvPr>
                <p14:cNvContentPartPr/>
                <p14:nvPr/>
              </p14:nvContentPartPr>
              <p14:xfrm>
                <a:off x="438648" y="3594344"/>
                <a:ext cx="43920" cy="2041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B651685-8D09-0D47-F6AF-787605539B6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29648" y="3585344"/>
                  <a:ext cx="615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8D211DE-6EC9-FB9C-3AED-BD3E3B1E5E05}"/>
                    </a:ext>
                  </a:extLst>
                </p14:cNvPr>
                <p14:cNvContentPartPr/>
                <p14:nvPr/>
              </p14:nvContentPartPr>
              <p14:xfrm>
                <a:off x="473568" y="3681824"/>
                <a:ext cx="138600" cy="529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8D211DE-6EC9-FB9C-3AED-BD3E3B1E5E0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64568" y="3672824"/>
                  <a:ext cx="1562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A6CEFAB-62BE-4D3D-CB2F-BEB4FD235377}"/>
                    </a:ext>
                  </a:extLst>
                </p14:cNvPr>
                <p14:cNvContentPartPr/>
                <p14:nvPr/>
              </p14:nvContentPartPr>
              <p14:xfrm>
                <a:off x="523608" y="3652304"/>
                <a:ext cx="62280" cy="1116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A6CEFAB-62BE-4D3D-CB2F-BEB4FD23537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14608" y="3643304"/>
                  <a:ext cx="79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5FB38EA-DA4F-9FDF-635E-3DA29F9D3FD7}"/>
                    </a:ext>
                  </a:extLst>
                </p14:cNvPr>
                <p14:cNvContentPartPr/>
                <p14:nvPr/>
              </p14:nvContentPartPr>
              <p14:xfrm>
                <a:off x="634128" y="3589304"/>
                <a:ext cx="34200" cy="2210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5FB38EA-DA4F-9FDF-635E-3DA29F9D3FD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25128" y="3580664"/>
                  <a:ext cx="518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479097C-1CBC-B78F-C6BC-216BE18DE25D}"/>
                    </a:ext>
                  </a:extLst>
                </p14:cNvPr>
                <p14:cNvContentPartPr/>
                <p14:nvPr/>
              </p14:nvContentPartPr>
              <p14:xfrm>
                <a:off x="751848" y="3641144"/>
                <a:ext cx="118080" cy="410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479097C-1CBC-B78F-C6BC-216BE18DE25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43208" y="3632144"/>
                  <a:ext cx="1357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274F3B5-017B-0A49-DEA9-723F451B6781}"/>
                    </a:ext>
                  </a:extLst>
                </p14:cNvPr>
                <p14:cNvContentPartPr/>
                <p14:nvPr/>
              </p14:nvContentPartPr>
              <p14:xfrm>
                <a:off x="822048" y="3566264"/>
                <a:ext cx="24480" cy="2073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274F3B5-017B-0A49-DEA9-723F451B678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13408" y="3557624"/>
                  <a:ext cx="421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EAB206E-2BF4-5E66-2DEB-2A1063B90ED4}"/>
                    </a:ext>
                  </a:extLst>
                </p14:cNvPr>
                <p14:cNvContentPartPr/>
                <p14:nvPr/>
              </p14:nvContentPartPr>
              <p14:xfrm>
                <a:off x="890088" y="3594344"/>
                <a:ext cx="204480" cy="1188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EAB206E-2BF4-5E66-2DEB-2A1063B90ED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81088" y="3585344"/>
                  <a:ext cx="2221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2F83CB6-8271-21DD-85B8-DD28A1B54278}"/>
                    </a:ext>
                  </a:extLst>
                </p14:cNvPr>
                <p14:cNvContentPartPr/>
                <p14:nvPr/>
              </p14:nvContentPartPr>
              <p14:xfrm>
                <a:off x="977568" y="3521264"/>
                <a:ext cx="122040" cy="2275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2F83CB6-8271-21DD-85B8-DD28A1B5427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68568" y="3512264"/>
                  <a:ext cx="13968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6CC4B16-C857-D05D-A6AB-2A336EE2944B}"/>
              </a:ext>
            </a:extLst>
          </p:cNvPr>
          <p:cNvGrpSpPr/>
          <p:nvPr/>
        </p:nvGrpSpPr>
        <p:grpSpPr>
          <a:xfrm>
            <a:off x="5044128" y="4753184"/>
            <a:ext cx="144360" cy="140040"/>
            <a:chOff x="5044128" y="4753184"/>
            <a:chExt cx="144360" cy="14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034AAF1-F046-283B-7C22-947B4183A87D}"/>
                    </a:ext>
                  </a:extLst>
                </p14:cNvPr>
                <p14:cNvContentPartPr/>
                <p14:nvPr/>
              </p14:nvContentPartPr>
              <p14:xfrm>
                <a:off x="5044128" y="4802504"/>
                <a:ext cx="144360" cy="680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034AAF1-F046-283B-7C22-947B4183A87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035128" y="4793504"/>
                  <a:ext cx="1620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4185257-F662-A2FC-69CC-81F73C9EEB61}"/>
                    </a:ext>
                  </a:extLst>
                </p14:cNvPr>
                <p14:cNvContentPartPr/>
                <p14:nvPr/>
              </p14:nvContentPartPr>
              <p14:xfrm>
                <a:off x="5069688" y="4753184"/>
                <a:ext cx="95760" cy="1400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4185257-F662-A2FC-69CC-81F73C9EEB6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061048" y="4744184"/>
                  <a:ext cx="11340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2E18751A-E561-121C-A76F-BA40ADBBF6EE}"/>
              </a:ext>
            </a:extLst>
          </p:cNvPr>
          <p:cNvGrpSpPr/>
          <p:nvPr/>
        </p:nvGrpSpPr>
        <p:grpSpPr>
          <a:xfrm>
            <a:off x="5795088" y="3395264"/>
            <a:ext cx="117000" cy="161640"/>
            <a:chOff x="5795088" y="3395264"/>
            <a:chExt cx="117000" cy="16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11CA70C-7589-5193-CF96-D391A741F5B5}"/>
                    </a:ext>
                  </a:extLst>
                </p14:cNvPr>
                <p14:cNvContentPartPr/>
                <p14:nvPr/>
              </p14:nvContentPartPr>
              <p14:xfrm>
                <a:off x="5795088" y="3395264"/>
                <a:ext cx="94320" cy="1616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11CA70C-7589-5193-CF96-D391A741F5B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786088" y="3386264"/>
                  <a:ext cx="1119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3385240-2B9E-151F-ACE8-69558083D583}"/>
                    </a:ext>
                  </a:extLst>
                </p14:cNvPr>
                <p14:cNvContentPartPr/>
                <p14:nvPr/>
              </p14:nvContentPartPr>
              <p14:xfrm>
                <a:off x="5834328" y="3493904"/>
                <a:ext cx="77760" cy="554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3385240-2B9E-151F-ACE8-69558083D58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825688" y="3485264"/>
                  <a:ext cx="9540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56B6E6FC-4598-D9B5-84AD-A67F06875379}"/>
              </a:ext>
            </a:extLst>
          </p:cNvPr>
          <p:cNvGrpSpPr/>
          <p:nvPr/>
        </p:nvGrpSpPr>
        <p:grpSpPr>
          <a:xfrm>
            <a:off x="6192528" y="3440624"/>
            <a:ext cx="118440" cy="117720"/>
            <a:chOff x="6192528" y="3440624"/>
            <a:chExt cx="118440" cy="11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2F4B7F9-F20D-DC34-3711-19B1E927E6D8}"/>
                    </a:ext>
                  </a:extLst>
                </p14:cNvPr>
                <p14:cNvContentPartPr/>
                <p14:nvPr/>
              </p14:nvContentPartPr>
              <p14:xfrm>
                <a:off x="6192528" y="3440624"/>
                <a:ext cx="8640" cy="1177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2F4B7F9-F20D-DC34-3711-19B1E927E6D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183528" y="3431624"/>
                  <a:ext cx="262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01AA74B-08E9-5F20-57DC-8B18157A35F5}"/>
                    </a:ext>
                  </a:extLst>
                </p14:cNvPr>
                <p14:cNvContentPartPr/>
                <p14:nvPr/>
              </p14:nvContentPartPr>
              <p14:xfrm>
                <a:off x="6195768" y="3456824"/>
                <a:ext cx="115200" cy="946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01AA74B-08E9-5F20-57DC-8B18157A35F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186768" y="3448184"/>
                  <a:ext cx="132840" cy="11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BF83D054-4461-350C-A7A3-CB746D41E032}"/>
                  </a:ext>
                </a:extLst>
              </p14:cNvPr>
              <p14:cNvContentPartPr/>
              <p14:nvPr/>
            </p14:nvContentPartPr>
            <p14:xfrm>
              <a:off x="6732168" y="3294824"/>
              <a:ext cx="90000" cy="13608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BF83D054-4461-350C-A7A3-CB746D41E032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6723528" y="3285824"/>
                <a:ext cx="107640" cy="15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0E069B4-D8B7-67D8-E8C6-0D30F4F95D82}"/>
              </a:ext>
            </a:extLst>
          </p:cNvPr>
          <p:cNvGrpSpPr/>
          <p:nvPr/>
        </p:nvGrpSpPr>
        <p:grpSpPr>
          <a:xfrm>
            <a:off x="7396368" y="5213624"/>
            <a:ext cx="1922400" cy="579600"/>
            <a:chOff x="7396368" y="5213624"/>
            <a:chExt cx="1922400" cy="57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A88DAB7-C99B-5CBD-D5BC-803417BCE4C6}"/>
                    </a:ext>
                  </a:extLst>
                </p14:cNvPr>
                <p14:cNvContentPartPr/>
                <p14:nvPr/>
              </p14:nvContentPartPr>
              <p14:xfrm>
                <a:off x="7682928" y="5213624"/>
                <a:ext cx="1635840" cy="3132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A88DAB7-C99B-5CBD-D5BC-803417BCE4C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673928" y="5204624"/>
                  <a:ext cx="16534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455D84B-4AC6-58C0-54A5-7DE61DDA8267}"/>
                    </a:ext>
                  </a:extLst>
                </p14:cNvPr>
                <p14:cNvContentPartPr/>
                <p14:nvPr/>
              </p14:nvContentPartPr>
              <p14:xfrm>
                <a:off x="7396368" y="5309744"/>
                <a:ext cx="129240" cy="2070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455D84B-4AC6-58C0-54A5-7DE61DDA826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387728" y="5301104"/>
                  <a:ext cx="1468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BD24584-585E-1A0B-A103-38687D1ABB22}"/>
                    </a:ext>
                  </a:extLst>
                </p14:cNvPr>
                <p14:cNvContentPartPr/>
                <p14:nvPr/>
              </p14:nvContentPartPr>
              <p14:xfrm>
                <a:off x="8228328" y="5612144"/>
                <a:ext cx="14760" cy="1414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BD24584-585E-1A0B-A103-38687D1ABB2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219328" y="5603144"/>
                  <a:ext cx="324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4455D1E-7783-C532-724D-F9BA5DF13559}"/>
                    </a:ext>
                  </a:extLst>
                </p14:cNvPr>
                <p14:cNvContentPartPr/>
                <p14:nvPr/>
              </p14:nvContentPartPr>
              <p14:xfrm>
                <a:off x="8321568" y="5649584"/>
                <a:ext cx="149040" cy="882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4455D1E-7783-C532-724D-F9BA5DF1355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312568" y="5640584"/>
                  <a:ext cx="1666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CCF66FD-E485-FF0F-70FE-5EA5B22D0BBD}"/>
                    </a:ext>
                  </a:extLst>
                </p14:cNvPr>
                <p14:cNvContentPartPr/>
                <p14:nvPr/>
              </p14:nvContentPartPr>
              <p14:xfrm>
                <a:off x="8481408" y="5566784"/>
                <a:ext cx="168480" cy="2264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CCF66FD-E485-FF0F-70FE-5EA5B22D0BB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472408" y="5558144"/>
                  <a:ext cx="18612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381E6F5B-4130-29D8-E35F-0AA320BF6BC8}"/>
                  </a:ext>
                </a:extLst>
              </p14:cNvPr>
              <p14:cNvContentPartPr/>
              <p14:nvPr/>
            </p14:nvContentPartPr>
            <p14:xfrm>
              <a:off x="6868608" y="3305264"/>
              <a:ext cx="733320" cy="10440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381E6F5B-4130-29D8-E35F-0AA320BF6BC8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6859968" y="3296624"/>
                <a:ext cx="75096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BEFD2604-3E81-56CB-F91A-235B864AD526}"/>
                  </a:ext>
                </a:extLst>
              </p14:cNvPr>
              <p14:cNvContentPartPr/>
              <p14:nvPr/>
            </p14:nvContentPartPr>
            <p14:xfrm>
              <a:off x="6091728" y="3949664"/>
              <a:ext cx="493560" cy="7380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BEFD2604-3E81-56CB-F91A-235B864AD526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6082728" y="3941024"/>
                <a:ext cx="511200" cy="9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7" name="Group 266">
            <a:extLst>
              <a:ext uri="{FF2B5EF4-FFF2-40B4-BE49-F238E27FC236}">
                <a16:creationId xmlns:a16="http://schemas.microsoft.com/office/drawing/2014/main" id="{431AE7A7-D6B4-57BA-427D-3E2DD53CE9FD}"/>
              </a:ext>
            </a:extLst>
          </p:cNvPr>
          <p:cNvGrpSpPr/>
          <p:nvPr/>
        </p:nvGrpSpPr>
        <p:grpSpPr>
          <a:xfrm>
            <a:off x="247128" y="223664"/>
            <a:ext cx="5201280" cy="2801160"/>
            <a:chOff x="247128" y="223664"/>
            <a:chExt cx="5201280" cy="280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D6831BB-5902-10C3-2795-1D29FF9D5E73}"/>
                    </a:ext>
                  </a:extLst>
                </p14:cNvPr>
                <p14:cNvContentPartPr/>
                <p14:nvPr/>
              </p14:nvContentPartPr>
              <p14:xfrm>
                <a:off x="4480008" y="2049224"/>
                <a:ext cx="817200" cy="3571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D6831BB-5902-10C3-2795-1D29FF9D5E7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471008" y="2040224"/>
                  <a:ext cx="8348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1A260C1-E5EB-9426-221D-6344CBE54E2F}"/>
                    </a:ext>
                  </a:extLst>
                </p14:cNvPr>
                <p14:cNvContentPartPr/>
                <p14:nvPr/>
              </p14:nvContentPartPr>
              <p14:xfrm>
                <a:off x="4246008" y="2200784"/>
                <a:ext cx="149400" cy="1933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1A260C1-E5EB-9426-221D-6344CBE54E2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237368" y="2192144"/>
                  <a:ext cx="1670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3337D4C-7640-5129-63E3-F72985A1D5C2}"/>
                    </a:ext>
                  </a:extLst>
                </p14:cNvPr>
                <p14:cNvContentPartPr/>
                <p14:nvPr/>
              </p14:nvContentPartPr>
              <p14:xfrm>
                <a:off x="4714728" y="1888304"/>
                <a:ext cx="12240" cy="1170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3337D4C-7640-5129-63E3-F72985A1D5C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706088" y="1879304"/>
                  <a:ext cx="298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0EBC65C-8311-79F0-C37F-12E8123B355D}"/>
                    </a:ext>
                  </a:extLst>
                </p14:cNvPr>
                <p14:cNvContentPartPr/>
                <p14:nvPr/>
              </p14:nvContentPartPr>
              <p14:xfrm>
                <a:off x="4785648" y="1896944"/>
                <a:ext cx="150840" cy="1188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0EBC65C-8311-79F0-C37F-12E8123B355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777008" y="1887944"/>
                  <a:ext cx="1684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30C07EE-29B3-7015-57DC-068411EEF73A}"/>
                    </a:ext>
                  </a:extLst>
                </p14:cNvPr>
                <p14:cNvContentPartPr/>
                <p14:nvPr/>
              </p14:nvContentPartPr>
              <p14:xfrm>
                <a:off x="4914888" y="1806224"/>
                <a:ext cx="131760" cy="1940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30C07EE-29B3-7015-57DC-068411EEF73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906248" y="1797584"/>
                  <a:ext cx="1494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D3D7B28-02D7-93EF-7C89-4665144918A6}"/>
                    </a:ext>
                  </a:extLst>
                </p14:cNvPr>
                <p14:cNvContentPartPr/>
                <p14:nvPr/>
              </p14:nvContentPartPr>
              <p14:xfrm>
                <a:off x="2994648" y="471704"/>
                <a:ext cx="2453760" cy="2142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D3D7B28-02D7-93EF-7C89-4665144918A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986008" y="463064"/>
                  <a:ext cx="24714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E5BD55B-6ABB-F6E7-07F7-1A351150AC92}"/>
                    </a:ext>
                  </a:extLst>
                </p14:cNvPr>
                <p14:cNvContentPartPr/>
                <p14:nvPr/>
              </p14:nvContentPartPr>
              <p14:xfrm>
                <a:off x="2883048" y="586544"/>
                <a:ext cx="250920" cy="1587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E5BD55B-6ABB-F6E7-07F7-1A351150AC92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874048" y="577904"/>
                  <a:ext cx="2685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6BBACC3-BE25-6660-4687-0FAA1ED8C9B3}"/>
                    </a:ext>
                  </a:extLst>
                </p14:cNvPr>
                <p14:cNvContentPartPr/>
                <p14:nvPr/>
              </p14:nvContentPartPr>
              <p14:xfrm>
                <a:off x="1177368" y="369104"/>
                <a:ext cx="364680" cy="26557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6BBACC3-BE25-6660-4687-0FAA1ED8C9B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68728" y="360464"/>
                  <a:ext cx="382320" cy="267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D048139B-A0BA-FDEB-CA0D-026F1F8E837D}"/>
                    </a:ext>
                  </a:extLst>
                </p14:cNvPr>
                <p14:cNvContentPartPr/>
                <p14:nvPr/>
              </p14:nvContentPartPr>
              <p14:xfrm>
                <a:off x="625128" y="1151384"/>
                <a:ext cx="215640" cy="2307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D048139B-A0BA-FDEB-CA0D-026F1F8E837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16488" y="1142384"/>
                  <a:ext cx="2332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198A52D-1990-A247-B4BB-FEBEF75619CE}"/>
                    </a:ext>
                  </a:extLst>
                </p14:cNvPr>
                <p14:cNvContentPartPr/>
                <p14:nvPr/>
              </p14:nvContentPartPr>
              <p14:xfrm>
                <a:off x="729528" y="1241384"/>
                <a:ext cx="10800" cy="1641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198A52D-1990-A247-B4BB-FEBEF75619C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20888" y="1232744"/>
                  <a:ext cx="284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4A4D440-A0B5-F2AD-8ED4-C7B776113355}"/>
                    </a:ext>
                  </a:extLst>
                </p14:cNvPr>
                <p14:cNvContentPartPr/>
                <p14:nvPr/>
              </p14:nvContentPartPr>
              <p14:xfrm>
                <a:off x="840408" y="1255784"/>
                <a:ext cx="62280" cy="1350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4A4D440-A0B5-F2AD-8ED4-C7B77611335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31768" y="1246784"/>
                  <a:ext cx="799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75A7377-5046-3C53-298A-3E6E3633EB32}"/>
                    </a:ext>
                  </a:extLst>
                </p14:cNvPr>
                <p14:cNvContentPartPr/>
                <p14:nvPr/>
              </p14:nvContentPartPr>
              <p14:xfrm>
                <a:off x="927888" y="1152824"/>
                <a:ext cx="21240" cy="2372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75A7377-5046-3C53-298A-3E6E3633EB3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18888" y="1143824"/>
                  <a:ext cx="388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E5F5D6D-0C87-3BF6-EFA8-7363D21129E5}"/>
                    </a:ext>
                  </a:extLst>
                </p14:cNvPr>
                <p14:cNvContentPartPr/>
                <p14:nvPr/>
              </p14:nvContentPartPr>
              <p14:xfrm>
                <a:off x="954888" y="1255064"/>
                <a:ext cx="184680" cy="1526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E5F5D6D-0C87-3BF6-EFA8-7363D21129E5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45888" y="1246064"/>
                  <a:ext cx="2023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D338587-04C9-4EE5-CFAD-3A96A7C0A5A0}"/>
                    </a:ext>
                  </a:extLst>
                </p14:cNvPr>
                <p14:cNvContentPartPr/>
                <p14:nvPr/>
              </p14:nvContentPartPr>
              <p14:xfrm>
                <a:off x="1199688" y="843584"/>
                <a:ext cx="307080" cy="370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D338587-04C9-4EE5-CFAD-3A96A7C0A5A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91048" y="834944"/>
                  <a:ext cx="3247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1538FFD-994A-4BC0-F047-6C92EBC6081E}"/>
                    </a:ext>
                  </a:extLst>
                </p14:cNvPr>
                <p14:cNvContentPartPr/>
                <p14:nvPr/>
              </p14:nvContentPartPr>
              <p14:xfrm>
                <a:off x="1219128" y="950864"/>
                <a:ext cx="216360" cy="82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1538FFD-994A-4BC0-F047-6C92EBC6081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210488" y="941864"/>
                  <a:ext cx="2340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8AA52FE-241C-DF44-61B6-62DC568A143A}"/>
                    </a:ext>
                  </a:extLst>
                </p14:cNvPr>
                <p14:cNvContentPartPr/>
                <p14:nvPr/>
              </p14:nvContentPartPr>
              <p14:xfrm>
                <a:off x="1366008" y="620024"/>
                <a:ext cx="515520" cy="3135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8AA52FE-241C-DF44-61B6-62DC568A143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357368" y="611024"/>
                  <a:ext cx="5331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D33D8D9B-06E7-4A8F-6CB5-BFF1E0A5A5C3}"/>
                    </a:ext>
                  </a:extLst>
                </p14:cNvPr>
                <p14:cNvContentPartPr/>
                <p14:nvPr/>
              </p14:nvContentPartPr>
              <p14:xfrm>
                <a:off x="2033088" y="369464"/>
                <a:ext cx="73800" cy="376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D33D8D9B-06E7-4A8F-6CB5-BFF1E0A5A5C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024088" y="360824"/>
                  <a:ext cx="9144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13D9EA2-2E56-35A2-D561-0490DCA5058E}"/>
                    </a:ext>
                  </a:extLst>
                </p14:cNvPr>
                <p14:cNvContentPartPr/>
                <p14:nvPr/>
              </p14:nvContentPartPr>
              <p14:xfrm>
                <a:off x="1942728" y="466304"/>
                <a:ext cx="593280" cy="1400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13D9EA2-2E56-35A2-D561-0490DCA5058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933728" y="457304"/>
                  <a:ext cx="6109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6870F40-8C88-2079-6EA6-4E44774BE0CA}"/>
                    </a:ext>
                  </a:extLst>
                </p14:cNvPr>
                <p14:cNvContentPartPr/>
                <p14:nvPr/>
              </p14:nvContentPartPr>
              <p14:xfrm>
                <a:off x="1141728" y="536504"/>
                <a:ext cx="287280" cy="500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6870F40-8C88-2079-6EA6-4E44774BE0C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33088" y="527864"/>
                  <a:ext cx="3049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CBDB22E-18A1-BC9A-5370-2989ADDEC306}"/>
                    </a:ext>
                  </a:extLst>
                </p14:cNvPr>
                <p14:cNvContentPartPr/>
                <p14:nvPr/>
              </p14:nvContentPartPr>
              <p14:xfrm>
                <a:off x="1191768" y="624704"/>
                <a:ext cx="312120" cy="277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CBDB22E-18A1-BC9A-5370-2989ADDEC30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83128" y="616064"/>
                  <a:ext cx="3297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3D8DE5DF-2119-9CE0-FC23-CF72D3E1B214}"/>
                    </a:ext>
                  </a:extLst>
                </p14:cNvPr>
                <p14:cNvContentPartPr/>
                <p14:nvPr/>
              </p14:nvContentPartPr>
              <p14:xfrm>
                <a:off x="839328" y="468824"/>
                <a:ext cx="327240" cy="1083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3D8DE5DF-2119-9CE0-FC23-CF72D3E1B21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30328" y="459824"/>
                  <a:ext cx="3448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0DB6621-B94A-2B92-2DFC-3E667FBA8E26}"/>
                    </a:ext>
                  </a:extLst>
                </p14:cNvPr>
                <p14:cNvContentPartPr/>
                <p14:nvPr/>
              </p14:nvContentPartPr>
              <p14:xfrm>
                <a:off x="247128" y="253184"/>
                <a:ext cx="162720" cy="2516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0DB6621-B94A-2B92-2DFC-3E667FBA8E2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38488" y="244544"/>
                  <a:ext cx="1803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C58B423-464D-0729-0501-C35026D28C28}"/>
                    </a:ext>
                  </a:extLst>
                </p14:cNvPr>
                <p14:cNvContentPartPr/>
                <p14:nvPr/>
              </p14:nvContentPartPr>
              <p14:xfrm>
                <a:off x="430008" y="310424"/>
                <a:ext cx="106920" cy="1472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C58B423-464D-0729-0501-C35026D28C2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21368" y="301784"/>
                  <a:ext cx="1245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929A504-6F42-9472-D742-D4001277B1F1}"/>
                    </a:ext>
                  </a:extLst>
                </p14:cNvPr>
                <p14:cNvContentPartPr/>
                <p14:nvPr/>
              </p14:nvContentPartPr>
              <p14:xfrm>
                <a:off x="550968" y="223664"/>
                <a:ext cx="117360" cy="2077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929A504-6F42-9472-D742-D4001277B1F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41968" y="215024"/>
                  <a:ext cx="1350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A5A2E20-D171-F341-E196-B1E5D145B8D9}"/>
                    </a:ext>
                  </a:extLst>
                </p14:cNvPr>
                <p14:cNvContentPartPr/>
                <p14:nvPr/>
              </p14:nvContentPartPr>
              <p14:xfrm>
                <a:off x="1251528" y="2580224"/>
                <a:ext cx="265320" cy="428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A5A2E20-D171-F341-E196-B1E5D145B8D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242888" y="2571584"/>
                  <a:ext cx="282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F38511C-38CF-6108-86D5-236E4B1B6B13}"/>
                    </a:ext>
                  </a:extLst>
                </p14:cNvPr>
                <p14:cNvContentPartPr/>
                <p14:nvPr/>
              </p14:nvContentPartPr>
              <p14:xfrm>
                <a:off x="1273848" y="2503544"/>
                <a:ext cx="227880" cy="154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F38511C-38CF-6108-86D5-236E4B1B6B1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264848" y="2494904"/>
                  <a:ext cx="2455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C5A68DC-806B-56CA-11D8-9F89A6264783}"/>
                    </a:ext>
                  </a:extLst>
                </p14:cNvPr>
                <p14:cNvContentPartPr/>
                <p14:nvPr/>
              </p14:nvContentPartPr>
              <p14:xfrm>
                <a:off x="1422888" y="2503904"/>
                <a:ext cx="316440" cy="770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C5A68DC-806B-56CA-11D8-9F89A6264783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413888" y="2494904"/>
                  <a:ext cx="3340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8E1D8F9-826C-019E-CE81-CD16185C9F64}"/>
                    </a:ext>
                  </a:extLst>
                </p14:cNvPr>
                <p14:cNvContentPartPr/>
                <p14:nvPr/>
              </p14:nvContentPartPr>
              <p14:xfrm>
                <a:off x="1796568" y="2327504"/>
                <a:ext cx="226080" cy="680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8E1D8F9-826C-019E-CE81-CD16185C9F6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787568" y="2318864"/>
                  <a:ext cx="2437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0A6E701A-1E12-E661-B089-B7463022D75C}"/>
                    </a:ext>
                  </a:extLst>
                </p14:cNvPr>
                <p14:cNvContentPartPr/>
                <p14:nvPr/>
              </p14:nvContentPartPr>
              <p14:xfrm>
                <a:off x="1902768" y="2354864"/>
                <a:ext cx="179280" cy="2131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0A6E701A-1E12-E661-B089-B7463022D75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893768" y="2345864"/>
                  <a:ext cx="1969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72541D20-63BC-A3E3-18AA-7C492D914221}"/>
                    </a:ext>
                  </a:extLst>
                </p14:cNvPr>
                <p14:cNvContentPartPr/>
                <p14:nvPr/>
              </p14:nvContentPartPr>
              <p14:xfrm>
                <a:off x="1986648" y="2443424"/>
                <a:ext cx="99720" cy="374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72541D20-63BC-A3E3-18AA-7C492D91422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978008" y="2434784"/>
                  <a:ext cx="1173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7FBFBC6-A84E-D93A-DA6E-0EC6891C0822}"/>
                    </a:ext>
                  </a:extLst>
                </p14:cNvPr>
                <p14:cNvContentPartPr/>
                <p14:nvPr/>
              </p14:nvContentPartPr>
              <p14:xfrm>
                <a:off x="2109048" y="2382944"/>
                <a:ext cx="99720" cy="1299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7FBFBC6-A84E-D93A-DA6E-0EC6891C082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100048" y="2374304"/>
                  <a:ext cx="1173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9534FA0-2CA4-F8E5-A69A-D8EE0C2A1AD2}"/>
                    </a:ext>
                  </a:extLst>
                </p14:cNvPr>
                <p14:cNvContentPartPr/>
                <p14:nvPr/>
              </p14:nvContentPartPr>
              <p14:xfrm>
                <a:off x="2245848" y="2312744"/>
                <a:ext cx="136080" cy="2062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9534FA0-2CA4-F8E5-A69A-D8EE0C2A1AD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236848" y="2304104"/>
                  <a:ext cx="1537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33A0D81-3B51-71B3-355D-5698B64DF311}"/>
                    </a:ext>
                  </a:extLst>
                </p14:cNvPr>
                <p14:cNvContentPartPr/>
                <p14:nvPr/>
              </p14:nvContentPartPr>
              <p14:xfrm>
                <a:off x="1328928" y="1790744"/>
                <a:ext cx="3960" cy="14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33A0D81-3B51-71B3-355D-5698B64DF31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319928" y="1781744"/>
                  <a:ext cx="21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E5FF0B8B-626F-0757-3CB7-F59F3F0A7DFD}"/>
                    </a:ext>
                  </a:extLst>
                </p14:cNvPr>
                <p14:cNvContentPartPr/>
                <p14:nvPr/>
              </p14:nvContentPartPr>
              <p14:xfrm>
                <a:off x="1229208" y="1768064"/>
                <a:ext cx="316440" cy="446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E5FF0B8B-626F-0757-3CB7-F59F3F0A7DF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220568" y="1759064"/>
                  <a:ext cx="3340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3466D5C1-C9BD-1A8D-27E5-2FC0AB3A45EF}"/>
                    </a:ext>
                  </a:extLst>
                </p14:cNvPr>
                <p14:cNvContentPartPr/>
                <p14:nvPr/>
              </p14:nvContentPartPr>
              <p14:xfrm>
                <a:off x="1276368" y="1856264"/>
                <a:ext cx="230760" cy="460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3466D5C1-C9BD-1A8D-27E5-2FC0AB3A45EF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267728" y="1847264"/>
                  <a:ext cx="2484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D62EC7E-E6EB-1FC5-AC14-A26CDD5F2C9E}"/>
                    </a:ext>
                  </a:extLst>
                </p14:cNvPr>
                <p14:cNvContentPartPr/>
                <p14:nvPr/>
              </p14:nvContentPartPr>
              <p14:xfrm>
                <a:off x="1399488" y="1699304"/>
                <a:ext cx="393120" cy="1411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D62EC7E-E6EB-1FC5-AC14-A26CDD5F2C9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390848" y="1690304"/>
                  <a:ext cx="410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EC0C07C-F888-C7DA-E50C-C8069D1B4926}"/>
                    </a:ext>
                  </a:extLst>
                </p14:cNvPr>
                <p14:cNvContentPartPr/>
                <p14:nvPr/>
              </p14:nvContentPartPr>
              <p14:xfrm>
                <a:off x="1935528" y="1649624"/>
                <a:ext cx="157680" cy="1335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EC0C07C-F888-C7DA-E50C-C8069D1B492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926528" y="1640984"/>
                  <a:ext cx="1753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1A76B643-920D-F695-D1F3-057C8A2AA287}"/>
                    </a:ext>
                  </a:extLst>
                </p14:cNvPr>
                <p14:cNvContentPartPr/>
                <p14:nvPr/>
              </p14:nvContentPartPr>
              <p14:xfrm>
                <a:off x="2145048" y="1579784"/>
                <a:ext cx="321840" cy="1987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1A76B643-920D-F695-D1F3-057C8A2AA28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136048" y="1571144"/>
                  <a:ext cx="3394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7FF435C-EFCD-D685-444D-05841DEFD685}"/>
                    </a:ext>
                  </a:extLst>
                </p14:cNvPr>
                <p14:cNvContentPartPr/>
                <p14:nvPr/>
              </p14:nvContentPartPr>
              <p14:xfrm>
                <a:off x="2667768" y="1431824"/>
                <a:ext cx="97560" cy="2228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7FF435C-EFCD-D685-444D-05841DEFD68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658768" y="1422824"/>
                  <a:ext cx="1152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E90939A7-2A44-099D-AFF1-B773F848927D}"/>
                    </a:ext>
                  </a:extLst>
                </p14:cNvPr>
                <p14:cNvContentPartPr/>
                <p14:nvPr/>
              </p14:nvContentPartPr>
              <p14:xfrm>
                <a:off x="2792328" y="1558544"/>
                <a:ext cx="24120" cy="691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E90939A7-2A44-099D-AFF1-B773F848927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783688" y="1549904"/>
                  <a:ext cx="41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AE2FDD1-7B8E-1631-1FFD-98440C3F4A9B}"/>
                    </a:ext>
                  </a:extLst>
                </p14:cNvPr>
                <p14:cNvContentPartPr/>
                <p14:nvPr/>
              </p14:nvContentPartPr>
              <p14:xfrm>
                <a:off x="2807448" y="1465304"/>
                <a:ext cx="24480" cy="439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AE2FDD1-7B8E-1631-1FFD-98440C3F4A9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798448" y="1456304"/>
                  <a:ext cx="421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F6B46B94-BD1B-A2BC-59BE-BAE064AFC5E9}"/>
                    </a:ext>
                  </a:extLst>
                </p14:cNvPr>
                <p14:cNvContentPartPr/>
                <p14:nvPr/>
              </p14:nvContentPartPr>
              <p14:xfrm>
                <a:off x="2874048" y="1505264"/>
                <a:ext cx="94680" cy="1080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F6B46B94-BD1B-A2BC-59BE-BAE064AFC5E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865048" y="1496264"/>
                  <a:ext cx="1123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ACCCADC6-DB12-E501-5756-1EA0FE6C6F9B}"/>
                    </a:ext>
                  </a:extLst>
                </p14:cNvPr>
                <p14:cNvContentPartPr/>
                <p14:nvPr/>
              </p14:nvContentPartPr>
              <p14:xfrm>
                <a:off x="2984208" y="1455584"/>
                <a:ext cx="157320" cy="1987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ACCCADC6-DB12-E501-5756-1EA0FE6C6F9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975208" y="1446584"/>
                  <a:ext cx="1749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DEDC205-A6A4-7847-EC74-147C7279B17B}"/>
                    </a:ext>
                  </a:extLst>
                </p14:cNvPr>
                <p14:cNvContentPartPr/>
                <p14:nvPr/>
              </p14:nvContentPartPr>
              <p14:xfrm>
                <a:off x="1265928" y="1208984"/>
                <a:ext cx="145440" cy="2206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DEDC205-A6A4-7847-EC74-147C7279B17B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256928" y="1199984"/>
                  <a:ext cx="163080" cy="238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127487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Transformer Architecture: The Positional Encoding - Amirhossein  Kazemnejad's Blog">
            <a:extLst>
              <a:ext uri="{FF2B5EF4-FFF2-40B4-BE49-F238E27FC236}">
                <a16:creationId xmlns:a16="http://schemas.microsoft.com/office/drawing/2014/main" id="{9AC449D0-372D-9FA7-89BA-AFC960C02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966788"/>
            <a:ext cx="10191750" cy="492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D4C7EEB-C788-9A60-DAE3-46BD57568F3B}"/>
                  </a:ext>
                </a:extLst>
              </p14:cNvPr>
              <p14:cNvContentPartPr/>
              <p14:nvPr/>
            </p14:nvContentPartPr>
            <p14:xfrm>
              <a:off x="544488" y="2871824"/>
              <a:ext cx="386640" cy="622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D4C7EEB-C788-9A60-DAE3-46BD57568F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5488" y="2863184"/>
                <a:ext cx="404280" cy="64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B33A6A9-03FE-FF04-0B8B-28B68AEAEDC6}"/>
              </a:ext>
            </a:extLst>
          </p:cNvPr>
          <p:cNvGrpSpPr/>
          <p:nvPr/>
        </p:nvGrpSpPr>
        <p:grpSpPr>
          <a:xfrm>
            <a:off x="4915248" y="451544"/>
            <a:ext cx="1087560" cy="517320"/>
            <a:chOff x="4915248" y="451544"/>
            <a:chExt cx="1087560" cy="51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F396123-E067-187B-3A28-78BF23C41CCA}"/>
                    </a:ext>
                  </a:extLst>
                </p14:cNvPr>
                <p14:cNvContentPartPr/>
                <p14:nvPr/>
              </p14:nvContentPartPr>
              <p14:xfrm>
                <a:off x="4915248" y="603104"/>
                <a:ext cx="51120" cy="365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F396123-E067-187B-3A28-78BF23C41CC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06248" y="594464"/>
                  <a:ext cx="6876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7D39AE5-F7AE-C9F0-8D69-187059598B6B}"/>
                    </a:ext>
                  </a:extLst>
                </p14:cNvPr>
                <p14:cNvContentPartPr/>
                <p14:nvPr/>
              </p14:nvContentPartPr>
              <p14:xfrm>
                <a:off x="5178408" y="640904"/>
                <a:ext cx="336960" cy="294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7D39AE5-F7AE-C9F0-8D69-187059598B6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69408" y="632264"/>
                  <a:ext cx="3546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370CC7C-6F53-2330-D8B5-EA36C7874C74}"/>
                    </a:ext>
                  </a:extLst>
                </p14:cNvPr>
                <p14:cNvContentPartPr/>
                <p14:nvPr/>
              </p14:nvContentPartPr>
              <p14:xfrm>
                <a:off x="5594568" y="451544"/>
                <a:ext cx="408240" cy="463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370CC7C-6F53-2330-D8B5-EA36C7874C7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85928" y="442904"/>
                  <a:ext cx="425880" cy="481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178456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76788-D974-A292-2B68-1D7744332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GitHub - tanishqgautam/Transformers: Pytorch Implementation of Transformers">
            <a:extLst>
              <a:ext uri="{FF2B5EF4-FFF2-40B4-BE49-F238E27FC236}">
                <a16:creationId xmlns:a16="http://schemas.microsoft.com/office/drawing/2014/main" id="{C8264373-2E37-7EB1-CECA-963875581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36" y="307022"/>
            <a:ext cx="9568589" cy="635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02" name="Ink 2201">
                <a:extLst>
                  <a:ext uri="{FF2B5EF4-FFF2-40B4-BE49-F238E27FC236}">
                    <a16:creationId xmlns:a16="http://schemas.microsoft.com/office/drawing/2014/main" id="{511E7F79-46EB-DCC6-E6C0-9991DEAB9416}"/>
                  </a:ext>
                </a:extLst>
              </p14:cNvPr>
              <p14:cNvContentPartPr/>
              <p14:nvPr/>
            </p14:nvContentPartPr>
            <p14:xfrm>
              <a:off x="10819844" y="1081876"/>
              <a:ext cx="12600" cy="12600"/>
            </p14:xfrm>
          </p:contentPart>
        </mc:Choice>
        <mc:Fallback>
          <p:pic>
            <p:nvPicPr>
              <p:cNvPr id="2202" name="Ink 2201">
                <a:extLst>
                  <a:ext uri="{FF2B5EF4-FFF2-40B4-BE49-F238E27FC236}">
                    <a16:creationId xmlns:a16="http://schemas.microsoft.com/office/drawing/2014/main" id="{511E7F79-46EB-DCC6-E6C0-9991DEAB94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13894" y="1075756"/>
                <a:ext cx="24500" cy="2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0DA75BB8-86B1-4D01-9C44-F641DC321C6B}"/>
              </a:ext>
            </a:extLst>
          </p:cNvPr>
          <p:cNvGrpSpPr/>
          <p:nvPr/>
        </p:nvGrpSpPr>
        <p:grpSpPr>
          <a:xfrm>
            <a:off x="6740448" y="1977944"/>
            <a:ext cx="973440" cy="264960"/>
            <a:chOff x="6740448" y="1977944"/>
            <a:chExt cx="97344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E65E565-223A-6A7D-DC35-62983A4CBE4E}"/>
                    </a:ext>
                  </a:extLst>
                </p14:cNvPr>
                <p14:cNvContentPartPr/>
                <p14:nvPr/>
              </p14:nvContentPartPr>
              <p14:xfrm>
                <a:off x="6740448" y="2048864"/>
                <a:ext cx="593280" cy="151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E65E565-223A-6A7D-DC35-62983A4CBE4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31808" y="2039864"/>
                  <a:ext cx="6109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1DBE933-149E-D66E-A4C9-AEF0EC56148D}"/>
                    </a:ext>
                  </a:extLst>
                </p14:cNvPr>
                <p14:cNvContentPartPr/>
                <p14:nvPr/>
              </p14:nvContentPartPr>
              <p14:xfrm>
                <a:off x="7453968" y="1977944"/>
                <a:ext cx="259920" cy="264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1DBE933-149E-D66E-A4C9-AEF0EC56148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444968" y="1968944"/>
                  <a:ext cx="277560" cy="28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585FED1-6C99-C560-BF97-E231CB55B963}"/>
              </a:ext>
            </a:extLst>
          </p:cNvPr>
          <p:cNvGrpSpPr/>
          <p:nvPr/>
        </p:nvGrpSpPr>
        <p:grpSpPr>
          <a:xfrm>
            <a:off x="6704088" y="1347944"/>
            <a:ext cx="680400" cy="203040"/>
            <a:chOff x="6704088" y="1347944"/>
            <a:chExt cx="680400" cy="2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1F828A0-94FB-9EFC-2958-0D2F446F4166}"/>
                    </a:ext>
                  </a:extLst>
                </p14:cNvPr>
                <p14:cNvContentPartPr/>
                <p14:nvPr/>
              </p14:nvContentPartPr>
              <p14:xfrm>
                <a:off x="6704088" y="1403384"/>
                <a:ext cx="360720" cy="147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1F828A0-94FB-9EFC-2958-0D2F446F416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695088" y="1394744"/>
                  <a:ext cx="378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5174503-3C7E-7F4E-9826-B3B8D0672F1E}"/>
                    </a:ext>
                  </a:extLst>
                </p14:cNvPr>
                <p14:cNvContentPartPr/>
                <p14:nvPr/>
              </p14:nvContentPartPr>
              <p14:xfrm>
                <a:off x="7146888" y="1347944"/>
                <a:ext cx="237600" cy="197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5174503-3C7E-7F4E-9826-B3B8D0672F1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37888" y="1339304"/>
                  <a:ext cx="255240" cy="21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1EE5B8A-B530-F9AD-DF7F-50279C75387D}"/>
                  </a:ext>
                </a:extLst>
              </p14:cNvPr>
              <p14:cNvContentPartPr/>
              <p14:nvPr/>
            </p14:nvContentPartPr>
            <p14:xfrm>
              <a:off x="3452568" y="3046784"/>
              <a:ext cx="324000" cy="842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1EE5B8A-B530-F9AD-DF7F-50279C75387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43928" y="3037784"/>
                <a:ext cx="34164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8F4AE7C-DAE9-7AA4-890B-25F86B8A7A80}"/>
                  </a:ext>
                </a:extLst>
              </p14:cNvPr>
              <p14:cNvContentPartPr/>
              <p14:nvPr/>
            </p14:nvContentPartPr>
            <p14:xfrm>
              <a:off x="7448568" y="1826024"/>
              <a:ext cx="334800" cy="90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8F4AE7C-DAE9-7AA4-890B-25F86B8A7A8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39928" y="1817024"/>
                <a:ext cx="35244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FA962F1-37BF-4381-96B7-34C52A3985AE}"/>
                  </a:ext>
                </a:extLst>
              </p14:cNvPr>
              <p14:cNvContentPartPr/>
              <p14:nvPr/>
            </p14:nvContentPartPr>
            <p14:xfrm>
              <a:off x="7160568" y="1139864"/>
              <a:ext cx="318600" cy="864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FA962F1-37BF-4381-96B7-34C52A3985A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151928" y="1131224"/>
                <a:ext cx="33624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6297D4D-D822-FCAC-713A-3A0F7CEFA690}"/>
                  </a:ext>
                </a:extLst>
              </p14:cNvPr>
              <p14:cNvContentPartPr/>
              <p14:nvPr/>
            </p14:nvContentPartPr>
            <p14:xfrm>
              <a:off x="2678568" y="4373024"/>
              <a:ext cx="343080" cy="6825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6297D4D-D822-FCAC-713A-3A0F7CEFA69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669928" y="4364024"/>
                <a:ext cx="360720" cy="70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32943D02-151B-84C7-C55C-24B3D73554D2}"/>
              </a:ext>
            </a:extLst>
          </p:cNvPr>
          <p:cNvGrpSpPr/>
          <p:nvPr/>
        </p:nvGrpSpPr>
        <p:grpSpPr>
          <a:xfrm>
            <a:off x="2409648" y="3713504"/>
            <a:ext cx="650520" cy="395640"/>
            <a:chOff x="2409648" y="3713504"/>
            <a:chExt cx="650520" cy="39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4C6EB42-35F6-0808-6496-E37847E3D77B}"/>
                    </a:ext>
                  </a:extLst>
                </p14:cNvPr>
                <p14:cNvContentPartPr/>
                <p14:nvPr/>
              </p14:nvContentPartPr>
              <p14:xfrm>
                <a:off x="2409648" y="3795224"/>
                <a:ext cx="126720" cy="312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4C6EB42-35F6-0808-6496-E37847E3D77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401008" y="3786584"/>
                  <a:ext cx="1443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5C44BB6-EAE4-83C8-EB82-83684CE0AE8E}"/>
                    </a:ext>
                  </a:extLst>
                </p14:cNvPr>
                <p14:cNvContentPartPr/>
                <p14:nvPr/>
              </p14:nvContentPartPr>
              <p14:xfrm>
                <a:off x="2528448" y="3940304"/>
                <a:ext cx="112320" cy="168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5C44BB6-EAE4-83C8-EB82-83684CE0AE8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519808" y="3931304"/>
                  <a:ext cx="1299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6E02B6B-D235-5B21-1943-3D58A45EB29D}"/>
                    </a:ext>
                  </a:extLst>
                </p14:cNvPr>
                <p14:cNvContentPartPr/>
                <p14:nvPr/>
              </p14:nvContentPartPr>
              <p14:xfrm>
                <a:off x="2645088" y="3947864"/>
                <a:ext cx="101520" cy="132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6E02B6B-D235-5B21-1943-3D58A45EB29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636448" y="3938864"/>
                  <a:ext cx="1191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8BAAC0B-E6C0-47A4-C9B5-F53D7841DA74}"/>
                    </a:ext>
                  </a:extLst>
                </p14:cNvPr>
                <p14:cNvContentPartPr/>
                <p14:nvPr/>
              </p14:nvContentPartPr>
              <p14:xfrm>
                <a:off x="2750928" y="3713504"/>
                <a:ext cx="165240" cy="395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8BAAC0B-E6C0-47A4-C9B5-F53D7841DA7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742288" y="3704504"/>
                  <a:ext cx="18288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B0E9C3F-1500-69D7-D6E4-5B91B62035C0}"/>
                    </a:ext>
                  </a:extLst>
                </p14:cNvPr>
                <p14:cNvContentPartPr/>
                <p14:nvPr/>
              </p14:nvContentPartPr>
              <p14:xfrm>
                <a:off x="3020208" y="3825824"/>
                <a:ext cx="39960" cy="237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B0E9C3F-1500-69D7-D6E4-5B91B62035C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011208" y="3816824"/>
                  <a:ext cx="5760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1" name="Group 2280">
            <a:extLst>
              <a:ext uri="{FF2B5EF4-FFF2-40B4-BE49-F238E27FC236}">
                <a16:creationId xmlns:a16="http://schemas.microsoft.com/office/drawing/2014/main" id="{C40EA3DB-D5AF-30FA-B43D-06F8727AE418}"/>
              </a:ext>
            </a:extLst>
          </p:cNvPr>
          <p:cNvGrpSpPr/>
          <p:nvPr/>
        </p:nvGrpSpPr>
        <p:grpSpPr>
          <a:xfrm>
            <a:off x="394728" y="4305344"/>
            <a:ext cx="2410200" cy="2313720"/>
            <a:chOff x="394728" y="4305344"/>
            <a:chExt cx="2410200" cy="231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CD89D8B-7D80-676B-24DB-C16842340D02}"/>
                    </a:ext>
                  </a:extLst>
                </p14:cNvPr>
                <p14:cNvContentPartPr/>
                <p14:nvPr/>
              </p14:nvContentPartPr>
              <p14:xfrm>
                <a:off x="1291848" y="4683704"/>
                <a:ext cx="1444320" cy="1680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CD89D8B-7D80-676B-24DB-C16842340D0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282848" y="4675064"/>
                  <a:ext cx="1461960" cy="169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3FAEA21-C87E-E15D-0332-8AA75BAF5C02}"/>
                    </a:ext>
                  </a:extLst>
                </p14:cNvPr>
                <p14:cNvContentPartPr/>
                <p14:nvPr/>
              </p14:nvContentPartPr>
              <p14:xfrm>
                <a:off x="1286448" y="4690544"/>
                <a:ext cx="1446120" cy="1668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3FAEA21-C87E-E15D-0332-8AA75BAF5C0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277448" y="4681904"/>
                  <a:ext cx="1463760" cy="168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1106C8B-447D-810A-0561-F8FDD8FB12ED}"/>
                    </a:ext>
                  </a:extLst>
                </p14:cNvPr>
                <p14:cNvContentPartPr/>
                <p14:nvPr/>
              </p14:nvContentPartPr>
              <p14:xfrm>
                <a:off x="1715208" y="6440144"/>
                <a:ext cx="47160" cy="178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1106C8B-447D-810A-0561-F8FDD8FB12E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706568" y="6431144"/>
                  <a:ext cx="648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C456575-5CD1-3179-3799-442E6919B66D}"/>
                    </a:ext>
                  </a:extLst>
                </p14:cNvPr>
                <p14:cNvContentPartPr/>
                <p14:nvPr/>
              </p14:nvContentPartPr>
              <p14:xfrm>
                <a:off x="1833288" y="6376424"/>
                <a:ext cx="157680" cy="241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C456575-5CD1-3179-3799-442E6919B66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824288" y="6367424"/>
                  <a:ext cx="1753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51A4C15-5E4A-9E56-007F-440EC49A9C9A}"/>
                    </a:ext>
                  </a:extLst>
                </p14:cNvPr>
                <p14:cNvContentPartPr/>
                <p14:nvPr/>
              </p14:nvContentPartPr>
              <p14:xfrm>
                <a:off x="1760208" y="6464984"/>
                <a:ext cx="113040" cy="120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51A4C15-5E4A-9E56-007F-440EC49A9C9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751208" y="6455984"/>
                  <a:ext cx="1306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DF74D0B-790A-872B-004D-CC7275E95E6F}"/>
                    </a:ext>
                  </a:extLst>
                </p14:cNvPr>
                <p14:cNvContentPartPr/>
                <p14:nvPr/>
              </p14:nvContentPartPr>
              <p14:xfrm>
                <a:off x="1329288" y="5576864"/>
                <a:ext cx="1475640" cy="64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DF74D0B-790A-872B-004D-CC7275E95E6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320648" y="5568224"/>
                  <a:ext cx="14932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D1EF948-3F49-506C-BE01-CA18FB4C56BC}"/>
                    </a:ext>
                  </a:extLst>
                </p14:cNvPr>
                <p14:cNvContentPartPr/>
                <p14:nvPr/>
              </p14:nvContentPartPr>
              <p14:xfrm>
                <a:off x="1782168" y="5077904"/>
                <a:ext cx="60840" cy="143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D1EF948-3F49-506C-BE01-CA18FB4C56B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773168" y="5068904"/>
                  <a:ext cx="784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3EC7EC8-6D93-A97C-8763-C0C401260246}"/>
                    </a:ext>
                  </a:extLst>
                </p14:cNvPr>
                <p14:cNvContentPartPr/>
                <p14:nvPr/>
              </p14:nvContentPartPr>
              <p14:xfrm>
                <a:off x="1621968" y="4934264"/>
                <a:ext cx="366840" cy="391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3EC7EC8-6D93-A97C-8763-C0C40126024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612968" y="4925264"/>
                  <a:ext cx="38448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169197D-927C-FCDE-FC66-E730368A9823}"/>
                    </a:ext>
                  </a:extLst>
                </p14:cNvPr>
                <p14:cNvContentPartPr/>
                <p14:nvPr/>
              </p14:nvContentPartPr>
              <p14:xfrm>
                <a:off x="1729608" y="5847224"/>
                <a:ext cx="185040" cy="126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169197D-927C-FCDE-FC66-E730368A982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720968" y="5838584"/>
                  <a:ext cx="2026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43E3BE6-CF25-DBF1-AB74-B9594D55A876}"/>
                    </a:ext>
                  </a:extLst>
                </p14:cNvPr>
                <p14:cNvContentPartPr/>
                <p14:nvPr/>
              </p14:nvContentPartPr>
              <p14:xfrm>
                <a:off x="1564008" y="5708984"/>
                <a:ext cx="480960" cy="460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43E3BE6-CF25-DBF1-AB74-B9594D55A87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555368" y="5699984"/>
                  <a:ext cx="49860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D53BB6F-EBF0-9D26-6B8D-264640BFBEEA}"/>
                    </a:ext>
                  </a:extLst>
                </p14:cNvPr>
                <p14:cNvContentPartPr/>
                <p14:nvPr/>
              </p14:nvContentPartPr>
              <p14:xfrm>
                <a:off x="696048" y="5016704"/>
                <a:ext cx="185400" cy="203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D53BB6F-EBF0-9D26-6B8D-264640BFBEE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87048" y="5007704"/>
                  <a:ext cx="2030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82AD758-EFC8-3B8F-382F-7CC382F204D1}"/>
                    </a:ext>
                  </a:extLst>
                </p14:cNvPr>
                <p14:cNvContentPartPr/>
                <p14:nvPr/>
              </p14:nvContentPartPr>
              <p14:xfrm>
                <a:off x="707208" y="5057024"/>
                <a:ext cx="127800" cy="24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82AD758-EFC8-3B8F-382F-7CC382F204D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98568" y="5048024"/>
                  <a:ext cx="1454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845DE25-15CF-C1D9-8433-7B53E32568B6}"/>
                    </a:ext>
                  </a:extLst>
                </p14:cNvPr>
                <p14:cNvContentPartPr/>
                <p14:nvPr/>
              </p14:nvContentPartPr>
              <p14:xfrm>
                <a:off x="891528" y="5062424"/>
                <a:ext cx="81720" cy="154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845DE25-15CF-C1D9-8433-7B53E32568B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82888" y="5053784"/>
                  <a:ext cx="993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6B3A452-30E4-2530-CC2D-AEC45B8939E6}"/>
                    </a:ext>
                  </a:extLst>
                </p14:cNvPr>
                <p14:cNvContentPartPr/>
                <p14:nvPr/>
              </p14:nvContentPartPr>
              <p14:xfrm>
                <a:off x="701088" y="5723744"/>
                <a:ext cx="149040" cy="274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6B3A452-30E4-2530-CC2D-AEC45B8939E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92448" y="5715104"/>
                  <a:ext cx="1666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65C328D-BFB0-9821-9C41-73984664D264}"/>
                    </a:ext>
                  </a:extLst>
                </p14:cNvPr>
                <p14:cNvContentPartPr/>
                <p14:nvPr/>
              </p14:nvContentPartPr>
              <p14:xfrm>
                <a:off x="670128" y="5810144"/>
                <a:ext cx="165240" cy="14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65C328D-BFB0-9821-9C41-73984664D26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61488" y="5801144"/>
                  <a:ext cx="1828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1E1110A-E444-B128-A3A2-61ACC4D95B8E}"/>
                    </a:ext>
                  </a:extLst>
                </p14:cNvPr>
                <p14:cNvContentPartPr/>
                <p14:nvPr/>
              </p14:nvContentPartPr>
              <p14:xfrm>
                <a:off x="902328" y="5810504"/>
                <a:ext cx="147600" cy="142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1E1110A-E444-B128-A3A2-61ACC4D95B8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93688" y="5801504"/>
                  <a:ext cx="1652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254" name="Ink 2253">
                  <a:extLst>
                    <a:ext uri="{FF2B5EF4-FFF2-40B4-BE49-F238E27FC236}">
                      <a16:creationId xmlns:a16="http://schemas.microsoft.com/office/drawing/2014/main" id="{88738F71-8432-65A6-EC07-7F7207876A1C}"/>
                    </a:ext>
                  </a:extLst>
                </p14:cNvPr>
                <p14:cNvContentPartPr/>
                <p14:nvPr/>
              </p14:nvContentPartPr>
              <p14:xfrm>
                <a:off x="394728" y="4305344"/>
                <a:ext cx="859680" cy="1552680"/>
              </p14:xfrm>
            </p:contentPart>
          </mc:Choice>
          <mc:Fallback>
            <p:pic>
              <p:nvPicPr>
                <p:cNvPr id="2254" name="Ink 2253">
                  <a:extLst>
                    <a:ext uri="{FF2B5EF4-FFF2-40B4-BE49-F238E27FC236}">
                      <a16:creationId xmlns:a16="http://schemas.microsoft.com/office/drawing/2014/main" id="{88738F71-8432-65A6-EC07-7F7207876A1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86088" y="4296704"/>
                  <a:ext cx="877320" cy="157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0" name="Group 2279">
            <a:extLst>
              <a:ext uri="{FF2B5EF4-FFF2-40B4-BE49-F238E27FC236}">
                <a16:creationId xmlns:a16="http://schemas.microsoft.com/office/drawing/2014/main" id="{48D0B989-B214-8CC6-EF3A-B2B7DD9A0DFE}"/>
              </a:ext>
            </a:extLst>
          </p:cNvPr>
          <p:cNvGrpSpPr/>
          <p:nvPr/>
        </p:nvGrpSpPr>
        <p:grpSpPr>
          <a:xfrm>
            <a:off x="400488" y="3061184"/>
            <a:ext cx="771840" cy="969480"/>
            <a:chOff x="400488" y="3061184"/>
            <a:chExt cx="771840" cy="96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255" name="Ink 2254">
                  <a:extLst>
                    <a:ext uri="{FF2B5EF4-FFF2-40B4-BE49-F238E27FC236}">
                      <a16:creationId xmlns:a16="http://schemas.microsoft.com/office/drawing/2014/main" id="{21EE0F9C-E5D0-D00F-221E-6124C93D68FE}"/>
                    </a:ext>
                  </a:extLst>
                </p14:cNvPr>
                <p14:cNvContentPartPr/>
                <p14:nvPr/>
              </p14:nvContentPartPr>
              <p14:xfrm>
                <a:off x="400488" y="3749504"/>
                <a:ext cx="253800" cy="281160"/>
              </p14:xfrm>
            </p:contentPart>
          </mc:Choice>
          <mc:Fallback>
            <p:pic>
              <p:nvPicPr>
                <p:cNvPr id="2255" name="Ink 2254">
                  <a:extLst>
                    <a:ext uri="{FF2B5EF4-FFF2-40B4-BE49-F238E27FC236}">
                      <a16:creationId xmlns:a16="http://schemas.microsoft.com/office/drawing/2014/main" id="{21EE0F9C-E5D0-D00F-221E-6124C93D68F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91848" y="3740864"/>
                  <a:ext cx="2714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256" name="Ink 2255">
                  <a:extLst>
                    <a:ext uri="{FF2B5EF4-FFF2-40B4-BE49-F238E27FC236}">
                      <a16:creationId xmlns:a16="http://schemas.microsoft.com/office/drawing/2014/main" id="{0499CF64-E310-DF4E-A925-4E4201A0A577}"/>
                    </a:ext>
                  </a:extLst>
                </p14:cNvPr>
                <p14:cNvContentPartPr/>
                <p14:nvPr/>
              </p14:nvContentPartPr>
              <p14:xfrm>
                <a:off x="685968" y="3789104"/>
                <a:ext cx="191880" cy="194760"/>
              </p14:xfrm>
            </p:contentPart>
          </mc:Choice>
          <mc:Fallback>
            <p:pic>
              <p:nvPicPr>
                <p:cNvPr id="2256" name="Ink 2255">
                  <a:extLst>
                    <a:ext uri="{FF2B5EF4-FFF2-40B4-BE49-F238E27FC236}">
                      <a16:creationId xmlns:a16="http://schemas.microsoft.com/office/drawing/2014/main" id="{0499CF64-E310-DF4E-A925-4E4201A0A57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77328" y="3780104"/>
                  <a:ext cx="2095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257" name="Ink 2256">
                  <a:extLst>
                    <a:ext uri="{FF2B5EF4-FFF2-40B4-BE49-F238E27FC236}">
                      <a16:creationId xmlns:a16="http://schemas.microsoft.com/office/drawing/2014/main" id="{8BE5E72B-8BF3-2318-C0D8-3A3D1377EA05}"/>
                    </a:ext>
                  </a:extLst>
                </p14:cNvPr>
                <p14:cNvContentPartPr/>
                <p14:nvPr/>
              </p14:nvContentPartPr>
              <p14:xfrm>
                <a:off x="907008" y="3551504"/>
                <a:ext cx="145800" cy="395280"/>
              </p14:xfrm>
            </p:contentPart>
          </mc:Choice>
          <mc:Fallback>
            <p:pic>
              <p:nvPicPr>
                <p:cNvPr id="2257" name="Ink 2256">
                  <a:extLst>
                    <a:ext uri="{FF2B5EF4-FFF2-40B4-BE49-F238E27FC236}">
                      <a16:creationId xmlns:a16="http://schemas.microsoft.com/office/drawing/2014/main" id="{8BE5E72B-8BF3-2318-C0D8-3A3D1377EA0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98368" y="3542864"/>
                  <a:ext cx="16344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258" name="Ink 2257">
                  <a:extLst>
                    <a:ext uri="{FF2B5EF4-FFF2-40B4-BE49-F238E27FC236}">
                      <a16:creationId xmlns:a16="http://schemas.microsoft.com/office/drawing/2014/main" id="{0DA4DBBB-D6CD-464D-2117-A7369E48E063}"/>
                    </a:ext>
                  </a:extLst>
                </p14:cNvPr>
                <p14:cNvContentPartPr/>
                <p14:nvPr/>
              </p14:nvContentPartPr>
              <p14:xfrm>
                <a:off x="1076208" y="3737624"/>
                <a:ext cx="96120" cy="186120"/>
              </p14:xfrm>
            </p:contentPart>
          </mc:Choice>
          <mc:Fallback>
            <p:pic>
              <p:nvPicPr>
                <p:cNvPr id="2258" name="Ink 2257">
                  <a:extLst>
                    <a:ext uri="{FF2B5EF4-FFF2-40B4-BE49-F238E27FC236}">
                      <a16:creationId xmlns:a16="http://schemas.microsoft.com/office/drawing/2014/main" id="{0DA4DBBB-D6CD-464D-2117-A7369E48E06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67568" y="3728984"/>
                  <a:ext cx="1137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259" name="Ink 2258">
                  <a:extLst>
                    <a:ext uri="{FF2B5EF4-FFF2-40B4-BE49-F238E27FC236}">
                      <a16:creationId xmlns:a16="http://schemas.microsoft.com/office/drawing/2014/main" id="{51C6DE21-C0D6-3FA4-7232-984A85FB405E}"/>
                    </a:ext>
                  </a:extLst>
                </p14:cNvPr>
                <p14:cNvContentPartPr/>
                <p14:nvPr/>
              </p14:nvContentPartPr>
              <p14:xfrm>
                <a:off x="538728" y="3061184"/>
                <a:ext cx="233280" cy="505440"/>
              </p14:xfrm>
            </p:contentPart>
          </mc:Choice>
          <mc:Fallback>
            <p:pic>
              <p:nvPicPr>
                <p:cNvPr id="2259" name="Ink 2258">
                  <a:extLst>
                    <a:ext uri="{FF2B5EF4-FFF2-40B4-BE49-F238E27FC236}">
                      <a16:creationId xmlns:a16="http://schemas.microsoft.com/office/drawing/2014/main" id="{51C6DE21-C0D6-3FA4-7232-984A85FB405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29728" y="3052544"/>
                  <a:ext cx="250920" cy="52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7" name="Group 2286">
            <a:extLst>
              <a:ext uri="{FF2B5EF4-FFF2-40B4-BE49-F238E27FC236}">
                <a16:creationId xmlns:a16="http://schemas.microsoft.com/office/drawing/2014/main" id="{45F5DE2B-A946-B4ED-B167-779EBB8BA8B2}"/>
              </a:ext>
            </a:extLst>
          </p:cNvPr>
          <p:cNvGrpSpPr/>
          <p:nvPr/>
        </p:nvGrpSpPr>
        <p:grpSpPr>
          <a:xfrm>
            <a:off x="179448" y="1822424"/>
            <a:ext cx="3196440" cy="1061640"/>
            <a:chOff x="179448" y="1822424"/>
            <a:chExt cx="3196440" cy="106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78F4806-9286-18C2-A5BC-D05B0C415E62}"/>
                    </a:ext>
                  </a:extLst>
                </p14:cNvPr>
                <p14:cNvContentPartPr/>
                <p14:nvPr/>
              </p14:nvContentPartPr>
              <p14:xfrm>
                <a:off x="2352408" y="2320664"/>
                <a:ext cx="181440" cy="278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78F4806-9286-18C2-A5BC-D05B0C415E6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343768" y="2312024"/>
                  <a:ext cx="1990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FE26DB7-EE14-79FE-404A-B6174A4B7BFF}"/>
                    </a:ext>
                  </a:extLst>
                </p14:cNvPr>
                <p14:cNvContentPartPr/>
                <p14:nvPr/>
              </p14:nvContentPartPr>
              <p14:xfrm>
                <a:off x="2351328" y="2380784"/>
                <a:ext cx="117720" cy="43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FE26DB7-EE14-79FE-404A-B6174A4B7BF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342328" y="2372144"/>
                  <a:ext cx="1353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D992EBB-20F1-70C8-DDE2-CED7DE87F460}"/>
                    </a:ext>
                  </a:extLst>
                </p14:cNvPr>
                <p14:cNvContentPartPr/>
                <p14:nvPr/>
              </p14:nvContentPartPr>
              <p14:xfrm>
                <a:off x="2612688" y="2378624"/>
                <a:ext cx="59400" cy="180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D992EBB-20F1-70C8-DDE2-CED7DE87F46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604048" y="2369624"/>
                  <a:ext cx="77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A28273D-B325-C362-75CD-4F50630BC713}"/>
                    </a:ext>
                  </a:extLst>
                </p14:cNvPr>
                <p14:cNvContentPartPr/>
                <p14:nvPr/>
              </p14:nvContentPartPr>
              <p14:xfrm>
                <a:off x="2753808" y="2320664"/>
                <a:ext cx="154440" cy="220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A28273D-B325-C362-75CD-4F50630BC71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745168" y="2311664"/>
                  <a:ext cx="1720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9735DFC-91D4-C8CB-5AA8-9B4A77E7DFD9}"/>
                    </a:ext>
                  </a:extLst>
                </p14:cNvPr>
                <p14:cNvContentPartPr/>
                <p14:nvPr/>
              </p14:nvContentPartPr>
              <p14:xfrm>
                <a:off x="2745888" y="2375744"/>
                <a:ext cx="151560" cy="130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9735DFC-91D4-C8CB-5AA8-9B4A77E7DFD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737248" y="2366744"/>
                  <a:ext cx="1692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240" name="Ink 2239">
                  <a:extLst>
                    <a:ext uri="{FF2B5EF4-FFF2-40B4-BE49-F238E27FC236}">
                      <a16:creationId xmlns:a16="http://schemas.microsoft.com/office/drawing/2014/main" id="{5DCE9A89-CEEB-78A3-9E80-9BEF40E736E5}"/>
                    </a:ext>
                  </a:extLst>
                </p14:cNvPr>
                <p14:cNvContentPartPr/>
                <p14:nvPr/>
              </p14:nvContentPartPr>
              <p14:xfrm>
                <a:off x="2992128" y="2177384"/>
                <a:ext cx="22680" cy="328320"/>
              </p14:xfrm>
            </p:contentPart>
          </mc:Choice>
          <mc:Fallback>
            <p:pic>
              <p:nvPicPr>
                <p:cNvPr id="2240" name="Ink 2239">
                  <a:extLst>
                    <a:ext uri="{FF2B5EF4-FFF2-40B4-BE49-F238E27FC236}">
                      <a16:creationId xmlns:a16="http://schemas.microsoft.com/office/drawing/2014/main" id="{5DCE9A89-CEEB-78A3-9E80-9BEF40E736E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983488" y="2168744"/>
                  <a:ext cx="403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244" name="Ink 2243">
                  <a:extLst>
                    <a:ext uri="{FF2B5EF4-FFF2-40B4-BE49-F238E27FC236}">
                      <a16:creationId xmlns:a16="http://schemas.microsoft.com/office/drawing/2014/main" id="{D446657E-8C0A-BE80-890C-C4D126DF4C7F}"/>
                    </a:ext>
                  </a:extLst>
                </p14:cNvPr>
                <p14:cNvContentPartPr/>
                <p14:nvPr/>
              </p14:nvContentPartPr>
              <p14:xfrm>
                <a:off x="3063768" y="2324264"/>
                <a:ext cx="127800" cy="168840"/>
              </p14:xfrm>
            </p:contentPart>
          </mc:Choice>
          <mc:Fallback>
            <p:pic>
              <p:nvPicPr>
                <p:cNvPr id="2244" name="Ink 2243">
                  <a:extLst>
                    <a:ext uri="{FF2B5EF4-FFF2-40B4-BE49-F238E27FC236}">
                      <a16:creationId xmlns:a16="http://schemas.microsoft.com/office/drawing/2014/main" id="{D446657E-8C0A-BE80-890C-C4D126DF4C7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055128" y="2315264"/>
                  <a:ext cx="1454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250" name="Ink 2249">
                  <a:extLst>
                    <a:ext uri="{FF2B5EF4-FFF2-40B4-BE49-F238E27FC236}">
                      <a16:creationId xmlns:a16="http://schemas.microsoft.com/office/drawing/2014/main" id="{38D55EE7-CCFE-2A3C-EF56-1BAE7B95C754}"/>
                    </a:ext>
                  </a:extLst>
                </p14:cNvPr>
                <p14:cNvContentPartPr/>
                <p14:nvPr/>
              </p14:nvContentPartPr>
              <p14:xfrm>
                <a:off x="3221088" y="2234984"/>
                <a:ext cx="154800" cy="267120"/>
              </p14:xfrm>
            </p:contentPart>
          </mc:Choice>
          <mc:Fallback>
            <p:pic>
              <p:nvPicPr>
                <p:cNvPr id="2250" name="Ink 2249">
                  <a:extLst>
                    <a:ext uri="{FF2B5EF4-FFF2-40B4-BE49-F238E27FC236}">
                      <a16:creationId xmlns:a16="http://schemas.microsoft.com/office/drawing/2014/main" id="{38D55EE7-CCFE-2A3C-EF56-1BAE7B95C75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212088" y="2226344"/>
                  <a:ext cx="1724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260" name="Ink 2259">
                  <a:extLst>
                    <a:ext uri="{FF2B5EF4-FFF2-40B4-BE49-F238E27FC236}">
                      <a16:creationId xmlns:a16="http://schemas.microsoft.com/office/drawing/2014/main" id="{E4773BA7-3B18-25D6-8143-B59503F8FCE9}"/>
                    </a:ext>
                  </a:extLst>
                </p14:cNvPr>
                <p14:cNvContentPartPr/>
                <p14:nvPr/>
              </p14:nvContentPartPr>
              <p14:xfrm>
                <a:off x="317688" y="2245424"/>
                <a:ext cx="177480" cy="358920"/>
              </p14:xfrm>
            </p:contentPart>
          </mc:Choice>
          <mc:Fallback>
            <p:pic>
              <p:nvPicPr>
                <p:cNvPr id="2260" name="Ink 2259">
                  <a:extLst>
                    <a:ext uri="{FF2B5EF4-FFF2-40B4-BE49-F238E27FC236}">
                      <a16:creationId xmlns:a16="http://schemas.microsoft.com/office/drawing/2014/main" id="{E4773BA7-3B18-25D6-8143-B59503F8FCE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08688" y="2236424"/>
                  <a:ext cx="19512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263" name="Ink 2262">
                  <a:extLst>
                    <a:ext uri="{FF2B5EF4-FFF2-40B4-BE49-F238E27FC236}">
                      <a16:creationId xmlns:a16="http://schemas.microsoft.com/office/drawing/2014/main" id="{4EB9087C-54B4-2860-9EDA-C15C072D5DF2}"/>
                    </a:ext>
                  </a:extLst>
                </p14:cNvPr>
                <p14:cNvContentPartPr/>
                <p14:nvPr/>
              </p14:nvContentPartPr>
              <p14:xfrm>
                <a:off x="179448" y="2360264"/>
                <a:ext cx="334080" cy="120600"/>
              </p14:xfrm>
            </p:contentPart>
          </mc:Choice>
          <mc:Fallback>
            <p:pic>
              <p:nvPicPr>
                <p:cNvPr id="2263" name="Ink 2262">
                  <a:extLst>
                    <a:ext uri="{FF2B5EF4-FFF2-40B4-BE49-F238E27FC236}">
                      <a16:creationId xmlns:a16="http://schemas.microsoft.com/office/drawing/2014/main" id="{4EB9087C-54B4-2860-9EDA-C15C072D5DF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70448" y="2351624"/>
                  <a:ext cx="351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2268" name="Ink 2267">
                  <a:extLst>
                    <a:ext uri="{FF2B5EF4-FFF2-40B4-BE49-F238E27FC236}">
                      <a16:creationId xmlns:a16="http://schemas.microsoft.com/office/drawing/2014/main" id="{B0F2F3BB-61FF-945D-5C49-2462D58EAD6D}"/>
                    </a:ext>
                  </a:extLst>
                </p14:cNvPr>
                <p14:cNvContentPartPr/>
                <p14:nvPr/>
              </p14:nvContentPartPr>
              <p14:xfrm>
                <a:off x="628728" y="2321744"/>
                <a:ext cx="147600" cy="228240"/>
              </p14:xfrm>
            </p:contentPart>
          </mc:Choice>
          <mc:Fallback>
            <p:pic>
              <p:nvPicPr>
                <p:cNvPr id="2268" name="Ink 2267">
                  <a:extLst>
                    <a:ext uri="{FF2B5EF4-FFF2-40B4-BE49-F238E27FC236}">
                      <a16:creationId xmlns:a16="http://schemas.microsoft.com/office/drawing/2014/main" id="{B0F2F3BB-61FF-945D-5C49-2462D58EAD6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19728" y="2312744"/>
                  <a:ext cx="1652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270" name="Ink 2269">
                  <a:extLst>
                    <a:ext uri="{FF2B5EF4-FFF2-40B4-BE49-F238E27FC236}">
                      <a16:creationId xmlns:a16="http://schemas.microsoft.com/office/drawing/2014/main" id="{C6F487B6-D4F3-9552-0D83-17817F88D520}"/>
                    </a:ext>
                  </a:extLst>
                </p14:cNvPr>
                <p14:cNvContentPartPr/>
                <p14:nvPr/>
              </p14:nvContentPartPr>
              <p14:xfrm>
                <a:off x="852288" y="2281784"/>
                <a:ext cx="172080" cy="254880"/>
              </p14:xfrm>
            </p:contentPart>
          </mc:Choice>
          <mc:Fallback>
            <p:pic>
              <p:nvPicPr>
                <p:cNvPr id="2270" name="Ink 2269">
                  <a:extLst>
                    <a:ext uri="{FF2B5EF4-FFF2-40B4-BE49-F238E27FC236}">
                      <a16:creationId xmlns:a16="http://schemas.microsoft.com/office/drawing/2014/main" id="{C6F487B6-D4F3-9552-0D83-17817F88D52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43648" y="2273144"/>
                  <a:ext cx="1897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2271" name="Ink 2270">
                  <a:extLst>
                    <a:ext uri="{FF2B5EF4-FFF2-40B4-BE49-F238E27FC236}">
                      <a16:creationId xmlns:a16="http://schemas.microsoft.com/office/drawing/2014/main" id="{3412DDB0-584F-9AEF-54AE-D824CD31E496}"/>
                    </a:ext>
                  </a:extLst>
                </p14:cNvPr>
                <p14:cNvContentPartPr/>
                <p14:nvPr/>
              </p14:nvContentPartPr>
              <p14:xfrm>
                <a:off x="754008" y="2364224"/>
                <a:ext cx="184680" cy="174240"/>
              </p14:xfrm>
            </p:contentPart>
          </mc:Choice>
          <mc:Fallback>
            <p:pic>
              <p:nvPicPr>
                <p:cNvPr id="2271" name="Ink 2270">
                  <a:extLst>
                    <a:ext uri="{FF2B5EF4-FFF2-40B4-BE49-F238E27FC236}">
                      <a16:creationId xmlns:a16="http://schemas.microsoft.com/office/drawing/2014/main" id="{3412DDB0-584F-9AEF-54AE-D824CD31E49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45008" y="2355584"/>
                  <a:ext cx="2023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2272" name="Ink 2271">
                  <a:extLst>
                    <a:ext uri="{FF2B5EF4-FFF2-40B4-BE49-F238E27FC236}">
                      <a16:creationId xmlns:a16="http://schemas.microsoft.com/office/drawing/2014/main" id="{957DB5EB-DA38-7669-4CFD-98F112A4BE9F}"/>
                    </a:ext>
                  </a:extLst>
                </p14:cNvPr>
                <p14:cNvContentPartPr/>
                <p14:nvPr/>
              </p14:nvContentPartPr>
              <p14:xfrm>
                <a:off x="964248" y="2291144"/>
                <a:ext cx="50400" cy="216360"/>
              </p14:xfrm>
            </p:contentPart>
          </mc:Choice>
          <mc:Fallback>
            <p:pic>
              <p:nvPicPr>
                <p:cNvPr id="2272" name="Ink 2271">
                  <a:extLst>
                    <a:ext uri="{FF2B5EF4-FFF2-40B4-BE49-F238E27FC236}">
                      <a16:creationId xmlns:a16="http://schemas.microsoft.com/office/drawing/2014/main" id="{957DB5EB-DA38-7669-4CFD-98F112A4BE9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55248" y="2282144"/>
                  <a:ext cx="680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2277" name="Ink 2276">
                  <a:extLst>
                    <a:ext uri="{FF2B5EF4-FFF2-40B4-BE49-F238E27FC236}">
                      <a16:creationId xmlns:a16="http://schemas.microsoft.com/office/drawing/2014/main" id="{63E31CD4-34AA-80B2-A50F-0CB8DB3B3CA4}"/>
                    </a:ext>
                  </a:extLst>
                </p14:cNvPr>
                <p14:cNvContentPartPr/>
                <p14:nvPr/>
              </p14:nvContentPartPr>
              <p14:xfrm>
                <a:off x="1056048" y="2263424"/>
                <a:ext cx="351000" cy="315000"/>
              </p14:xfrm>
            </p:contentPart>
          </mc:Choice>
          <mc:Fallback>
            <p:pic>
              <p:nvPicPr>
                <p:cNvPr id="2277" name="Ink 2276">
                  <a:extLst>
                    <a:ext uri="{FF2B5EF4-FFF2-40B4-BE49-F238E27FC236}">
                      <a16:creationId xmlns:a16="http://schemas.microsoft.com/office/drawing/2014/main" id="{63E31CD4-34AA-80B2-A50F-0CB8DB3B3CA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47048" y="2254784"/>
                  <a:ext cx="3686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2282" name="Ink 2281">
                  <a:extLst>
                    <a:ext uri="{FF2B5EF4-FFF2-40B4-BE49-F238E27FC236}">
                      <a16:creationId xmlns:a16="http://schemas.microsoft.com/office/drawing/2014/main" id="{40330E5B-5F2C-716B-3177-7E743CE971AE}"/>
                    </a:ext>
                  </a:extLst>
                </p14:cNvPr>
                <p14:cNvContentPartPr/>
                <p14:nvPr/>
              </p14:nvContentPartPr>
              <p14:xfrm>
                <a:off x="287808" y="2536664"/>
                <a:ext cx="2845080" cy="347400"/>
              </p14:xfrm>
            </p:contentPart>
          </mc:Choice>
          <mc:Fallback>
            <p:pic>
              <p:nvPicPr>
                <p:cNvPr id="2282" name="Ink 2281">
                  <a:extLst>
                    <a:ext uri="{FF2B5EF4-FFF2-40B4-BE49-F238E27FC236}">
                      <a16:creationId xmlns:a16="http://schemas.microsoft.com/office/drawing/2014/main" id="{40330E5B-5F2C-716B-3177-7E743CE971A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79168" y="2527664"/>
                  <a:ext cx="286272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2283" name="Ink 2282">
                  <a:extLst>
                    <a:ext uri="{FF2B5EF4-FFF2-40B4-BE49-F238E27FC236}">
                      <a16:creationId xmlns:a16="http://schemas.microsoft.com/office/drawing/2014/main" id="{2AC9D9C9-A6E8-61E4-E791-1D99E81955A7}"/>
                    </a:ext>
                  </a:extLst>
                </p14:cNvPr>
                <p14:cNvContentPartPr/>
                <p14:nvPr/>
              </p14:nvContentPartPr>
              <p14:xfrm>
                <a:off x="1596048" y="1998824"/>
                <a:ext cx="66960" cy="337680"/>
              </p14:xfrm>
            </p:contentPart>
          </mc:Choice>
          <mc:Fallback>
            <p:pic>
              <p:nvPicPr>
                <p:cNvPr id="2283" name="Ink 2282">
                  <a:extLst>
                    <a:ext uri="{FF2B5EF4-FFF2-40B4-BE49-F238E27FC236}">
                      <a16:creationId xmlns:a16="http://schemas.microsoft.com/office/drawing/2014/main" id="{2AC9D9C9-A6E8-61E4-E791-1D99E81955A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587408" y="1990184"/>
                  <a:ext cx="8460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2284" name="Ink 2283">
                  <a:extLst>
                    <a:ext uri="{FF2B5EF4-FFF2-40B4-BE49-F238E27FC236}">
                      <a16:creationId xmlns:a16="http://schemas.microsoft.com/office/drawing/2014/main" id="{C25B4C81-55A7-E717-D2BB-759E3D7CD94F}"/>
                    </a:ext>
                  </a:extLst>
                </p14:cNvPr>
                <p14:cNvContentPartPr/>
                <p14:nvPr/>
              </p14:nvContentPartPr>
              <p14:xfrm>
                <a:off x="1737168" y="1846544"/>
                <a:ext cx="77040" cy="357840"/>
              </p14:xfrm>
            </p:contentPart>
          </mc:Choice>
          <mc:Fallback>
            <p:pic>
              <p:nvPicPr>
                <p:cNvPr id="2284" name="Ink 2283">
                  <a:extLst>
                    <a:ext uri="{FF2B5EF4-FFF2-40B4-BE49-F238E27FC236}">
                      <a16:creationId xmlns:a16="http://schemas.microsoft.com/office/drawing/2014/main" id="{C25B4C81-55A7-E717-D2BB-759E3D7CD94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728168" y="1837904"/>
                  <a:ext cx="946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2285" name="Ink 2284">
                  <a:extLst>
                    <a:ext uri="{FF2B5EF4-FFF2-40B4-BE49-F238E27FC236}">
                      <a16:creationId xmlns:a16="http://schemas.microsoft.com/office/drawing/2014/main" id="{C7561B62-CA4D-27A7-3B4E-341BCC573211}"/>
                    </a:ext>
                  </a:extLst>
                </p14:cNvPr>
                <p14:cNvContentPartPr/>
                <p14:nvPr/>
              </p14:nvContentPartPr>
              <p14:xfrm>
                <a:off x="1549968" y="1822424"/>
                <a:ext cx="359640" cy="267480"/>
              </p14:xfrm>
            </p:contentPart>
          </mc:Choice>
          <mc:Fallback>
            <p:pic>
              <p:nvPicPr>
                <p:cNvPr id="2285" name="Ink 2284">
                  <a:extLst>
                    <a:ext uri="{FF2B5EF4-FFF2-40B4-BE49-F238E27FC236}">
                      <a16:creationId xmlns:a16="http://schemas.microsoft.com/office/drawing/2014/main" id="{C7561B62-CA4D-27A7-3B4E-341BCC57321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541328" y="1813784"/>
                  <a:ext cx="377280" cy="28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5" name="Group 2294">
            <a:extLst>
              <a:ext uri="{FF2B5EF4-FFF2-40B4-BE49-F238E27FC236}">
                <a16:creationId xmlns:a16="http://schemas.microsoft.com/office/drawing/2014/main" id="{70290D07-3283-8C72-2FE7-00D5209DE073}"/>
              </a:ext>
            </a:extLst>
          </p:cNvPr>
          <p:cNvGrpSpPr/>
          <p:nvPr/>
        </p:nvGrpSpPr>
        <p:grpSpPr>
          <a:xfrm>
            <a:off x="543408" y="113144"/>
            <a:ext cx="1939680" cy="1433520"/>
            <a:chOff x="543408" y="113144"/>
            <a:chExt cx="1939680" cy="143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2288" name="Ink 2287">
                  <a:extLst>
                    <a:ext uri="{FF2B5EF4-FFF2-40B4-BE49-F238E27FC236}">
                      <a16:creationId xmlns:a16="http://schemas.microsoft.com/office/drawing/2014/main" id="{B7952F01-E2DD-C3B0-5AE5-E18B68111531}"/>
                    </a:ext>
                  </a:extLst>
                </p14:cNvPr>
                <p14:cNvContentPartPr/>
                <p14:nvPr/>
              </p14:nvContentPartPr>
              <p14:xfrm>
                <a:off x="970368" y="315824"/>
                <a:ext cx="1512720" cy="1230840"/>
              </p14:xfrm>
            </p:contentPart>
          </mc:Choice>
          <mc:Fallback>
            <p:pic>
              <p:nvPicPr>
                <p:cNvPr id="2288" name="Ink 2287">
                  <a:extLst>
                    <a:ext uri="{FF2B5EF4-FFF2-40B4-BE49-F238E27FC236}">
                      <a16:creationId xmlns:a16="http://schemas.microsoft.com/office/drawing/2014/main" id="{B7952F01-E2DD-C3B0-5AE5-E18B6811153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61368" y="306824"/>
                  <a:ext cx="1530360" cy="12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2289" name="Ink 2288">
                  <a:extLst>
                    <a:ext uri="{FF2B5EF4-FFF2-40B4-BE49-F238E27FC236}">
                      <a16:creationId xmlns:a16="http://schemas.microsoft.com/office/drawing/2014/main" id="{3930E6F7-576B-4722-A379-52786404FC8B}"/>
                    </a:ext>
                  </a:extLst>
                </p14:cNvPr>
                <p14:cNvContentPartPr/>
                <p14:nvPr/>
              </p14:nvContentPartPr>
              <p14:xfrm>
                <a:off x="543408" y="842504"/>
                <a:ext cx="54720" cy="213120"/>
              </p14:xfrm>
            </p:contentPart>
          </mc:Choice>
          <mc:Fallback>
            <p:pic>
              <p:nvPicPr>
                <p:cNvPr id="2289" name="Ink 2288">
                  <a:extLst>
                    <a:ext uri="{FF2B5EF4-FFF2-40B4-BE49-F238E27FC236}">
                      <a16:creationId xmlns:a16="http://schemas.microsoft.com/office/drawing/2014/main" id="{3930E6F7-576B-4722-A379-52786404FC8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34768" y="833864"/>
                  <a:ext cx="723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2290" name="Ink 2289">
                  <a:extLst>
                    <a:ext uri="{FF2B5EF4-FFF2-40B4-BE49-F238E27FC236}">
                      <a16:creationId xmlns:a16="http://schemas.microsoft.com/office/drawing/2014/main" id="{AFB8580C-EC10-4264-135C-43F837A43E02}"/>
                    </a:ext>
                  </a:extLst>
                </p14:cNvPr>
                <p14:cNvContentPartPr/>
                <p14:nvPr/>
              </p14:nvContentPartPr>
              <p14:xfrm>
                <a:off x="686688" y="902264"/>
                <a:ext cx="72360" cy="126720"/>
              </p14:xfrm>
            </p:contentPart>
          </mc:Choice>
          <mc:Fallback>
            <p:pic>
              <p:nvPicPr>
                <p:cNvPr id="2290" name="Ink 2289">
                  <a:extLst>
                    <a:ext uri="{FF2B5EF4-FFF2-40B4-BE49-F238E27FC236}">
                      <a16:creationId xmlns:a16="http://schemas.microsoft.com/office/drawing/2014/main" id="{AFB8580C-EC10-4264-135C-43F837A43E0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77688" y="893264"/>
                  <a:ext cx="90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291" name="Ink 2290">
                  <a:extLst>
                    <a:ext uri="{FF2B5EF4-FFF2-40B4-BE49-F238E27FC236}">
                      <a16:creationId xmlns:a16="http://schemas.microsoft.com/office/drawing/2014/main" id="{82CBB41F-3120-C0D1-C54A-7DE449679A3E}"/>
                    </a:ext>
                  </a:extLst>
                </p14:cNvPr>
                <p14:cNvContentPartPr/>
                <p14:nvPr/>
              </p14:nvContentPartPr>
              <p14:xfrm>
                <a:off x="818448" y="898664"/>
                <a:ext cx="72000" cy="167760"/>
              </p14:xfrm>
            </p:contentPart>
          </mc:Choice>
          <mc:Fallback>
            <p:pic>
              <p:nvPicPr>
                <p:cNvPr id="2291" name="Ink 2290">
                  <a:extLst>
                    <a:ext uri="{FF2B5EF4-FFF2-40B4-BE49-F238E27FC236}">
                      <a16:creationId xmlns:a16="http://schemas.microsoft.com/office/drawing/2014/main" id="{82CBB41F-3120-C0D1-C54A-7DE449679A3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09808" y="889664"/>
                  <a:ext cx="896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292" name="Ink 2291">
                  <a:extLst>
                    <a:ext uri="{FF2B5EF4-FFF2-40B4-BE49-F238E27FC236}">
                      <a16:creationId xmlns:a16="http://schemas.microsoft.com/office/drawing/2014/main" id="{81D0E557-0419-5C66-19F9-38AD1A0BDBF6}"/>
                    </a:ext>
                  </a:extLst>
                </p14:cNvPr>
                <p14:cNvContentPartPr/>
                <p14:nvPr/>
              </p14:nvContentPartPr>
              <p14:xfrm>
                <a:off x="1285008" y="164264"/>
                <a:ext cx="60840" cy="234000"/>
              </p14:xfrm>
            </p:contentPart>
          </mc:Choice>
          <mc:Fallback>
            <p:pic>
              <p:nvPicPr>
                <p:cNvPr id="2292" name="Ink 2291">
                  <a:extLst>
                    <a:ext uri="{FF2B5EF4-FFF2-40B4-BE49-F238E27FC236}">
                      <a16:creationId xmlns:a16="http://schemas.microsoft.com/office/drawing/2014/main" id="{81D0E557-0419-5C66-19F9-38AD1A0BDBF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276368" y="155624"/>
                  <a:ext cx="784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293" name="Ink 2292">
                  <a:extLst>
                    <a:ext uri="{FF2B5EF4-FFF2-40B4-BE49-F238E27FC236}">
                      <a16:creationId xmlns:a16="http://schemas.microsoft.com/office/drawing/2014/main" id="{BD6A7A87-8E6A-669F-F688-B92342BC2845}"/>
                    </a:ext>
                  </a:extLst>
                </p14:cNvPr>
                <p14:cNvContentPartPr/>
                <p14:nvPr/>
              </p14:nvContentPartPr>
              <p14:xfrm>
                <a:off x="1432248" y="213944"/>
                <a:ext cx="147240" cy="131400"/>
              </p14:xfrm>
            </p:contentPart>
          </mc:Choice>
          <mc:Fallback>
            <p:pic>
              <p:nvPicPr>
                <p:cNvPr id="2293" name="Ink 2292">
                  <a:extLst>
                    <a:ext uri="{FF2B5EF4-FFF2-40B4-BE49-F238E27FC236}">
                      <a16:creationId xmlns:a16="http://schemas.microsoft.com/office/drawing/2014/main" id="{BD6A7A87-8E6A-669F-F688-B92342BC284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423608" y="205304"/>
                  <a:ext cx="1648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294" name="Ink 2293">
                  <a:extLst>
                    <a:ext uri="{FF2B5EF4-FFF2-40B4-BE49-F238E27FC236}">
                      <a16:creationId xmlns:a16="http://schemas.microsoft.com/office/drawing/2014/main" id="{5014B425-1B28-35B6-0BCA-CB9AA58F6488}"/>
                    </a:ext>
                  </a:extLst>
                </p14:cNvPr>
                <p14:cNvContentPartPr/>
                <p14:nvPr/>
              </p14:nvContentPartPr>
              <p14:xfrm>
                <a:off x="1622688" y="113144"/>
                <a:ext cx="180000" cy="218520"/>
              </p14:xfrm>
            </p:contentPart>
          </mc:Choice>
          <mc:Fallback>
            <p:pic>
              <p:nvPicPr>
                <p:cNvPr id="2294" name="Ink 2293">
                  <a:extLst>
                    <a:ext uri="{FF2B5EF4-FFF2-40B4-BE49-F238E27FC236}">
                      <a16:creationId xmlns:a16="http://schemas.microsoft.com/office/drawing/2014/main" id="{5014B425-1B28-35B6-0BCA-CB9AA58F648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614048" y="104144"/>
                  <a:ext cx="19764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4" name="Group 2303">
            <a:extLst>
              <a:ext uri="{FF2B5EF4-FFF2-40B4-BE49-F238E27FC236}">
                <a16:creationId xmlns:a16="http://schemas.microsoft.com/office/drawing/2014/main" id="{9F8E2A37-FC43-C536-E959-4AE5A130836A}"/>
              </a:ext>
            </a:extLst>
          </p:cNvPr>
          <p:cNvGrpSpPr/>
          <p:nvPr/>
        </p:nvGrpSpPr>
        <p:grpSpPr>
          <a:xfrm>
            <a:off x="3521688" y="3138584"/>
            <a:ext cx="1048680" cy="870120"/>
            <a:chOff x="3521688" y="3138584"/>
            <a:chExt cx="1048680" cy="87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C57CA59-E092-1A44-1AEA-38E56F955CFB}"/>
                    </a:ext>
                  </a:extLst>
                </p14:cNvPr>
                <p14:cNvContentPartPr/>
                <p14:nvPr/>
              </p14:nvContentPartPr>
              <p14:xfrm>
                <a:off x="4062768" y="3138584"/>
                <a:ext cx="507600" cy="184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C57CA59-E092-1A44-1AEA-38E56F955CF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054128" y="3129584"/>
                  <a:ext cx="5252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12ADD04-D9B4-FC09-E1E6-F32C86D2CFED}"/>
                    </a:ext>
                  </a:extLst>
                </p14:cNvPr>
                <p14:cNvContentPartPr/>
                <p14:nvPr/>
              </p14:nvContentPartPr>
              <p14:xfrm>
                <a:off x="3521688" y="3141824"/>
                <a:ext cx="230760" cy="330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12ADD04-D9B4-FC09-E1E6-F32C86D2CFE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513048" y="3133184"/>
                  <a:ext cx="2484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2303" name="Ink 2302">
                  <a:extLst>
                    <a:ext uri="{FF2B5EF4-FFF2-40B4-BE49-F238E27FC236}">
                      <a16:creationId xmlns:a16="http://schemas.microsoft.com/office/drawing/2014/main" id="{F93BF425-49BA-2CAF-240E-CF4364C0B236}"/>
                    </a:ext>
                  </a:extLst>
                </p14:cNvPr>
                <p14:cNvContentPartPr/>
                <p14:nvPr/>
              </p14:nvContentPartPr>
              <p14:xfrm>
                <a:off x="3699888" y="3485264"/>
                <a:ext cx="390600" cy="523440"/>
              </p14:xfrm>
            </p:contentPart>
          </mc:Choice>
          <mc:Fallback>
            <p:pic>
              <p:nvPicPr>
                <p:cNvPr id="2303" name="Ink 2302">
                  <a:extLst>
                    <a:ext uri="{FF2B5EF4-FFF2-40B4-BE49-F238E27FC236}">
                      <a16:creationId xmlns:a16="http://schemas.microsoft.com/office/drawing/2014/main" id="{F93BF425-49BA-2CAF-240E-CF4364C0B23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691248" y="3476264"/>
                  <a:ext cx="408240" cy="54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5" name="Group 2374">
            <a:extLst>
              <a:ext uri="{FF2B5EF4-FFF2-40B4-BE49-F238E27FC236}">
                <a16:creationId xmlns:a16="http://schemas.microsoft.com/office/drawing/2014/main" id="{1C2CC9F7-03EA-2CD0-A74B-BC4F07C760EE}"/>
              </a:ext>
            </a:extLst>
          </p:cNvPr>
          <p:cNvGrpSpPr/>
          <p:nvPr/>
        </p:nvGrpSpPr>
        <p:grpSpPr>
          <a:xfrm>
            <a:off x="7143288" y="2657624"/>
            <a:ext cx="2266560" cy="1769040"/>
            <a:chOff x="7143288" y="2657624"/>
            <a:chExt cx="2266560" cy="176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2306" name="Ink 2305">
                  <a:extLst>
                    <a:ext uri="{FF2B5EF4-FFF2-40B4-BE49-F238E27FC236}">
                      <a16:creationId xmlns:a16="http://schemas.microsoft.com/office/drawing/2014/main" id="{EE166F57-56F6-00FB-3EDD-3126E961C195}"/>
                    </a:ext>
                  </a:extLst>
                </p14:cNvPr>
                <p14:cNvContentPartPr/>
                <p14:nvPr/>
              </p14:nvContentPartPr>
              <p14:xfrm>
                <a:off x="7143288" y="3024824"/>
                <a:ext cx="405000" cy="478440"/>
              </p14:xfrm>
            </p:contentPart>
          </mc:Choice>
          <mc:Fallback>
            <p:pic>
              <p:nvPicPr>
                <p:cNvPr id="2306" name="Ink 2305">
                  <a:extLst>
                    <a:ext uri="{FF2B5EF4-FFF2-40B4-BE49-F238E27FC236}">
                      <a16:creationId xmlns:a16="http://schemas.microsoft.com/office/drawing/2014/main" id="{EE166F57-56F6-00FB-3EDD-3126E961C19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134648" y="3016184"/>
                  <a:ext cx="42264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2296" name="Ink 2295">
                  <a:extLst>
                    <a:ext uri="{FF2B5EF4-FFF2-40B4-BE49-F238E27FC236}">
                      <a16:creationId xmlns:a16="http://schemas.microsoft.com/office/drawing/2014/main" id="{9DDA78F9-8D49-BB2B-3D7F-55BAE0F3DD0C}"/>
                    </a:ext>
                  </a:extLst>
                </p14:cNvPr>
                <p14:cNvContentPartPr/>
                <p14:nvPr/>
              </p14:nvContentPartPr>
              <p14:xfrm>
                <a:off x="7999368" y="2657624"/>
                <a:ext cx="41040" cy="1257120"/>
              </p14:xfrm>
            </p:contentPart>
          </mc:Choice>
          <mc:Fallback>
            <p:pic>
              <p:nvPicPr>
                <p:cNvPr id="2296" name="Ink 2295">
                  <a:extLst>
                    <a:ext uri="{FF2B5EF4-FFF2-40B4-BE49-F238E27FC236}">
                      <a16:creationId xmlns:a16="http://schemas.microsoft.com/office/drawing/2014/main" id="{9DDA78F9-8D49-BB2B-3D7F-55BAE0F3DD0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990728" y="2648624"/>
                  <a:ext cx="58680" cy="12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2297" name="Ink 2296">
                  <a:extLst>
                    <a:ext uri="{FF2B5EF4-FFF2-40B4-BE49-F238E27FC236}">
                      <a16:creationId xmlns:a16="http://schemas.microsoft.com/office/drawing/2014/main" id="{CEF0AC52-9F90-4E9D-E8BA-0A553FF51532}"/>
                    </a:ext>
                  </a:extLst>
                </p14:cNvPr>
                <p14:cNvContentPartPr/>
                <p14:nvPr/>
              </p14:nvContentPartPr>
              <p14:xfrm>
                <a:off x="8022408" y="2674904"/>
                <a:ext cx="1266480" cy="1285560"/>
              </p14:xfrm>
            </p:contentPart>
          </mc:Choice>
          <mc:Fallback>
            <p:pic>
              <p:nvPicPr>
                <p:cNvPr id="2297" name="Ink 2296">
                  <a:extLst>
                    <a:ext uri="{FF2B5EF4-FFF2-40B4-BE49-F238E27FC236}">
                      <a16:creationId xmlns:a16="http://schemas.microsoft.com/office/drawing/2014/main" id="{CEF0AC52-9F90-4E9D-E8BA-0A553FF5153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013408" y="2665904"/>
                  <a:ext cx="1284120" cy="13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2298" name="Ink 2297">
                  <a:extLst>
                    <a:ext uri="{FF2B5EF4-FFF2-40B4-BE49-F238E27FC236}">
                      <a16:creationId xmlns:a16="http://schemas.microsoft.com/office/drawing/2014/main" id="{BB02EE81-FC05-B987-EFC8-620EBFD98DDC}"/>
                    </a:ext>
                  </a:extLst>
                </p14:cNvPr>
                <p14:cNvContentPartPr/>
                <p14:nvPr/>
              </p14:nvContentPartPr>
              <p14:xfrm>
                <a:off x="8011608" y="3940304"/>
                <a:ext cx="1222200" cy="27720"/>
              </p14:xfrm>
            </p:contentPart>
          </mc:Choice>
          <mc:Fallback>
            <p:pic>
              <p:nvPicPr>
                <p:cNvPr id="2298" name="Ink 2297">
                  <a:extLst>
                    <a:ext uri="{FF2B5EF4-FFF2-40B4-BE49-F238E27FC236}">
                      <a16:creationId xmlns:a16="http://schemas.microsoft.com/office/drawing/2014/main" id="{BB02EE81-FC05-B987-EFC8-620EBFD98DD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002968" y="3931664"/>
                  <a:ext cx="12398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2299" name="Ink 2298">
                  <a:extLst>
                    <a:ext uri="{FF2B5EF4-FFF2-40B4-BE49-F238E27FC236}">
                      <a16:creationId xmlns:a16="http://schemas.microsoft.com/office/drawing/2014/main" id="{6F55FA2B-2B75-17E4-51E2-9F9654C36388}"/>
                    </a:ext>
                  </a:extLst>
                </p14:cNvPr>
                <p14:cNvContentPartPr/>
                <p14:nvPr/>
              </p14:nvContentPartPr>
              <p14:xfrm>
                <a:off x="8014488" y="3143624"/>
                <a:ext cx="1204200" cy="25200"/>
              </p14:xfrm>
            </p:contentPart>
          </mc:Choice>
          <mc:Fallback>
            <p:pic>
              <p:nvPicPr>
                <p:cNvPr id="2299" name="Ink 2298">
                  <a:extLst>
                    <a:ext uri="{FF2B5EF4-FFF2-40B4-BE49-F238E27FC236}">
                      <a16:creationId xmlns:a16="http://schemas.microsoft.com/office/drawing/2014/main" id="{6F55FA2B-2B75-17E4-51E2-9F9654C3638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005488" y="3134984"/>
                  <a:ext cx="1221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2300" name="Ink 2299">
                  <a:extLst>
                    <a:ext uri="{FF2B5EF4-FFF2-40B4-BE49-F238E27FC236}">
                      <a16:creationId xmlns:a16="http://schemas.microsoft.com/office/drawing/2014/main" id="{CB56CABD-9E38-9CFB-6244-4C9DCA679B67}"/>
                    </a:ext>
                  </a:extLst>
                </p14:cNvPr>
                <p14:cNvContentPartPr/>
                <p14:nvPr/>
              </p14:nvContentPartPr>
              <p14:xfrm>
                <a:off x="8001888" y="3509384"/>
                <a:ext cx="1242000" cy="42480"/>
              </p14:xfrm>
            </p:contentPart>
          </mc:Choice>
          <mc:Fallback>
            <p:pic>
              <p:nvPicPr>
                <p:cNvPr id="2300" name="Ink 2299">
                  <a:extLst>
                    <a:ext uri="{FF2B5EF4-FFF2-40B4-BE49-F238E27FC236}">
                      <a16:creationId xmlns:a16="http://schemas.microsoft.com/office/drawing/2014/main" id="{CB56CABD-9E38-9CFB-6244-4C9DCA679B6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993248" y="3500384"/>
                  <a:ext cx="12596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2301" name="Ink 2300">
                  <a:extLst>
                    <a:ext uri="{FF2B5EF4-FFF2-40B4-BE49-F238E27FC236}">
                      <a16:creationId xmlns:a16="http://schemas.microsoft.com/office/drawing/2014/main" id="{7C719C55-9A38-9A04-82E6-30CAFE93438A}"/>
                    </a:ext>
                  </a:extLst>
                </p14:cNvPr>
                <p14:cNvContentPartPr/>
                <p14:nvPr/>
              </p14:nvContentPartPr>
              <p14:xfrm>
                <a:off x="8428488" y="2778224"/>
                <a:ext cx="31320" cy="1204920"/>
              </p14:xfrm>
            </p:contentPart>
          </mc:Choice>
          <mc:Fallback>
            <p:pic>
              <p:nvPicPr>
                <p:cNvPr id="2301" name="Ink 2300">
                  <a:extLst>
                    <a:ext uri="{FF2B5EF4-FFF2-40B4-BE49-F238E27FC236}">
                      <a16:creationId xmlns:a16="http://schemas.microsoft.com/office/drawing/2014/main" id="{7C719C55-9A38-9A04-82E6-30CAFE93438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419848" y="2769224"/>
                  <a:ext cx="48960" cy="12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2302" name="Ink 2301">
                  <a:extLst>
                    <a:ext uri="{FF2B5EF4-FFF2-40B4-BE49-F238E27FC236}">
                      <a16:creationId xmlns:a16="http://schemas.microsoft.com/office/drawing/2014/main" id="{B6B5B360-B3DC-EBAB-1BDD-37269B045262}"/>
                    </a:ext>
                  </a:extLst>
                </p14:cNvPr>
                <p14:cNvContentPartPr/>
                <p14:nvPr/>
              </p14:nvContentPartPr>
              <p14:xfrm>
                <a:off x="8797488" y="2792624"/>
                <a:ext cx="33120" cy="1185480"/>
              </p14:xfrm>
            </p:contentPart>
          </mc:Choice>
          <mc:Fallback>
            <p:pic>
              <p:nvPicPr>
                <p:cNvPr id="2302" name="Ink 2301">
                  <a:extLst>
                    <a:ext uri="{FF2B5EF4-FFF2-40B4-BE49-F238E27FC236}">
                      <a16:creationId xmlns:a16="http://schemas.microsoft.com/office/drawing/2014/main" id="{B6B5B360-B3DC-EBAB-1BDD-37269B04526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788488" y="2783624"/>
                  <a:ext cx="50760" cy="12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2308" name="Ink 2307">
                  <a:extLst>
                    <a:ext uri="{FF2B5EF4-FFF2-40B4-BE49-F238E27FC236}">
                      <a16:creationId xmlns:a16="http://schemas.microsoft.com/office/drawing/2014/main" id="{DCE2CDAA-567C-FD58-30F7-3D358282F6F7}"/>
                    </a:ext>
                  </a:extLst>
                </p14:cNvPr>
                <p14:cNvContentPartPr/>
                <p14:nvPr/>
              </p14:nvContentPartPr>
              <p14:xfrm>
                <a:off x="8039688" y="4108784"/>
                <a:ext cx="250200" cy="171720"/>
              </p14:xfrm>
            </p:contentPart>
          </mc:Choice>
          <mc:Fallback>
            <p:pic>
              <p:nvPicPr>
                <p:cNvPr id="2308" name="Ink 2307">
                  <a:extLst>
                    <a:ext uri="{FF2B5EF4-FFF2-40B4-BE49-F238E27FC236}">
                      <a16:creationId xmlns:a16="http://schemas.microsoft.com/office/drawing/2014/main" id="{DCE2CDAA-567C-FD58-30F7-3D358282F6F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030688" y="4099784"/>
                  <a:ext cx="2678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2310" name="Ink 2309">
                  <a:extLst>
                    <a:ext uri="{FF2B5EF4-FFF2-40B4-BE49-F238E27FC236}">
                      <a16:creationId xmlns:a16="http://schemas.microsoft.com/office/drawing/2014/main" id="{4B927F01-E51C-B8C2-1B43-B090093C273E}"/>
                    </a:ext>
                  </a:extLst>
                </p14:cNvPr>
                <p14:cNvContentPartPr/>
                <p14:nvPr/>
              </p14:nvContentPartPr>
              <p14:xfrm>
                <a:off x="8422728" y="4119944"/>
                <a:ext cx="88560" cy="306720"/>
              </p14:xfrm>
            </p:contentPart>
          </mc:Choice>
          <mc:Fallback>
            <p:pic>
              <p:nvPicPr>
                <p:cNvPr id="2310" name="Ink 2309">
                  <a:extLst>
                    <a:ext uri="{FF2B5EF4-FFF2-40B4-BE49-F238E27FC236}">
                      <a16:creationId xmlns:a16="http://schemas.microsoft.com/office/drawing/2014/main" id="{4B927F01-E51C-B8C2-1B43-B090093C273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414088" y="4111304"/>
                  <a:ext cx="1062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2311" name="Ink 2310">
                  <a:extLst>
                    <a:ext uri="{FF2B5EF4-FFF2-40B4-BE49-F238E27FC236}">
                      <a16:creationId xmlns:a16="http://schemas.microsoft.com/office/drawing/2014/main" id="{24607447-5AB6-39F7-769A-921EEB924E81}"/>
                    </a:ext>
                  </a:extLst>
                </p14:cNvPr>
                <p14:cNvContentPartPr/>
                <p14:nvPr/>
              </p14:nvContentPartPr>
              <p14:xfrm>
                <a:off x="8512008" y="4161344"/>
                <a:ext cx="89280" cy="153360"/>
              </p14:xfrm>
            </p:contentPart>
          </mc:Choice>
          <mc:Fallback>
            <p:pic>
              <p:nvPicPr>
                <p:cNvPr id="2311" name="Ink 2310">
                  <a:extLst>
                    <a:ext uri="{FF2B5EF4-FFF2-40B4-BE49-F238E27FC236}">
                      <a16:creationId xmlns:a16="http://schemas.microsoft.com/office/drawing/2014/main" id="{24607447-5AB6-39F7-769A-921EEB924E8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503008" y="4152344"/>
                  <a:ext cx="1069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2313" name="Ink 2312">
                  <a:extLst>
                    <a:ext uri="{FF2B5EF4-FFF2-40B4-BE49-F238E27FC236}">
                      <a16:creationId xmlns:a16="http://schemas.microsoft.com/office/drawing/2014/main" id="{BC7FB77D-76FF-08E7-CC39-78E838DDD825}"/>
                    </a:ext>
                  </a:extLst>
                </p14:cNvPr>
                <p14:cNvContentPartPr/>
                <p14:nvPr/>
              </p14:nvContentPartPr>
              <p14:xfrm>
                <a:off x="8616048" y="4162784"/>
                <a:ext cx="241560" cy="140760"/>
              </p14:xfrm>
            </p:contentPart>
          </mc:Choice>
          <mc:Fallback>
            <p:pic>
              <p:nvPicPr>
                <p:cNvPr id="2313" name="Ink 2312">
                  <a:extLst>
                    <a:ext uri="{FF2B5EF4-FFF2-40B4-BE49-F238E27FC236}">
                      <a16:creationId xmlns:a16="http://schemas.microsoft.com/office/drawing/2014/main" id="{BC7FB77D-76FF-08E7-CC39-78E838DDD82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607408" y="4153784"/>
                  <a:ext cx="2592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2315" name="Ink 2314">
                  <a:extLst>
                    <a:ext uri="{FF2B5EF4-FFF2-40B4-BE49-F238E27FC236}">
                      <a16:creationId xmlns:a16="http://schemas.microsoft.com/office/drawing/2014/main" id="{91CF5D9B-CA10-AE1B-6C2A-7987ABB0CA82}"/>
                    </a:ext>
                  </a:extLst>
                </p14:cNvPr>
                <p14:cNvContentPartPr/>
                <p14:nvPr/>
              </p14:nvContentPartPr>
              <p14:xfrm>
                <a:off x="9019968" y="4155224"/>
                <a:ext cx="6840" cy="269640"/>
              </p14:xfrm>
            </p:contentPart>
          </mc:Choice>
          <mc:Fallback>
            <p:pic>
              <p:nvPicPr>
                <p:cNvPr id="2315" name="Ink 2314">
                  <a:extLst>
                    <a:ext uri="{FF2B5EF4-FFF2-40B4-BE49-F238E27FC236}">
                      <a16:creationId xmlns:a16="http://schemas.microsoft.com/office/drawing/2014/main" id="{91CF5D9B-CA10-AE1B-6C2A-7987ABB0CA8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010968" y="4146584"/>
                  <a:ext cx="244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2316" name="Ink 2315">
                  <a:extLst>
                    <a:ext uri="{FF2B5EF4-FFF2-40B4-BE49-F238E27FC236}">
                      <a16:creationId xmlns:a16="http://schemas.microsoft.com/office/drawing/2014/main" id="{0BBADCAB-84A7-3D1B-E766-6BCE93D2BE29}"/>
                    </a:ext>
                  </a:extLst>
                </p14:cNvPr>
                <p14:cNvContentPartPr/>
                <p14:nvPr/>
              </p14:nvContentPartPr>
              <p14:xfrm>
                <a:off x="8991528" y="4166744"/>
                <a:ext cx="92160" cy="165240"/>
              </p14:xfrm>
            </p:contentPart>
          </mc:Choice>
          <mc:Fallback>
            <p:pic>
              <p:nvPicPr>
                <p:cNvPr id="2316" name="Ink 2315">
                  <a:extLst>
                    <a:ext uri="{FF2B5EF4-FFF2-40B4-BE49-F238E27FC236}">
                      <a16:creationId xmlns:a16="http://schemas.microsoft.com/office/drawing/2014/main" id="{0BBADCAB-84A7-3D1B-E766-6BCE93D2BE2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982888" y="4157744"/>
                  <a:ext cx="1098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2317" name="Ink 2316">
                  <a:extLst>
                    <a:ext uri="{FF2B5EF4-FFF2-40B4-BE49-F238E27FC236}">
                      <a16:creationId xmlns:a16="http://schemas.microsoft.com/office/drawing/2014/main" id="{8F427086-2B29-3375-720A-C6C3957092A8}"/>
                    </a:ext>
                  </a:extLst>
                </p14:cNvPr>
                <p14:cNvContentPartPr/>
                <p14:nvPr/>
              </p14:nvContentPartPr>
              <p14:xfrm>
                <a:off x="9100968" y="4222544"/>
                <a:ext cx="6840" cy="82080"/>
              </p14:xfrm>
            </p:contentPart>
          </mc:Choice>
          <mc:Fallback>
            <p:pic>
              <p:nvPicPr>
                <p:cNvPr id="2317" name="Ink 2316">
                  <a:extLst>
                    <a:ext uri="{FF2B5EF4-FFF2-40B4-BE49-F238E27FC236}">
                      <a16:creationId xmlns:a16="http://schemas.microsoft.com/office/drawing/2014/main" id="{8F427086-2B29-3375-720A-C6C3957092A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092328" y="4213904"/>
                  <a:ext cx="244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2330" name="Ink 2329">
                  <a:extLst>
                    <a:ext uri="{FF2B5EF4-FFF2-40B4-BE49-F238E27FC236}">
                      <a16:creationId xmlns:a16="http://schemas.microsoft.com/office/drawing/2014/main" id="{0C611564-4C23-B158-7EAA-53A884521D6C}"/>
                    </a:ext>
                  </a:extLst>
                </p14:cNvPr>
                <p14:cNvContentPartPr/>
                <p14:nvPr/>
              </p14:nvContentPartPr>
              <p14:xfrm>
                <a:off x="9112488" y="4101584"/>
                <a:ext cx="23040" cy="37080"/>
              </p14:xfrm>
            </p:contentPart>
          </mc:Choice>
          <mc:Fallback>
            <p:pic>
              <p:nvPicPr>
                <p:cNvPr id="2330" name="Ink 2329">
                  <a:extLst>
                    <a:ext uri="{FF2B5EF4-FFF2-40B4-BE49-F238E27FC236}">
                      <a16:creationId xmlns:a16="http://schemas.microsoft.com/office/drawing/2014/main" id="{0C611564-4C23-B158-7EAA-53A884521D6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103488" y="4092944"/>
                  <a:ext cx="40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2331" name="Ink 2330">
                  <a:extLst>
                    <a:ext uri="{FF2B5EF4-FFF2-40B4-BE49-F238E27FC236}">
                      <a16:creationId xmlns:a16="http://schemas.microsoft.com/office/drawing/2014/main" id="{2A1E7878-941D-DC10-92CC-68294846C757}"/>
                    </a:ext>
                  </a:extLst>
                </p14:cNvPr>
                <p14:cNvContentPartPr/>
                <p14:nvPr/>
              </p14:nvContentPartPr>
              <p14:xfrm>
                <a:off x="9136248" y="4233344"/>
                <a:ext cx="86400" cy="82080"/>
              </p14:xfrm>
            </p:contentPart>
          </mc:Choice>
          <mc:Fallback>
            <p:pic>
              <p:nvPicPr>
                <p:cNvPr id="2331" name="Ink 2330">
                  <a:extLst>
                    <a:ext uri="{FF2B5EF4-FFF2-40B4-BE49-F238E27FC236}">
                      <a16:creationId xmlns:a16="http://schemas.microsoft.com/office/drawing/2014/main" id="{2A1E7878-941D-DC10-92CC-68294846C75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127608" y="4224704"/>
                  <a:ext cx="104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2332" name="Ink 2331">
                  <a:extLst>
                    <a:ext uri="{FF2B5EF4-FFF2-40B4-BE49-F238E27FC236}">
                      <a16:creationId xmlns:a16="http://schemas.microsoft.com/office/drawing/2014/main" id="{4871078B-0041-69F2-C404-471477992CEA}"/>
                    </a:ext>
                  </a:extLst>
                </p14:cNvPr>
                <p14:cNvContentPartPr/>
                <p14:nvPr/>
              </p14:nvContentPartPr>
              <p14:xfrm>
                <a:off x="9224448" y="4205624"/>
                <a:ext cx="185400" cy="109440"/>
              </p14:xfrm>
            </p:contentPart>
          </mc:Choice>
          <mc:Fallback>
            <p:pic>
              <p:nvPicPr>
                <p:cNvPr id="2332" name="Ink 2331">
                  <a:extLst>
                    <a:ext uri="{FF2B5EF4-FFF2-40B4-BE49-F238E27FC236}">
                      <a16:creationId xmlns:a16="http://schemas.microsoft.com/office/drawing/2014/main" id="{4871078B-0041-69F2-C404-471477992CE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215808" y="4196984"/>
                  <a:ext cx="203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2334" name="Ink 2333">
                  <a:extLst>
                    <a:ext uri="{FF2B5EF4-FFF2-40B4-BE49-F238E27FC236}">
                      <a16:creationId xmlns:a16="http://schemas.microsoft.com/office/drawing/2014/main" id="{E6D6875F-0F9E-6B53-5AB3-7D8CC1F44531}"/>
                    </a:ext>
                  </a:extLst>
                </p14:cNvPr>
                <p14:cNvContentPartPr/>
                <p14:nvPr/>
              </p14:nvContentPartPr>
              <p14:xfrm>
                <a:off x="7670328" y="2759504"/>
                <a:ext cx="207360" cy="181440"/>
              </p14:xfrm>
            </p:contentPart>
          </mc:Choice>
          <mc:Fallback>
            <p:pic>
              <p:nvPicPr>
                <p:cNvPr id="2334" name="Ink 2333">
                  <a:extLst>
                    <a:ext uri="{FF2B5EF4-FFF2-40B4-BE49-F238E27FC236}">
                      <a16:creationId xmlns:a16="http://schemas.microsoft.com/office/drawing/2014/main" id="{E6D6875F-0F9E-6B53-5AB3-7D8CC1F4453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661328" y="2750864"/>
                  <a:ext cx="2250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2335" name="Ink 2334">
                  <a:extLst>
                    <a:ext uri="{FF2B5EF4-FFF2-40B4-BE49-F238E27FC236}">
                      <a16:creationId xmlns:a16="http://schemas.microsoft.com/office/drawing/2014/main" id="{FAFAF4CF-C475-6261-7CDE-416552887E8D}"/>
                    </a:ext>
                  </a:extLst>
                </p14:cNvPr>
                <p14:cNvContentPartPr/>
                <p14:nvPr/>
              </p14:nvContentPartPr>
              <p14:xfrm>
                <a:off x="7540368" y="3239384"/>
                <a:ext cx="182880" cy="273240"/>
              </p14:xfrm>
            </p:contentPart>
          </mc:Choice>
          <mc:Fallback>
            <p:pic>
              <p:nvPicPr>
                <p:cNvPr id="2335" name="Ink 2334">
                  <a:extLst>
                    <a:ext uri="{FF2B5EF4-FFF2-40B4-BE49-F238E27FC236}">
                      <a16:creationId xmlns:a16="http://schemas.microsoft.com/office/drawing/2014/main" id="{FAFAF4CF-C475-6261-7CDE-416552887E8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531368" y="3230744"/>
                  <a:ext cx="2005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2336" name="Ink 2335">
                  <a:extLst>
                    <a:ext uri="{FF2B5EF4-FFF2-40B4-BE49-F238E27FC236}">
                      <a16:creationId xmlns:a16="http://schemas.microsoft.com/office/drawing/2014/main" id="{2E6FAC02-9120-7546-C252-E6BBD030D14F}"/>
                    </a:ext>
                  </a:extLst>
                </p14:cNvPr>
                <p14:cNvContentPartPr/>
                <p14:nvPr/>
              </p14:nvContentPartPr>
              <p14:xfrm>
                <a:off x="7732608" y="3281144"/>
                <a:ext cx="224640" cy="135360"/>
              </p14:xfrm>
            </p:contentPart>
          </mc:Choice>
          <mc:Fallback>
            <p:pic>
              <p:nvPicPr>
                <p:cNvPr id="2336" name="Ink 2335">
                  <a:extLst>
                    <a:ext uri="{FF2B5EF4-FFF2-40B4-BE49-F238E27FC236}">
                      <a16:creationId xmlns:a16="http://schemas.microsoft.com/office/drawing/2014/main" id="{2E6FAC02-9120-7546-C252-E6BBD030D14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723608" y="3272144"/>
                  <a:ext cx="2422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2338" name="Ink 2337">
                  <a:extLst>
                    <a:ext uri="{FF2B5EF4-FFF2-40B4-BE49-F238E27FC236}">
                      <a16:creationId xmlns:a16="http://schemas.microsoft.com/office/drawing/2014/main" id="{E7321B42-38B2-BDBB-04ED-47C4A70E602C}"/>
                    </a:ext>
                  </a:extLst>
                </p14:cNvPr>
                <p14:cNvContentPartPr/>
                <p14:nvPr/>
              </p14:nvContentPartPr>
              <p14:xfrm>
                <a:off x="7501128" y="3768584"/>
                <a:ext cx="36720" cy="236880"/>
              </p14:xfrm>
            </p:contentPart>
          </mc:Choice>
          <mc:Fallback>
            <p:pic>
              <p:nvPicPr>
                <p:cNvPr id="2338" name="Ink 2337">
                  <a:extLst>
                    <a:ext uri="{FF2B5EF4-FFF2-40B4-BE49-F238E27FC236}">
                      <a16:creationId xmlns:a16="http://schemas.microsoft.com/office/drawing/2014/main" id="{E7321B42-38B2-BDBB-04ED-47C4A70E602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492128" y="3759584"/>
                  <a:ext cx="543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2349" name="Ink 2348">
                  <a:extLst>
                    <a:ext uri="{FF2B5EF4-FFF2-40B4-BE49-F238E27FC236}">
                      <a16:creationId xmlns:a16="http://schemas.microsoft.com/office/drawing/2014/main" id="{7098C19D-F202-722C-03AD-7AFCD1CA7824}"/>
                    </a:ext>
                  </a:extLst>
                </p14:cNvPr>
                <p14:cNvContentPartPr/>
                <p14:nvPr/>
              </p14:nvContentPartPr>
              <p14:xfrm>
                <a:off x="7473408" y="3759944"/>
                <a:ext cx="96840" cy="150120"/>
              </p14:xfrm>
            </p:contentPart>
          </mc:Choice>
          <mc:Fallback>
            <p:pic>
              <p:nvPicPr>
                <p:cNvPr id="2349" name="Ink 2348">
                  <a:extLst>
                    <a:ext uri="{FF2B5EF4-FFF2-40B4-BE49-F238E27FC236}">
                      <a16:creationId xmlns:a16="http://schemas.microsoft.com/office/drawing/2014/main" id="{7098C19D-F202-722C-03AD-7AFCD1CA782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464768" y="3751304"/>
                  <a:ext cx="1144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2355" name="Ink 2354">
                  <a:extLst>
                    <a:ext uri="{FF2B5EF4-FFF2-40B4-BE49-F238E27FC236}">
                      <a16:creationId xmlns:a16="http://schemas.microsoft.com/office/drawing/2014/main" id="{3605BCCA-267A-7B1A-D56A-460F994057EB}"/>
                    </a:ext>
                  </a:extLst>
                </p14:cNvPr>
                <p14:cNvContentPartPr/>
                <p14:nvPr/>
              </p14:nvContentPartPr>
              <p14:xfrm>
                <a:off x="7603728" y="3787304"/>
                <a:ext cx="2520" cy="95400"/>
              </p14:xfrm>
            </p:contentPart>
          </mc:Choice>
          <mc:Fallback>
            <p:pic>
              <p:nvPicPr>
                <p:cNvPr id="2355" name="Ink 2354">
                  <a:extLst>
                    <a:ext uri="{FF2B5EF4-FFF2-40B4-BE49-F238E27FC236}">
                      <a16:creationId xmlns:a16="http://schemas.microsoft.com/office/drawing/2014/main" id="{3605BCCA-267A-7B1A-D56A-460F994057E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594728" y="3778304"/>
                  <a:ext cx="201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358" name="Ink 2357">
                  <a:extLst>
                    <a:ext uri="{FF2B5EF4-FFF2-40B4-BE49-F238E27FC236}">
                      <a16:creationId xmlns:a16="http://schemas.microsoft.com/office/drawing/2014/main" id="{4B954D36-72C7-B597-D635-15F5E1CA862F}"/>
                    </a:ext>
                  </a:extLst>
                </p14:cNvPr>
                <p14:cNvContentPartPr/>
                <p14:nvPr/>
              </p14:nvContentPartPr>
              <p14:xfrm>
                <a:off x="7614168" y="3695504"/>
                <a:ext cx="8640" cy="16200"/>
              </p14:xfrm>
            </p:contentPart>
          </mc:Choice>
          <mc:Fallback>
            <p:pic>
              <p:nvPicPr>
                <p:cNvPr id="2358" name="Ink 2357">
                  <a:extLst>
                    <a:ext uri="{FF2B5EF4-FFF2-40B4-BE49-F238E27FC236}">
                      <a16:creationId xmlns:a16="http://schemas.microsoft.com/office/drawing/2014/main" id="{4B954D36-72C7-B597-D635-15F5E1CA862F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605528" y="3686864"/>
                  <a:ext cx="26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359" name="Ink 2358">
                  <a:extLst>
                    <a:ext uri="{FF2B5EF4-FFF2-40B4-BE49-F238E27FC236}">
                      <a16:creationId xmlns:a16="http://schemas.microsoft.com/office/drawing/2014/main" id="{4DFA2421-F33D-8CEF-3D62-E79A917DFC17}"/>
                    </a:ext>
                  </a:extLst>
                </p14:cNvPr>
                <p14:cNvContentPartPr/>
                <p14:nvPr/>
              </p14:nvContentPartPr>
              <p14:xfrm>
                <a:off x="7649448" y="3766064"/>
                <a:ext cx="284040" cy="141840"/>
              </p14:xfrm>
            </p:contentPart>
          </mc:Choice>
          <mc:Fallback>
            <p:pic>
              <p:nvPicPr>
                <p:cNvPr id="2359" name="Ink 2358">
                  <a:extLst>
                    <a:ext uri="{FF2B5EF4-FFF2-40B4-BE49-F238E27FC236}">
                      <a16:creationId xmlns:a16="http://schemas.microsoft.com/office/drawing/2014/main" id="{4DFA2421-F33D-8CEF-3D62-E79A917DFC1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640448" y="3757064"/>
                  <a:ext cx="3016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365" name="Ink 2364">
                  <a:extLst>
                    <a:ext uri="{FF2B5EF4-FFF2-40B4-BE49-F238E27FC236}">
                      <a16:creationId xmlns:a16="http://schemas.microsoft.com/office/drawing/2014/main" id="{656248E8-614F-3D01-DA70-7562D05B3416}"/>
                    </a:ext>
                  </a:extLst>
                </p14:cNvPr>
                <p14:cNvContentPartPr/>
                <p14:nvPr/>
              </p14:nvContentPartPr>
              <p14:xfrm>
                <a:off x="8573208" y="2907464"/>
                <a:ext cx="121680" cy="178920"/>
              </p14:xfrm>
            </p:contentPart>
          </mc:Choice>
          <mc:Fallback>
            <p:pic>
              <p:nvPicPr>
                <p:cNvPr id="2365" name="Ink 2364">
                  <a:extLst>
                    <a:ext uri="{FF2B5EF4-FFF2-40B4-BE49-F238E27FC236}">
                      <a16:creationId xmlns:a16="http://schemas.microsoft.com/office/drawing/2014/main" id="{656248E8-614F-3D01-DA70-7562D05B341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564568" y="2898824"/>
                  <a:ext cx="1393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366" name="Ink 2365">
                  <a:extLst>
                    <a:ext uri="{FF2B5EF4-FFF2-40B4-BE49-F238E27FC236}">
                      <a16:creationId xmlns:a16="http://schemas.microsoft.com/office/drawing/2014/main" id="{BE94FBEB-0235-0C0D-7495-8D0FEA47078A}"/>
                    </a:ext>
                  </a:extLst>
                </p14:cNvPr>
                <p14:cNvContentPartPr/>
                <p14:nvPr/>
              </p14:nvContentPartPr>
              <p14:xfrm>
                <a:off x="8918448" y="2857064"/>
                <a:ext cx="190440" cy="244440"/>
              </p14:xfrm>
            </p:contentPart>
          </mc:Choice>
          <mc:Fallback>
            <p:pic>
              <p:nvPicPr>
                <p:cNvPr id="2366" name="Ink 2365">
                  <a:extLst>
                    <a:ext uri="{FF2B5EF4-FFF2-40B4-BE49-F238E27FC236}">
                      <a16:creationId xmlns:a16="http://schemas.microsoft.com/office/drawing/2014/main" id="{BE94FBEB-0235-0C0D-7495-8D0FEA47078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909448" y="2848424"/>
                  <a:ext cx="2080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2367" name="Ink 2366">
                  <a:extLst>
                    <a:ext uri="{FF2B5EF4-FFF2-40B4-BE49-F238E27FC236}">
                      <a16:creationId xmlns:a16="http://schemas.microsoft.com/office/drawing/2014/main" id="{9FD804F6-BF23-8EC1-252E-87B630461F01}"/>
                    </a:ext>
                  </a:extLst>
                </p14:cNvPr>
                <p14:cNvContentPartPr/>
                <p14:nvPr/>
              </p14:nvContentPartPr>
              <p14:xfrm>
                <a:off x="8998728" y="3261704"/>
                <a:ext cx="10440" cy="9360"/>
              </p14:xfrm>
            </p:contentPart>
          </mc:Choice>
          <mc:Fallback>
            <p:pic>
              <p:nvPicPr>
                <p:cNvPr id="2367" name="Ink 2366">
                  <a:extLst>
                    <a:ext uri="{FF2B5EF4-FFF2-40B4-BE49-F238E27FC236}">
                      <a16:creationId xmlns:a16="http://schemas.microsoft.com/office/drawing/2014/main" id="{9FD804F6-BF23-8EC1-252E-87B630461F0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989728" y="3253064"/>
                  <a:ext cx="280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368" name="Ink 2367">
                  <a:extLst>
                    <a:ext uri="{FF2B5EF4-FFF2-40B4-BE49-F238E27FC236}">
                      <a16:creationId xmlns:a16="http://schemas.microsoft.com/office/drawing/2014/main" id="{D73B3122-AE61-449C-205A-B4777C6D96CC}"/>
                    </a:ext>
                  </a:extLst>
                </p14:cNvPr>
                <p14:cNvContentPartPr/>
                <p14:nvPr/>
              </p14:nvContentPartPr>
              <p14:xfrm>
                <a:off x="8945448" y="3251624"/>
                <a:ext cx="185040" cy="213840"/>
              </p14:xfrm>
            </p:contentPart>
          </mc:Choice>
          <mc:Fallback>
            <p:pic>
              <p:nvPicPr>
                <p:cNvPr id="2368" name="Ink 2367">
                  <a:extLst>
                    <a:ext uri="{FF2B5EF4-FFF2-40B4-BE49-F238E27FC236}">
                      <a16:creationId xmlns:a16="http://schemas.microsoft.com/office/drawing/2014/main" id="{D73B3122-AE61-449C-205A-B4777C6D96C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936448" y="3242984"/>
                  <a:ext cx="2026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2369" name="Ink 2368">
                  <a:extLst>
                    <a:ext uri="{FF2B5EF4-FFF2-40B4-BE49-F238E27FC236}">
                      <a16:creationId xmlns:a16="http://schemas.microsoft.com/office/drawing/2014/main" id="{70D4360C-FBAC-2800-C3D3-6E1672EFF94A}"/>
                    </a:ext>
                  </a:extLst>
                </p14:cNvPr>
                <p14:cNvContentPartPr/>
                <p14:nvPr/>
              </p14:nvContentPartPr>
              <p14:xfrm>
                <a:off x="8237688" y="2881184"/>
                <a:ext cx="15120" cy="191520"/>
              </p14:xfrm>
            </p:contentPart>
          </mc:Choice>
          <mc:Fallback>
            <p:pic>
              <p:nvPicPr>
                <p:cNvPr id="2369" name="Ink 2368">
                  <a:extLst>
                    <a:ext uri="{FF2B5EF4-FFF2-40B4-BE49-F238E27FC236}">
                      <a16:creationId xmlns:a16="http://schemas.microsoft.com/office/drawing/2014/main" id="{70D4360C-FBAC-2800-C3D3-6E1672EFF94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228688" y="2872544"/>
                  <a:ext cx="327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2370" name="Ink 2369">
                  <a:extLst>
                    <a:ext uri="{FF2B5EF4-FFF2-40B4-BE49-F238E27FC236}">
                      <a16:creationId xmlns:a16="http://schemas.microsoft.com/office/drawing/2014/main" id="{083B9FC3-026B-EF24-A750-E225FA13DBF5}"/>
                    </a:ext>
                  </a:extLst>
                </p14:cNvPr>
                <p14:cNvContentPartPr/>
                <p14:nvPr/>
              </p14:nvContentPartPr>
              <p14:xfrm>
                <a:off x="8201328" y="3313184"/>
                <a:ext cx="22320" cy="159840"/>
              </p14:xfrm>
            </p:contentPart>
          </mc:Choice>
          <mc:Fallback>
            <p:pic>
              <p:nvPicPr>
                <p:cNvPr id="2370" name="Ink 2369">
                  <a:extLst>
                    <a:ext uri="{FF2B5EF4-FFF2-40B4-BE49-F238E27FC236}">
                      <a16:creationId xmlns:a16="http://schemas.microsoft.com/office/drawing/2014/main" id="{083B9FC3-026B-EF24-A750-E225FA13DBF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192328" y="3304544"/>
                  <a:ext cx="399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2371" name="Ink 2370">
                  <a:extLst>
                    <a:ext uri="{FF2B5EF4-FFF2-40B4-BE49-F238E27FC236}">
                      <a16:creationId xmlns:a16="http://schemas.microsoft.com/office/drawing/2014/main" id="{25E2E791-28A1-1272-AEA9-8351DB042941}"/>
                    </a:ext>
                  </a:extLst>
                </p14:cNvPr>
                <p14:cNvContentPartPr/>
                <p14:nvPr/>
              </p14:nvContentPartPr>
              <p14:xfrm>
                <a:off x="8205288" y="3730424"/>
                <a:ext cx="32400" cy="140400"/>
              </p14:xfrm>
            </p:contentPart>
          </mc:Choice>
          <mc:Fallback>
            <p:pic>
              <p:nvPicPr>
                <p:cNvPr id="2371" name="Ink 2370">
                  <a:extLst>
                    <a:ext uri="{FF2B5EF4-FFF2-40B4-BE49-F238E27FC236}">
                      <a16:creationId xmlns:a16="http://schemas.microsoft.com/office/drawing/2014/main" id="{25E2E791-28A1-1272-AEA9-8351DB04294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196288" y="3721424"/>
                  <a:ext cx="500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2372" name="Ink 2371">
                  <a:extLst>
                    <a:ext uri="{FF2B5EF4-FFF2-40B4-BE49-F238E27FC236}">
                      <a16:creationId xmlns:a16="http://schemas.microsoft.com/office/drawing/2014/main" id="{239B0635-AAF2-2707-0747-5E1FB54FC422}"/>
                    </a:ext>
                  </a:extLst>
                </p14:cNvPr>
                <p14:cNvContentPartPr/>
                <p14:nvPr/>
              </p14:nvContentPartPr>
              <p14:xfrm>
                <a:off x="8605608" y="3329024"/>
                <a:ext cx="14760" cy="160200"/>
              </p14:xfrm>
            </p:contentPart>
          </mc:Choice>
          <mc:Fallback>
            <p:pic>
              <p:nvPicPr>
                <p:cNvPr id="2372" name="Ink 2371">
                  <a:extLst>
                    <a:ext uri="{FF2B5EF4-FFF2-40B4-BE49-F238E27FC236}">
                      <a16:creationId xmlns:a16="http://schemas.microsoft.com/office/drawing/2014/main" id="{239B0635-AAF2-2707-0747-5E1FB54FC42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596968" y="3320384"/>
                  <a:ext cx="324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373" name="Ink 2372">
                  <a:extLst>
                    <a:ext uri="{FF2B5EF4-FFF2-40B4-BE49-F238E27FC236}">
                      <a16:creationId xmlns:a16="http://schemas.microsoft.com/office/drawing/2014/main" id="{4AA3DC8E-F8DD-3595-37DC-8A521AD21763}"/>
                    </a:ext>
                  </a:extLst>
                </p14:cNvPr>
                <p14:cNvContentPartPr/>
                <p14:nvPr/>
              </p14:nvContentPartPr>
              <p14:xfrm>
                <a:off x="8585448" y="3717824"/>
                <a:ext cx="27000" cy="156960"/>
              </p14:xfrm>
            </p:contentPart>
          </mc:Choice>
          <mc:Fallback>
            <p:pic>
              <p:nvPicPr>
                <p:cNvPr id="2373" name="Ink 2372">
                  <a:extLst>
                    <a:ext uri="{FF2B5EF4-FFF2-40B4-BE49-F238E27FC236}">
                      <a16:creationId xmlns:a16="http://schemas.microsoft.com/office/drawing/2014/main" id="{4AA3DC8E-F8DD-3595-37DC-8A521AD2176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576448" y="3709184"/>
                  <a:ext cx="446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2374" name="Ink 2373">
                  <a:extLst>
                    <a:ext uri="{FF2B5EF4-FFF2-40B4-BE49-F238E27FC236}">
                      <a16:creationId xmlns:a16="http://schemas.microsoft.com/office/drawing/2014/main" id="{765A4559-F638-C2BA-77C0-0A27F74BB590}"/>
                    </a:ext>
                  </a:extLst>
                </p14:cNvPr>
                <p14:cNvContentPartPr/>
                <p14:nvPr/>
              </p14:nvContentPartPr>
              <p14:xfrm>
                <a:off x="8940048" y="3683624"/>
                <a:ext cx="14040" cy="143280"/>
              </p14:xfrm>
            </p:contentPart>
          </mc:Choice>
          <mc:Fallback>
            <p:pic>
              <p:nvPicPr>
                <p:cNvPr id="2374" name="Ink 2373">
                  <a:extLst>
                    <a:ext uri="{FF2B5EF4-FFF2-40B4-BE49-F238E27FC236}">
                      <a16:creationId xmlns:a16="http://schemas.microsoft.com/office/drawing/2014/main" id="{765A4559-F638-C2BA-77C0-0A27F74BB59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931048" y="3674984"/>
                  <a:ext cx="3168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5" name="Group 2454">
            <a:extLst>
              <a:ext uri="{FF2B5EF4-FFF2-40B4-BE49-F238E27FC236}">
                <a16:creationId xmlns:a16="http://schemas.microsoft.com/office/drawing/2014/main" id="{A89C9BC6-B4F4-6660-6AE0-540B058EE801}"/>
              </a:ext>
            </a:extLst>
          </p:cNvPr>
          <p:cNvGrpSpPr/>
          <p:nvPr/>
        </p:nvGrpSpPr>
        <p:grpSpPr>
          <a:xfrm>
            <a:off x="9603888" y="2542064"/>
            <a:ext cx="2555280" cy="1404720"/>
            <a:chOff x="9603888" y="2542064"/>
            <a:chExt cx="2555280" cy="140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2376" name="Ink 2375">
                  <a:extLst>
                    <a:ext uri="{FF2B5EF4-FFF2-40B4-BE49-F238E27FC236}">
                      <a16:creationId xmlns:a16="http://schemas.microsoft.com/office/drawing/2014/main" id="{92BD98E1-67FB-F92B-6D05-35A2CEEFBEE5}"/>
                    </a:ext>
                  </a:extLst>
                </p14:cNvPr>
                <p14:cNvContentPartPr/>
                <p14:nvPr/>
              </p14:nvContentPartPr>
              <p14:xfrm>
                <a:off x="9853368" y="2775704"/>
                <a:ext cx="38160" cy="1171080"/>
              </p14:xfrm>
            </p:contentPart>
          </mc:Choice>
          <mc:Fallback>
            <p:pic>
              <p:nvPicPr>
                <p:cNvPr id="2376" name="Ink 2375">
                  <a:extLst>
                    <a:ext uri="{FF2B5EF4-FFF2-40B4-BE49-F238E27FC236}">
                      <a16:creationId xmlns:a16="http://schemas.microsoft.com/office/drawing/2014/main" id="{92BD98E1-67FB-F92B-6D05-35A2CEEFBEE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844728" y="2767064"/>
                  <a:ext cx="55800" cy="11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2380" name="Ink 2379">
                  <a:extLst>
                    <a:ext uri="{FF2B5EF4-FFF2-40B4-BE49-F238E27FC236}">
                      <a16:creationId xmlns:a16="http://schemas.microsoft.com/office/drawing/2014/main" id="{35380F85-D890-F63C-2A06-191CAB7D0876}"/>
                    </a:ext>
                  </a:extLst>
                </p14:cNvPr>
                <p14:cNvContentPartPr/>
                <p14:nvPr/>
              </p14:nvContentPartPr>
              <p14:xfrm>
                <a:off x="9835008" y="3831944"/>
                <a:ext cx="2305440" cy="65880"/>
              </p14:xfrm>
            </p:contentPart>
          </mc:Choice>
          <mc:Fallback>
            <p:pic>
              <p:nvPicPr>
                <p:cNvPr id="2380" name="Ink 2379">
                  <a:extLst>
                    <a:ext uri="{FF2B5EF4-FFF2-40B4-BE49-F238E27FC236}">
                      <a16:creationId xmlns:a16="http://schemas.microsoft.com/office/drawing/2014/main" id="{35380F85-D890-F63C-2A06-191CAB7D087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826368" y="3823304"/>
                  <a:ext cx="23230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2381" name="Ink 2380">
                  <a:extLst>
                    <a:ext uri="{FF2B5EF4-FFF2-40B4-BE49-F238E27FC236}">
                      <a16:creationId xmlns:a16="http://schemas.microsoft.com/office/drawing/2014/main" id="{5AE875A9-4FB3-C9E9-ECD6-839666019E0B}"/>
                    </a:ext>
                  </a:extLst>
                </p14:cNvPr>
                <p14:cNvContentPartPr/>
                <p14:nvPr/>
              </p14:nvContentPartPr>
              <p14:xfrm>
                <a:off x="9896208" y="2786144"/>
                <a:ext cx="2262960" cy="1151280"/>
              </p14:xfrm>
            </p:contentPart>
          </mc:Choice>
          <mc:Fallback>
            <p:pic>
              <p:nvPicPr>
                <p:cNvPr id="2381" name="Ink 2380">
                  <a:extLst>
                    <a:ext uri="{FF2B5EF4-FFF2-40B4-BE49-F238E27FC236}">
                      <a16:creationId xmlns:a16="http://schemas.microsoft.com/office/drawing/2014/main" id="{5AE875A9-4FB3-C9E9-ECD6-839666019E0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887208" y="2777504"/>
                  <a:ext cx="2280600" cy="11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2384" name="Ink 2383">
                  <a:extLst>
                    <a:ext uri="{FF2B5EF4-FFF2-40B4-BE49-F238E27FC236}">
                      <a16:creationId xmlns:a16="http://schemas.microsoft.com/office/drawing/2014/main" id="{1D2E2E57-6C60-ECA5-52A9-9B9B4EAB8CDE}"/>
                    </a:ext>
                  </a:extLst>
                </p14:cNvPr>
                <p14:cNvContentPartPr/>
                <p14:nvPr/>
              </p14:nvContentPartPr>
              <p14:xfrm>
                <a:off x="10759128" y="2560784"/>
                <a:ext cx="28800" cy="156960"/>
              </p14:xfrm>
            </p:contentPart>
          </mc:Choice>
          <mc:Fallback>
            <p:pic>
              <p:nvPicPr>
                <p:cNvPr id="2384" name="Ink 2383">
                  <a:extLst>
                    <a:ext uri="{FF2B5EF4-FFF2-40B4-BE49-F238E27FC236}">
                      <a16:creationId xmlns:a16="http://schemas.microsoft.com/office/drawing/2014/main" id="{1D2E2E57-6C60-ECA5-52A9-9B9B4EAB8CD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750488" y="2552144"/>
                  <a:ext cx="464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2385" name="Ink 2384">
                  <a:extLst>
                    <a:ext uri="{FF2B5EF4-FFF2-40B4-BE49-F238E27FC236}">
                      <a16:creationId xmlns:a16="http://schemas.microsoft.com/office/drawing/2014/main" id="{7286B1CE-5647-90A7-4876-98EC2A656BE2}"/>
                    </a:ext>
                  </a:extLst>
                </p14:cNvPr>
                <p14:cNvContentPartPr/>
                <p14:nvPr/>
              </p14:nvContentPartPr>
              <p14:xfrm>
                <a:off x="10837608" y="2599664"/>
                <a:ext cx="140040" cy="132120"/>
              </p14:xfrm>
            </p:contentPart>
          </mc:Choice>
          <mc:Fallback>
            <p:pic>
              <p:nvPicPr>
                <p:cNvPr id="2385" name="Ink 2384">
                  <a:extLst>
                    <a:ext uri="{FF2B5EF4-FFF2-40B4-BE49-F238E27FC236}">
                      <a16:creationId xmlns:a16="http://schemas.microsoft.com/office/drawing/2014/main" id="{7286B1CE-5647-90A7-4876-98EC2A656BE2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828608" y="2590664"/>
                  <a:ext cx="1576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2386" name="Ink 2385">
                  <a:extLst>
                    <a:ext uri="{FF2B5EF4-FFF2-40B4-BE49-F238E27FC236}">
                      <a16:creationId xmlns:a16="http://schemas.microsoft.com/office/drawing/2014/main" id="{B84ECE6F-928B-8060-51BE-5E010E9EC2AC}"/>
                    </a:ext>
                  </a:extLst>
                </p14:cNvPr>
                <p14:cNvContentPartPr/>
                <p14:nvPr/>
              </p14:nvContentPartPr>
              <p14:xfrm>
                <a:off x="10984488" y="2542064"/>
                <a:ext cx="145440" cy="252000"/>
              </p14:xfrm>
            </p:contentPart>
          </mc:Choice>
          <mc:Fallback>
            <p:pic>
              <p:nvPicPr>
                <p:cNvPr id="2386" name="Ink 2385">
                  <a:extLst>
                    <a:ext uri="{FF2B5EF4-FFF2-40B4-BE49-F238E27FC236}">
                      <a16:creationId xmlns:a16="http://schemas.microsoft.com/office/drawing/2014/main" id="{B84ECE6F-928B-8060-51BE-5E010E9EC2A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975848" y="2533424"/>
                  <a:ext cx="1630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2388" name="Ink 2387">
                  <a:extLst>
                    <a:ext uri="{FF2B5EF4-FFF2-40B4-BE49-F238E27FC236}">
                      <a16:creationId xmlns:a16="http://schemas.microsoft.com/office/drawing/2014/main" id="{B103ABD1-364E-F7EF-EEEE-CF7D5378E330}"/>
                    </a:ext>
                  </a:extLst>
                </p14:cNvPr>
                <p14:cNvContentPartPr/>
                <p14:nvPr/>
              </p14:nvContentPartPr>
              <p14:xfrm>
                <a:off x="9603888" y="3179624"/>
                <a:ext cx="172080" cy="289080"/>
              </p14:xfrm>
            </p:contentPart>
          </mc:Choice>
          <mc:Fallback>
            <p:pic>
              <p:nvPicPr>
                <p:cNvPr id="2388" name="Ink 2387">
                  <a:extLst>
                    <a:ext uri="{FF2B5EF4-FFF2-40B4-BE49-F238E27FC236}">
                      <a16:creationId xmlns:a16="http://schemas.microsoft.com/office/drawing/2014/main" id="{B103ABD1-364E-F7EF-EEEE-CF7D5378E33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594888" y="3170984"/>
                  <a:ext cx="189720" cy="30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5" name="Group 2464">
            <a:extLst>
              <a:ext uri="{FF2B5EF4-FFF2-40B4-BE49-F238E27FC236}">
                <a16:creationId xmlns:a16="http://schemas.microsoft.com/office/drawing/2014/main" id="{9169180D-D91F-A140-903C-06ECF3BD1A58}"/>
              </a:ext>
            </a:extLst>
          </p:cNvPr>
          <p:cNvGrpSpPr/>
          <p:nvPr/>
        </p:nvGrpSpPr>
        <p:grpSpPr>
          <a:xfrm>
            <a:off x="9286728" y="4554824"/>
            <a:ext cx="341640" cy="434520"/>
            <a:chOff x="9286728" y="4554824"/>
            <a:chExt cx="341640" cy="43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2462" name="Ink 2461">
                  <a:extLst>
                    <a:ext uri="{FF2B5EF4-FFF2-40B4-BE49-F238E27FC236}">
                      <a16:creationId xmlns:a16="http://schemas.microsoft.com/office/drawing/2014/main" id="{1CD4A215-8DCF-1361-1B7D-FCF8862119ED}"/>
                    </a:ext>
                  </a:extLst>
                </p14:cNvPr>
                <p14:cNvContentPartPr/>
                <p14:nvPr/>
              </p14:nvContentPartPr>
              <p14:xfrm>
                <a:off x="9364128" y="4635104"/>
                <a:ext cx="37080" cy="259920"/>
              </p14:xfrm>
            </p:contentPart>
          </mc:Choice>
          <mc:Fallback>
            <p:pic>
              <p:nvPicPr>
                <p:cNvPr id="2462" name="Ink 2461">
                  <a:extLst>
                    <a:ext uri="{FF2B5EF4-FFF2-40B4-BE49-F238E27FC236}">
                      <a16:creationId xmlns:a16="http://schemas.microsoft.com/office/drawing/2014/main" id="{1CD4A215-8DCF-1361-1B7D-FCF8862119E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355128" y="4626464"/>
                  <a:ext cx="547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2463" name="Ink 2462">
                  <a:extLst>
                    <a:ext uri="{FF2B5EF4-FFF2-40B4-BE49-F238E27FC236}">
                      <a16:creationId xmlns:a16="http://schemas.microsoft.com/office/drawing/2014/main" id="{7323D792-9768-7DB7-C91E-D93D627F0CD8}"/>
                    </a:ext>
                  </a:extLst>
                </p14:cNvPr>
                <p14:cNvContentPartPr/>
                <p14:nvPr/>
              </p14:nvContentPartPr>
              <p14:xfrm>
                <a:off x="9511008" y="4554824"/>
                <a:ext cx="15120" cy="329400"/>
              </p14:xfrm>
            </p:contentPart>
          </mc:Choice>
          <mc:Fallback>
            <p:pic>
              <p:nvPicPr>
                <p:cNvPr id="2463" name="Ink 2462">
                  <a:extLst>
                    <a:ext uri="{FF2B5EF4-FFF2-40B4-BE49-F238E27FC236}">
                      <a16:creationId xmlns:a16="http://schemas.microsoft.com/office/drawing/2014/main" id="{7323D792-9768-7DB7-C91E-D93D627F0CD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502368" y="4546184"/>
                  <a:ext cx="327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2464" name="Ink 2463">
                  <a:extLst>
                    <a:ext uri="{FF2B5EF4-FFF2-40B4-BE49-F238E27FC236}">
                      <a16:creationId xmlns:a16="http://schemas.microsoft.com/office/drawing/2014/main" id="{CD49F7F0-A26C-C2F3-DEDE-BF497A1A777C}"/>
                    </a:ext>
                  </a:extLst>
                </p14:cNvPr>
                <p14:cNvContentPartPr/>
                <p14:nvPr/>
              </p14:nvContentPartPr>
              <p14:xfrm>
                <a:off x="9286728" y="4666424"/>
                <a:ext cx="341640" cy="322920"/>
              </p14:xfrm>
            </p:contentPart>
          </mc:Choice>
          <mc:Fallback>
            <p:pic>
              <p:nvPicPr>
                <p:cNvPr id="2464" name="Ink 2463">
                  <a:extLst>
                    <a:ext uri="{FF2B5EF4-FFF2-40B4-BE49-F238E27FC236}">
                      <a16:creationId xmlns:a16="http://schemas.microsoft.com/office/drawing/2014/main" id="{CD49F7F0-A26C-C2F3-DEDE-BF497A1A777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278088" y="4657784"/>
                  <a:ext cx="359280" cy="34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1" name="Group 2050">
            <a:extLst>
              <a:ext uri="{FF2B5EF4-FFF2-40B4-BE49-F238E27FC236}">
                <a16:creationId xmlns:a16="http://schemas.microsoft.com/office/drawing/2014/main" id="{CCCE08B6-80A9-569F-6B3D-A2B8B5E3E183}"/>
              </a:ext>
            </a:extLst>
          </p:cNvPr>
          <p:cNvGrpSpPr/>
          <p:nvPr/>
        </p:nvGrpSpPr>
        <p:grpSpPr>
          <a:xfrm>
            <a:off x="7594368" y="5172584"/>
            <a:ext cx="3365280" cy="1384920"/>
            <a:chOff x="7594368" y="5172584"/>
            <a:chExt cx="3365280" cy="138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466" name="Ink 2465">
                  <a:extLst>
                    <a:ext uri="{FF2B5EF4-FFF2-40B4-BE49-F238E27FC236}">
                      <a16:creationId xmlns:a16="http://schemas.microsoft.com/office/drawing/2014/main" id="{EF4A0429-2FA8-01A7-2F2D-337A4B45FF4E}"/>
                    </a:ext>
                  </a:extLst>
                </p14:cNvPr>
                <p14:cNvContentPartPr/>
                <p14:nvPr/>
              </p14:nvContentPartPr>
              <p14:xfrm>
                <a:off x="8314368" y="5230184"/>
                <a:ext cx="93960" cy="1099080"/>
              </p14:xfrm>
            </p:contentPart>
          </mc:Choice>
          <mc:Fallback>
            <p:pic>
              <p:nvPicPr>
                <p:cNvPr id="2466" name="Ink 2465">
                  <a:extLst>
                    <a:ext uri="{FF2B5EF4-FFF2-40B4-BE49-F238E27FC236}">
                      <a16:creationId xmlns:a16="http://schemas.microsoft.com/office/drawing/2014/main" id="{EF4A0429-2FA8-01A7-2F2D-337A4B45FF4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305368" y="5221184"/>
                  <a:ext cx="111600" cy="11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467" name="Ink 2466">
                  <a:extLst>
                    <a:ext uri="{FF2B5EF4-FFF2-40B4-BE49-F238E27FC236}">
                      <a16:creationId xmlns:a16="http://schemas.microsoft.com/office/drawing/2014/main" id="{B9C03444-FD02-0461-346A-1D181E0B232C}"/>
                    </a:ext>
                  </a:extLst>
                </p14:cNvPr>
                <p14:cNvContentPartPr/>
                <p14:nvPr/>
              </p14:nvContentPartPr>
              <p14:xfrm>
                <a:off x="8329848" y="5172584"/>
                <a:ext cx="2588400" cy="1050480"/>
              </p14:xfrm>
            </p:contentPart>
          </mc:Choice>
          <mc:Fallback>
            <p:pic>
              <p:nvPicPr>
                <p:cNvPr id="2467" name="Ink 2466">
                  <a:extLst>
                    <a:ext uri="{FF2B5EF4-FFF2-40B4-BE49-F238E27FC236}">
                      <a16:creationId xmlns:a16="http://schemas.microsoft.com/office/drawing/2014/main" id="{B9C03444-FD02-0461-346A-1D181E0B232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321208" y="5163584"/>
                  <a:ext cx="2606040" cy="10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469" name="Ink 2468">
                  <a:extLst>
                    <a:ext uri="{FF2B5EF4-FFF2-40B4-BE49-F238E27FC236}">
                      <a16:creationId xmlns:a16="http://schemas.microsoft.com/office/drawing/2014/main" id="{A9A2EC55-5600-F956-716C-71FE7DE6A441}"/>
                    </a:ext>
                  </a:extLst>
                </p14:cNvPr>
                <p14:cNvContentPartPr/>
                <p14:nvPr/>
              </p14:nvContentPartPr>
              <p14:xfrm>
                <a:off x="8374128" y="6198944"/>
                <a:ext cx="2357640" cy="171360"/>
              </p14:xfrm>
            </p:contentPart>
          </mc:Choice>
          <mc:Fallback>
            <p:pic>
              <p:nvPicPr>
                <p:cNvPr id="2469" name="Ink 2468">
                  <a:extLst>
                    <a:ext uri="{FF2B5EF4-FFF2-40B4-BE49-F238E27FC236}">
                      <a16:creationId xmlns:a16="http://schemas.microsoft.com/office/drawing/2014/main" id="{A9A2EC55-5600-F956-716C-71FE7DE6A44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365128" y="6189944"/>
                  <a:ext cx="23752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471" name="Ink 2470">
                  <a:extLst>
                    <a:ext uri="{FF2B5EF4-FFF2-40B4-BE49-F238E27FC236}">
                      <a16:creationId xmlns:a16="http://schemas.microsoft.com/office/drawing/2014/main" id="{6A38034A-769E-97AA-1A53-9352A72260D9}"/>
                    </a:ext>
                  </a:extLst>
                </p14:cNvPr>
                <p14:cNvContentPartPr/>
                <p14:nvPr/>
              </p14:nvContentPartPr>
              <p14:xfrm>
                <a:off x="7815408" y="5411624"/>
                <a:ext cx="142560" cy="183960"/>
              </p14:xfrm>
            </p:contentPart>
          </mc:Choice>
          <mc:Fallback>
            <p:pic>
              <p:nvPicPr>
                <p:cNvPr id="2471" name="Ink 2470">
                  <a:extLst>
                    <a:ext uri="{FF2B5EF4-FFF2-40B4-BE49-F238E27FC236}">
                      <a16:creationId xmlns:a16="http://schemas.microsoft.com/office/drawing/2014/main" id="{6A38034A-769E-97AA-1A53-9352A72260D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806408" y="5402984"/>
                  <a:ext cx="1602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473" name="Ink 2472">
                  <a:extLst>
                    <a:ext uri="{FF2B5EF4-FFF2-40B4-BE49-F238E27FC236}">
                      <a16:creationId xmlns:a16="http://schemas.microsoft.com/office/drawing/2014/main" id="{3893CCAA-6393-493E-80BD-8D4A55CCAFF5}"/>
                    </a:ext>
                  </a:extLst>
                </p14:cNvPr>
                <p14:cNvContentPartPr/>
                <p14:nvPr/>
              </p14:nvContentPartPr>
              <p14:xfrm>
                <a:off x="7996128" y="5391824"/>
                <a:ext cx="158400" cy="181080"/>
              </p14:xfrm>
            </p:contentPart>
          </mc:Choice>
          <mc:Fallback>
            <p:pic>
              <p:nvPicPr>
                <p:cNvPr id="2473" name="Ink 2472">
                  <a:extLst>
                    <a:ext uri="{FF2B5EF4-FFF2-40B4-BE49-F238E27FC236}">
                      <a16:creationId xmlns:a16="http://schemas.microsoft.com/office/drawing/2014/main" id="{3893CCAA-6393-493E-80BD-8D4A55CCAFF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987128" y="5382824"/>
                  <a:ext cx="1760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474" name="Ink 2473">
                  <a:extLst>
                    <a:ext uri="{FF2B5EF4-FFF2-40B4-BE49-F238E27FC236}">
                      <a16:creationId xmlns:a16="http://schemas.microsoft.com/office/drawing/2014/main" id="{7351DB49-6094-605F-31D1-E480A7111AB2}"/>
                    </a:ext>
                  </a:extLst>
                </p14:cNvPr>
                <p14:cNvContentPartPr/>
                <p14:nvPr/>
              </p14:nvContentPartPr>
              <p14:xfrm>
                <a:off x="8326968" y="5535464"/>
                <a:ext cx="2591640" cy="143640"/>
              </p14:xfrm>
            </p:contentPart>
          </mc:Choice>
          <mc:Fallback>
            <p:pic>
              <p:nvPicPr>
                <p:cNvPr id="2474" name="Ink 2473">
                  <a:extLst>
                    <a:ext uri="{FF2B5EF4-FFF2-40B4-BE49-F238E27FC236}">
                      <a16:creationId xmlns:a16="http://schemas.microsoft.com/office/drawing/2014/main" id="{7351DB49-6094-605F-31D1-E480A7111AB2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317968" y="5526824"/>
                  <a:ext cx="26092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475" name="Ink 2474">
                  <a:extLst>
                    <a:ext uri="{FF2B5EF4-FFF2-40B4-BE49-F238E27FC236}">
                      <a16:creationId xmlns:a16="http://schemas.microsoft.com/office/drawing/2014/main" id="{30A20A62-2712-F786-5564-62CF84518461}"/>
                    </a:ext>
                  </a:extLst>
                </p14:cNvPr>
                <p14:cNvContentPartPr/>
                <p14:nvPr/>
              </p14:nvContentPartPr>
              <p14:xfrm>
                <a:off x="8355048" y="5906264"/>
                <a:ext cx="2604600" cy="140400"/>
              </p14:xfrm>
            </p:contentPart>
          </mc:Choice>
          <mc:Fallback>
            <p:pic>
              <p:nvPicPr>
                <p:cNvPr id="2475" name="Ink 2474">
                  <a:extLst>
                    <a:ext uri="{FF2B5EF4-FFF2-40B4-BE49-F238E27FC236}">
                      <a16:creationId xmlns:a16="http://schemas.microsoft.com/office/drawing/2014/main" id="{30A20A62-2712-F786-5564-62CF8451846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346048" y="5897264"/>
                  <a:ext cx="26222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2477" name="Ink 2476">
                  <a:extLst>
                    <a:ext uri="{FF2B5EF4-FFF2-40B4-BE49-F238E27FC236}">
                      <a16:creationId xmlns:a16="http://schemas.microsoft.com/office/drawing/2014/main" id="{D39D49B5-DB11-DBAB-EB1F-35B0CB51A0F3}"/>
                    </a:ext>
                  </a:extLst>
                </p14:cNvPr>
                <p14:cNvContentPartPr/>
                <p14:nvPr/>
              </p14:nvContentPartPr>
              <p14:xfrm>
                <a:off x="7637568" y="5725904"/>
                <a:ext cx="116280" cy="415080"/>
              </p14:xfrm>
            </p:contentPart>
          </mc:Choice>
          <mc:Fallback>
            <p:pic>
              <p:nvPicPr>
                <p:cNvPr id="2477" name="Ink 2476">
                  <a:extLst>
                    <a:ext uri="{FF2B5EF4-FFF2-40B4-BE49-F238E27FC236}">
                      <a16:creationId xmlns:a16="http://schemas.microsoft.com/office/drawing/2014/main" id="{D39D49B5-DB11-DBAB-EB1F-35B0CB51A0F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628568" y="5717264"/>
                  <a:ext cx="13392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2478" name="Ink 2477">
                  <a:extLst>
                    <a:ext uri="{FF2B5EF4-FFF2-40B4-BE49-F238E27FC236}">
                      <a16:creationId xmlns:a16="http://schemas.microsoft.com/office/drawing/2014/main" id="{3986395B-5269-5D7B-9D9C-CFDD5D17CBCE}"/>
                    </a:ext>
                  </a:extLst>
                </p14:cNvPr>
                <p14:cNvContentPartPr/>
                <p14:nvPr/>
              </p14:nvContentPartPr>
              <p14:xfrm>
                <a:off x="7807848" y="5757944"/>
                <a:ext cx="77400" cy="189720"/>
              </p14:xfrm>
            </p:contentPart>
          </mc:Choice>
          <mc:Fallback>
            <p:pic>
              <p:nvPicPr>
                <p:cNvPr id="2478" name="Ink 2477">
                  <a:extLst>
                    <a:ext uri="{FF2B5EF4-FFF2-40B4-BE49-F238E27FC236}">
                      <a16:creationId xmlns:a16="http://schemas.microsoft.com/office/drawing/2014/main" id="{3986395B-5269-5D7B-9D9C-CFDD5D17CBC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799208" y="5748944"/>
                  <a:ext cx="950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479" name="Ink 2478">
                  <a:extLst>
                    <a:ext uri="{FF2B5EF4-FFF2-40B4-BE49-F238E27FC236}">
                      <a16:creationId xmlns:a16="http://schemas.microsoft.com/office/drawing/2014/main" id="{A0F95FE2-578A-2DF0-1A9D-72A5E501DBB5}"/>
                    </a:ext>
                  </a:extLst>
                </p14:cNvPr>
                <p14:cNvContentPartPr/>
                <p14:nvPr/>
              </p14:nvContentPartPr>
              <p14:xfrm>
                <a:off x="7905048" y="5734904"/>
                <a:ext cx="405000" cy="221040"/>
              </p14:xfrm>
            </p:contentPart>
          </mc:Choice>
          <mc:Fallback>
            <p:pic>
              <p:nvPicPr>
                <p:cNvPr id="2479" name="Ink 2478">
                  <a:extLst>
                    <a:ext uri="{FF2B5EF4-FFF2-40B4-BE49-F238E27FC236}">
                      <a16:creationId xmlns:a16="http://schemas.microsoft.com/office/drawing/2014/main" id="{A0F95FE2-578A-2DF0-1A9D-72A5E501DBB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896408" y="5725904"/>
                  <a:ext cx="4226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2481" name="Ink 2480">
                  <a:extLst>
                    <a:ext uri="{FF2B5EF4-FFF2-40B4-BE49-F238E27FC236}">
                      <a16:creationId xmlns:a16="http://schemas.microsoft.com/office/drawing/2014/main" id="{DEA287FD-A851-83AC-2FA0-07CF35B24007}"/>
                    </a:ext>
                  </a:extLst>
                </p14:cNvPr>
                <p14:cNvContentPartPr/>
                <p14:nvPr/>
              </p14:nvContentPartPr>
              <p14:xfrm>
                <a:off x="7663848" y="6274184"/>
                <a:ext cx="34560" cy="283320"/>
              </p14:xfrm>
            </p:contentPart>
          </mc:Choice>
          <mc:Fallback>
            <p:pic>
              <p:nvPicPr>
                <p:cNvPr id="2481" name="Ink 2480">
                  <a:extLst>
                    <a:ext uri="{FF2B5EF4-FFF2-40B4-BE49-F238E27FC236}">
                      <a16:creationId xmlns:a16="http://schemas.microsoft.com/office/drawing/2014/main" id="{DEA287FD-A851-83AC-2FA0-07CF35B24007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654848" y="6265544"/>
                  <a:ext cx="522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482" name="Ink 2481">
                  <a:extLst>
                    <a:ext uri="{FF2B5EF4-FFF2-40B4-BE49-F238E27FC236}">
                      <a16:creationId xmlns:a16="http://schemas.microsoft.com/office/drawing/2014/main" id="{305608C1-09B0-CA78-33D0-DA895CAC4BC5}"/>
                    </a:ext>
                  </a:extLst>
                </p14:cNvPr>
                <p14:cNvContentPartPr/>
                <p14:nvPr/>
              </p14:nvContentPartPr>
              <p14:xfrm>
                <a:off x="7594368" y="6266264"/>
                <a:ext cx="175680" cy="152280"/>
              </p14:xfrm>
            </p:contentPart>
          </mc:Choice>
          <mc:Fallback>
            <p:pic>
              <p:nvPicPr>
                <p:cNvPr id="2482" name="Ink 2481">
                  <a:extLst>
                    <a:ext uri="{FF2B5EF4-FFF2-40B4-BE49-F238E27FC236}">
                      <a16:creationId xmlns:a16="http://schemas.microsoft.com/office/drawing/2014/main" id="{305608C1-09B0-CA78-33D0-DA895CAC4BC5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585728" y="6257264"/>
                  <a:ext cx="1933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483" name="Ink 2482">
                  <a:extLst>
                    <a:ext uri="{FF2B5EF4-FFF2-40B4-BE49-F238E27FC236}">
                      <a16:creationId xmlns:a16="http://schemas.microsoft.com/office/drawing/2014/main" id="{A0CEDB4A-CC8C-18AA-830B-BB55F7BBE627}"/>
                    </a:ext>
                  </a:extLst>
                </p14:cNvPr>
                <p14:cNvContentPartPr/>
                <p14:nvPr/>
              </p14:nvContentPartPr>
              <p14:xfrm>
                <a:off x="7835208" y="6275264"/>
                <a:ext cx="8640" cy="111240"/>
              </p14:xfrm>
            </p:contentPart>
          </mc:Choice>
          <mc:Fallback>
            <p:pic>
              <p:nvPicPr>
                <p:cNvPr id="2483" name="Ink 2482">
                  <a:extLst>
                    <a:ext uri="{FF2B5EF4-FFF2-40B4-BE49-F238E27FC236}">
                      <a16:creationId xmlns:a16="http://schemas.microsoft.com/office/drawing/2014/main" id="{A0CEDB4A-CC8C-18AA-830B-BB55F7BBE627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826208" y="6266264"/>
                  <a:ext cx="262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487" name="Ink 2486">
                  <a:extLst>
                    <a:ext uri="{FF2B5EF4-FFF2-40B4-BE49-F238E27FC236}">
                      <a16:creationId xmlns:a16="http://schemas.microsoft.com/office/drawing/2014/main" id="{23C63749-08A5-BADA-C694-18F586C92A56}"/>
                    </a:ext>
                  </a:extLst>
                </p14:cNvPr>
                <p14:cNvContentPartPr/>
                <p14:nvPr/>
              </p14:nvContentPartPr>
              <p14:xfrm>
                <a:off x="7813968" y="6156104"/>
                <a:ext cx="35640" cy="32040"/>
              </p14:xfrm>
            </p:contentPart>
          </mc:Choice>
          <mc:Fallback>
            <p:pic>
              <p:nvPicPr>
                <p:cNvPr id="2487" name="Ink 2486">
                  <a:extLst>
                    <a:ext uri="{FF2B5EF4-FFF2-40B4-BE49-F238E27FC236}">
                      <a16:creationId xmlns:a16="http://schemas.microsoft.com/office/drawing/2014/main" id="{23C63749-08A5-BADA-C694-18F586C92A56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804968" y="6147464"/>
                  <a:ext cx="532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2488" name="Ink 2487">
                  <a:extLst>
                    <a:ext uri="{FF2B5EF4-FFF2-40B4-BE49-F238E27FC236}">
                      <a16:creationId xmlns:a16="http://schemas.microsoft.com/office/drawing/2014/main" id="{8811BCF1-C667-9A9D-E9B4-7DAB22663BD8}"/>
                    </a:ext>
                  </a:extLst>
                </p14:cNvPr>
                <p14:cNvContentPartPr/>
                <p14:nvPr/>
              </p14:nvContentPartPr>
              <p14:xfrm>
                <a:off x="7900368" y="6232424"/>
                <a:ext cx="165240" cy="152640"/>
              </p14:xfrm>
            </p:contentPart>
          </mc:Choice>
          <mc:Fallback>
            <p:pic>
              <p:nvPicPr>
                <p:cNvPr id="2488" name="Ink 2487">
                  <a:extLst>
                    <a:ext uri="{FF2B5EF4-FFF2-40B4-BE49-F238E27FC236}">
                      <a16:creationId xmlns:a16="http://schemas.microsoft.com/office/drawing/2014/main" id="{8811BCF1-C667-9A9D-E9B4-7DAB22663BD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891368" y="6223784"/>
                  <a:ext cx="1828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2489" name="Ink 2488">
                  <a:extLst>
                    <a:ext uri="{FF2B5EF4-FFF2-40B4-BE49-F238E27FC236}">
                      <a16:creationId xmlns:a16="http://schemas.microsoft.com/office/drawing/2014/main" id="{A4064B08-81EC-2817-02D4-08AB286387BF}"/>
                    </a:ext>
                  </a:extLst>
                </p14:cNvPr>
                <p14:cNvContentPartPr/>
                <p14:nvPr/>
              </p14:nvContentPartPr>
              <p14:xfrm>
                <a:off x="8046168" y="6243584"/>
                <a:ext cx="94320" cy="127800"/>
              </p14:xfrm>
            </p:contentPart>
          </mc:Choice>
          <mc:Fallback>
            <p:pic>
              <p:nvPicPr>
                <p:cNvPr id="2489" name="Ink 2488">
                  <a:extLst>
                    <a:ext uri="{FF2B5EF4-FFF2-40B4-BE49-F238E27FC236}">
                      <a16:creationId xmlns:a16="http://schemas.microsoft.com/office/drawing/2014/main" id="{A4064B08-81EC-2817-02D4-08AB286387B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037168" y="6234944"/>
                  <a:ext cx="1119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2492" name="Ink 2491">
                  <a:extLst>
                    <a:ext uri="{FF2B5EF4-FFF2-40B4-BE49-F238E27FC236}">
                      <a16:creationId xmlns:a16="http://schemas.microsoft.com/office/drawing/2014/main" id="{789B9316-5DDB-CB8D-F725-2F38F576FC0D}"/>
                    </a:ext>
                  </a:extLst>
                </p14:cNvPr>
                <p14:cNvContentPartPr/>
                <p14:nvPr/>
              </p14:nvContentPartPr>
              <p14:xfrm>
                <a:off x="8158488" y="6203624"/>
                <a:ext cx="152280" cy="165240"/>
              </p14:xfrm>
            </p:contentPart>
          </mc:Choice>
          <mc:Fallback>
            <p:pic>
              <p:nvPicPr>
                <p:cNvPr id="2492" name="Ink 2491">
                  <a:extLst>
                    <a:ext uri="{FF2B5EF4-FFF2-40B4-BE49-F238E27FC236}">
                      <a16:creationId xmlns:a16="http://schemas.microsoft.com/office/drawing/2014/main" id="{789B9316-5DDB-CB8D-F725-2F38F576FC0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149488" y="6194984"/>
                  <a:ext cx="1699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2050" name="Ink 2049">
                  <a:extLst>
                    <a:ext uri="{FF2B5EF4-FFF2-40B4-BE49-F238E27FC236}">
                      <a16:creationId xmlns:a16="http://schemas.microsoft.com/office/drawing/2014/main" id="{CCB03657-7506-0384-BFD1-9A85AB78B827}"/>
                    </a:ext>
                  </a:extLst>
                </p14:cNvPr>
                <p14:cNvContentPartPr/>
                <p14:nvPr/>
              </p14:nvContentPartPr>
              <p14:xfrm>
                <a:off x="8453328" y="5409104"/>
                <a:ext cx="182160" cy="198720"/>
              </p14:xfrm>
            </p:contentPart>
          </mc:Choice>
          <mc:Fallback>
            <p:pic>
              <p:nvPicPr>
                <p:cNvPr id="2050" name="Ink 2049">
                  <a:extLst>
                    <a:ext uri="{FF2B5EF4-FFF2-40B4-BE49-F238E27FC236}">
                      <a16:creationId xmlns:a16="http://schemas.microsoft.com/office/drawing/2014/main" id="{CCB03657-7506-0384-BFD1-9A85AB78B82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444328" y="5400104"/>
                  <a:ext cx="199800" cy="21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2053" name="Ink 2052">
                <a:extLst>
                  <a:ext uri="{FF2B5EF4-FFF2-40B4-BE49-F238E27FC236}">
                    <a16:creationId xmlns:a16="http://schemas.microsoft.com/office/drawing/2014/main" id="{ADAFE623-C857-5FC0-FD4E-8914AA10C7F1}"/>
                  </a:ext>
                </a:extLst>
              </p14:cNvPr>
              <p14:cNvContentPartPr/>
              <p14:nvPr/>
            </p14:nvContentPartPr>
            <p14:xfrm>
              <a:off x="7935288" y="2936264"/>
              <a:ext cx="1343160" cy="81000"/>
            </p14:xfrm>
          </p:contentPart>
        </mc:Choice>
        <mc:Fallback>
          <p:pic>
            <p:nvPicPr>
              <p:cNvPr id="2053" name="Ink 2052">
                <a:extLst>
                  <a:ext uri="{FF2B5EF4-FFF2-40B4-BE49-F238E27FC236}">
                    <a16:creationId xmlns:a16="http://schemas.microsoft.com/office/drawing/2014/main" id="{ADAFE623-C857-5FC0-FD4E-8914AA10C7F1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7926648" y="2927624"/>
                <a:ext cx="13608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2054" name="Ink 2053">
                <a:extLst>
                  <a:ext uri="{FF2B5EF4-FFF2-40B4-BE49-F238E27FC236}">
                    <a16:creationId xmlns:a16="http://schemas.microsoft.com/office/drawing/2014/main" id="{E063C31B-C2DF-1BB3-9095-DA0B42897695}"/>
                  </a:ext>
                </a:extLst>
              </p14:cNvPr>
              <p14:cNvContentPartPr/>
              <p14:nvPr/>
            </p14:nvContentPartPr>
            <p14:xfrm>
              <a:off x="10002048" y="2842664"/>
              <a:ext cx="116280" cy="964080"/>
            </p14:xfrm>
          </p:contentPart>
        </mc:Choice>
        <mc:Fallback>
          <p:pic>
            <p:nvPicPr>
              <p:cNvPr id="2054" name="Ink 2053">
                <a:extLst>
                  <a:ext uri="{FF2B5EF4-FFF2-40B4-BE49-F238E27FC236}">
                    <a16:creationId xmlns:a16="http://schemas.microsoft.com/office/drawing/2014/main" id="{E063C31B-C2DF-1BB3-9095-DA0B42897695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9993048" y="2834024"/>
                <a:ext cx="133920" cy="9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2056" name="Ink 2055">
                <a:extLst>
                  <a:ext uri="{FF2B5EF4-FFF2-40B4-BE49-F238E27FC236}">
                    <a16:creationId xmlns:a16="http://schemas.microsoft.com/office/drawing/2014/main" id="{6654338E-0FF2-15B7-59B4-2B73AC257895}"/>
                  </a:ext>
                </a:extLst>
              </p14:cNvPr>
              <p14:cNvContentPartPr/>
              <p14:nvPr/>
            </p14:nvContentPartPr>
            <p14:xfrm>
              <a:off x="8460168" y="5401904"/>
              <a:ext cx="196200" cy="194760"/>
            </p14:xfrm>
          </p:contentPart>
        </mc:Choice>
        <mc:Fallback>
          <p:pic>
            <p:nvPicPr>
              <p:cNvPr id="2056" name="Ink 2055">
                <a:extLst>
                  <a:ext uri="{FF2B5EF4-FFF2-40B4-BE49-F238E27FC236}">
                    <a16:creationId xmlns:a16="http://schemas.microsoft.com/office/drawing/2014/main" id="{6654338E-0FF2-15B7-59B4-2B73AC257895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8451528" y="5392904"/>
                <a:ext cx="21384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2057" name="Ink 2056">
                <a:extLst>
                  <a:ext uri="{FF2B5EF4-FFF2-40B4-BE49-F238E27FC236}">
                    <a16:creationId xmlns:a16="http://schemas.microsoft.com/office/drawing/2014/main" id="{5D354656-18ED-1409-4BC8-30A5D76805F2}"/>
                  </a:ext>
                </a:extLst>
              </p14:cNvPr>
              <p14:cNvContentPartPr/>
              <p14:nvPr/>
            </p14:nvContentPartPr>
            <p14:xfrm>
              <a:off x="7931688" y="2866064"/>
              <a:ext cx="1161000" cy="49680"/>
            </p14:xfrm>
          </p:contentPart>
        </mc:Choice>
        <mc:Fallback>
          <p:pic>
            <p:nvPicPr>
              <p:cNvPr id="2057" name="Ink 2056">
                <a:extLst>
                  <a:ext uri="{FF2B5EF4-FFF2-40B4-BE49-F238E27FC236}">
                    <a16:creationId xmlns:a16="http://schemas.microsoft.com/office/drawing/2014/main" id="{5D354656-18ED-1409-4BC8-30A5D76805F2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7923048" y="2857064"/>
                <a:ext cx="117864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2071" name="Ink 2070">
                <a:extLst>
                  <a:ext uri="{FF2B5EF4-FFF2-40B4-BE49-F238E27FC236}">
                    <a16:creationId xmlns:a16="http://schemas.microsoft.com/office/drawing/2014/main" id="{8CDAE07E-25DC-DBD1-09D4-E9E181658462}"/>
                  </a:ext>
                </a:extLst>
              </p14:cNvPr>
              <p14:cNvContentPartPr/>
              <p14:nvPr/>
            </p14:nvContentPartPr>
            <p14:xfrm>
              <a:off x="8784528" y="5387864"/>
              <a:ext cx="109800" cy="236520"/>
            </p14:xfrm>
          </p:contentPart>
        </mc:Choice>
        <mc:Fallback>
          <p:pic>
            <p:nvPicPr>
              <p:cNvPr id="2071" name="Ink 2070">
                <a:extLst>
                  <a:ext uri="{FF2B5EF4-FFF2-40B4-BE49-F238E27FC236}">
                    <a16:creationId xmlns:a16="http://schemas.microsoft.com/office/drawing/2014/main" id="{8CDAE07E-25DC-DBD1-09D4-E9E181658462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8775888" y="5378864"/>
                <a:ext cx="12744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2072" name="Ink 2071">
                <a:extLst>
                  <a:ext uri="{FF2B5EF4-FFF2-40B4-BE49-F238E27FC236}">
                    <a16:creationId xmlns:a16="http://schemas.microsoft.com/office/drawing/2014/main" id="{CD9D930E-D18D-C9FC-DAFE-218CEDA57879}"/>
                  </a:ext>
                </a:extLst>
              </p14:cNvPr>
              <p14:cNvContentPartPr/>
              <p14:nvPr/>
            </p14:nvContentPartPr>
            <p14:xfrm>
              <a:off x="9847968" y="3107264"/>
              <a:ext cx="2287080" cy="41400"/>
            </p14:xfrm>
          </p:contentPart>
        </mc:Choice>
        <mc:Fallback>
          <p:pic>
            <p:nvPicPr>
              <p:cNvPr id="2072" name="Ink 2071">
                <a:extLst>
                  <a:ext uri="{FF2B5EF4-FFF2-40B4-BE49-F238E27FC236}">
                    <a16:creationId xmlns:a16="http://schemas.microsoft.com/office/drawing/2014/main" id="{CD9D930E-D18D-C9FC-DAFE-218CEDA57879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9839328" y="3098264"/>
                <a:ext cx="2304720" cy="5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5" name="Group 2074">
            <a:extLst>
              <a:ext uri="{FF2B5EF4-FFF2-40B4-BE49-F238E27FC236}">
                <a16:creationId xmlns:a16="http://schemas.microsoft.com/office/drawing/2014/main" id="{DDB716FE-6700-2E2C-E2D4-B8922FB4403A}"/>
              </a:ext>
            </a:extLst>
          </p:cNvPr>
          <p:cNvGrpSpPr/>
          <p:nvPr/>
        </p:nvGrpSpPr>
        <p:grpSpPr>
          <a:xfrm>
            <a:off x="9883248" y="2717744"/>
            <a:ext cx="2254320" cy="1239120"/>
            <a:chOff x="9883248" y="2717744"/>
            <a:chExt cx="2254320" cy="12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058" name="Ink 2057">
                  <a:extLst>
                    <a:ext uri="{FF2B5EF4-FFF2-40B4-BE49-F238E27FC236}">
                      <a16:creationId xmlns:a16="http://schemas.microsoft.com/office/drawing/2014/main" id="{C193FE92-E533-439C-1EF2-28726A570996}"/>
                    </a:ext>
                  </a:extLst>
                </p14:cNvPr>
                <p14:cNvContentPartPr/>
                <p14:nvPr/>
              </p14:nvContentPartPr>
              <p14:xfrm>
                <a:off x="10396968" y="2717744"/>
                <a:ext cx="38880" cy="1239120"/>
              </p14:xfrm>
            </p:contentPart>
          </mc:Choice>
          <mc:Fallback>
            <p:pic>
              <p:nvPicPr>
                <p:cNvPr id="2058" name="Ink 2057">
                  <a:extLst>
                    <a:ext uri="{FF2B5EF4-FFF2-40B4-BE49-F238E27FC236}">
                      <a16:creationId xmlns:a16="http://schemas.microsoft.com/office/drawing/2014/main" id="{C193FE92-E533-439C-1EF2-28726A570996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387968" y="2709104"/>
                  <a:ext cx="56520" cy="12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059" name="Ink 2058">
                  <a:extLst>
                    <a:ext uri="{FF2B5EF4-FFF2-40B4-BE49-F238E27FC236}">
                      <a16:creationId xmlns:a16="http://schemas.microsoft.com/office/drawing/2014/main" id="{80A54B10-716D-9707-4F20-7CA88DE79C36}"/>
                    </a:ext>
                  </a:extLst>
                </p14:cNvPr>
                <p14:cNvContentPartPr/>
                <p14:nvPr/>
              </p14:nvContentPartPr>
              <p14:xfrm>
                <a:off x="9995208" y="3231464"/>
                <a:ext cx="137520" cy="161280"/>
              </p14:xfrm>
            </p:contentPart>
          </mc:Choice>
          <mc:Fallback>
            <p:pic>
              <p:nvPicPr>
                <p:cNvPr id="2059" name="Ink 2058">
                  <a:extLst>
                    <a:ext uri="{FF2B5EF4-FFF2-40B4-BE49-F238E27FC236}">
                      <a16:creationId xmlns:a16="http://schemas.microsoft.com/office/drawing/2014/main" id="{80A54B10-716D-9707-4F20-7CA88DE79C3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986208" y="3222824"/>
                  <a:ext cx="1551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060" name="Ink 2059">
                  <a:extLst>
                    <a:ext uri="{FF2B5EF4-FFF2-40B4-BE49-F238E27FC236}">
                      <a16:creationId xmlns:a16="http://schemas.microsoft.com/office/drawing/2014/main" id="{7A238DD0-4D10-42FC-D609-5AD5E58F5734}"/>
                    </a:ext>
                  </a:extLst>
                </p14:cNvPr>
                <p14:cNvContentPartPr/>
                <p14:nvPr/>
              </p14:nvContentPartPr>
              <p14:xfrm>
                <a:off x="10018968" y="3251984"/>
                <a:ext cx="173160" cy="91440"/>
              </p14:xfrm>
            </p:contentPart>
          </mc:Choice>
          <mc:Fallback>
            <p:pic>
              <p:nvPicPr>
                <p:cNvPr id="2060" name="Ink 2059">
                  <a:extLst>
                    <a:ext uri="{FF2B5EF4-FFF2-40B4-BE49-F238E27FC236}">
                      <a16:creationId xmlns:a16="http://schemas.microsoft.com/office/drawing/2014/main" id="{7A238DD0-4D10-42FC-D609-5AD5E58F5734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009968" y="3242984"/>
                  <a:ext cx="1908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061" name="Ink 2060">
                  <a:extLst>
                    <a:ext uri="{FF2B5EF4-FFF2-40B4-BE49-F238E27FC236}">
                      <a16:creationId xmlns:a16="http://schemas.microsoft.com/office/drawing/2014/main" id="{84E0F9CF-8C88-D0E2-814D-4CCF1BBB33D2}"/>
                    </a:ext>
                  </a:extLst>
                </p14:cNvPr>
                <p14:cNvContentPartPr/>
                <p14:nvPr/>
              </p14:nvContentPartPr>
              <p14:xfrm>
                <a:off x="10339008" y="3248744"/>
                <a:ext cx="205920" cy="150840"/>
              </p14:xfrm>
            </p:contentPart>
          </mc:Choice>
          <mc:Fallback>
            <p:pic>
              <p:nvPicPr>
                <p:cNvPr id="2061" name="Ink 2060">
                  <a:extLst>
                    <a:ext uri="{FF2B5EF4-FFF2-40B4-BE49-F238E27FC236}">
                      <a16:creationId xmlns:a16="http://schemas.microsoft.com/office/drawing/2014/main" id="{84E0F9CF-8C88-D0E2-814D-4CCF1BBB33D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0330008" y="3240104"/>
                  <a:ext cx="2235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062" name="Ink 2061">
                  <a:extLst>
                    <a:ext uri="{FF2B5EF4-FFF2-40B4-BE49-F238E27FC236}">
                      <a16:creationId xmlns:a16="http://schemas.microsoft.com/office/drawing/2014/main" id="{93E50118-9DC7-B719-0D7A-856B65770DC8}"/>
                    </a:ext>
                  </a:extLst>
                </p14:cNvPr>
                <p14:cNvContentPartPr/>
                <p14:nvPr/>
              </p14:nvContentPartPr>
              <p14:xfrm>
                <a:off x="10399848" y="3275024"/>
                <a:ext cx="57240" cy="109440"/>
              </p14:xfrm>
            </p:contentPart>
          </mc:Choice>
          <mc:Fallback>
            <p:pic>
              <p:nvPicPr>
                <p:cNvPr id="2062" name="Ink 2061">
                  <a:extLst>
                    <a:ext uri="{FF2B5EF4-FFF2-40B4-BE49-F238E27FC236}">
                      <a16:creationId xmlns:a16="http://schemas.microsoft.com/office/drawing/2014/main" id="{93E50118-9DC7-B719-0D7A-856B65770DC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391208" y="3266384"/>
                  <a:ext cx="748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063" name="Ink 2062">
                  <a:extLst>
                    <a:ext uri="{FF2B5EF4-FFF2-40B4-BE49-F238E27FC236}">
                      <a16:creationId xmlns:a16="http://schemas.microsoft.com/office/drawing/2014/main" id="{8FD18E9B-9509-BD0A-4E04-655EAA0403E6}"/>
                    </a:ext>
                  </a:extLst>
                </p14:cNvPr>
                <p14:cNvContentPartPr/>
                <p14:nvPr/>
              </p14:nvContentPartPr>
              <p14:xfrm>
                <a:off x="10023288" y="3535664"/>
                <a:ext cx="114120" cy="162360"/>
              </p14:xfrm>
            </p:contentPart>
          </mc:Choice>
          <mc:Fallback>
            <p:pic>
              <p:nvPicPr>
                <p:cNvPr id="2063" name="Ink 2062">
                  <a:extLst>
                    <a:ext uri="{FF2B5EF4-FFF2-40B4-BE49-F238E27FC236}">
                      <a16:creationId xmlns:a16="http://schemas.microsoft.com/office/drawing/2014/main" id="{8FD18E9B-9509-BD0A-4E04-655EAA0403E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014648" y="3526664"/>
                  <a:ext cx="1317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065" name="Ink 2064">
                  <a:extLst>
                    <a:ext uri="{FF2B5EF4-FFF2-40B4-BE49-F238E27FC236}">
                      <a16:creationId xmlns:a16="http://schemas.microsoft.com/office/drawing/2014/main" id="{B6039083-44F0-87D0-F4E7-96C34E5BAD6F}"/>
                    </a:ext>
                  </a:extLst>
                </p14:cNvPr>
                <p14:cNvContentPartPr/>
                <p14:nvPr/>
              </p14:nvContentPartPr>
              <p14:xfrm>
                <a:off x="10040208" y="3570224"/>
                <a:ext cx="184680" cy="106920"/>
              </p14:xfrm>
            </p:contentPart>
          </mc:Choice>
          <mc:Fallback>
            <p:pic>
              <p:nvPicPr>
                <p:cNvPr id="2065" name="Ink 2064">
                  <a:extLst>
                    <a:ext uri="{FF2B5EF4-FFF2-40B4-BE49-F238E27FC236}">
                      <a16:creationId xmlns:a16="http://schemas.microsoft.com/office/drawing/2014/main" id="{B6039083-44F0-87D0-F4E7-96C34E5BAD6F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031208" y="3561584"/>
                  <a:ext cx="2023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066" name="Ink 2065">
                  <a:extLst>
                    <a:ext uri="{FF2B5EF4-FFF2-40B4-BE49-F238E27FC236}">
                      <a16:creationId xmlns:a16="http://schemas.microsoft.com/office/drawing/2014/main" id="{B7EB4282-DE77-D6A0-540B-98720AAC3CD9}"/>
                    </a:ext>
                  </a:extLst>
                </p14:cNvPr>
                <p14:cNvContentPartPr/>
                <p14:nvPr/>
              </p14:nvContentPartPr>
              <p14:xfrm>
                <a:off x="10413168" y="3623144"/>
                <a:ext cx="210960" cy="106200"/>
              </p14:xfrm>
            </p:contentPart>
          </mc:Choice>
          <mc:Fallback>
            <p:pic>
              <p:nvPicPr>
                <p:cNvPr id="2066" name="Ink 2065">
                  <a:extLst>
                    <a:ext uri="{FF2B5EF4-FFF2-40B4-BE49-F238E27FC236}">
                      <a16:creationId xmlns:a16="http://schemas.microsoft.com/office/drawing/2014/main" id="{B7EB4282-DE77-D6A0-540B-98720AAC3CD9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404168" y="3614504"/>
                  <a:ext cx="2286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067" name="Ink 2066">
                  <a:extLst>
                    <a:ext uri="{FF2B5EF4-FFF2-40B4-BE49-F238E27FC236}">
                      <a16:creationId xmlns:a16="http://schemas.microsoft.com/office/drawing/2014/main" id="{BFA4B0F0-B13E-5F83-1F07-AED4CBE15A93}"/>
                    </a:ext>
                  </a:extLst>
                </p14:cNvPr>
                <p14:cNvContentPartPr/>
                <p14:nvPr/>
              </p14:nvContentPartPr>
              <p14:xfrm>
                <a:off x="10417488" y="3626384"/>
                <a:ext cx="114840" cy="110880"/>
              </p14:xfrm>
            </p:contentPart>
          </mc:Choice>
          <mc:Fallback>
            <p:pic>
              <p:nvPicPr>
                <p:cNvPr id="2067" name="Ink 2066">
                  <a:extLst>
                    <a:ext uri="{FF2B5EF4-FFF2-40B4-BE49-F238E27FC236}">
                      <a16:creationId xmlns:a16="http://schemas.microsoft.com/office/drawing/2014/main" id="{BFA4B0F0-B13E-5F83-1F07-AED4CBE15A93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408848" y="3617384"/>
                  <a:ext cx="1324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074" name="Ink 2073">
                  <a:extLst>
                    <a:ext uri="{FF2B5EF4-FFF2-40B4-BE49-F238E27FC236}">
                      <a16:creationId xmlns:a16="http://schemas.microsoft.com/office/drawing/2014/main" id="{0F10EACF-1632-22E2-8BB7-091B4364F8FD}"/>
                    </a:ext>
                  </a:extLst>
                </p14:cNvPr>
                <p14:cNvContentPartPr/>
                <p14:nvPr/>
              </p14:nvContentPartPr>
              <p14:xfrm>
                <a:off x="9883248" y="3428744"/>
                <a:ext cx="2254320" cy="73800"/>
              </p14:xfrm>
            </p:contentPart>
          </mc:Choice>
          <mc:Fallback>
            <p:pic>
              <p:nvPicPr>
                <p:cNvPr id="2074" name="Ink 2073">
                  <a:extLst>
                    <a:ext uri="{FF2B5EF4-FFF2-40B4-BE49-F238E27FC236}">
                      <a16:creationId xmlns:a16="http://schemas.microsoft.com/office/drawing/2014/main" id="{0F10EACF-1632-22E2-8BB7-091B4364F8F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874248" y="3420104"/>
                  <a:ext cx="2271960" cy="9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2077" name="Ink 2076">
                <a:extLst>
                  <a:ext uri="{FF2B5EF4-FFF2-40B4-BE49-F238E27FC236}">
                    <a16:creationId xmlns:a16="http://schemas.microsoft.com/office/drawing/2014/main" id="{FD9C5D56-3EB7-7F21-3B59-F169DDC467CB}"/>
                  </a:ext>
                </a:extLst>
              </p14:cNvPr>
              <p14:cNvContentPartPr/>
              <p14:nvPr/>
            </p14:nvContentPartPr>
            <p14:xfrm>
              <a:off x="3601968" y="4619264"/>
              <a:ext cx="852480" cy="627480"/>
            </p14:xfrm>
          </p:contentPart>
        </mc:Choice>
        <mc:Fallback>
          <p:pic>
            <p:nvPicPr>
              <p:cNvPr id="2077" name="Ink 2076">
                <a:extLst>
                  <a:ext uri="{FF2B5EF4-FFF2-40B4-BE49-F238E27FC236}">
                    <a16:creationId xmlns:a16="http://schemas.microsoft.com/office/drawing/2014/main" id="{FD9C5D56-3EB7-7F21-3B59-F169DDC467CB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3593328" y="4610264"/>
                <a:ext cx="870120" cy="64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2078" name="Ink 2077">
                <a:extLst>
                  <a:ext uri="{FF2B5EF4-FFF2-40B4-BE49-F238E27FC236}">
                    <a16:creationId xmlns:a16="http://schemas.microsoft.com/office/drawing/2014/main" id="{91BC0090-D50C-D909-C415-1DF4FD880FBE}"/>
                  </a:ext>
                </a:extLst>
              </p14:cNvPr>
              <p14:cNvContentPartPr/>
              <p14:nvPr/>
            </p14:nvContentPartPr>
            <p14:xfrm>
              <a:off x="5872848" y="6234224"/>
              <a:ext cx="933480" cy="63720"/>
            </p14:xfrm>
          </p:contentPart>
        </mc:Choice>
        <mc:Fallback>
          <p:pic>
            <p:nvPicPr>
              <p:cNvPr id="2078" name="Ink 2077">
                <a:extLst>
                  <a:ext uri="{FF2B5EF4-FFF2-40B4-BE49-F238E27FC236}">
                    <a16:creationId xmlns:a16="http://schemas.microsoft.com/office/drawing/2014/main" id="{91BC0090-D50C-D909-C415-1DF4FD880FBE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5863848" y="6225584"/>
                <a:ext cx="951120" cy="8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8" name="Group 2087">
            <a:extLst>
              <a:ext uri="{FF2B5EF4-FFF2-40B4-BE49-F238E27FC236}">
                <a16:creationId xmlns:a16="http://schemas.microsoft.com/office/drawing/2014/main" id="{21BC6F77-38B1-6A11-A15C-DDADE60184E5}"/>
              </a:ext>
            </a:extLst>
          </p:cNvPr>
          <p:cNvGrpSpPr/>
          <p:nvPr/>
        </p:nvGrpSpPr>
        <p:grpSpPr>
          <a:xfrm>
            <a:off x="5331048" y="6029744"/>
            <a:ext cx="323280" cy="214200"/>
            <a:chOff x="5331048" y="6029744"/>
            <a:chExt cx="323280" cy="21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085" name="Ink 2084">
                  <a:extLst>
                    <a:ext uri="{FF2B5EF4-FFF2-40B4-BE49-F238E27FC236}">
                      <a16:creationId xmlns:a16="http://schemas.microsoft.com/office/drawing/2014/main" id="{F0781205-D805-79B6-A8BD-BC4B9A77E33F}"/>
                    </a:ext>
                  </a:extLst>
                </p14:cNvPr>
                <p14:cNvContentPartPr/>
                <p14:nvPr/>
              </p14:nvContentPartPr>
              <p14:xfrm>
                <a:off x="5331048" y="6029744"/>
                <a:ext cx="77400" cy="213120"/>
              </p14:xfrm>
            </p:contentPart>
          </mc:Choice>
          <mc:Fallback>
            <p:pic>
              <p:nvPicPr>
                <p:cNvPr id="2085" name="Ink 2084">
                  <a:extLst>
                    <a:ext uri="{FF2B5EF4-FFF2-40B4-BE49-F238E27FC236}">
                      <a16:creationId xmlns:a16="http://schemas.microsoft.com/office/drawing/2014/main" id="{F0781205-D805-79B6-A8BD-BC4B9A77E33F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322048" y="6021104"/>
                  <a:ext cx="950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86" name="Ink 2085">
                  <a:extLst>
                    <a:ext uri="{FF2B5EF4-FFF2-40B4-BE49-F238E27FC236}">
                      <a16:creationId xmlns:a16="http://schemas.microsoft.com/office/drawing/2014/main" id="{A88C20CF-737A-F285-B8D1-74279AE6BF52}"/>
                    </a:ext>
                  </a:extLst>
                </p14:cNvPr>
                <p14:cNvContentPartPr/>
                <p14:nvPr/>
              </p14:nvContentPartPr>
              <p14:xfrm>
                <a:off x="5422128" y="6066464"/>
                <a:ext cx="101880" cy="177480"/>
              </p14:xfrm>
            </p:contentPart>
          </mc:Choice>
          <mc:Fallback>
            <p:pic>
              <p:nvPicPr>
                <p:cNvPr id="2086" name="Ink 2085">
                  <a:extLst>
                    <a:ext uri="{FF2B5EF4-FFF2-40B4-BE49-F238E27FC236}">
                      <a16:creationId xmlns:a16="http://schemas.microsoft.com/office/drawing/2014/main" id="{A88C20CF-737A-F285-B8D1-74279AE6BF52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413128" y="6057824"/>
                  <a:ext cx="1195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087" name="Ink 2086">
                  <a:extLst>
                    <a:ext uri="{FF2B5EF4-FFF2-40B4-BE49-F238E27FC236}">
                      <a16:creationId xmlns:a16="http://schemas.microsoft.com/office/drawing/2014/main" id="{B7B1D0B8-D29A-2532-DB0C-9EAFC058DDBF}"/>
                    </a:ext>
                  </a:extLst>
                </p14:cNvPr>
                <p14:cNvContentPartPr/>
                <p14:nvPr/>
              </p14:nvContentPartPr>
              <p14:xfrm>
                <a:off x="5537328" y="6058184"/>
                <a:ext cx="117000" cy="180720"/>
              </p14:xfrm>
            </p:contentPart>
          </mc:Choice>
          <mc:Fallback>
            <p:pic>
              <p:nvPicPr>
                <p:cNvPr id="2087" name="Ink 2086">
                  <a:extLst>
                    <a:ext uri="{FF2B5EF4-FFF2-40B4-BE49-F238E27FC236}">
                      <a16:creationId xmlns:a16="http://schemas.microsoft.com/office/drawing/2014/main" id="{B7B1D0B8-D29A-2532-DB0C-9EAFC058DDB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528688" y="6049184"/>
                  <a:ext cx="13464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9" name="Group 2098">
            <a:extLst>
              <a:ext uri="{FF2B5EF4-FFF2-40B4-BE49-F238E27FC236}">
                <a16:creationId xmlns:a16="http://schemas.microsoft.com/office/drawing/2014/main" id="{60ABB2B3-E6C5-20FC-117A-2E25DC6D5CAA}"/>
              </a:ext>
            </a:extLst>
          </p:cNvPr>
          <p:cNvGrpSpPr/>
          <p:nvPr/>
        </p:nvGrpSpPr>
        <p:grpSpPr>
          <a:xfrm>
            <a:off x="6915048" y="371624"/>
            <a:ext cx="435600" cy="294120"/>
            <a:chOff x="6915048" y="371624"/>
            <a:chExt cx="435600" cy="2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089" name="Ink 2088">
                  <a:extLst>
                    <a:ext uri="{FF2B5EF4-FFF2-40B4-BE49-F238E27FC236}">
                      <a16:creationId xmlns:a16="http://schemas.microsoft.com/office/drawing/2014/main" id="{DAAE3CED-59C6-BF34-4637-00717D073758}"/>
                    </a:ext>
                  </a:extLst>
                </p14:cNvPr>
                <p14:cNvContentPartPr/>
                <p14:nvPr/>
              </p14:nvContentPartPr>
              <p14:xfrm>
                <a:off x="6915048" y="447944"/>
                <a:ext cx="357840" cy="217800"/>
              </p14:xfrm>
            </p:contentPart>
          </mc:Choice>
          <mc:Fallback>
            <p:pic>
              <p:nvPicPr>
                <p:cNvPr id="2089" name="Ink 2088">
                  <a:extLst>
                    <a:ext uri="{FF2B5EF4-FFF2-40B4-BE49-F238E27FC236}">
                      <a16:creationId xmlns:a16="http://schemas.microsoft.com/office/drawing/2014/main" id="{DAAE3CED-59C6-BF34-4637-00717D073758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906048" y="438944"/>
                  <a:ext cx="3754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090" name="Ink 2089">
                  <a:extLst>
                    <a:ext uri="{FF2B5EF4-FFF2-40B4-BE49-F238E27FC236}">
                      <a16:creationId xmlns:a16="http://schemas.microsoft.com/office/drawing/2014/main" id="{34883741-F2BA-0E70-6559-18492AC20864}"/>
                    </a:ext>
                  </a:extLst>
                </p14:cNvPr>
                <p14:cNvContentPartPr/>
                <p14:nvPr/>
              </p14:nvContentPartPr>
              <p14:xfrm>
                <a:off x="7198008" y="371624"/>
                <a:ext cx="152640" cy="212040"/>
              </p14:xfrm>
            </p:contentPart>
          </mc:Choice>
          <mc:Fallback>
            <p:pic>
              <p:nvPicPr>
                <p:cNvPr id="2090" name="Ink 2089">
                  <a:extLst>
                    <a:ext uri="{FF2B5EF4-FFF2-40B4-BE49-F238E27FC236}">
                      <a16:creationId xmlns:a16="http://schemas.microsoft.com/office/drawing/2014/main" id="{34883741-F2BA-0E70-6559-18492AC2086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189368" y="362624"/>
                  <a:ext cx="17028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8" name="Group 2097">
            <a:extLst>
              <a:ext uri="{FF2B5EF4-FFF2-40B4-BE49-F238E27FC236}">
                <a16:creationId xmlns:a16="http://schemas.microsoft.com/office/drawing/2014/main" id="{7EB67EEF-089D-88FB-74C3-9801F8B0BF68}"/>
              </a:ext>
            </a:extLst>
          </p:cNvPr>
          <p:cNvGrpSpPr/>
          <p:nvPr/>
        </p:nvGrpSpPr>
        <p:grpSpPr>
          <a:xfrm>
            <a:off x="7820808" y="262544"/>
            <a:ext cx="774000" cy="430560"/>
            <a:chOff x="7820808" y="262544"/>
            <a:chExt cx="774000" cy="43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091" name="Ink 2090">
                  <a:extLst>
                    <a:ext uri="{FF2B5EF4-FFF2-40B4-BE49-F238E27FC236}">
                      <a16:creationId xmlns:a16="http://schemas.microsoft.com/office/drawing/2014/main" id="{B806F0AB-B720-1BA1-C7E7-8EAF90703550}"/>
                    </a:ext>
                  </a:extLst>
                </p14:cNvPr>
                <p14:cNvContentPartPr/>
                <p14:nvPr/>
              </p14:nvContentPartPr>
              <p14:xfrm>
                <a:off x="7906848" y="389624"/>
                <a:ext cx="13680" cy="303480"/>
              </p14:xfrm>
            </p:contentPart>
          </mc:Choice>
          <mc:Fallback>
            <p:pic>
              <p:nvPicPr>
                <p:cNvPr id="2091" name="Ink 2090">
                  <a:extLst>
                    <a:ext uri="{FF2B5EF4-FFF2-40B4-BE49-F238E27FC236}">
                      <a16:creationId xmlns:a16="http://schemas.microsoft.com/office/drawing/2014/main" id="{B806F0AB-B720-1BA1-C7E7-8EAF9070355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898208" y="380624"/>
                  <a:ext cx="313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92" name="Ink 2091">
                  <a:extLst>
                    <a:ext uri="{FF2B5EF4-FFF2-40B4-BE49-F238E27FC236}">
                      <a16:creationId xmlns:a16="http://schemas.microsoft.com/office/drawing/2014/main" id="{99238CCE-1DE7-F09E-2A10-C7A36783B69B}"/>
                    </a:ext>
                  </a:extLst>
                </p14:cNvPr>
                <p14:cNvContentPartPr/>
                <p14:nvPr/>
              </p14:nvContentPartPr>
              <p14:xfrm>
                <a:off x="7820808" y="322304"/>
                <a:ext cx="173160" cy="180000"/>
              </p14:xfrm>
            </p:contentPart>
          </mc:Choice>
          <mc:Fallback>
            <p:pic>
              <p:nvPicPr>
                <p:cNvPr id="2092" name="Ink 2091">
                  <a:extLst>
                    <a:ext uri="{FF2B5EF4-FFF2-40B4-BE49-F238E27FC236}">
                      <a16:creationId xmlns:a16="http://schemas.microsoft.com/office/drawing/2014/main" id="{99238CCE-1DE7-F09E-2A10-C7A36783B69B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7811808" y="313304"/>
                  <a:ext cx="1908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93" name="Ink 2092">
                  <a:extLst>
                    <a:ext uri="{FF2B5EF4-FFF2-40B4-BE49-F238E27FC236}">
                      <a16:creationId xmlns:a16="http://schemas.microsoft.com/office/drawing/2014/main" id="{A20ECFE3-620D-86C3-B83A-F38A637972F7}"/>
                    </a:ext>
                  </a:extLst>
                </p14:cNvPr>
                <p14:cNvContentPartPr/>
                <p14:nvPr/>
              </p14:nvContentPartPr>
              <p14:xfrm>
                <a:off x="8059488" y="372344"/>
                <a:ext cx="11520" cy="151200"/>
              </p14:xfrm>
            </p:contentPart>
          </mc:Choice>
          <mc:Fallback>
            <p:pic>
              <p:nvPicPr>
                <p:cNvPr id="2093" name="Ink 2092">
                  <a:extLst>
                    <a:ext uri="{FF2B5EF4-FFF2-40B4-BE49-F238E27FC236}">
                      <a16:creationId xmlns:a16="http://schemas.microsoft.com/office/drawing/2014/main" id="{A20ECFE3-620D-86C3-B83A-F38A637972F7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050488" y="363344"/>
                  <a:ext cx="291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94" name="Ink 2093">
                  <a:extLst>
                    <a:ext uri="{FF2B5EF4-FFF2-40B4-BE49-F238E27FC236}">
                      <a16:creationId xmlns:a16="http://schemas.microsoft.com/office/drawing/2014/main" id="{100590AF-A529-7E8E-649C-1F85AF051087}"/>
                    </a:ext>
                  </a:extLst>
                </p14:cNvPr>
                <p14:cNvContentPartPr/>
                <p14:nvPr/>
              </p14:nvContentPartPr>
              <p14:xfrm>
                <a:off x="8042208" y="262544"/>
                <a:ext cx="42120" cy="66240"/>
              </p14:xfrm>
            </p:contentPart>
          </mc:Choice>
          <mc:Fallback>
            <p:pic>
              <p:nvPicPr>
                <p:cNvPr id="2094" name="Ink 2093">
                  <a:extLst>
                    <a:ext uri="{FF2B5EF4-FFF2-40B4-BE49-F238E27FC236}">
                      <a16:creationId xmlns:a16="http://schemas.microsoft.com/office/drawing/2014/main" id="{100590AF-A529-7E8E-649C-1F85AF051087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033208" y="253904"/>
                  <a:ext cx="59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95" name="Ink 2094">
                  <a:extLst>
                    <a:ext uri="{FF2B5EF4-FFF2-40B4-BE49-F238E27FC236}">
                      <a16:creationId xmlns:a16="http://schemas.microsoft.com/office/drawing/2014/main" id="{78BC3D5A-B768-8002-EEDA-2C223A6172DD}"/>
                    </a:ext>
                  </a:extLst>
                </p14:cNvPr>
                <p14:cNvContentPartPr/>
                <p14:nvPr/>
              </p14:nvContentPartPr>
              <p14:xfrm>
                <a:off x="8119248" y="374144"/>
                <a:ext cx="132120" cy="143280"/>
              </p14:xfrm>
            </p:contentPart>
          </mc:Choice>
          <mc:Fallback>
            <p:pic>
              <p:nvPicPr>
                <p:cNvPr id="2095" name="Ink 2094">
                  <a:extLst>
                    <a:ext uri="{FF2B5EF4-FFF2-40B4-BE49-F238E27FC236}">
                      <a16:creationId xmlns:a16="http://schemas.microsoft.com/office/drawing/2014/main" id="{78BC3D5A-B768-8002-EEDA-2C223A6172DD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110608" y="365144"/>
                  <a:ext cx="1497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96" name="Ink 2095">
                  <a:extLst>
                    <a:ext uri="{FF2B5EF4-FFF2-40B4-BE49-F238E27FC236}">
                      <a16:creationId xmlns:a16="http://schemas.microsoft.com/office/drawing/2014/main" id="{7092501F-81C9-0D18-CDD6-9A58111EE5C9}"/>
                    </a:ext>
                  </a:extLst>
                </p14:cNvPr>
                <p14:cNvContentPartPr/>
                <p14:nvPr/>
              </p14:nvContentPartPr>
              <p14:xfrm>
                <a:off x="8270448" y="333464"/>
                <a:ext cx="324360" cy="225000"/>
              </p14:xfrm>
            </p:contentPart>
          </mc:Choice>
          <mc:Fallback>
            <p:pic>
              <p:nvPicPr>
                <p:cNvPr id="2096" name="Ink 2095">
                  <a:extLst>
                    <a:ext uri="{FF2B5EF4-FFF2-40B4-BE49-F238E27FC236}">
                      <a16:creationId xmlns:a16="http://schemas.microsoft.com/office/drawing/2014/main" id="{7092501F-81C9-0D18-CDD6-9A58111EE5C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261808" y="324464"/>
                  <a:ext cx="342000" cy="242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834484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Pre-trained Transformer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Decoder only </a:t>
            </a:r>
          </a:p>
        </p:txBody>
      </p:sp>
      <p:pic>
        <p:nvPicPr>
          <p:cNvPr id="11266" name="Picture 2" descr="GPT Explained | Papers With Code">
            <a:extLst>
              <a:ext uri="{FF2B5EF4-FFF2-40B4-BE49-F238E27FC236}">
                <a16:creationId xmlns:a16="http://schemas.microsoft.com/office/drawing/2014/main" id="{95D0AB53-6C01-07E4-DC44-008C9B212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962" y="2375709"/>
            <a:ext cx="9828901" cy="4206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2A47733-AF20-998A-A3AC-A95050366739}"/>
                  </a:ext>
                </a:extLst>
              </p14:cNvPr>
              <p14:cNvContentPartPr/>
              <p14:nvPr/>
            </p14:nvContentPartPr>
            <p14:xfrm>
              <a:off x="443688" y="4241624"/>
              <a:ext cx="573480" cy="547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2A47733-AF20-998A-A3AC-A950503667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048" y="4232984"/>
                <a:ext cx="591120" cy="56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799B9E4-001E-7497-F9E6-85A13A33C0A8}"/>
                  </a:ext>
                </a:extLst>
              </p14:cNvPr>
              <p14:cNvContentPartPr/>
              <p14:nvPr/>
            </p14:nvContentPartPr>
            <p14:xfrm>
              <a:off x="5202528" y="1529744"/>
              <a:ext cx="19800" cy="217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799B9E4-001E-7497-F9E6-85A13A33C0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93888" y="1520744"/>
                <a:ext cx="37440" cy="23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B222553C-72D8-6073-EB8F-B905C73EE8F0}"/>
              </a:ext>
            </a:extLst>
          </p:cNvPr>
          <p:cNvGrpSpPr/>
          <p:nvPr/>
        </p:nvGrpSpPr>
        <p:grpSpPr>
          <a:xfrm>
            <a:off x="5592408" y="1432544"/>
            <a:ext cx="740160" cy="251640"/>
            <a:chOff x="5592408" y="1432544"/>
            <a:chExt cx="740160" cy="2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46350FB-EACB-9694-BC59-67113626A8B5}"/>
                    </a:ext>
                  </a:extLst>
                </p14:cNvPr>
                <p14:cNvContentPartPr/>
                <p14:nvPr/>
              </p14:nvContentPartPr>
              <p14:xfrm>
                <a:off x="5592408" y="1525424"/>
                <a:ext cx="190080" cy="158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46350FB-EACB-9694-BC59-67113626A8B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83768" y="1516784"/>
                  <a:ext cx="207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FDBFA4F-F9C7-F07D-CC9F-262203627F65}"/>
                    </a:ext>
                  </a:extLst>
                </p14:cNvPr>
                <p14:cNvContentPartPr/>
                <p14:nvPr/>
              </p14:nvContentPartPr>
              <p14:xfrm>
                <a:off x="5827128" y="1570424"/>
                <a:ext cx="81360" cy="71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FDBFA4F-F9C7-F07D-CC9F-262203627F6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18128" y="1561424"/>
                  <a:ext cx="990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CEF277D-AF1D-BD52-E909-830975AEB4D0}"/>
                    </a:ext>
                  </a:extLst>
                </p14:cNvPr>
                <p14:cNvContentPartPr/>
                <p14:nvPr/>
              </p14:nvContentPartPr>
              <p14:xfrm>
                <a:off x="5953128" y="1561424"/>
                <a:ext cx="108720" cy="61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CEF277D-AF1D-BD52-E909-830975AEB4D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44128" y="1552784"/>
                  <a:ext cx="1263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59F5ACD-2D89-DE22-B7EC-4918A00733CC}"/>
                    </a:ext>
                  </a:extLst>
                </p14:cNvPr>
                <p14:cNvContentPartPr/>
                <p14:nvPr/>
              </p14:nvContentPartPr>
              <p14:xfrm>
                <a:off x="6196128" y="1432544"/>
                <a:ext cx="29880" cy="240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59F5ACD-2D89-DE22-B7EC-4918A00733C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87488" y="1423904"/>
                  <a:ext cx="475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3FF46D0-11BC-DB12-FA72-465E4720F341}"/>
                    </a:ext>
                  </a:extLst>
                </p14:cNvPr>
                <p14:cNvContentPartPr/>
                <p14:nvPr/>
              </p14:nvContentPartPr>
              <p14:xfrm>
                <a:off x="6142848" y="1509944"/>
                <a:ext cx="189720" cy="37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3FF46D0-11BC-DB12-FA72-465E4720F34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33848" y="1501304"/>
                  <a:ext cx="20736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6FEAFD1-0D97-08C0-6B78-73283BC6862D}"/>
              </a:ext>
            </a:extLst>
          </p:cNvPr>
          <p:cNvGrpSpPr/>
          <p:nvPr/>
        </p:nvGrpSpPr>
        <p:grpSpPr>
          <a:xfrm>
            <a:off x="6683208" y="1484744"/>
            <a:ext cx="651240" cy="396360"/>
            <a:chOff x="6683208" y="1484744"/>
            <a:chExt cx="651240" cy="39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7ACAF0B-5446-78C5-1FA9-19BE49EC3A25}"/>
                    </a:ext>
                  </a:extLst>
                </p14:cNvPr>
                <p14:cNvContentPartPr/>
                <p14:nvPr/>
              </p14:nvContentPartPr>
              <p14:xfrm>
                <a:off x="6736848" y="1520744"/>
                <a:ext cx="50760" cy="360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7ACAF0B-5446-78C5-1FA9-19BE49EC3A2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28208" y="1512104"/>
                  <a:ext cx="6840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E23108A-9277-19F1-E8B5-8E7B73D5C530}"/>
                    </a:ext>
                  </a:extLst>
                </p14:cNvPr>
                <p14:cNvContentPartPr/>
                <p14:nvPr/>
              </p14:nvContentPartPr>
              <p14:xfrm>
                <a:off x="6683208" y="1556024"/>
                <a:ext cx="129600" cy="167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E23108A-9277-19F1-E8B5-8E7B73D5C53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74208" y="1547024"/>
                  <a:ext cx="1472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50F9C39-CE27-46F1-016E-2B28C9006634}"/>
                    </a:ext>
                  </a:extLst>
                </p14:cNvPr>
                <p14:cNvContentPartPr/>
                <p14:nvPr/>
              </p14:nvContentPartPr>
              <p14:xfrm>
                <a:off x="6872208" y="1601024"/>
                <a:ext cx="3960" cy="97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50F9C39-CE27-46F1-016E-2B28C900663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863568" y="1592024"/>
                  <a:ext cx="216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C7454E0-33DF-EB55-794D-A45B6C7FBEF4}"/>
                    </a:ext>
                  </a:extLst>
                </p14:cNvPr>
                <p14:cNvContentPartPr/>
                <p14:nvPr/>
              </p14:nvContentPartPr>
              <p14:xfrm>
                <a:off x="6885168" y="1484744"/>
                <a:ext cx="28440" cy="42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C7454E0-33DF-EB55-794D-A45B6C7FBEF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876168" y="1475744"/>
                  <a:ext cx="460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471E110-B66F-9761-227E-D27A8B47BF35}"/>
                    </a:ext>
                  </a:extLst>
                </p14:cNvPr>
                <p14:cNvContentPartPr/>
                <p14:nvPr/>
              </p14:nvContentPartPr>
              <p14:xfrm>
                <a:off x="6957168" y="1578704"/>
                <a:ext cx="117000" cy="126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471E110-B66F-9761-227E-D27A8B47BF3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948168" y="1570064"/>
                  <a:ext cx="1346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12AD9A1-6BB4-DF86-C360-0A0F12EE6611}"/>
                    </a:ext>
                  </a:extLst>
                </p14:cNvPr>
                <p14:cNvContentPartPr/>
                <p14:nvPr/>
              </p14:nvContentPartPr>
              <p14:xfrm>
                <a:off x="7121328" y="1556024"/>
                <a:ext cx="54000" cy="143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12AD9A1-6BB4-DF86-C360-0A0F12EE661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112688" y="1547024"/>
                  <a:ext cx="716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653CB5C-6DAC-C474-4121-BF58758B0E13}"/>
                    </a:ext>
                  </a:extLst>
                </p14:cNvPr>
                <p14:cNvContentPartPr/>
                <p14:nvPr/>
              </p14:nvContentPartPr>
              <p14:xfrm>
                <a:off x="7211328" y="1566104"/>
                <a:ext cx="123120" cy="131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653CB5C-6DAC-C474-4121-BF58758B0E1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02328" y="1557104"/>
                  <a:ext cx="140760" cy="14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FED8C84-31F4-0880-FB80-8332237FDFBF}"/>
                  </a:ext>
                </a:extLst>
              </p14:cNvPr>
              <p14:cNvContentPartPr/>
              <p14:nvPr/>
            </p14:nvContentPartPr>
            <p14:xfrm>
              <a:off x="7743048" y="1425704"/>
              <a:ext cx="455040" cy="3463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FED8C84-31F4-0880-FB80-8332237FDFB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734408" y="1417064"/>
                <a:ext cx="472680" cy="36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6775E88E-DE92-2DB4-1CBB-EA698CAE1E87}"/>
              </a:ext>
            </a:extLst>
          </p:cNvPr>
          <p:cNvGrpSpPr/>
          <p:nvPr/>
        </p:nvGrpSpPr>
        <p:grpSpPr>
          <a:xfrm>
            <a:off x="8900088" y="1481144"/>
            <a:ext cx="595080" cy="313920"/>
            <a:chOff x="8900088" y="1481144"/>
            <a:chExt cx="595080" cy="31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49601F6-1812-8380-4006-CA6EE0FC940F}"/>
                    </a:ext>
                  </a:extLst>
                </p14:cNvPr>
                <p14:cNvContentPartPr/>
                <p14:nvPr/>
              </p14:nvContentPartPr>
              <p14:xfrm>
                <a:off x="8900088" y="1590584"/>
                <a:ext cx="23760" cy="204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49601F6-1812-8380-4006-CA6EE0FC940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91448" y="1581944"/>
                  <a:ext cx="414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C274531-DDA8-D6BD-FB60-D2786B068737}"/>
                    </a:ext>
                  </a:extLst>
                </p14:cNvPr>
                <p14:cNvContentPartPr/>
                <p14:nvPr/>
              </p14:nvContentPartPr>
              <p14:xfrm>
                <a:off x="8902968" y="1542704"/>
                <a:ext cx="122040" cy="134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C274531-DDA8-D6BD-FB60-D2786B06873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894328" y="1533704"/>
                  <a:ext cx="1396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EBA78CB-7576-5748-1DC7-95F4D8DFE297}"/>
                    </a:ext>
                  </a:extLst>
                </p14:cNvPr>
                <p14:cNvContentPartPr/>
                <p14:nvPr/>
              </p14:nvContentPartPr>
              <p14:xfrm>
                <a:off x="9062088" y="1581224"/>
                <a:ext cx="15120" cy="99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EBA78CB-7576-5748-1DC7-95F4D8DFE29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53088" y="1572224"/>
                  <a:ext cx="327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8AC1636-883D-0C9C-90D8-2CC1692D602B}"/>
                    </a:ext>
                  </a:extLst>
                </p14:cNvPr>
                <p14:cNvContentPartPr/>
                <p14:nvPr/>
              </p14:nvContentPartPr>
              <p14:xfrm>
                <a:off x="9084768" y="1481144"/>
                <a:ext cx="23040" cy="54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8AC1636-883D-0C9C-90D8-2CC1692D602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075768" y="1472504"/>
                  <a:ext cx="406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3D1F941-CA37-F424-936E-24EA6727959C}"/>
                    </a:ext>
                  </a:extLst>
                </p14:cNvPr>
                <p14:cNvContentPartPr/>
                <p14:nvPr/>
              </p14:nvContentPartPr>
              <p14:xfrm>
                <a:off x="9133008" y="1568624"/>
                <a:ext cx="93600" cy="138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3D1F941-CA37-F424-936E-24EA6727959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124368" y="1559984"/>
                  <a:ext cx="1112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CAFBBD-B646-C08E-E4C5-7DA00AA137A9}"/>
                    </a:ext>
                  </a:extLst>
                </p14:cNvPr>
                <p14:cNvContentPartPr/>
                <p14:nvPr/>
              </p14:nvContentPartPr>
              <p14:xfrm>
                <a:off x="9227328" y="1567184"/>
                <a:ext cx="79560" cy="144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CAFBBD-B646-C08E-E4C5-7DA00AA137A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218688" y="1558544"/>
                  <a:ext cx="972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3A15763-099D-93A2-BD89-54667C71BEF1}"/>
                    </a:ext>
                  </a:extLst>
                </p14:cNvPr>
                <p14:cNvContentPartPr/>
                <p14:nvPr/>
              </p14:nvContentPartPr>
              <p14:xfrm>
                <a:off x="9381048" y="1581944"/>
                <a:ext cx="114120" cy="168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3A15763-099D-93A2-BD89-54667C71BEF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372408" y="1573304"/>
                  <a:ext cx="13176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12F9D3B-B5AF-7588-DCEB-7AB7FB631F4E}"/>
              </a:ext>
            </a:extLst>
          </p:cNvPr>
          <p:cNvGrpSpPr/>
          <p:nvPr/>
        </p:nvGrpSpPr>
        <p:grpSpPr>
          <a:xfrm>
            <a:off x="5122968" y="1879304"/>
            <a:ext cx="5134680" cy="683640"/>
            <a:chOff x="5122968" y="1879304"/>
            <a:chExt cx="5134680" cy="68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A84704A-D7E9-06F5-C23F-E9D989CB5F5B}"/>
                    </a:ext>
                  </a:extLst>
                </p14:cNvPr>
                <p14:cNvContentPartPr/>
                <p14:nvPr/>
              </p14:nvContentPartPr>
              <p14:xfrm>
                <a:off x="5122968" y="1879304"/>
                <a:ext cx="2087280" cy="81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A84704A-D7E9-06F5-C23F-E9D989CB5F5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113968" y="1870664"/>
                  <a:ext cx="21049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504503F-E742-E330-3385-07D22D2870B3}"/>
                    </a:ext>
                  </a:extLst>
                </p14:cNvPr>
                <p14:cNvContentPartPr/>
                <p14:nvPr/>
              </p14:nvContentPartPr>
              <p14:xfrm>
                <a:off x="7586448" y="1886864"/>
                <a:ext cx="434880" cy="243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504503F-E742-E330-3385-07D22D2870B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577808" y="1877864"/>
                  <a:ext cx="4525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0803976-56E7-553A-27DF-CDEB6F831F7F}"/>
                    </a:ext>
                  </a:extLst>
                </p14:cNvPr>
                <p14:cNvContentPartPr/>
                <p14:nvPr/>
              </p14:nvContentPartPr>
              <p14:xfrm>
                <a:off x="6674568" y="2192504"/>
                <a:ext cx="160920" cy="56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0803976-56E7-553A-27DF-CDEB6F831F7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665928" y="2183864"/>
                  <a:ext cx="1785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41A993F-951A-BF79-E74B-EBD3A2E1947B}"/>
                    </a:ext>
                  </a:extLst>
                </p14:cNvPr>
                <p14:cNvContentPartPr/>
                <p14:nvPr/>
              </p14:nvContentPartPr>
              <p14:xfrm>
                <a:off x="5543448" y="2073704"/>
                <a:ext cx="2522520" cy="136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41A993F-951A-BF79-E74B-EBD3A2E1947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534448" y="2065064"/>
                  <a:ext cx="25401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D9B9E33-EE67-443B-8D8B-501079B3C365}"/>
                    </a:ext>
                  </a:extLst>
                </p14:cNvPr>
                <p14:cNvContentPartPr/>
                <p14:nvPr/>
              </p14:nvContentPartPr>
              <p14:xfrm>
                <a:off x="8880648" y="2128784"/>
                <a:ext cx="407880" cy="162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D9B9E33-EE67-443B-8D8B-501079B3C36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872008" y="2120144"/>
                  <a:ext cx="4255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B59E0CB-5256-F6D2-9BDB-5478B34C0FEE}"/>
                    </a:ext>
                  </a:extLst>
                </p14:cNvPr>
                <p14:cNvContentPartPr/>
                <p14:nvPr/>
              </p14:nvContentPartPr>
              <p14:xfrm>
                <a:off x="6734688" y="2361704"/>
                <a:ext cx="2774520" cy="72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B59E0CB-5256-F6D2-9BDB-5478B34C0FE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725688" y="2353064"/>
                  <a:ext cx="27921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A3CF37B-AA5F-53E4-1282-9452F2BEF882}"/>
                    </a:ext>
                  </a:extLst>
                </p14:cNvPr>
                <p14:cNvContentPartPr/>
                <p14:nvPr/>
              </p14:nvContentPartPr>
              <p14:xfrm>
                <a:off x="9785688" y="2349104"/>
                <a:ext cx="471960" cy="213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A3CF37B-AA5F-53E4-1282-9452F2BEF88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776688" y="2340104"/>
                  <a:ext cx="48960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CAB5F77-ED48-C6B5-51EA-42C6FBB4D104}"/>
              </a:ext>
            </a:extLst>
          </p:cNvPr>
          <p:cNvGrpSpPr/>
          <p:nvPr/>
        </p:nvGrpSpPr>
        <p:grpSpPr>
          <a:xfrm>
            <a:off x="9892608" y="1531904"/>
            <a:ext cx="276480" cy="214200"/>
            <a:chOff x="9892608" y="1531904"/>
            <a:chExt cx="276480" cy="21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3B23F0F-9BC3-D345-962E-98956D4355C0}"/>
                    </a:ext>
                  </a:extLst>
                </p14:cNvPr>
                <p14:cNvContentPartPr/>
                <p14:nvPr/>
              </p14:nvContentPartPr>
              <p14:xfrm>
                <a:off x="9892608" y="1531904"/>
                <a:ext cx="113400" cy="146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3B23F0F-9BC3-D345-962E-98956D4355C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883968" y="1522904"/>
                  <a:ext cx="1310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A846F91-6577-0BEA-1F02-D6A84FEE88F1}"/>
                    </a:ext>
                  </a:extLst>
                </p14:cNvPr>
                <p14:cNvContentPartPr/>
                <p14:nvPr/>
              </p14:nvContentPartPr>
              <p14:xfrm>
                <a:off x="10040568" y="1545944"/>
                <a:ext cx="128520" cy="200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A846F91-6577-0BEA-1F02-D6A84FEE88F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031928" y="1536944"/>
                  <a:ext cx="146160" cy="21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9DFAF20-A9A7-9FAE-3B6A-FC7D494F0435}"/>
                  </a:ext>
                </a:extLst>
              </p14:cNvPr>
              <p14:cNvContentPartPr/>
              <p14:nvPr/>
            </p14:nvContentPartPr>
            <p14:xfrm>
              <a:off x="1601808" y="5665064"/>
              <a:ext cx="690120" cy="435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9DFAF20-A9A7-9FAE-3B6A-FC7D494F0435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593168" y="5656064"/>
                <a:ext cx="707760" cy="6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45837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>
            <a:extLst>
              <a:ext uri="{FF2B5EF4-FFF2-40B4-BE49-F238E27FC236}">
                <a16:creationId xmlns:a16="http://schemas.microsoft.com/office/drawing/2014/main" id="{70AA7CCA-CFF8-0F5E-6FD6-35652BD2C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3263" y="0"/>
            <a:ext cx="57038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8125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Parameters 175 B</a:t>
            </a:r>
          </a:p>
          <a:p>
            <a:r>
              <a:rPr lang="en-US" dirty="0"/>
              <a:t>Dataset 45T </a:t>
            </a:r>
          </a:p>
          <a:p>
            <a:r>
              <a:rPr lang="en-US" dirty="0"/>
              <a:t>96 attention heads</a:t>
            </a:r>
          </a:p>
          <a:p>
            <a:r>
              <a:rPr lang="en-US" dirty="0"/>
              <a:t>2048 token size</a:t>
            </a:r>
          </a:p>
          <a:p>
            <a:r>
              <a:rPr lang="en-US" dirty="0"/>
              <a:t>Learn from their chief scientist: </a:t>
            </a:r>
            <a:r>
              <a:rPr lang="en-US" dirty="0">
                <a:hlinkClick r:id="rId2"/>
              </a:rPr>
              <a:t>https://www.youtube.com/watch?v=kCc8FmEb1nY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06654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GPT bad at 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https://tiktokenizer.vercel.app/</a:t>
            </a:r>
            <a:r>
              <a:rPr lang="en-US" dirty="0"/>
              <a:t> 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456789*0.002359*0.0065688*266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9391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4B4E-5C5A-021D-181B-26687C0A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metrics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0B3AF-2EF6-E21F-1833-7EB7FB9EB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Bilingual Evaluation Understudy (BLEU) </a:t>
            </a:r>
          </a:p>
          <a:p>
            <a:r>
              <a:rPr lang="en-US" dirty="0"/>
              <a:t>Story Cloze</a:t>
            </a:r>
          </a:p>
          <a:p>
            <a:pPr lvl="1"/>
            <a:r>
              <a:rPr lang="en-US" sz="2800" dirty="0">
                <a:hlinkClick r:id="rId2"/>
              </a:rPr>
              <a:t>https://cs.rochester.edu/nlp/rocstories/</a:t>
            </a:r>
            <a:r>
              <a:rPr lang="en-US" sz="2800" dirty="0"/>
              <a:t> </a:t>
            </a:r>
          </a:p>
          <a:p>
            <a:pPr algn="l">
              <a:spcBef>
                <a:spcPts val="750"/>
              </a:spcBef>
            </a:pPr>
            <a:r>
              <a:rPr lang="en-US" b="0" i="0" dirty="0">
                <a:solidFill>
                  <a:srgbClr val="000000"/>
                </a:solidFill>
                <a:effectLst/>
              </a:rPr>
              <a:t>GSM8K</a:t>
            </a:r>
          </a:p>
          <a:p>
            <a:pPr lvl="1"/>
            <a:r>
              <a:rPr lang="en-US" sz="2800" dirty="0">
                <a:hlinkClick r:id="rId3"/>
              </a:rPr>
              <a:t>https://github.com/openai/grade-school-math</a:t>
            </a:r>
            <a:r>
              <a:rPr lang="en-US" sz="2800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4951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D0505-C73A-76CA-2733-4FAEF5881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BLEU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76A2C-6698-EF68-4713-19BE202ED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Candidate: </a:t>
            </a:r>
            <a:r>
              <a:rPr lang="en-US" dirty="0">
                <a:solidFill>
                  <a:srgbClr val="FF0000"/>
                </a:solidFill>
              </a:rPr>
              <a:t>I want </a:t>
            </a:r>
            <a:r>
              <a:rPr lang="en-US" dirty="0"/>
              <a:t>pizza</a:t>
            </a:r>
          </a:p>
          <a:p>
            <a:r>
              <a:rPr lang="en-US" dirty="0"/>
              <a:t>Candidate: </a:t>
            </a:r>
            <a:r>
              <a:rPr lang="en-US" dirty="0">
                <a:solidFill>
                  <a:srgbClr val="FF0000"/>
                </a:solidFill>
              </a:rPr>
              <a:t>I want </a:t>
            </a:r>
            <a:r>
              <a:rPr lang="en-US" dirty="0"/>
              <a:t>fired rice 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16DD3A-B9EA-9080-D06E-14BE241D29B0}"/>
                  </a:ext>
                </a:extLst>
              </p:cNvPr>
              <p:cNvSpPr txBox="1"/>
              <p:nvPr/>
            </p:nvSpPr>
            <p:spPr>
              <a:xfrm>
                <a:off x="1670682" y="3341050"/>
                <a:ext cx="8850635" cy="31518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𝑝𝑟𝑒𝑐𝑖𝑠𝑖𝑜𝑛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𝑜𝑣𝑒𝑟𝑙𝑎𝑝𝑝𝑖𝑛𝑔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𝑤𝑜𝑟𝑑𝑠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𝑐𝑎𝑛𝑑𝑖𝑑𝑎𝑡𝑒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𝑤𝑜𝑟𝑑𝑠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𝑟𝑒𝑐𝑎𝑙𝑙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𝑜𝑣𝑒𝑟𝑙𝑎𝑝𝑝𝑖𝑛𝑔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𝑤𝑜𝑟𝑑𝑠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𝑟𝑒𝑓𝑒𝑟𝑒𝑛𝑐𝑒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𝑤𝑜𝑟𝑑𝑠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50000"/>
                  </a:lnSpc>
                </a:pPr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16DD3A-B9EA-9080-D06E-14BE241D2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682" y="3341050"/>
                <a:ext cx="8850635" cy="31518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35042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12024-B4E2-363A-899B-9F90ECC2D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8405F-8CEB-3ED6-F56C-C371E293F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N-gram BLEU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34766-BC92-76B7-F1A4-48880651E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2-gram BLEU</a:t>
            </a:r>
          </a:p>
          <a:p>
            <a:pPr lvl="1"/>
            <a:r>
              <a:rPr lang="en-US" dirty="0"/>
              <a:t>Candidate: [“</a:t>
            </a:r>
            <a:r>
              <a:rPr lang="en-US" dirty="0">
                <a:solidFill>
                  <a:srgbClr val="FF0000"/>
                </a:solidFill>
              </a:rPr>
              <a:t>I want</a:t>
            </a:r>
            <a:r>
              <a:rPr lang="en-US" dirty="0"/>
              <a:t>”, “want pizza”]</a:t>
            </a:r>
          </a:p>
          <a:p>
            <a:pPr lvl="1"/>
            <a:r>
              <a:rPr lang="en-US" dirty="0"/>
              <a:t>Candidate: [ “</a:t>
            </a:r>
            <a:r>
              <a:rPr lang="en-US" dirty="0">
                <a:solidFill>
                  <a:srgbClr val="FF0000"/>
                </a:solidFill>
              </a:rPr>
              <a:t>I want</a:t>
            </a:r>
            <a:r>
              <a:rPr lang="en-US" dirty="0"/>
              <a:t>”, “want fired”, “fried rice”]</a:t>
            </a:r>
          </a:p>
          <a:p>
            <a:r>
              <a:rPr lang="en-US" dirty="0"/>
              <a:t>3-gram BELU 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451F94-1935-B5A8-C2FE-2346C29BEBBF}"/>
                  </a:ext>
                </a:extLst>
              </p:cNvPr>
              <p:cNvSpPr txBox="1"/>
              <p:nvPr/>
            </p:nvSpPr>
            <p:spPr>
              <a:xfrm>
                <a:off x="1344506" y="3558917"/>
                <a:ext cx="8850635" cy="2401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𝐵𝐿𝐸𝑈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50000"/>
                  </a:lnSpc>
                </a:pPr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451F94-1935-B5A8-C2FE-2346C29BE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506" y="3558917"/>
                <a:ext cx="8850635" cy="24015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55753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511D8-0D54-B067-5D09-98F1D0504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DAAE9-7BD8-1858-796B-27C90F085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N-gram BLEU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C873F-D454-BFCE-F165-F6881CC94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Candidate: </a:t>
            </a:r>
            <a:r>
              <a:rPr lang="en-US" dirty="0">
                <a:solidFill>
                  <a:srgbClr val="FF0000"/>
                </a:solidFill>
              </a:rPr>
              <a:t>I want</a:t>
            </a:r>
            <a:endParaRPr lang="en-US" dirty="0"/>
          </a:p>
          <a:p>
            <a:r>
              <a:rPr lang="en-US" dirty="0"/>
              <a:t>Candidate: </a:t>
            </a:r>
            <a:r>
              <a:rPr lang="en-US" dirty="0">
                <a:solidFill>
                  <a:srgbClr val="FF0000"/>
                </a:solidFill>
              </a:rPr>
              <a:t>I want </a:t>
            </a:r>
            <a:r>
              <a:rPr lang="en-US" dirty="0"/>
              <a:t>fired rice 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E98CA7-BF2B-010B-BBF4-ECA368BBFA60}"/>
                  </a:ext>
                </a:extLst>
              </p:cNvPr>
              <p:cNvSpPr txBox="1"/>
              <p:nvPr/>
            </p:nvSpPr>
            <p:spPr>
              <a:xfrm>
                <a:off x="1244298" y="2869985"/>
                <a:ext cx="8850635" cy="45331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𝑏𝑟𝑖𝑣𝑒𝑡𝑦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𝑝𝑒𝑛𝑎𝑙𝑡𝑦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𝐵𝐿𝐸𝑈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∏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50000"/>
                  </a:lnSpc>
                </a:pPr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E98CA7-BF2B-010B-BBF4-ECA368BBF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298" y="2869985"/>
                <a:ext cx="8850635" cy="45331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5531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1068</Words>
  <Application>Microsoft Office PowerPoint</Application>
  <PresentationFormat>Widescreen</PresentationFormat>
  <Paragraphs>213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system-ui</vt:lpstr>
      <vt:lpstr>Aptos</vt:lpstr>
      <vt:lpstr>Aptos Display</vt:lpstr>
      <vt:lpstr>Arial</vt:lpstr>
      <vt:lpstr>Cambria Math</vt:lpstr>
      <vt:lpstr>Office Theme</vt:lpstr>
      <vt:lpstr>Advanced Concepts in Machine Learning for Energy</vt:lpstr>
      <vt:lpstr>PowerPoint Presentation</vt:lpstr>
      <vt:lpstr>Lecture 4</vt:lpstr>
      <vt:lpstr>Ambiguity</vt:lpstr>
      <vt:lpstr>Language corpus is massive </vt:lpstr>
      <vt:lpstr>NLP tasks</vt:lpstr>
      <vt:lpstr>Estimating the probabilities</vt:lpstr>
      <vt:lpstr>Markov chain </vt:lpstr>
      <vt:lpstr>N-gram</vt:lpstr>
      <vt:lpstr>PowerPoint Presentation</vt:lpstr>
      <vt:lpstr>Metrics</vt:lpstr>
      <vt:lpstr>Perplexity </vt:lpstr>
      <vt:lpstr>PowerPoint Presentation</vt:lpstr>
      <vt:lpstr>Pros and cons of perlexity</vt:lpstr>
      <vt:lpstr>Why did not work</vt:lpstr>
      <vt:lpstr>Tokenization</vt:lpstr>
      <vt:lpstr>ASCII and UTF encoding</vt:lpstr>
      <vt:lpstr>Word embedding</vt:lpstr>
      <vt:lpstr>Basic Bag-of-Words (BOW)</vt:lpstr>
      <vt:lpstr>Count vectorizer </vt:lpstr>
      <vt:lpstr>Cosine similarity </vt:lpstr>
      <vt:lpstr>Cosine similarity </vt:lpstr>
      <vt:lpstr>Term Frequency-Inverse Document Frequency (TF-IDF)</vt:lpstr>
      <vt:lpstr>Little search engine </vt:lpstr>
      <vt:lpstr>Word2Vec</vt:lpstr>
      <vt:lpstr>PowerPoint Presentation</vt:lpstr>
      <vt:lpstr>PowerPoint Presentation</vt:lpstr>
      <vt:lpstr>Lab 4b word2vec</vt:lpstr>
      <vt:lpstr>Text classification</vt:lpstr>
      <vt:lpstr>PowerPoint Presentation</vt:lpstr>
      <vt:lpstr>Lab 4b text classification</vt:lpstr>
      <vt:lpstr>Transformer</vt:lpstr>
      <vt:lpstr>CV and NLP</vt:lpstr>
      <vt:lpstr>Sequence models </vt:lpstr>
      <vt:lpstr>PowerPoint Presentation</vt:lpstr>
      <vt:lpstr>RNN</vt:lpstr>
      <vt:lpstr>Attention </vt:lpstr>
      <vt:lpstr>PowerPoint Presentation</vt:lpstr>
      <vt:lpstr>PowerPoint Presentation</vt:lpstr>
      <vt:lpstr>PowerPoint Presentation</vt:lpstr>
      <vt:lpstr>Generative Pre-trained Transformer</vt:lpstr>
      <vt:lpstr>PowerPoint Presentation</vt:lpstr>
      <vt:lpstr>GPT 3</vt:lpstr>
      <vt:lpstr>Why GPT bad at math</vt:lpstr>
      <vt:lpstr>More metrics </vt:lpstr>
      <vt:lpstr>BLEU</vt:lpstr>
      <vt:lpstr>N-gram BLEU</vt:lpstr>
      <vt:lpstr>N-gram BLEU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Pi, Yalong</dc:creator>
  <cp:lastModifiedBy>Pi, Yalong</cp:lastModifiedBy>
  <cp:revision>1</cp:revision>
  <dcterms:created xsi:type="dcterms:W3CDTF">2025-04-12T19:32:13Z</dcterms:created>
  <dcterms:modified xsi:type="dcterms:W3CDTF">2025-04-13T23:21:56Z</dcterms:modified>
</cp:coreProperties>
</file>