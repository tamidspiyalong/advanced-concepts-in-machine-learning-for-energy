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9" r:id="rId4"/>
    <p:sldId id="258" r:id="rId5"/>
    <p:sldId id="260" r:id="rId6"/>
    <p:sldId id="344" r:id="rId7"/>
    <p:sldId id="261" r:id="rId8"/>
    <p:sldId id="412" r:id="rId9"/>
    <p:sldId id="345" r:id="rId10"/>
    <p:sldId id="346" r:id="rId11"/>
    <p:sldId id="350" r:id="rId12"/>
    <p:sldId id="347" r:id="rId13"/>
    <p:sldId id="351" r:id="rId14"/>
    <p:sldId id="373" r:id="rId15"/>
    <p:sldId id="352" r:id="rId16"/>
    <p:sldId id="353" r:id="rId17"/>
    <p:sldId id="403" r:id="rId18"/>
    <p:sldId id="404" r:id="rId19"/>
    <p:sldId id="374" r:id="rId20"/>
    <p:sldId id="359" r:id="rId21"/>
    <p:sldId id="360" r:id="rId22"/>
    <p:sldId id="355" r:id="rId23"/>
    <p:sldId id="405" r:id="rId24"/>
    <p:sldId id="406" r:id="rId25"/>
    <p:sldId id="407" r:id="rId26"/>
    <p:sldId id="356" r:id="rId27"/>
    <p:sldId id="366" r:id="rId28"/>
    <p:sldId id="380" r:id="rId29"/>
    <p:sldId id="307" r:id="rId30"/>
    <p:sldId id="309" r:id="rId31"/>
    <p:sldId id="408" r:id="rId32"/>
    <p:sldId id="409" r:id="rId33"/>
    <p:sldId id="357" r:id="rId34"/>
    <p:sldId id="358" r:id="rId35"/>
    <p:sldId id="410" r:id="rId36"/>
    <p:sldId id="411" r:id="rId37"/>
    <p:sldId id="361" r:id="rId38"/>
    <p:sldId id="314" r:id="rId39"/>
    <p:sldId id="300" r:id="rId40"/>
    <p:sldId id="415" r:id="rId41"/>
    <p:sldId id="286" r:id="rId42"/>
    <p:sldId id="315" r:id="rId43"/>
    <p:sldId id="316" r:id="rId44"/>
    <p:sldId id="317" r:id="rId45"/>
    <p:sldId id="318" r:id="rId46"/>
    <p:sldId id="343" r:id="rId47"/>
    <p:sldId id="416" r:id="rId48"/>
    <p:sldId id="320" r:id="rId49"/>
    <p:sldId id="333" r:id="rId50"/>
    <p:sldId id="418" r:id="rId51"/>
    <p:sldId id="331" r:id="rId52"/>
    <p:sldId id="335" r:id="rId53"/>
    <p:sldId id="330" r:id="rId54"/>
    <p:sldId id="332" r:id="rId55"/>
    <p:sldId id="325" r:id="rId56"/>
    <p:sldId id="328" r:id="rId57"/>
    <p:sldId id="329" r:id="rId58"/>
    <p:sldId id="321" r:id="rId59"/>
    <p:sldId id="322" r:id="rId60"/>
    <p:sldId id="323" r:id="rId61"/>
    <p:sldId id="324" r:id="rId62"/>
    <p:sldId id="336" r:id="rId63"/>
    <p:sldId id="338" r:id="rId64"/>
    <p:sldId id="337" r:id="rId65"/>
    <p:sldId id="340" r:id="rId66"/>
    <p:sldId id="275" r:id="rId6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61F7D-2C22-4C1D-998B-F80A41D84635}" v="211" dt="2026-03-26T20:58:37.5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, Yalong" userId="c9a3dc08-26f0-490d-b190-2780270c58e1" providerId="ADAL" clId="{9196C9BC-A3F2-4C51-A80D-F14A56F3F4CC}"/>
    <pc:docChg chg="undo redo custSel addSld delSld modSld sldOrd modNotesMaster">
      <pc:chgData name="Pi, Yalong" userId="c9a3dc08-26f0-490d-b190-2780270c58e1" providerId="ADAL" clId="{9196C9BC-A3F2-4C51-A80D-F14A56F3F4CC}" dt="2026-03-26T20:58:50.809" v="870" actId="113"/>
      <pc:docMkLst>
        <pc:docMk/>
      </pc:docMkLst>
      <pc:sldChg chg="modSp mod">
        <pc:chgData name="Pi, Yalong" userId="c9a3dc08-26f0-490d-b190-2780270c58e1" providerId="ADAL" clId="{9196C9BC-A3F2-4C51-A80D-F14A56F3F4CC}" dt="2026-03-05T18:52:28.960" v="25" actId="20577"/>
        <pc:sldMkLst>
          <pc:docMk/>
          <pc:sldMk cId="454250523" sldId="256"/>
        </pc:sldMkLst>
        <pc:spChg chg="mod">
          <ac:chgData name="Pi, Yalong" userId="c9a3dc08-26f0-490d-b190-2780270c58e1" providerId="ADAL" clId="{9196C9BC-A3F2-4C51-A80D-F14A56F3F4CC}" dt="2026-03-05T18:52:28.960" v="25" actId="20577"/>
          <ac:spMkLst>
            <pc:docMk/>
            <pc:sldMk cId="454250523" sldId="256"/>
            <ac:spMk id="3" creationId="{558478C7-0901-A4E4-29A2-7B00E9BB0F35}"/>
          </ac:spMkLst>
        </pc:spChg>
      </pc:sldChg>
      <pc:sldChg chg="modSp mod">
        <pc:chgData name="Pi, Yalong" userId="c9a3dc08-26f0-490d-b190-2780270c58e1" providerId="ADAL" clId="{9196C9BC-A3F2-4C51-A80D-F14A56F3F4CC}" dt="2026-03-10T20:41:07.989" v="609" actId="20577"/>
        <pc:sldMkLst>
          <pc:docMk/>
          <pc:sldMk cId="279864421" sldId="260"/>
        </pc:sldMkLst>
        <pc:spChg chg="mod">
          <ac:chgData name="Pi, Yalong" userId="c9a3dc08-26f0-490d-b190-2780270c58e1" providerId="ADAL" clId="{9196C9BC-A3F2-4C51-A80D-F14A56F3F4CC}" dt="2026-03-05T18:55:45.740" v="116" actId="20577"/>
          <ac:spMkLst>
            <pc:docMk/>
            <pc:sldMk cId="279864421" sldId="260"/>
            <ac:spMk id="2" creationId="{9B667E9E-5FB5-120C-3E3A-1E0AA1229CF9}"/>
          </ac:spMkLst>
        </pc:spChg>
        <pc:spChg chg="mod">
          <ac:chgData name="Pi, Yalong" userId="c9a3dc08-26f0-490d-b190-2780270c58e1" providerId="ADAL" clId="{9196C9BC-A3F2-4C51-A80D-F14A56F3F4CC}" dt="2026-03-10T20:41:07.989" v="609" actId="20577"/>
          <ac:spMkLst>
            <pc:docMk/>
            <pc:sldMk cId="279864421" sldId="260"/>
            <ac:spMk id="3" creationId="{9E58FA2E-D63B-3D50-91CC-AD9498FD4F82}"/>
          </ac:spMkLst>
        </pc:spChg>
      </pc:sldChg>
      <pc:sldChg chg="modSp mod modNotes">
        <pc:chgData name="Pi, Yalong" userId="c9a3dc08-26f0-490d-b190-2780270c58e1" providerId="ADAL" clId="{9196C9BC-A3F2-4C51-A80D-F14A56F3F4CC}" dt="2026-03-10T20:54:28.680" v="630" actId="20577"/>
        <pc:sldMkLst>
          <pc:docMk/>
          <pc:sldMk cId="0" sldId="275"/>
        </pc:sldMkLst>
        <pc:spChg chg="mod">
          <ac:chgData name="Pi, Yalong" userId="c9a3dc08-26f0-490d-b190-2780270c58e1" providerId="ADAL" clId="{9196C9BC-A3F2-4C51-A80D-F14A56F3F4CC}" dt="2026-03-10T20:54:28.680" v="630" actId="20577"/>
          <ac:spMkLst>
            <pc:docMk/>
            <pc:sldMk cId="0" sldId="275"/>
            <ac:spMk id="759" creationId="{00000000-0000-0000-0000-000000000000}"/>
          </ac:spMkLst>
        </pc:spChg>
        <pc:spChg chg="mod">
          <ac:chgData name="Pi, Yalong" userId="c9a3dc08-26f0-490d-b190-2780270c58e1" providerId="ADAL" clId="{9196C9BC-A3F2-4C51-A80D-F14A56F3F4CC}" dt="2026-03-05T21:20:00.318" v="306" actId="20577"/>
          <ac:spMkLst>
            <pc:docMk/>
            <pc:sldMk cId="0" sldId="275"/>
            <ac:spMk id="760" creationId="{00000000-0000-0000-0000-000000000000}"/>
          </ac:spMkLst>
        </pc:spChg>
      </pc:sldChg>
      <pc:sldChg chg="modSp mod">
        <pc:chgData name="Pi, Yalong" userId="c9a3dc08-26f0-490d-b190-2780270c58e1" providerId="ADAL" clId="{9196C9BC-A3F2-4C51-A80D-F14A56F3F4CC}" dt="2026-03-11T20:09:46.863" v="635" actId="20577"/>
        <pc:sldMkLst>
          <pc:docMk/>
          <pc:sldMk cId="1487505461" sldId="286"/>
        </pc:sldMkLst>
        <pc:spChg chg="mod">
          <ac:chgData name="Pi, Yalong" userId="c9a3dc08-26f0-490d-b190-2780270c58e1" providerId="ADAL" clId="{9196C9BC-A3F2-4C51-A80D-F14A56F3F4CC}" dt="2026-03-11T20:09:46.863" v="635" actId="20577"/>
          <ac:spMkLst>
            <pc:docMk/>
            <pc:sldMk cId="1487505461" sldId="286"/>
            <ac:spMk id="3" creationId="{34B92C7F-2704-AE2C-AD90-9C8D9550266A}"/>
          </ac:spMkLst>
        </pc:spChg>
      </pc:sldChg>
      <pc:sldChg chg="ord">
        <pc:chgData name="Pi, Yalong" userId="c9a3dc08-26f0-490d-b190-2780270c58e1" providerId="ADAL" clId="{9196C9BC-A3F2-4C51-A80D-F14A56F3F4CC}" dt="2026-03-05T19:58:52.913" v="151"/>
        <pc:sldMkLst>
          <pc:docMk/>
          <pc:sldMk cId="1460778003" sldId="307"/>
        </pc:sldMkLst>
      </pc:sldChg>
      <pc:sldChg chg="ord">
        <pc:chgData name="Pi, Yalong" userId="c9a3dc08-26f0-490d-b190-2780270c58e1" providerId="ADAL" clId="{9196C9BC-A3F2-4C51-A80D-F14A56F3F4CC}" dt="2026-03-05T21:18:44.303" v="300"/>
        <pc:sldMkLst>
          <pc:docMk/>
          <pc:sldMk cId="3646669359" sldId="309"/>
        </pc:sldMkLst>
      </pc:sldChg>
      <pc:sldChg chg="modSp mod">
        <pc:chgData name="Pi, Yalong" userId="c9a3dc08-26f0-490d-b190-2780270c58e1" providerId="ADAL" clId="{9196C9BC-A3F2-4C51-A80D-F14A56F3F4CC}" dt="2026-03-05T20:05:08.921" v="239" actId="20577"/>
        <pc:sldMkLst>
          <pc:docMk/>
          <pc:sldMk cId="2547315681" sldId="314"/>
        </pc:sldMkLst>
        <pc:spChg chg="mod">
          <ac:chgData name="Pi, Yalong" userId="c9a3dc08-26f0-490d-b190-2780270c58e1" providerId="ADAL" clId="{9196C9BC-A3F2-4C51-A80D-F14A56F3F4CC}" dt="2026-03-05T20:05:08.921" v="239" actId="20577"/>
          <ac:spMkLst>
            <pc:docMk/>
            <pc:sldMk cId="2547315681" sldId="314"/>
            <ac:spMk id="3" creationId="{EDDC5558-5FF5-E6D2-40B4-550FFE557AE3}"/>
          </ac:spMkLst>
        </pc:spChg>
      </pc:sldChg>
      <pc:sldChg chg="addSp delSp mod ord">
        <pc:chgData name="Pi, Yalong" userId="c9a3dc08-26f0-490d-b190-2780270c58e1" providerId="ADAL" clId="{9196C9BC-A3F2-4C51-A80D-F14A56F3F4CC}" dt="2026-03-05T21:00:16.149" v="263" actId="478"/>
        <pc:sldMkLst>
          <pc:docMk/>
          <pc:sldMk cId="3581272772" sldId="315"/>
        </pc:sldMkLst>
      </pc:sldChg>
      <pc:sldChg chg="addSp delSp modSp mod ord">
        <pc:chgData name="Pi, Yalong" userId="c9a3dc08-26f0-490d-b190-2780270c58e1" providerId="ADAL" clId="{9196C9BC-A3F2-4C51-A80D-F14A56F3F4CC}" dt="2026-03-26T20:58:50.809" v="870" actId="113"/>
        <pc:sldMkLst>
          <pc:docMk/>
          <pc:sldMk cId="2463305481" sldId="316"/>
        </pc:sldMkLst>
        <pc:spChg chg="mod">
          <ac:chgData name="Pi, Yalong" userId="c9a3dc08-26f0-490d-b190-2780270c58e1" providerId="ADAL" clId="{9196C9BC-A3F2-4C51-A80D-F14A56F3F4CC}" dt="2026-03-26T20:58:50.809" v="870" actId="113"/>
          <ac:spMkLst>
            <pc:docMk/>
            <pc:sldMk cId="2463305481" sldId="316"/>
            <ac:spMk id="3" creationId="{FE5CE48F-07DA-B5AE-7FC7-6AB612514240}"/>
          </ac:spMkLst>
        </pc:spChg>
        <pc:spChg chg="del mod">
          <ac:chgData name="Pi, Yalong" userId="c9a3dc08-26f0-490d-b190-2780270c58e1" providerId="ADAL" clId="{9196C9BC-A3F2-4C51-A80D-F14A56F3F4CC}" dt="2026-03-26T20:56:48.008" v="861"/>
          <ac:spMkLst>
            <pc:docMk/>
            <pc:sldMk cId="2463305481" sldId="316"/>
            <ac:spMk id="4" creationId="{F0F38EB4-DAD9-A587-F70E-890F39D95146}"/>
          </ac:spMkLst>
        </pc:spChg>
        <pc:spChg chg="mod">
          <ac:chgData name="Pi, Yalong" userId="c9a3dc08-26f0-490d-b190-2780270c58e1" providerId="ADAL" clId="{9196C9BC-A3F2-4C51-A80D-F14A56F3F4CC}" dt="2026-03-26T20:55:36.664" v="840" actId="20577"/>
          <ac:spMkLst>
            <pc:docMk/>
            <pc:sldMk cId="2463305481" sldId="316"/>
            <ac:spMk id="5" creationId="{7D7C8B08-1227-CBAC-B3E3-CD882B5C7316}"/>
          </ac:spMkLst>
        </pc:spChg>
        <pc:spChg chg="mod">
          <ac:chgData name="Pi, Yalong" userId="c9a3dc08-26f0-490d-b190-2780270c58e1" providerId="ADAL" clId="{9196C9BC-A3F2-4C51-A80D-F14A56F3F4CC}" dt="2026-03-26T20:58:03.025" v="864" actId="1076"/>
          <ac:spMkLst>
            <pc:docMk/>
            <pc:sldMk cId="2463305481" sldId="316"/>
            <ac:spMk id="6" creationId="{D7FFDB20-4DED-FF50-05A1-BEBB9CE5C674}"/>
          </ac:spMkLst>
        </pc:spChg>
        <pc:spChg chg="add mod">
          <ac:chgData name="Pi, Yalong" userId="c9a3dc08-26f0-490d-b190-2780270c58e1" providerId="ADAL" clId="{9196C9BC-A3F2-4C51-A80D-F14A56F3F4CC}" dt="2026-03-26T20:58:37.592" v="865" actId="20577"/>
          <ac:spMkLst>
            <pc:docMk/>
            <pc:sldMk cId="2463305481" sldId="316"/>
            <ac:spMk id="7" creationId="{DBD69D90-CD21-8E19-FC2E-10BE5363738F}"/>
          </ac:spMkLst>
        </pc:spChg>
      </pc:sldChg>
      <pc:sldChg chg="modSp mod ord">
        <pc:chgData name="Pi, Yalong" userId="c9a3dc08-26f0-490d-b190-2780270c58e1" providerId="ADAL" clId="{9196C9BC-A3F2-4C51-A80D-F14A56F3F4CC}" dt="2026-03-05T21:00:49.001" v="277" actId="20577"/>
        <pc:sldMkLst>
          <pc:docMk/>
          <pc:sldMk cId="1926104154" sldId="317"/>
        </pc:sldMkLst>
        <pc:spChg chg="mod">
          <ac:chgData name="Pi, Yalong" userId="c9a3dc08-26f0-490d-b190-2780270c58e1" providerId="ADAL" clId="{9196C9BC-A3F2-4C51-A80D-F14A56F3F4CC}" dt="2026-03-05T21:00:49.001" v="277" actId="20577"/>
          <ac:spMkLst>
            <pc:docMk/>
            <pc:sldMk cId="1926104154" sldId="317"/>
            <ac:spMk id="2" creationId="{D70E944D-46F4-491A-B5AD-7565866448FC}"/>
          </ac:spMkLst>
        </pc:spChg>
      </pc:sldChg>
      <pc:sldChg chg="addSp delSp modSp mod ord">
        <pc:chgData name="Pi, Yalong" userId="c9a3dc08-26f0-490d-b190-2780270c58e1" providerId="ADAL" clId="{9196C9BC-A3F2-4C51-A80D-F14A56F3F4CC}" dt="2026-03-05T21:01:16.184" v="294" actId="478"/>
        <pc:sldMkLst>
          <pc:docMk/>
          <pc:sldMk cId="1297592706" sldId="318"/>
        </pc:sldMkLst>
        <pc:spChg chg="mod">
          <ac:chgData name="Pi, Yalong" userId="c9a3dc08-26f0-490d-b190-2780270c58e1" providerId="ADAL" clId="{9196C9BC-A3F2-4C51-A80D-F14A56F3F4CC}" dt="2026-03-05T21:01:12.633" v="291" actId="20577"/>
          <ac:spMkLst>
            <pc:docMk/>
            <pc:sldMk cId="1297592706" sldId="318"/>
            <ac:spMk id="2" creationId="{BCBB7B32-B192-B76E-2D9F-FE4FCB2862F7}"/>
          </ac:spMkLst>
        </pc:spChg>
      </pc:sldChg>
      <pc:sldChg chg="addSp delSp mod">
        <pc:chgData name="Pi, Yalong" userId="c9a3dc08-26f0-490d-b190-2780270c58e1" providerId="ADAL" clId="{9196C9BC-A3F2-4C51-A80D-F14A56F3F4CC}" dt="2026-03-25T21:52:42.570" v="656" actId="478"/>
        <pc:sldMkLst>
          <pc:docMk/>
          <pc:sldMk cId="4006615701" sldId="321"/>
        </pc:sldMkLst>
        <pc:grpChg chg="add del">
          <ac:chgData name="Pi, Yalong" userId="c9a3dc08-26f0-490d-b190-2780270c58e1" providerId="ADAL" clId="{9196C9BC-A3F2-4C51-A80D-F14A56F3F4CC}" dt="2026-03-25T21:52:42.570" v="656" actId="478"/>
          <ac:grpSpMkLst>
            <pc:docMk/>
            <pc:sldMk cId="4006615701" sldId="321"/>
            <ac:grpSpMk id="14" creationId="{430C91EB-9660-6802-F35E-70AA2A2D64AE}"/>
          </ac:grpSpMkLst>
        </pc:grpChg>
      </pc:sldChg>
      <pc:sldChg chg="add del">
        <pc:chgData name="Pi, Yalong" userId="c9a3dc08-26f0-490d-b190-2780270c58e1" providerId="ADAL" clId="{9196C9BC-A3F2-4C51-A80D-F14A56F3F4CC}" dt="2026-03-25T21:57:05" v="658" actId="47"/>
        <pc:sldMkLst>
          <pc:docMk/>
          <pc:sldMk cId="4038834853" sldId="325"/>
        </pc:sldMkLst>
      </pc:sldChg>
      <pc:sldChg chg="add del">
        <pc:chgData name="Pi, Yalong" userId="c9a3dc08-26f0-490d-b190-2780270c58e1" providerId="ADAL" clId="{9196C9BC-A3F2-4C51-A80D-F14A56F3F4CC}" dt="2026-03-25T21:57:05" v="658" actId="47"/>
        <pc:sldMkLst>
          <pc:docMk/>
          <pc:sldMk cId="3385665586" sldId="328"/>
        </pc:sldMkLst>
      </pc:sldChg>
      <pc:sldChg chg="add del">
        <pc:chgData name="Pi, Yalong" userId="c9a3dc08-26f0-490d-b190-2780270c58e1" providerId="ADAL" clId="{9196C9BC-A3F2-4C51-A80D-F14A56F3F4CC}" dt="2026-03-25T21:57:05" v="658" actId="47"/>
        <pc:sldMkLst>
          <pc:docMk/>
          <pc:sldMk cId="3416015291" sldId="329"/>
        </pc:sldMkLst>
      </pc:sldChg>
      <pc:sldChg chg="delSp add del mod">
        <pc:chgData name="Pi, Yalong" userId="c9a3dc08-26f0-490d-b190-2780270c58e1" providerId="ADAL" clId="{9196C9BC-A3F2-4C51-A80D-F14A56F3F4CC}" dt="2026-03-25T21:57:05" v="658" actId="47"/>
        <pc:sldMkLst>
          <pc:docMk/>
          <pc:sldMk cId="3405156352" sldId="330"/>
        </pc:sldMkLst>
        <pc:grpChg chg="del">
          <ac:chgData name="Pi, Yalong" userId="c9a3dc08-26f0-490d-b190-2780270c58e1" providerId="ADAL" clId="{9196C9BC-A3F2-4C51-A80D-F14A56F3F4CC}" dt="2026-03-25T21:52:08.418" v="651" actId="478"/>
          <ac:grpSpMkLst>
            <pc:docMk/>
            <pc:sldMk cId="3405156352" sldId="330"/>
            <ac:grpSpMk id="14" creationId="{2D78A0E1-96C9-6C9A-2D80-9B45FF56E892}"/>
          </ac:grpSpMkLst>
        </pc:grpChg>
        <pc:grpChg chg="del">
          <ac:chgData name="Pi, Yalong" userId="c9a3dc08-26f0-490d-b190-2780270c58e1" providerId="ADAL" clId="{9196C9BC-A3F2-4C51-A80D-F14A56F3F4CC}" dt="2026-03-25T21:52:05.993" v="650" actId="478"/>
          <ac:grpSpMkLst>
            <pc:docMk/>
            <pc:sldMk cId="3405156352" sldId="330"/>
            <ac:grpSpMk id="18" creationId="{43F0B243-016A-453C-DBCB-9E8B84464E81}"/>
          </ac:grpSpMkLst>
        </pc:grpChg>
        <pc:inkChg chg="del">
          <ac:chgData name="Pi, Yalong" userId="c9a3dc08-26f0-490d-b190-2780270c58e1" providerId="ADAL" clId="{9196C9BC-A3F2-4C51-A80D-F14A56F3F4CC}" dt="2026-03-25T21:52:17.167" v="653" actId="478"/>
          <ac:inkMkLst>
            <pc:docMk/>
            <pc:sldMk cId="3405156352" sldId="330"/>
            <ac:inkMk id="6" creationId="{DA476353-39E2-BF06-0161-06199969D630}"/>
          </ac:inkMkLst>
        </pc:inkChg>
        <pc:inkChg chg="del">
          <ac:chgData name="Pi, Yalong" userId="c9a3dc08-26f0-490d-b190-2780270c58e1" providerId="ADAL" clId="{9196C9BC-A3F2-4C51-A80D-F14A56F3F4CC}" dt="2026-03-25T21:52:10.723" v="652" actId="478"/>
          <ac:inkMkLst>
            <pc:docMk/>
            <pc:sldMk cId="3405156352" sldId="330"/>
            <ac:inkMk id="7" creationId="{0F65F7B7-2E2D-BE26-82C7-A836D73F0246}"/>
          </ac:inkMkLst>
        </pc:inkChg>
      </pc:sldChg>
      <pc:sldChg chg="delSp add del mod">
        <pc:chgData name="Pi, Yalong" userId="c9a3dc08-26f0-490d-b190-2780270c58e1" providerId="ADAL" clId="{9196C9BC-A3F2-4C51-A80D-F14A56F3F4CC}" dt="2026-03-25T21:57:05" v="658" actId="47"/>
        <pc:sldMkLst>
          <pc:docMk/>
          <pc:sldMk cId="1625203741" sldId="332"/>
        </pc:sldMkLst>
        <pc:grpChg chg="del">
          <ac:chgData name="Pi, Yalong" userId="c9a3dc08-26f0-490d-b190-2780270c58e1" providerId="ADAL" clId="{9196C9BC-A3F2-4C51-A80D-F14A56F3F4CC}" dt="2026-03-25T21:52:32.032" v="654" actId="478"/>
          <ac:grpSpMkLst>
            <pc:docMk/>
            <pc:sldMk cId="1625203741" sldId="332"/>
            <ac:grpSpMk id="20" creationId="{F1A888F5-27A0-BDF0-9497-4C5D371CA861}"/>
          </ac:grpSpMkLst>
        </pc:grpChg>
      </pc:sldChg>
      <pc:sldChg chg="addSp delSp modSp mod">
        <pc:chgData name="Pi, Yalong" userId="c9a3dc08-26f0-490d-b190-2780270c58e1" providerId="ADAL" clId="{9196C9BC-A3F2-4C51-A80D-F14A56F3F4CC}" dt="2026-03-25T21:33:24.754" v="645" actId="255"/>
        <pc:sldMkLst>
          <pc:docMk/>
          <pc:sldMk cId="1686411007" sldId="333"/>
        </pc:sldMkLst>
        <pc:spChg chg="mod">
          <ac:chgData name="Pi, Yalong" userId="c9a3dc08-26f0-490d-b190-2780270c58e1" providerId="ADAL" clId="{9196C9BC-A3F2-4C51-A80D-F14A56F3F4CC}" dt="2026-03-25T21:33:24.754" v="645" actId="255"/>
          <ac:spMkLst>
            <pc:docMk/>
            <pc:sldMk cId="1686411007" sldId="333"/>
            <ac:spMk id="2" creationId="{9B69F5BA-1976-0030-209D-D62FD7F40ECF}"/>
          </ac:spMkLst>
        </pc:spChg>
        <pc:spChg chg="mod">
          <ac:chgData name="Pi, Yalong" userId="c9a3dc08-26f0-490d-b190-2780270c58e1" providerId="ADAL" clId="{9196C9BC-A3F2-4C51-A80D-F14A56F3F4CC}" dt="2026-03-05T21:34:56.794" v="568" actId="57"/>
          <ac:spMkLst>
            <pc:docMk/>
            <pc:sldMk cId="1686411007" sldId="333"/>
            <ac:spMk id="3" creationId="{D3A182F6-8917-BFFA-3C19-D63AC99F04CB}"/>
          </ac:spMkLst>
        </pc:spChg>
        <pc:grpChg chg="add del mod">
          <ac:chgData name="Pi, Yalong" userId="c9a3dc08-26f0-490d-b190-2780270c58e1" providerId="ADAL" clId="{9196C9BC-A3F2-4C51-A80D-F14A56F3F4CC}" dt="2026-03-05T21:33:58.122" v="529" actId="1076"/>
          <ac:grpSpMkLst>
            <pc:docMk/>
            <pc:sldMk cId="1686411007" sldId="333"/>
            <ac:grpSpMk id="14" creationId="{7387AC60-21FA-0369-F835-8FA5DFEE5377}"/>
          </ac:grpSpMkLst>
        </pc:grpChg>
        <pc:grpChg chg="add del mod">
          <ac:chgData name="Pi, Yalong" userId="c9a3dc08-26f0-490d-b190-2780270c58e1" providerId="ADAL" clId="{9196C9BC-A3F2-4C51-A80D-F14A56F3F4CC}" dt="2026-03-05T21:33:58.122" v="529" actId="1076"/>
          <ac:grpSpMkLst>
            <pc:docMk/>
            <pc:sldMk cId="1686411007" sldId="333"/>
            <ac:grpSpMk id="33" creationId="{80D2E473-6AE8-43B4-37CA-991FF9FFB853}"/>
          </ac:grpSpMkLst>
        </pc:grpChg>
        <pc:grpChg chg="add del mod">
          <ac:chgData name="Pi, Yalong" userId="c9a3dc08-26f0-490d-b190-2780270c58e1" providerId="ADAL" clId="{9196C9BC-A3F2-4C51-A80D-F14A56F3F4CC}" dt="2026-03-05T21:33:58.122" v="529" actId="1076"/>
          <ac:grpSpMkLst>
            <pc:docMk/>
            <pc:sldMk cId="1686411007" sldId="333"/>
            <ac:grpSpMk id="42" creationId="{91B169BD-7B17-6AB6-5651-64E585EABCDF}"/>
          </ac:grpSpMkLst>
        </pc:grpChg>
        <pc:grpChg chg="add del mod">
          <ac:chgData name="Pi, Yalong" userId="c9a3dc08-26f0-490d-b190-2780270c58e1" providerId="ADAL" clId="{9196C9BC-A3F2-4C51-A80D-F14A56F3F4CC}" dt="2026-03-05T21:33:58.122" v="529" actId="1076"/>
          <ac:grpSpMkLst>
            <pc:docMk/>
            <pc:sldMk cId="1686411007" sldId="333"/>
            <ac:grpSpMk id="45" creationId="{30CDE2EA-B44B-3194-C510-B41965991E64}"/>
          </ac:grpSpMkLst>
        </pc:grpChg>
        <pc:grpChg chg="add del mod">
          <ac:chgData name="Pi, Yalong" userId="c9a3dc08-26f0-490d-b190-2780270c58e1" providerId="ADAL" clId="{9196C9BC-A3F2-4C51-A80D-F14A56F3F4CC}" dt="2026-03-05T21:33:58.122" v="529" actId="1076"/>
          <ac:grpSpMkLst>
            <pc:docMk/>
            <pc:sldMk cId="1686411007" sldId="333"/>
            <ac:grpSpMk id="53" creationId="{E71DFDB1-30FF-5C1F-7966-7BF918CAEA5F}"/>
          </ac:grpSpMkLst>
        </pc:grpChg>
        <pc:graphicFrameChg chg="add del mod">
          <ac:chgData name="Pi, Yalong" userId="c9a3dc08-26f0-490d-b190-2780270c58e1" providerId="ADAL" clId="{9196C9BC-A3F2-4C51-A80D-F14A56F3F4CC}" dt="2026-03-05T21:33:58.122" v="529" actId="1076"/>
          <ac:graphicFrameMkLst>
            <pc:docMk/>
            <pc:sldMk cId="1686411007" sldId="333"/>
            <ac:graphicFrameMk id="4" creationId="{86B4EBCA-3164-0262-1D19-3969AE3B510C}"/>
          </ac:graphicFrameMkLst>
        </pc:graphicFrameChg>
      </pc:sldChg>
      <pc:sldChg chg="delSp mod">
        <pc:chgData name="Pi, Yalong" userId="c9a3dc08-26f0-490d-b190-2780270c58e1" providerId="ADAL" clId="{9196C9BC-A3F2-4C51-A80D-F14A56F3F4CC}" dt="2026-03-25T21:28:13.138" v="644" actId="478"/>
        <pc:sldMkLst>
          <pc:docMk/>
          <pc:sldMk cId="1240688602" sldId="338"/>
        </pc:sldMkLst>
        <pc:grpChg chg="del">
          <ac:chgData name="Pi, Yalong" userId="c9a3dc08-26f0-490d-b190-2780270c58e1" providerId="ADAL" clId="{9196C9BC-A3F2-4C51-A80D-F14A56F3F4CC}" dt="2026-03-25T21:28:13.138" v="644" actId="478"/>
          <ac:grpSpMkLst>
            <pc:docMk/>
            <pc:sldMk cId="1240688602" sldId="338"/>
            <ac:grpSpMk id="14" creationId="{AFA20A76-EE17-0CFA-B6F4-8C4AE467B008}"/>
          </ac:grpSpMkLst>
        </pc:grpChg>
        <pc:grpChg chg="del">
          <ac:chgData name="Pi, Yalong" userId="c9a3dc08-26f0-490d-b190-2780270c58e1" providerId="ADAL" clId="{9196C9BC-A3F2-4C51-A80D-F14A56F3F4CC}" dt="2026-03-25T21:28:08.386" v="640" actId="478"/>
          <ac:grpSpMkLst>
            <pc:docMk/>
            <pc:sldMk cId="1240688602" sldId="338"/>
            <ac:grpSpMk id="26" creationId="{693316E5-E90F-DDC5-D292-0B25FB87D5AE}"/>
          </ac:grpSpMkLst>
        </pc:grpChg>
        <pc:grpChg chg="del">
          <ac:chgData name="Pi, Yalong" userId="c9a3dc08-26f0-490d-b190-2780270c58e1" providerId="ADAL" clId="{9196C9BC-A3F2-4C51-A80D-F14A56F3F4CC}" dt="2026-03-25T21:28:09.475" v="641" actId="478"/>
          <ac:grpSpMkLst>
            <pc:docMk/>
            <pc:sldMk cId="1240688602" sldId="338"/>
            <ac:grpSpMk id="54" creationId="{8C4A00D3-9272-CB84-25A4-0FDC25A8E9CD}"/>
          </ac:grpSpMkLst>
        </pc:grpChg>
        <pc:grpChg chg="del">
          <ac:chgData name="Pi, Yalong" userId="c9a3dc08-26f0-490d-b190-2780270c58e1" providerId="ADAL" clId="{9196C9BC-A3F2-4C51-A80D-F14A56F3F4CC}" dt="2026-03-25T21:28:07.442" v="639" actId="478"/>
          <ac:grpSpMkLst>
            <pc:docMk/>
            <pc:sldMk cId="1240688602" sldId="338"/>
            <ac:grpSpMk id="63" creationId="{ADEFBCBA-4BB0-CAEC-788D-3D3D5319D82C}"/>
          </ac:grpSpMkLst>
        </pc:grpChg>
        <pc:grpChg chg="del">
          <ac:chgData name="Pi, Yalong" userId="c9a3dc08-26f0-490d-b190-2780270c58e1" providerId="ADAL" clId="{9196C9BC-A3F2-4C51-A80D-F14A56F3F4CC}" dt="2026-03-25T21:28:11.786" v="643" actId="478"/>
          <ac:grpSpMkLst>
            <pc:docMk/>
            <pc:sldMk cId="1240688602" sldId="338"/>
            <ac:grpSpMk id="3080" creationId="{539E94C7-9955-77B5-8C78-04776F4E3D66}"/>
          </ac:grpSpMkLst>
        </pc:grpChg>
        <pc:grpChg chg="del">
          <ac:chgData name="Pi, Yalong" userId="c9a3dc08-26f0-490d-b190-2780270c58e1" providerId="ADAL" clId="{9196C9BC-A3F2-4C51-A80D-F14A56F3F4CC}" dt="2026-03-25T21:28:10.891" v="642" actId="478"/>
          <ac:grpSpMkLst>
            <pc:docMk/>
            <pc:sldMk cId="1240688602" sldId="338"/>
            <ac:grpSpMk id="3081" creationId="{F1985197-C319-F3FE-7B5A-95FBF37B47EF}"/>
          </ac:grpSpMkLst>
        </pc:grpChg>
      </pc:sldChg>
      <pc:sldChg chg="modSp mod">
        <pc:chgData name="Pi, Yalong" userId="c9a3dc08-26f0-490d-b190-2780270c58e1" providerId="ADAL" clId="{9196C9BC-A3F2-4C51-A80D-F14A56F3F4CC}" dt="2026-03-10T20:54:41.851" v="631" actId="6549"/>
        <pc:sldMkLst>
          <pc:docMk/>
          <pc:sldMk cId="4092792318" sldId="340"/>
        </pc:sldMkLst>
        <pc:spChg chg="mod">
          <ac:chgData name="Pi, Yalong" userId="c9a3dc08-26f0-490d-b190-2780270c58e1" providerId="ADAL" clId="{9196C9BC-A3F2-4C51-A80D-F14A56F3F4CC}" dt="2026-03-10T20:54:41.851" v="631" actId="6549"/>
          <ac:spMkLst>
            <pc:docMk/>
            <pc:sldMk cId="4092792318" sldId="340"/>
            <ac:spMk id="3" creationId="{E9215918-35DA-0056-0472-4B0C63BBE71B}"/>
          </ac:spMkLst>
        </pc:spChg>
      </pc:sldChg>
      <pc:sldChg chg="addSp delSp del mod ord">
        <pc:chgData name="Pi, Yalong" userId="c9a3dc08-26f0-490d-b190-2780270c58e1" providerId="ADAL" clId="{9196C9BC-A3F2-4C51-A80D-F14A56F3F4CC}" dt="2026-03-25T20:45:59.417" v="636" actId="47"/>
        <pc:sldMkLst>
          <pc:docMk/>
          <pc:sldMk cId="3418711756" sldId="341"/>
        </pc:sldMkLst>
      </pc:sldChg>
      <pc:sldChg chg="addSp delSp del mod ord">
        <pc:chgData name="Pi, Yalong" userId="c9a3dc08-26f0-490d-b190-2780270c58e1" providerId="ADAL" clId="{9196C9BC-A3F2-4C51-A80D-F14A56F3F4CC}" dt="2026-03-25T20:46:03.783" v="637" actId="47"/>
        <pc:sldMkLst>
          <pc:docMk/>
          <pc:sldMk cId="2192516234" sldId="342"/>
        </pc:sldMkLst>
      </pc:sldChg>
      <pc:sldChg chg="addSp modSp new mod">
        <pc:chgData name="Pi, Yalong" userId="c9a3dc08-26f0-490d-b190-2780270c58e1" providerId="ADAL" clId="{9196C9BC-A3F2-4C51-A80D-F14A56F3F4CC}" dt="2026-03-26T14:35:46.610" v="691" actId="20577"/>
        <pc:sldMkLst>
          <pc:docMk/>
          <pc:sldMk cId="1562334391" sldId="344"/>
        </pc:sldMkLst>
        <pc:spChg chg="mod">
          <ac:chgData name="Pi, Yalong" userId="c9a3dc08-26f0-490d-b190-2780270c58e1" providerId="ADAL" clId="{9196C9BC-A3F2-4C51-A80D-F14A56F3F4CC}" dt="2026-03-26T14:35:45.613" v="690" actId="20577"/>
          <ac:spMkLst>
            <pc:docMk/>
            <pc:sldMk cId="1562334391" sldId="344"/>
            <ac:spMk id="2" creationId="{C9F0A556-5839-358F-80A0-05E7096DEE38}"/>
          </ac:spMkLst>
        </pc:spChg>
        <pc:spChg chg="mod">
          <ac:chgData name="Pi, Yalong" userId="c9a3dc08-26f0-490d-b190-2780270c58e1" providerId="ADAL" clId="{9196C9BC-A3F2-4C51-A80D-F14A56F3F4CC}" dt="2026-03-26T14:35:46.610" v="691" actId="20577"/>
          <ac:spMkLst>
            <pc:docMk/>
            <pc:sldMk cId="1562334391" sldId="344"/>
            <ac:spMk id="3" creationId="{7059F39F-13CA-EB7E-C2A0-295869BF0E7E}"/>
          </ac:spMkLst>
        </pc:spChg>
        <pc:picChg chg="add mod">
          <ac:chgData name="Pi, Yalong" userId="c9a3dc08-26f0-490d-b190-2780270c58e1" providerId="ADAL" clId="{9196C9BC-A3F2-4C51-A80D-F14A56F3F4CC}" dt="2026-03-26T14:35:20.583" v="662" actId="1076"/>
          <ac:picMkLst>
            <pc:docMk/>
            <pc:sldMk cId="1562334391" sldId="344"/>
            <ac:picMk id="5" creationId="{91FDB249-FFEF-73CC-52E8-63F5B49F3142}"/>
          </ac:picMkLst>
        </pc:picChg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423453020" sldId="345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441239745" sldId="346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3465829615" sldId="347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3886079038" sldId="350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3114448969" sldId="351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987018398" sldId="352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3194191231" sldId="353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1512876565" sldId="355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4127928759" sldId="356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845988163" sldId="357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2470757203" sldId="358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2095541725" sldId="359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3400277818" sldId="360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2797780432" sldId="361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2661712719" sldId="366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1309266075" sldId="373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1954568838" sldId="374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2719359472" sldId="380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3954767419" sldId="403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806637701" sldId="404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2031870394" sldId="405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393222556" sldId="406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2488803473" sldId="407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3384434911" sldId="408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619984876" sldId="409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2660458139" sldId="410"/>
        </pc:sldMkLst>
      </pc:sldChg>
      <pc:sldChg chg="add">
        <pc:chgData name="Pi, Yalong" userId="c9a3dc08-26f0-490d-b190-2780270c58e1" providerId="ADAL" clId="{9196C9BC-A3F2-4C51-A80D-F14A56F3F4CC}" dt="2026-03-05T19:57:14.562" v="130"/>
        <pc:sldMkLst>
          <pc:docMk/>
          <pc:sldMk cId="591510223" sldId="411"/>
        </pc:sldMkLst>
      </pc:sldChg>
      <pc:sldChg chg="modSp new mod">
        <pc:chgData name="Pi, Yalong" userId="c9a3dc08-26f0-490d-b190-2780270c58e1" providerId="ADAL" clId="{9196C9BC-A3F2-4C51-A80D-F14A56F3F4CC}" dt="2026-03-05T20:00:40.399" v="232" actId="20577"/>
        <pc:sldMkLst>
          <pc:docMk/>
          <pc:sldMk cId="571650739" sldId="412"/>
        </pc:sldMkLst>
        <pc:spChg chg="mod">
          <ac:chgData name="Pi, Yalong" userId="c9a3dc08-26f0-490d-b190-2780270c58e1" providerId="ADAL" clId="{9196C9BC-A3F2-4C51-A80D-F14A56F3F4CC}" dt="2026-03-05T20:00:08.465" v="153"/>
          <ac:spMkLst>
            <pc:docMk/>
            <pc:sldMk cId="571650739" sldId="412"/>
            <ac:spMk id="2" creationId="{2C81660F-1476-8769-DC0D-CE900AE1BCEA}"/>
          </ac:spMkLst>
        </pc:spChg>
        <pc:spChg chg="mod">
          <ac:chgData name="Pi, Yalong" userId="c9a3dc08-26f0-490d-b190-2780270c58e1" providerId="ADAL" clId="{9196C9BC-A3F2-4C51-A80D-F14A56F3F4CC}" dt="2026-03-05T20:00:40.399" v="232" actId="20577"/>
          <ac:spMkLst>
            <pc:docMk/>
            <pc:sldMk cId="571650739" sldId="412"/>
            <ac:spMk id="3" creationId="{56F8B5B0-9D6B-50F6-EC2A-EC81C4F82C69}"/>
          </ac:spMkLst>
        </pc:spChg>
      </pc:sldChg>
      <pc:sldChg chg="modSp new">
        <pc:chgData name="Pi, Yalong" userId="c9a3dc08-26f0-490d-b190-2780270c58e1" providerId="ADAL" clId="{9196C9BC-A3F2-4C51-A80D-F14A56F3F4CC}" dt="2026-03-05T21:21:02.528" v="312"/>
        <pc:sldMkLst>
          <pc:docMk/>
          <pc:sldMk cId="2415821975" sldId="415"/>
        </pc:sldMkLst>
        <pc:spChg chg="mod">
          <ac:chgData name="Pi, Yalong" userId="c9a3dc08-26f0-490d-b190-2780270c58e1" providerId="ADAL" clId="{9196C9BC-A3F2-4C51-A80D-F14A56F3F4CC}" dt="2026-03-05T21:21:02.528" v="312"/>
          <ac:spMkLst>
            <pc:docMk/>
            <pc:sldMk cId="2415821975" sldId="415"/>
            <ac:spMk id="2" creationId="{E55BE40F-D0E2-50B7-9C03-A3E623074627}"/>
          </ac:spMkLst>
        </pc:spChg>
      </pc:sldChg>
      <pc:sldChg chg="delSp modSp new mod">
        <pc:chgData name="Pi, Yalong" userId="c9a3dc08-26f0-490d-b190-2780270c58e1" providerId="ADAL" clId="{9196C9BC-A3F2-4C51-A80D-F14A56F3F4CC}" dt="2026-03-25T21:26:58.544" v="638" actId="478"/>
        <pc:sldMkLst>
          <pc:docMk/>
          <pc:sldMk cId="2381106080" sldId="416"/>
        </pc:sldMkLst>
        <pc:spChg chg="mod">
          <ac:chgData name="Pi, Yalong" userId="c9a3dc08-26f0-490d-b190-2780270c58e1" providerId="ADAL" clId="{9196C9BC-A3F2-4C51-A80D-F14A56F3F4CC}" dt="2026-03-05T21:21:28.743" v="316"/>
          <ac:spMkLst>
            <pc:docMk/>
            <pc:sldMk cId="2381106080" sldId="416"/>
            <ac:spMk id="2" creationId="{2ABF012B-E0F6-8EA7-D9BE-61FC878BCB87}"/>
          </ac:spMkLst>
        </pc:spChg>
        <pc:spChg chg="del">
          <ac:chgData name="Pi, Yalong" userId="c9a3dc08-26f0-490d-b190-2780270c58e1" providerId="ADAL" clId="{9196C9BC-A3F2-4C51-A80D-F14A56F3F4CC}" dt="2026-03-25T21:26:58.544" v="638" actId="478"/>
          <ac:spMkLst>
            <pc:docMk/>
            <pc:sldMk cId="2381106080" sldId="416"/>
            <ac:spMk id="3" creationId="{AC5F167E-CE1A-462E-C2EE-754698AAE8D5}"/>
          </ac:spMkLst>
        </pc:spChg>
      </pc:sldChg>
      <pc:sldChg chg="delSp modSp add del mod">
        <pc:chgData name="Pi, Yalong" userId="c9a3dc08-26f0-490d-b190-2780270c58e1" providerId="ADAL" clId="{9196C9BC-A3F2-4C51-A80D-F14A56F3F4CC}" dt="2026-03-25T21:44:30.628" v="649" actId="47"/>
        <pc:sldMkLst>
          <pc:docMk/>
          <pc:sldMk cId="745865388" sldId="417"/>
        </pc:sldMkLst>
      </pc:sldChg>
      <pc:sldChg chg="addSp modSp add mod">
        <pc:chgData name="Pi, Yalong" userId="c9a3dc08-26f0-490d-b190-2780270c58e1" providerId="ADAL" clId="{9196C9BC-A3F2-4C51-A80D-F14A56F3F4CC}" dt="2026-03-25T21:44:14.589" v="648" actId="1076"/>
        <pc:sldMkLst>
          <pc:docMk/>
          <pc:sldMk cId="2313882715" sldId="418"/>
        </pc:sldMkLst>
        <pc:grpChg chg="mod">
          <ac:chgData name="Pi, Yalong" userId="c9a3dc08-26f0-490d-b190-2780270c58e1" providerId="ADAL" clId="{9196C9BC-A3F2-4C51-A80D-F14A56F3F4CC}" dt="2026-03-25T21:44:14.589" v="648" actId="1076"/>
          <ac:grpSpMkLst>
            <pc:docMk/>
            <pc:sldMk cId="2313882715" sldId="418"/>
            <ac:grpSpMk id="12" creationId="{6B0169F9-942D-3CF2-2AB0-249B73A6C01D}"/>
          </ac:grpSpMkLst>
        </pc:grpChg>
        <pc:grpChg chg="mod">
          <ac:chgData name="Pi, Yalong" userId="c9a3dc08-26f0-490d-b190-2780270c58e1" providerId="ADAL" clId="{9196C9BC-A3F2-4C51-A80D-F14A56F3F4CC}" dt="2026-03-25T21:44:12.496" v="647" actId="164"/>
          <ac:grpSpMkLst>
            <pc:docMk/>
            <pc:sldMk cId="2313882715" sldId="418"/>
            <ac:grpSpMk id="34" creationId="{57552047-6463-6E1E-114C-B5A79CAD39BF}"/>
          </ac:grpSpMkLst>
        </pc:grpChg>
        <pc:grpChg chg="mod">
          <ac:chgData name="Pi, Yalong" userId="c9a3dc08-26f0-490d-b190-2780270c58e1" providerId="ADAL" clId="{9196C9BC-A3F2-4C51-A80D-F14A56F3F4CC}" dt="2026-03-25T21:44:12.496" v="647" actId="164"/>
          <ac:grpSpMkLst>
            <pc:docMk/>
            <pc:sldMk cId="2313882715" sldId="418"/>
            <ac:grpSpMk id="38" creationId="{CC0E3C01-D2EB-5854-8C51-E2E7E586EC19}"/>
          </ac:grpSpMkLst>
        </pc:grpChg>
        <pc:grpChg chg="mod">
          <ac:chgData name="Pi, Yalong" userId="c9a3dc08-26f0-490d-b190-2780270c58e1" providerId="ADAL" clId="{9196C9BC-A3F2-4C51-A80D-F14A56F3F4CC}" dt="2026-03-25T21:44:12.496" v="647" actId="164"/>
          <ac:grpSpMkLst>
            <pc:docMk/>
            <pc:sldMk cId="2313882715" sldId="418"/>
            <ac:grpSpMk id="48" creationId="{B00E81F2-3092-3603-C410-F42A54E0927E}"/>
          </ac:grpSpMkLst>
        </pc:grpChg>
        <pc:grpChg chg="mod">
          <ac:chgData name="Pi, Yalong" userId="c9a3dc08-26f0-490d-b190-2780270c58e1" providerId="ADAL" clId="{9196C9BC-A3F2-4C51-A80D-F14A56F3F4CC}" dt="2026-03-25T21:44:12.496" v="647" actId="164"/>
          <ac:grpSpMkLst>
            <pc:docMk/>
            <pc:sldMk cId="2313882715" sldId="418"/>
            <ac:grpSpMk id="65" creationId="{6AAACDE7-D9E7-319A-5F3A-0193CD87A185}"/>
          </ac:grpSpMkLst>
        </pc:grpChg>
        <pc:grpChg chg="mod">
          <ac:chgData name="Pi, Yalong" userId="c9a3dc08-26f0-490d-b190-2780270c58e1" providerId="ADAL" clId="{9196C9BC-A3F2-4C51-A80D-F14A56F3F4CC}" dt="2026-03-25T21:44:12.496" v="647" actId="164"/>
          <ac:grpSpMkLst>
            <pc:docMk/>
            <pc:sldMk cId="2313882715" sldId="418"/>
            <ac:grpSpMk id="92" creationId="{B4E29143-4C86-E961-EB51-2D369306187A}"/>
          </ac:grpSpMkLst>
        </pc:grpChg>
        <pc:grpChg chg="mod">
          <ac:chgData name="Pi, Yalong" userId="c9a3dc08-26f0-490d-b190-2780270c58e1" providerId="ADAL" clId="{9196C9BC-A3F2-4C51-A80D-F14A56F3F4CC}" dt="2026-03-25T21:44:12.496" v="647" actId="164"/>
          <ac:grpSpMkLst>
            <pc:docMk/>
            <pc:sldMk cId="2313882715" sldId="418"/>
            <ac:grpSpMk id="94" creationId="{D08A50D3-DBF2-B7BB-613F-DC410A80E978}"/>
          </ac:grpSpMkLst>
        </pc:grpChg>
        <pc:grpChg chg="mod">
          <ac:chgData name="Pi, Yalong" userId="c9a3dc08-26f0-490d-b190-2780270c58e1" providerId="ADAL" clId="{9196C9BC-A3F2-4C51-A80D-F14A56F3F4CC}" dt="2026-03-25T21:44:12.496" v="647" actId="164"/>
          <ac:grpSpMkLst>
            <pc:docMk/>
            <pc:sldMk cId="2313882715" sldId="418"/>
            <ac:grpSpMk id="102" creationId="{E1CFF747-CD3C-205B-B5BE-8E659C5B494E}"/>
          </ac:grpSpMkLst>
        </pc:grpChg>
        <pc:grpChg chg="mod">
          <ac:chgData name="Pi, Yalong" userId="c9a3dc08-26f0-490d-b190-2780270c58e1" providerId="ADAL" clId="{9196C9BC-A3F2-4C51-A80D-F14A56F3F4CC}" dt="2026-03-25T21:44:12.496" v="647" actId="164"/>
          <ac:grpSpMkLst>
            <pc:docMk/>
            <pc:sldMk cId="2313882715" sldId="418"/>
            <ac:grpSpMk id="106" creationId="{9C093472-8030-2125-65D7-92338E9CE78E}"/>
          </ac:grpSpMkLst>
        </pc:grpChg>
        <pc:grpChg chg="mod">
          <ac:chgData name="Pi, Yalong" userId="c9a3dc08-26f0-490d-b190-2780270c58e1" providerId="ADAL" clId="{9196C9BC-A3F2-4C51-A80D-F14A56F3F4CC}" dt="2026-03-25T21:44:12.496" v="647" actId="164"/>
          <ac:grpSpMkLst>
            <pc:docMk/>
            <pc:sldMk cId="2313882715" sldId="418"/>
            <ac:grpSpMk id="138" creationId="{CF938BB2-B40D-98FB-E75B-E80113435537}"/>
          </ac:grpSpMkLst>
        </pc:grpChg>
        <pc:grpChg chg="mod">
          <ac:chgData name="Pi, Yalong" userId="c9a3dc08-26f0-490d-b190-2780270c58e1" providerId="ADAL" clId="{9196C9BC-A3F2-4C51-A80D-F14A56F3F4CC}" dt="2026-03-25T21:44:12.496" v="647" actId="164"/>
          <ac:grpSpMkLst>
            <pc:docMk/>
            <pc:sldMk cId="2313882715" sldId="418"/>
            <ac:grpSpMk id="161" creationId="{6C3EA288-50A9-3592-168C-8CA4D9D7AC74}"/>
          </ac:grpSpMkLst>
        </pc:gr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31:40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9218 0 0,'-4'2'10264'0'0,"3"-2"-10283"0"0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0.50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402 846 8290 0 0,'4'-1'396'0'0,"-1"1"1"0"0,1-1-1 0 0,-1 0 1 0 0,0 0 0 0 0,1 0-1 0 0,-1-1 1 0 0,0 1-1 0 0,0-1 1 0 0,0 0 0 0 0,0 0-1 0 0,5-4 1 0 0,28-27 358 0 0,-11 5 71 0 0,-1-2-1 0 0,-1-1 0 0 0,-1-1 0 0 0,-2 0 1 0 0,16-37-1 0 0,-30 56-586 0 0,-1 0 0 0 0,0-1 0 0 0,0 1-1 0 0,-1-1 1 0 0,-1 0 0 0 0,-1 0 0 0 0,0-1 0 0 0,0 1 0 0 0,-2 0-1 0 0,0-1 1 0 0,0 1 0 0 0,-4-22 0 0 0,0 13-144 0 0,-2 1 1 0 0,0 0-1 0 0,-1 0 1 0 0,-1 1-1 0 0,-1 0 1 0 0,-1 0-1 0 0,-14-20 1 0 0,13 21-67 0 0,-2 1 0 0 0,0 1 0 0 0,-1 0 1 0 0,-30-29-1 0 0,38 41-18 0 0,-1 1 0 0 0,0 0 0 0 0,0 0 0 0 0,-1 0 0 0 0,0 1 1 0 0,1 0-1 0 0,-1 1 0 0 0,-1-1 0 0 0,1 2 0 0 0,0-1 0 0 0,-1 1 0 0 0,1 0 1 0 0,-1 1-1 0 0,0 0 0 0 0,-13 0 0 0 0,8 2-17 0 0,1 1 0 0 0,0 0 1 0 0,0 1-1 0 0,0 0 0 0 0,0 1 1 0 0,1 0-1 0 0,-1 1 0 0 0,1 0 0 0 0,0 1 1 0 0,1 1-1 0 0,-1 0 0 0 0,1 0 1 0 0,1 1-1 0 0,-1 0 0 0 0,1 1 0 0 0,1 1 1 0 0,-17 19-1 0 0,12-11 6 0 0,1 0 0 0 0,1 1 0 0 0,0 1 1 0 0,2 0-1 0 0,0 0 0 0 0,1 1 0 0 0,2 1 0 0 0,0-1 0 0 0,-8 41 1 0 0,8-15-141 0 0,-2 98 1 0 0,10-120 111 0 0,0 1-1 0 0,2 0 1 0 0,1 0 0 0 0,0-1 0 0 0,13 36-1 0 0,-14-52 23 0 0,1-1 0 0 0,0 1 0 0 0,0-1-1 0 0,0 0 1 0 0,1 0 0 0 0,1-1-1 0 0,-1 1 1 0 0,1-1 0 0 0,0-1-1 0 0,1 1 1 0 0,0-1 0 0 0,0 0-1 0 0,14 9 1 0 0,-11-9 22 0 0,0-1 1 0 0,1 0-1 0 0,0-1 1 0 0,0 0-1 0 0,0-1 0 0 0,0 0 1 0 0,1 0-1 0 0,-1-2 1 0 0,1 1-1 0 0,19-1 0 0 0,-6-2 61 0 0,1 0 0 0 0,0-2-1 0 0,-1-1 1 0 0,1-1-1 0 0,-1-1 1 0 0,0-1-1 0 0,-1-2 1 0 0,0 0 0 0 0,0-1-1 0 0,-1-2 1 0 0,33-21-1 0 0,-45 26-180 0 0,9-5 277 0 0,0-1 0 0 0,-1-1 0 0 0,-1 0 0 0 0,24-25 0 0 0,-38 35-322 0 0,0-1 0 0 0,0 1 0 0 0,-1-1 1 0 0,0 0-1 0 0,0 0 0 0 0,0 0 0 0 0,0 0 0 0 0,-1-1 0 0 0,0 1 1 0 0,0 0-1 0 0,-1-1 0 0 0,1 0 0 0 0,-1 1 0 0 0,0-1 0 0 0,-1 0 1 0 0,1 0-1 0 0,-1 1 0 0 0,-1-1 0 0 0,1 0 0 0 0,-1 0 1 0 0,0 1-1 0 0,0-1 0 0 0,-3-8 0 0 0,0 1-7327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1.31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453 709 7834 0 0,'1'0'119'0'0,"-1"1"1"0"0,1 0 0 0 0,-1 0 0 0 0,1 0-1 0 0,-1-1 1 0 0,1 1 0 0 0,0 0 0 0 0,-1-1-1 0 0,1 1 1 0 0,0-1 0 0 0,-1 1 0 0 0,1-1-1 0 0,0 1 1 0 0,0-1 0 0 0,0 1 0 0 0,0-1-1 0 0,-1 0 1 0 0,1 1 0 0 0,0-1 0 0 0,0 0-1 0 0,0 0 1 0 0,1 1 0 0 0,23 3 941 0 0,-18-5-879 0 0,-1 1 0 0 0,0-1 0 0 0,0 0 0 0 0,0 0-1 0 0,0 0 1 0 0,0-1 0 0 0,0 0 0 0 0,0-1 0 0 0,0 1 0 0 0,-1-1-1 0 0,10-6 1 0 0,-7 3 45 0 0,1 0 0 0 0,-1-1 0 0 0,-1-1 0 0 0,1 1 0 0 0,-1-1 0 0 0,8-12 0 0 0,-3 0 170 0 0,0 1 0 0 0,-2-2 1 0 0,0 0-1 0 0,-1 0 0 0 0,10-38 1 0 0,-15 43-214 0 0,-1 0 0 0 0,-1 0 1 0 0,0 0-1 0 0,-2-1 0 0 0,0 1 1 0 0,0 0-1 0 0,-2 0 0 0 0,0 0 1 0 0,0 0-1 0 0,-2 0 0 0 0,0 0 1 0 0,-1 1-1 0 0,0-1 0 0 0,-14-24 1 0 0,11 23-106 0 0,-2 1 1 0 0,0 0 0 0 0,0 1 0 0 0,-2 1-1 0 0,0-1 1 0 0,0 2 0 0 0,-2 0-1 0 0,1 0 1 0 0,-2 1 0 0 0,1 1-1 0 0,-2 1 1 0 0,-27-15 0 0 0,35 21-70 0 0,1 1 0 0 0,-1 0 0 0 0,0 0 0 0 0,0 1 0 0 0,-1 0 0 0 0,1 0 0 0 0,0 1 0 0 0,-1 0 0 0 0,1 0 0 0 0,0 1 0 0 0,-1 0 0 0 0,1 1 0 0 0,-14 2 0 0 0,11 0 4 0 0,0 1-1 0 0,-1 0 1 0 0,2 0 0 0 0,-1 1 0 0 0,1 1 0 0 0,-1-1 0 0 0,1 2 0 0 0,-16 13 0 0 0,3 0-17 0 0,2 2 0 0 0,1 0-1 0 0,0 2 1 0 0,2 0 0 0 0,1 1 0 0 0,-25 47-1 0 0,26-41 51 0 0,1 1-1 0 0,2 0 0 0 0,1 2 0 0 0,-9 42 1 0 0,17-58-110 0 0,1 0 1 0 0,0 1 0 0 0,2-1 0 0 0,0 0-1 0 0,1 0 1 0 0,1 1 0 0 0,1-1 0 0 0,0 0-1 0 0,2 0 1 0 0,5 18 0 0 0,-5-24 51 0 0,0-1 0 0 0,1 0 1 0 0,1 0-1 0 0,0 0 0 0 0,0-1 1 0 0,1 0-1 0 0,0 0 0 0 0,1 0 0 0 0,0-1 1 0 0,1-1-1 0 0,0 1 0 0 0,0-1 1 0 0,1-1-1 0 0,11 8 0 0 0,-8-7-1 0 0,1-1 1 0 0,-1-1-1 0 0,1 0 0 0 0,0-1 1 0 0,1 0-1 0 0,-1-2 0 0 0,1 1 0 0 0,0-2 1 0 0,-1 0-1 0 0,1 0 0 0 0,18-2 1 0 0,2-1 29 0 0,1-2 0 0 0,-1-1 1 0 0,0-2-1 0 0,0-2 0 0 0,0-1 1 0 0,-2-2-1 0 0,57-25 0 0 0,-82 33 16 0 0,0-1 1 0 0,-1-1-1 0 0,1 0 0 0 0,-1 0 0 0 0,0 0 0 0 0,0-1 0 0 0,-1 0 0 0 0,0 0 1 0 0,0 0-1 0 0,9-15 0 0 0,8-23-6426 0 0,-16 29-149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1.99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496 923 1376 0 0,'5'-5'1667'0'0,"-1"0"-1"0"0,1 0 1 0 0,0 1-1 0 0,1 0 1 0 0,-1 0-1 0 0,12-7 0 0 0,7-5-413 0 0,3-6-646 0 0,-1-2 0 0 0,0 0 0 0 0,-2-2 0 0 0,-1-1-1 0 0,-2-1 1 0 0,0 0 0 0 0,-2-2 0 0 0,19-37 0 0 0,-32 53-453 0 0,-1 0-1 0 0,-1 0 1 0 0,0 0 0 0 0,-1-1-1 0 0,-1 1 1 0 0,0-1-1 0 0,-1 0 1 0 0,0 0 0 0 0,-1 0-1 0 0,-1 0 1 0 0,0 1-1 0 0,-1-1 1 0 0,-1 0 0 0 0,-8-25-1 0 0,1 11-70 0 0,-1 0-1 0 0,-1 2 1 0 0,-1-1-1 0 0,-2 2 1 0 0,-1 0 0 0 0,-24-31-1 0 0,31 46-53 0 0,0 0 0 0 0,0 0-1 0 0,-2 1 1 0 0,1 1 0 0 0,-1 0-1 0 0,0 0 1 0 0,-1 1 0 0 0,0 0-1 0 0,-23-10 1 0 0,24 13-45 0 0,-1 1-1 0 0,0 1 1 0 0,1 0-1 0 0,-1 0 1 0 0,0 1-1 0 0,0 1 1 0 0,-1 0-1 0 0,1 1 1 0 0,0 0-1 0 0,0 1 1 0 0,-21 4 0 0 0,16-2 107 0 0,0 1 0 0 0,0 1 1 0 0,1 1-1 0 0,0 1 1 0 0,0 0-1 0 0,1 1 0 0 0,0 0 1 0 0,0 1-1 0 0,-14 12 1 0 0,12-6-45 0 0,1 0 0 0 0,0 0 0 0 0,1 2 0 0 0,0 0-1 0 0,2 1 1 0 0,-18 29 0 0 0,16-20-94 0 0,1 0 0 0 0,2 2 0 0 0,1 0-1 0 0,1 0 1 0 0,1 0 0 0 0,2 2-1 0 0,1-1 1 0 0,1 0 0 0 0,1 1 0 0 0,2 44-1 0 0,2-57-23 0 0,2-1-1 0 0,0 0 1 0 0,0 1 0 0 0,2-1-1 0 0,0 0 1 0 0,1 0-1 0 0,11 24 1 0 0,-12-33 88 0 0,0 0 1 0 0,1 0 0 0 0,0 0-1 0 0,0-1 1 0 0,1 1-1 0 0,-1-1 1 0 0,2-1 0 0 0,-1 1-1 0 0,1-1 1 0 0,0 0 0 0 0,0-1-1 0 0,1 0 1 0 0,-1 0-1 0 0,1 0 1 0 0,0-1 0 0 0,10 4-1 0 0,4-1-19 0 0,0-2 0 0 0,0 0-1 0 0,1-1 1 0 0,-1-1 0 0 0,1-1-1 0 0,0-1 1 0 0,29-2 0 0 0,-2-4 17 0 0,0-1 0 0 0,59-17 0 0 0,-91 18-3 0 0,0 0 0 0 0,0-1 1 0 0,-1-1-1 0 0,1-1 0 0 0,-1 0 0 0 0,-1-2 1 0 0,0 0-1 0 0,0 0 0 0 0,-1-1 0 0 0,-1-1 1 0 0,1-1-1 0 0,-2 0 0 0 0,0-1 0 0 0,-1 0 1 0 0,13-18-1 0 0,-24 30-139 0 0,1-2-250 0 0,1 0 0 0 0,-1 1 0 0 0,1-1 0 0 0,-1 1 0 0 0,1 0-1 0 0,0-1 1 0 0,1 2 0 0 0,-1-1 0 0 0,0 0 0 0 0,5-2-1 0 0,0 2-1855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2.4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430 702 6913 0 0,'-5'29'888'0'0,"5"-26"-523"0"0,0 0 0 0 0,0 0 1 0 0,1 0-1 0 0,-1-1 0 0 0,1 1 1 0 0,0 0-1 0 0,0-1 0 0 0,0 1 1 0 0,0-1-1 0 0,0 1 0 0 0,1-1 1 0 0,-1 1-1 0 0,1-1 0 0 0,0 0 1 0 0,-1 0-1 0 0,1 0 0 0 0,0 0 1 0 0,0 0-1 0 0,0 0 0 0 0,1 0 1 0 0,2 1-1 0 0,-1 0-270 0 0,-1-1 0 0 0,1 0-1 0 0,-1-1 1 0 0,1 1 0 0 0,0 0-1 0 0,0-1 1 0 0,-1 0 0 0 0,1 0 0 0 0,0 0-1 0 0,0 0 1 0 0,0-1 0 0 0,1 0 0 0 0,-1 0-1 0 0,0 0 1 0 0,0 0 0 0 0,0 0 0 0 0,0-1-1 0 0,0 0 1 0 0,0 0 0 0 0,0 0-1 0 0,0 0 1 0 0,-1-1 0 0 0,1 1 0 0 0,0-1-1 0 0,-1 0 1 0 0,1 0 0 0 0,3-3 0 0 0,10-7 195 0 0,-1-1-1 0 0,0 0 1 0 0,-1-2 0 0 0,14-16 0 0 0,-18 20-143 0 0,2-4 101 0 0,0 0 0 0 0,0-1 0 0 0,-2 0 0 0 0,0-1 0 0 0,0-1 0 0 0,-2 1 0 0 0,0-2 0 0 0,10-31 0 0 0,-15 36-91 0 0,-1-1-1 0 0,0 0 1 0 0,-1-1-1 0 0,0 1 1 0 0,-2 0-1 0 0,1 0 1 0 0,-2-1-1 0 0,0 1 1 0 0,-1 0-1 0 0,0 0 1 0 0,-10-30-1 0 0,5 24-117 0 0,-1 1 0 0 0,-1-1 0 0 0,-1 1 0 0 0,-1 1 0 0 0,-1 0 0 0 0,0 0 0 0 0,-1 1 0 0 0,-1 1 0 0 0,-21-20 0 0 0,27 29-17 0 0,-1 0 0 0 0,0 0 0 0 0,-1 1 0 0 0,1 0 1 0 0,-2 1-1 0 0,1 0 0 0 0,-1 1 0 0 0,1 0 0 0 0,-2 0 0 0 0,1 1 1 0 0,0 1-1 0 0,-1 0 0 0 0,1 0 0 0 0,-1 2 0 0 0,0-1 0 0 0,0 1 1 0 0,0 1-1 0 0,-22 1 0 0 0,17 3-39 0 0,1 0 1 0 0,-1 0-1 0 0,1 1 1 0 0,0 1-1 0 0,1 1 0 0 0,0 0 1 0 0,0 1-1 0 0,0 1 1 0 0,-16 13-1 0 0,4-1 90 0 0,1 2 1 0 0,0 0-1 0 0,-34 43 1 0 0,47-49-100 0 0,1 0-1 0 0,1 0 1 0 0,0 1 0 0 0,2 1 0 0 0,0 0-1 0 0,1 0 1 0 0,0 0 0 0 0,2 1-1 0 0,1 0 1 0 0,0 1 0 0 0,-3 29-1 0 0,7-38 18 0 0,0 1-1 0 0,1 0 0 0 0,0 0 0 0 0,1 0 1 0 0,0 0-1 0 0,1 0 0 0 0,1-1 0 0 0,0 1 1 0 0,0-1-1 0 0,1 0 0 0 0,1 0 0 0 0,0 0 1 0 0,1 0-1 0 0,0-1 0 0 0,1 0 0 0 0,0 0 1 0 0,1-1-1 0 0,0 1 0 0 0,14 12 0 0 0,-7-10-37 0 0,2-1 0 0 0,-1 0 0 0 0,1-1 0 0 0,1-1 0 0 0,0-1 0 0 0,0-1 0 0 0,1 0 0 0 0,0-1 0 0 0,1-1 0 0 0,-1-1 0 0 0,29 4 0 0 0,-8-4-606 0 0,-1-3 1 0 0,1 0-1 0 0,-1-3 0 0 0,75-10 1 0 0,-61 0-1891 0 0,-27 5 1108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2.99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543 1014 3225 0 0,'8'13'844'0'0,"-6"-10"106"0"0,-1 0 1 0 0,1 0-1 0 0,0 0 0 0 0,0 0 1 0 0,0 0-1 0 0,0-1 0 0 0,4 5 1 0 0,-3-5-785 0 0,1 1 0 0 0,-1-1 0 0 0,0 0 0 0 0,0 0 0 0 0,1-1 0 0 0,0 1 0 0 0,-1-1 0 0 0,1 1 0 0 0,0-1 0 0 0,-1 0 0 0 0,1 0 0 0 0,0-1 0 0 0,0 1 0 0 0,7-1 0 0 0,-5 0 53 0 0,1-1-1 0 0,0 0 1 0 0,0-1-1 0 0,0 1 1 0 0,-1-1-1 0 0,1-1 1 0 0,10-4-1 0 0,4-5 375 0 0,-1 0 0 0 0,0-2 0 0 0,32-27 1 0 0,-17 10 110 0 0,-1-2 0 0 0,-1-1 0 0 0,44-60 0 0 0,-64 76-471 0 0,-1-1-1 0 0,0 0 0 0 0,-2 0 0 0 0,0-1 0 0 0,-1-1 0 0 0,-1 1 1 0 0,-1-1-1 0 0,-1-1 0 0 0,6-39 0 0 0,-10 30-58 0 0,-1 0 0 0 0,-1 1 0 0 0,-2-1 0 0 0,-1 0 0 0 0,-1 1 0 0 0,-2-1 0 0 0,-18-54 0 0 0,17 66-142 0 0,-1 0 1 0 0,0 1 0 0 0,-2 1 0 0 0,0-1 0 0 0,-20-24 0 0 0,21 31 26 0 0,0 0 0 0 0,-1 1 0 0 0,0 1 0 0 0,-1 0 0 0 0,0 0 0 0 0,-1 1 0 0 0,0 0 0 0 0,-20-9 0 0 0,23 13-22 0 0,-1 0 0 0 0,1 1 0 0 0,-1 0 0 0 0,0 1-1 0 0,0 0 1 0 0,0 0 0 0 0,0 1 0 0 0,0 1 0 0 0,-19 0 0 0 0,13 2-14 0 0,1 1 0 0 0,-1 0 0 0 0,1 1 0 0 0,0 0 0 0 0,-25 12 0 0 0,4 2-17 0 0,2 1 1 0 0,0 2 0 0 0,1 2 0 0 0,-34 30 0 0 0,13-8 18 0 0,2 1 0 0 0,3 3 0 0 0,-82 105 0 0 0,114-131-122 0 0,1 1 0 0 0,1 1 1 0 0,1 1-1 0 0,1 0 0 0 0,1 0 1 0 0,2 2-1 0 0,1-1 1 0 0,1 1-1 0 0,1 0 0 0 0,1 1 1 0 0,2-1-1 0 0,-1 32 0 0 0,5-48 79 0 0,0 0 0 0 0,1 1 0 0 0,0-1 0 0 0,1 0 0 0 0,1 0 0 0 0,0 0 0 0 0,0-1 0 0 0,10 23 0 0 0,-8-26 18 0 0,-1 0-1 0 0,1 0 1 0 0,1-1 0 0 0,-1 1 0 0 0,1-1 0 0 0,1-1 0 0 0,-1 1 0 0 0,1-1 0 0 0,0 0 0 0 0,1 0-1 0 0,-1-1 1 0 0,12 6 0 0 0,5 0-76 0 0,0 0 0 0 0,1-2 1 0 0,0 0-1 0 0,0-2 0 0 0,52 8 0 0 0,-42-10-231 0 0,0-2 0 0 0,0-2 0 0 0,0-1 0 0 0,36-6 1 0 0,-41 1-846 0 0,0-2 1 0 0,44-16-1 0 0,-36 11-760 0 0,1-1-2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3.48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582 870 11058 0 0,'-1'0'83'0'0,"1"0"-1"0"0,-1 1 0 0 0,1-1 0 0 0,-1 0 0 0 0,1 1 1 0 0,-1-1-1 0 0,1 0 0 0 0,-1 1 0 0 0,1-1 1 0 0,0 1-1 0 0,-1-1 0 0 0,1 1 0 0 0,0-1 0 0 0,-1 0 1 0 0,1 1-1 0 0,0-1 0 0 0,0 1 0 0 0,-1 0 1 0 0,1-1-1 0 0,0 1 0 0 0,0-1 0 0 0,0 1 1 0 0,0-1-1 0 0,0 1 0 0 0,0-1 0 0 0,0 1 0 0 0,0 0 1 0 0,0-1-1 0 0,0 1 0 0 0,0 0 0 0 0,18 5 2342 0 0,-5-4-2510 0 0,3 2 372 0 0,1-1-1 0 0,-1-1 1 0 0,1 0 0 0 0,0-1 0 0 0,0-1-1 0 0,0 0 1 0 0,28-6 0 0 0,-35 4-83 0 0,0 0 1 0 0,0-1-1 0 0,0 0 0 0 0,-1-1 0 0 0,0 0 1 0 0,1-1-1 0 0,-2 1 0 0 0,1-2 1 0 0,0 1-1 0 0,-1-1 0 0 0,0-1 1 0 0,-1 1-1 0 0,1-1 0 0 0,6-9 1 0 0,-3 2 119 0 0,0-1 0 0 0,-2 1 0 0 0,0-2 0 0 0,0 1 0 0 0,-1-1 0 0 0,-1 0 0 0 0,-1-1 0 0 0,7-30 0 0 0,-10 33-215 0 0,0 0-1 0 0,-2 0 1 0 0,0 0-1 0 0,-1-1 0 0 0,0 1 1 0 0,-1 0-1 0 0,0-1 1 0 0,-1 1-1 0 0,-1 0 1 0 0,-1 0-1 0 0,-5-17 0 0 0,-12-20 75 0 0,-1 2-1 0 0,-3 0 1 0 0,-60-88-1 0 0,74 121-167 0 0,-2 1 0 0 0,0 0 0 0 0,0 1 0 0 0,-2 0 0 0 0,1 1 0 0 0,-2 1-1 0 0,0 1 1 0 0,-26-16 0 0 0,29 21-5 0 0,-1 0-1 0 0,0 0 1 0 0,1 2-1 0 0,-2-1 0 0 0,1 2 1 0 0,0 0-1 0 0,-1 0 1 0 0,0 2-1 0 0,1 0 0 0 0,-1 0 1 0 0,0 2-1 0 0,-15 1 1 0 0,12 1-20 0 0,0 1 0 0 0,1 1 1 0 0,0 1-1 0 0,0 0 1 0 0,0 1-1 0 0,0 1 0 0 0,1 1 1 0 0,1 0-1 0 0,-1 1 1 0 0,2 0-1 0 0,-1 1 0 0 0,2 1 1 0 0,-21 21-1 0 0,10-6-21 0 0,1 1-1 0 0,1 1 1 0 0,2 1 0 0 0,1 1-1 0 0,-28 61 1 0 0,33-58-40 0 0,1 0 0 0 0,2 1-1 0 0,2 0 1 0 0,-9 63 0 0 0,15-73 26 0 0,1 1 0 0 0,2-1 0 0 0,0 0 0 0 0,1 1 0 0 0,2-1 0 0 0,1 0 0 0 0,11 40-1 0 0,-11-51 2 0 0,2-1-1 0 0,0 0 0 0 0,1 0 0 0 0,0 0 0 0 0,0-1 0 0 0,2 0 1 0 0,-1 0-1 0 0,2-1 0 0 0,-1 0 0 0 0,2-1 0 0 0,-1 0 1 0 0,1 0-1 0 0,19 12 0 0 0,-11-11-188 0 0,0 0 1 0 0,0-1-1 0 0,1-1 0 0 0,0-1 1 0 0,1-1-1 0 0,0 0 0 0 0,0-2 0 0 0,32 4 1 0 0,-32-7-569 0 0,0-2 0 0 0,41-3 0 0 0,-37 1-566 0 0,13-2-787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3.96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571 906 11979 0 0,'-1'5'432'0'0,"-1"0"1"0"0,1 0 0 0 0,0 0 0 0 0,0 0 0 0 0,1 7 0 0 0,-1-11-365 0 0,1 0 0 0 0,0 0 1 0 0,0 0-1 0 0,0 0 0 0 0,0 0 1 0 0,1 0-1 0 0,-1 0 0 0 0,0 0 1 0 0,0 0-1 0 0,1 0 0 0 0,-1 0 1 0 0,0 0-1 0 0,1-1 0 0 0,-1 1 1 0 0,1 0-1 0 0,-1 0 0 0 0,1 0 1 0 0,-1 0-1 0 0,1-1 0 0 0,0 1 1 0 0,-1 0-1 0 0,1-1 0 0 0,0 1 1 0 0,0 0-1 0 0,0-1 0 0 0,-1 1 1 0 0,1-1-1 0 0,0 1 0 0 0,0-1 1 0 0,0 1-1 0 0,0-1 0 0 0,0 0 1 0 0,0 0-1 0 0,0 1 0 0 0,1-1 1 0 0,0 0 14 0 0,1-1 1 0 0,-1 1 0 0 0,0 0-1 0 0,0-1 1 0 0,0 0 0 0 0,0 0 0 0 0,0 1-1 0 0,0-1 1 0 0,0 0 0 0 0,-1-1-1 0 0,1 1 1 0 0,0 0 0 0 0,0 0-1 0 0,-1-1 1 0 0,1 1 0 0 0,-1-1-1 0 0,1 1 1 0 0,-1-1 0 0 0,2-3 0 0 0,24-38 782 0 0,-24 38-742 0 0,9-18 202 0 0,-1-1 1 0 0,-1 0-1 0 0,-1-1 0 0 0,-1 1 1 0 0,-1-1-1 0 0,-2-1 0 0 0,0 0 1 0 0,-2 1-1 0 0,0-1 0 0 0,-2 0 0 0 0,-4-51 1 0 0,-3 25-102 0 0,-2 0 1 0 0,-2 0 0 0 0,-3 1 0 0 0,-1 1 0 0 0,-3 0-1 0 0,-43-88 1 0 0,55 129-200 0 0,0 0-1 0 0,0 0 1 0 0,-1 0-1 0 0,-1 1 1 0 0,1 0-1 0 0,-15-14 1 0 0,17 19-12 0 0,0 0 0 0 0,0 1 0 0 0,1-1 1 0 0,-2 1-1 0 0,1 0 0 0 0,0 0 0 0 0,0 0 0 0 0,-1 0 0 0 0,1 1 0 0 0,-1-1 1 0 0,1 1-1 0 0,-1 1 0 0 0,1-1 0 0 0,-1 0 0 0 0,0 1 0 0 0,0 0 0 0 0,-7 1 0 0 0,-2 2 4 0 0,1 0-1 0 0,-1 1 1 0 0,1 1-1 0 0,0 0 1 0 0,0 1-1 0 0,1 0 0 0 0,0 0 1 0 0,0 2-1 0 0,0 0 1 0 0,1 0-1 0 0,-13 12 1 0 0,-2 4-3 0 0,2 1 1 0 0,0 1 0 0 0,-27 40 0 0 0,29-33-61 0 0,1 2 0 0 0,1 0 1 0 0,2 1-1 0 0,1 1 0 0 0,3 1 1 0 0,-12 41-1 0 0,18-47-6 0 0,1 0 1 0 0,2 0-1 0 0,1 1 1 0 0,1 0-1 0 0,2 0 0 0 0,1 0 1 0 0,9 62-1 0 0,-8-87 36 0 0,1 1 1 0 0,0-1-1 0 0,1 0 0 0 0,0 0 1 0 0,0 0-1 0 0,1 0 0 0 0,0 0 0 0 0,0 0 1 0 0,1-1-1 0 0,-1 0 0 0 0,2 0 1 0 0,9 10-1 0 0,-7-10-17 0 0,0 0 1 0 0,1 0 0 0 0,0-1-1 0 0,0-1 1 0 0,1 1-1 0 0,-1-2 1 0 0,1 1-1 0 0,0-1 1 0 0,19 5 0 0 0,-6-4-123 0 0,0-1 1 0 0,0-1 0 0 0,1-1-1 0 0,28-1 1 0 0,97-10-1154 0 0,-107 5 600 0 0,57-11-2362 0 0,-65 7 1108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4.51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769 852 8754 0 0,'0'-1'112'0'0,"-1"1"0"0"0,1 0-1 0 0,-1 0 1 0 0,1-1 0 0 0,0 1 0 0 0,-1 0 0 0 0,1-1 0 0 0,0 1-1 0 0,-1 0 1 0 0,1-1 0 0 0,0 1 0 0 0,0-1 0 0 0,-1 1-1 0 0,1 0 1 0 0,0-1 0 0 0,0 1 0 0 0,0-1 0 0 0,-1 1 0 0 0,1-1-1 0 0,0 1 1 0 0,0-1 0 0 0,0 1 0 0 0,0-1 0 0 0,0 1 0 0 0,0-1-1 0 0,0 1 1 0 0,0-1 0 0 0,0 1 0 0 0,0-1 0 0 0,0 1 0 0 0,0 0-1 0 0,1-1 1 0 0,-1 1 0 0 0,0-1 0 0 0,0 1 0 0 0,0-1 0 0 0,1 1-1 0 0,-1-1 1 0 0,0 1 0 0 0,1-1 0 0 0,8-20 4281 0 0,-1 12-4132 0 0,1 0 1 0 0,0 1 0 0 0,0 0-1 0 0,1 0 1 0 0,10-6-1 0 0,-8 6 145 0 0,0 0 0 0 0,-1-1 0 0 0,16-16-1 0 0,-18 14-237 0 0,0 1 0 0 0,-1-2 0 0 0,0 1 0 0 0,-1-1 0 0 0,0 0 0 0 0,5-14 0 0 0,-10 20-117 0 0,0 0-1 0 0,0 0 0 0 0,0 0 1 0 0,-1 0-1 0 0,0 0 1 0 0,-1 0-1 0 0,1 0 0 0 0,-1-1 1 0 0,-1 1-1 0 0,1 0 1 0 0,-1 0-1 0 0,0 0 0 0 0,0 0 1 0 0,0 0-1 0 0,-1 0 1 0 0,-3-7-1 0 0,-6-10 143 0 0,-2-1 0 0 0,0 2 0 0 0,-2-1 0 0 0,-27-32 0 0 0,-79-72 114 0 0,83 91-251 0 0,-2 2-1 0 0,-57-40 0 0 0,79 62-40 0 0,0 1-1 0 0,-1 1 1 0 0,-1 1-1 0 0,1 0 0 0 0,-1 1 1 0 0,-1 1-1 0 0,1 2 1 0 0,-34-7-1 0 0,44 11-14 0 0,-1 1-1 0 0,0 0 1 0 0,0 0-1 0 0,0 1 0 0 0,1 0 1 0 0,-1 1-1 0 0,0 0 1 0 0,1 1-1 0 0,0 0 1 0 0,-1 0-1 0 0,-10 7 1 0 0,8-4-3 0 0,1 1 1 0 0,0 1 0 0 0,1 0 0 0 0,0 1 0 0 0,0 0 0 0 0,1 1 0 0 0,-17 20 0 0 0,12-12-2 0 0,2 1 0 0 0,1 1 0 0 0,0 0 0 0 0,2 1 0 0 0,0 0 0 0 0,1 1 0 0 0,1-1 0 0 0,2 2 0 0 0,0-1 1 0 0,-4 29-1 0 0,7-26-25 0 0,1 1 1 0 0,2 0-1 0 0,0 0 1 0 0,2 0 0 0 0,0 0-1 0 0,2-1 1 0 0,1 1 0 0 0,1-1-1 0 0,13 35 1 0 0,-14-46 30 0 0,1-1 1 0 0,0 0 0 0 0,1 0-1 0 0,0 0 1 0 0,1-1-1 0 0,1 0 1 0 0,0-1-1 0 0,0 0 1 0 0,1 0 0 0 0,0-1-1 0 0,1-1 1 0 0,0 1-1 0 0,1-2 1 0 0,0 1 0 0 0,0-2-1 0 0,1 0 1 0 0,0 0-1 0 0,17 5 1 0 0,-12-6 36 0 0,1-1 1 0 0,0-1 0 0 0,1-1-1 0 0,-1-1 1 0 0,0-1-1 0 0,1 0 1 0 0,-1-1-1 0 0,33-5 1 0 0,-36 2-12 0 0,-1 0 1 0 0,1 0-1 0 0,-1-2 0 0 0,0 0 1 0 0,0-1-1 0 0,0 0 0 0 0,-1-1 1 0 0,0 0-1 0 0,0-2 0 0 0,-1 1 1 0 0,13-12-1 0 0,-20 14-297 0 0,-1 0 1 0 0,1 0-1 0 0,-1 0 0 0 0,0-1 1 0 0,-1 0-1 0 0,1 0 0 0 0,-1 0 1 0 0,-1 0-1 0 0,1-1 0 0 0,-1 1 1 0 0,-1-1-1 0 0,1 0 1 0 0,-1 0-1 0 0,-1 0 0 0 0,1 0 1 0 0,-2 0-1 0 0,1-12 0 0 0,-1-10-7132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17.01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171 27 6913 0 0,'-4'-5'3281'0'0,"-13"-14"2366"0"0,16 19-5561 0 0,1-1-1 0 0,-1 1 1 0 0,1 0-1 0 0,-1-1 1 0 0,0 1 0 0 0,0 0-1 0 0,1 0 1 0 0,-1 0-1 0 0,0 0 1 0 0,1 0 0 0 0,-1 0-1 0 0,0 0 1 0 0,1 0-1 0 0,-1 0 1 0 0,0 0-1 0 0,1 0 1 0 0,-1 0 0 0 0,0 1-1 0 0,1-1 1 0 0,-1 0-1 0 0,0 0 1 0 0,1 1-1 0 0,-1-1 1 0 0,0 0 0 0 0,1 1-1 0 0,-1-1 1 0 0,1 1-1 0 0,-1-1 1 0 0,1 1 0 0 0,-1-1-1 0 0,1 1 1 0 0,-1-1-1 0 0,1 1 1 0 0,0-1-1 0 0,-1 1 1 0 0,1 0 0 0 0,0-1-1 0 0,-1 2 1 0 0,-7 13 142 0 0,1 0 1 0 0,1 0 0 0 0,0 1-1 0 0,1 0 1 0 0,1 0-1 0 0,-5 29 1 0 0,4-16-93 0 0,-55 384 305 0 0,54-356-406 0 0,5-46-24 0 0,-4 27 91 0 0,2 0 0 0 0,2 59 1 0 0,1-96-117 0 0,0-1 0 0 0,0 1 0 0 0,0-1 0 0 0,0 1 0 0 0,0 0 0 0 0,0-1 1 0 0,0 1-1 0 0,0-1 0 0 0,0 1 0 0 0,1 0 0 0 0,-1-1 0 0 0,0 1 0 0 0,0-1 1 0 0,1 1-1 0 0,-1-1 0 0 0,0 1 0 0 0,1-1 0 0 0,-1 1 0 0 0,0-1 0 0 0,1 1 1 0 0,6-7-657 0 0,3-19-578 0 0,-4-6-1314 0 0,6-59 0 0 0,-10 67-154 0 0,2-18-2327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17.5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38 124 5065 0 0,'8'-37'2195'0'0,"-7"28"-1051"0"0,1 1 0 0 0,0-1 0 0 0,0 1 0 0 0,0 0 0 0 0,1 0 0 0 0,0 0 0 0 0,1 0 0 0 0,5-9 0 0 0,-8 17-1084 0 0,-1-1 1 0 0,0 1-1 0 0,0 0 1 0 0,0 0-1 0 0,1 0 1 0 0,-1-1-1 0 0,0 1 1 0 0,0 0-1 0 0,1 0 1 0 0,-1 0-1 0 0,0-1 1 0 0,1 1-1 0 0,-1 0 0 0 0,0 0 1 0 0,0 0-1 0 0,1 0 1 0 0,-1 0-1 0 0,0 0 1 0 0,1 0-1 0 0,-1 0 1 0 0,0 0-1 0 0,1 0 1 0 0,-1 0-1 0 0,0 0 1 0 0,1 0-1 0 0,-1 0 1 0 0,0 0-1 0 0,1 0 1 0 0,-1 0-1 0 0,0 0 1 0 0,0 0-1 0 0,1 0 1 0 0,-1 0-1 0 0,0 0 1 0 0,1 1-1 0 0,-1-1 1 0 0,1 0-1 0 0,11 14 949 0 0,5 18-293 0 0,14 35 71 0 0,64 97-1 0 0,-52-93-653 0 0,88 181 182 0 0,-128-246-293 0 0,-1 0 0 0 0,1 0-1 0 0,-1 1 1 0 0,-1-1 0 0 0,1 0 0 0 0,-1 1 0 0 0,1 7 0 0 0,-2-12-21 0 0,-1 0 0 0 0,1 0-1 0 0,0 0 1 0 0,0 0 0 0 0,-1 0 0 0 0,1 0-1 0 0,-1 0 1 0 0,0 0 0 0 0,1 0 0 0 0,-1 0-1 0 0,0 0 1 0 0,0 0 0 0 0,0 0 0 0 0,0-1 0 0 0,-1 1-1 0 0,1 0 1 0 0,0-1 0 0 0,-1 1 0 0 0,1-1-1 0 0,-1 0 1 0 0,0 1 0 0 0,1-1 0 0 0,-1 0-1 0 0,0 0 1 0 0,0 0 0 0 0,-2 1 0 0 0,-6 2-228 0 0,0-1 0 0 0,-1 0 1 0 0,1 0-1 0 0,-1-1 1 0 0,1-1-1 0 0,-1 1 0 0 0,0-2 1 0 0,0 0-1 0 0,1 0 0 0 0,-1-1 1 0 0,0 0-1 0 0,-15-4 1 0 0,8 1-247 0 0,0-1 0 0 0,0-1 1 0 0,0 0-1 0 0,1-2 0 0 0,0 0 1 0 0,-20-13-1 0 0,20 10 320 0 0,1 0-1 0 0,1-1 1 0 0,-1 0 0 0 0,-22-26-1 0 0,38 37 207 0 0,-1 1-1 0 0,1 0 1 0 0,0-1-1 0 0,0 1 1 0 0,0 0-1 0 0,0-1 1 0 0,-1 1 0 0 0,1 0-1 0 0,0-1 1 0 0,0 1-1 0 0,0 0 1 0 0,0-1-1 0 0,0 1 1 0 0,0-1-1 0 0,0 1 1 0 0,0 0-1 0 0,0-1 1 0 0,0 1-1 0 0,0 0 1 0 0,0-1-1 0 0,1 1 1 0 0,-1-1-1 0 0,0 1 1 0 0,0 0 0 0 0,0-1-1 0 0,0 1 1 0 0,1 0-1 0 0,-1 0 1 0 0,0-1-1 0 0,0 1 1 0 0,0 0-1 0 0,1-1 1 0 0,-1 1-1 0 0,0 0 1 0 0,1 0-1 0 0,-1-1 1 0 0,0 1-1 0 0,1 0 1 0 0,-1 0 0 0 0,0 0-1 0 0,1 0 1 0 0,-1-1-1 0 0,0 1 1 0 0,1 0-1 0 0,-1 0 1 0 0,0 0-1 0 0,1 0 1 0 0,-1 0-1 0 0,1 0 1 0 0,-1 0-1 0 0,1 0 1 0 0,27-5 864 0 0,-18 3-721 0 0,98-34 1275 0 0,-74 25-1228 0 0,0-2-1 0 0,32-18 1 0 0,42-17 248 0 0,-62 31-81 0 0,-29 9-721 0 0,-15 7-550 0 0,-7 1-692 0 0,-2 2-3654 0 0,-2-1-1594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3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319 1286 5065 0 0,'2'-3'306'0'0,"0"0"-1"0"0,-1 0 1 0 0,1 1-1 0 0,0-1 1 0 0,1 0-1 0 0,-1 1 1 0 0,0-1-1 0 0,1 1 1 0 0,0 0-1 0 0,-1 0 1 0 0,1 0-1 0 0,0 0 1 0 0,0 0 0 0 0,0 1-1 0 0,0-1 1 0 0,5-1-1 0 0,8-2 406 0 0,0 1 0 0 0,19-4 1 0 0,-19 5-496 0 0,15-4 99 0 0,-1 0 0 0 0,0-2 0 0 0,-1-2-1 0 0,0 0 1 0 0,-1-2 0 0 0,51-31-1 0 0,-64 33-120 0 0,1 0-1 0 0,-2-1 0 0 0,0 0 0 0 0,0-1 0 0 0,-1-1 0 0 0,-1 0 0 0 0,0-1 0 0 0,-1 0 0 0 0,15-27 0 0 0,-16 22 57 0 0,-1-1-1 0 0,-1 0 1 0 0,-1 0 0 0 0,-1 0-1 0 0,0-1 1 0 0,-2 0-1 0 0,3-41 1 0 0,-6 25-121 0 0,-2 0-1 0 0,-1 0 1 0 0,-2 0-1 0 0,-2 1 1 0 0,-1 0 0 0 0,-2 0-1 0 0,-1 0 1 0 0,-2 2 0 0 0,-2-1-1 0 0,-1 1 1 0 0,-1 1-1 0 0,-3 1 1 0 0,0 1 0 0 0,-2 0-1 0 0,-1 1 1 0 0,-2 2 0 0 0,-27-28-1 0 0,40 47-116 0 0,1 0 0 0 0,-1 0 0 0 0,-1 1 0 0 0,0 1 0 0 0,0 0 0 0 0,0 1-1 0 0,-1 0 1 0 0,0 1 0 0 0,-27-9 0 0 0,30 12 1 0 0,0 1 0 0 0,-1 0 0 0 0,1 1 0 0 0,-1 0-1 0 0,0 1 1 0 0,1 0 0 0 0,-1 0 0 0 0,1 1 0 0 0,-1 1 0 0 0,1-1 0 0 0,-1 2 0 0 0,1 0-1 0 0,0 0 1 0 0,-12 6 0 0 0,4-1 45 0 0,1 1 0 0 0,1 1-1 0 0,0 0 1 0 0,0 2 0 0 0,1-1 0 0 0,1 2-1 0 0,-20 21 1 0 0,16-13-55 0 0,1 0 0 0 0,2 1 0 0 0,0 1 0 0 0,-20 44 0 0 0,16-22-54 0 0,2 1 1 0 0,2 1-1 0 0,2 0 1 0 0,2 1-1 0 0,-7 74 1 0 0,15-95 26 0 0,2 1 1 0 0,0-1 0 0 0,2 0 0 0 0,1 0-1 0 0,1 0 1 0 0,2 0 0 0 0,0 0 0 0 0,13 34-1 0 0,-13-46 7 0 0,1-1 0 0 0,1 0 0 0 0,0 0-1 0 0,1 0 1 0 0,1-1 0 0 0,0 0 0 0 0,1-1-1 0 0,0 0 1 0 0,0 0 0 0 0,2-1 0 0 0,-1-1-1 0 0,1 0 1 0 0,1 0 0 0 0,0-1-1 0 0,26 13 1 0 0,-15-11-204 0 0,1-2-1 0 0,0 0 1 0 0,0-2 0 0 0,1-1-1 0 0,0-1 1 0 0,0-1 0 0 0,0-1-1 0 0,1-1 1 0 0,-1-2-1 0 0,0-1 1 0 0,1 0 0 0 0,-1-2-1 0 0,38-10 1 0 0,-24 3-6277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3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699 1035 11058 0 0,'17'-12'2265'0'0,"-1"-2"-2211"0"0,-1 0 0 0 0,0-1 0 0 0,-1 0 0 0 0,-1-2 0 0 0,0 1 1 0 0,-1-2-1 0 0,-1 1 0 0 0,-1-2 0 0 0,-1 1 0 0 0,0-2 0 0 0,8-27 0 0 0,-8 17 270 0 0,-2-1 0 0 0,-1 1 0 0 0,-1-1 0 0 0,-1-1 0 0 0,-3 1 0 0 0,0 0 0 0 0,-2 0 0 0 0,-4-33 0 0 0,-2 19 4 0 0,-2 0 0 0 0,-1 1 1 0 0,-3 1-1 0 0,-34-82 0 0 0,39 108-286 0 0,-1-1 0 0 0,0 1 0 0 0,-1 0 0 0 0,-1 1 0 0 0,-22-25-1 0 0,28 36-10 0 0,1 1 0 0 0,-1-1 0 0 0,0 1 0 0 0,-1 0-1 0 0,1 0 1 0 0,-1 0 0 0 0,1 0 0 0 0,-1 1 0 0 0,-1 0-1 0 0,1 1 1 0 0,0-1 0 0 0,0 1 0 0 0,-1 0-1 0 0,1 1 1 0 0,-1 0 0 0 0,0 0 0 0 0,1 0 0 0 0,-1 1-1 0 0,-13 0 1 0 0,7 3 4 0 0,1 0 0 0 0,-1 1-1 0 0,1 0 1 0 0,0 0 0 0 0,0 2 0 0 0,0-1-1 0 0,0 2 1 0 0,1-1 0 0 0,0 2-1 0 0,1-1 1 0 0,-1 1 0 0 0,2 1 0 0 0,-1 0-1 0 0,-10 13 1 0 0,-11 15-48 0 0,3 1-1 0 0,-37 63 0 0 0,18-23 14 0 0,4 1 0 0 0,4 3 0 0 0,-34 100 0 0 0,11 24-1 0 0,52-165 4 0 0,2 0 1 0 0,2 1-1 0 0,0 47 0 0 0,5-80 14 0 0,1 0 1 0 0,1-1-1 0 0,-1 1 0 0 0,1 0 0 0 0,1-1 0 0 0,0 1 1 0 0,0-1-1 0 0,0 0 0 0 0,1 1 0 0 0,1-1 0 0 0,-1-1 1 0 0,1 1-1 0 0,1 0 0 0 0,-1-1 0 0 0,1 0 1 0 0,0 0-1 0 0,1 0 0 0 0,0-1 0 0 0,0 0 0 0 0,0 0 1 0 0,1 0-1 0 0,0-1 0 0 0,0 0 0 0 0,0 0 0 0 0,1-1 1 0 0,-1 0-1 0 0,1 0 0 0 0,0 0 0 0 0,15 3 0 0 0,0-2 4 0 0,0-2 0 0 0,0 0 0 0 0,0-1 0 0 0,0-2 0 0 0,0 0 0 0 0,34-5 0 0 0,-39 2-24 0 0,-1 0 0 0 0,1-2 1 0 0,-1 0-1 0 0,0-1 0 0 0,0 0 0 0 0,26-15 0 0 0,91-63-1251 0 0,-95 58 338 0 0,0 0-545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4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866 823 12243 0 0,'0'1'62'0'0,"0"0"0"0"0,0 0 0 0 0,1 1-1 0 0,-1-1 1 0 0,0 0 0 0 0,1 0 0 0 0,-1 0 0 0 0,0 0 0 0 0,1 0 0 0 0,0 1 0 0 0,-1-1 0 0 0,1 0 0 0 0,0 0 0 0 0,-1 0 0 0 0,1 0 0 0 0,0-1 0 0 0,0 1 0 0 0,0 0 0 0 0,0 0 0 0 0,0 0 0 0 0,0-1 0 0 0,0 1 0 0 0,1 0 0 0 0,1 0-59 0 0,0 0 1 0 0,0-1 0 0 0,0 0-1 0 0,0 1 1 0 0,0-1-1 0 0,0 0 1 0 0,0-1-1 0 0,0 1 1 0 0,4-1 0 0 0,1-1 93 0 0,-1 0 1 0 0,0-1-1 0 0,1 0 1 0 0,-1 0 0 0 0,-1 0-1 0 0,1-1 1 0 0,0 0-1 0 0,-1 0 1 0 0,0-1-1 0 0,0 1 1 0 0,0-2 0 0 0,-1 1-1 0 0,1 0 1 0 0,-1-1-1 0 0,0 0 1 0 0,-1 0-1 0 0,6-10 1 0 0,0-2 250 0 0,0-1 1 0 0,-1 0-1 0 0,0-1 0 0 0,-2 1 0 0 0,6-25 1 0 0,-10 31-179 0 0,-1 0 0 0 0,-1 0 1 0 0,0 0-1 0 0,-1 0 1 0 0,0 0-1 0 0,-1 0 0 0 0,-1 0 1 0 0,0 0-1 0 0,0 0 0 0 0,-1 0 1 0 0,-1 1-1 0 0,0-1 0 0 0,-1 1 1 0 0,0 0-1 0 0,-1 1 1 0 0,-8-13-1 0 0,-13-17 135 0 0,-1 1 0 0 0,-65-69 1 0 0,86 102-293 0 0,-12-14-14 0 0,-1 2 0 0 0,-1 0 0 0 0,-1 1 0 0 0,0 1 1 0 0,-1 1-1 0 0,-1 1 0 0 0,0 1 0 0 0,-1 2 0 0 0,-38-15 1 0 0,48 22-6 0 0,-1 1 0 0 0,1 1 0 0 0,-1 0 0 0 0,0 1 0 0 0,0 0 0 0 0,0 1 0 0 0,-28 3 0 0 0,31-1 4 0 0,0 2 0 0 0,1-1-1 0 0,-1 2 1 0 0,1 0 0 0 0,0 0 0 0 0,0 1-1 0 0,1 0 1 0 0,-1 1 0 0 0,1 1 0 0 0,-17 12 0 0 0,1 3 5 0 0,1 2 0 0 0,1 1 0 0 0,1 0 1 0 0,1 2-1 0 0,2 1 0 0 0,0 1 0 0 0,2 0 1 0 0,1 1-1 0 0,2 1 0 0 0,-16 41 1 0 0,16-28 0 0 0,1 1 1 0 0,3 0-1 0 0,1 1 1 0 0,3 1-1 0 0,1-1 1 0 0,3 1-1 0 0,1 51 1 0 0,4-71 10 0 0,0 0 0 0 0,2-1 1 0 0,1 1-1 0 0,2-1 0 0 0,16 50 1 0 0,-17-61-9 0 0,2-1 1 0 0,-1-1 0 0 0,2 1-1 0 0,0-1 1 0 0,0-1 0 0 0,1 1-1 0 0,1-1 1 0 0,0-1 0 0 0,0 0-1 0 0,1 0 1 0 0,23 16 0 0 0,-16-15-100 0 0,1-1 1 0 0,0-1 0 0 0,1 0 0 0 0,0-2 0 0 0,0 0 0 0 0,0-1 0 0 0,1-2 0 0 0,0 0 0 0 0,1-1-1 0 0,-1-1 1 0 0,1 0 0 0 0,-1-2 0 0 0,24-2 0 0 0,-19-1-65 0 0,0-1 1 0 0,-1-1-1 0 0,0-1 1 0 0,0-1-1 0 0,0-2 0 0 0,-1 0 1 0 0,0-2-1 0 0,0-1 1 0 0,-2 0-1 0 0,38-26 0 0 0,-25 12-1773 0 0,-3-3-4213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4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502 927 12899 0 0,'-8'-2'1257'0'0,"13"-3"245"0"0,4-3-821 0 0,39-45-107 0 0,44-46 1072 0 0,-71 80-1498 0 0,114-112 824 0 0,-103 96-652 0 0,-1-1 0 0 0,28-43 0 0 0,-46 60-184 0 0,-1-2 0 0 0,-1 1 0 0 0,-1-1 0 0 0,-1-1 0 0 0,12-43 0 0 0,-17 49-82 0 0,-1 0 0 0 0,-1 0 0 0 0,-1-1 0 0 0,0 1-1 0 0,-1 0 1 0 0,-1-1 0 0 0,0 1 0 0 0,-1 0 0 0 0,-6-25 0 0 0,6 36-47 0 0,1-1 0 0 0,-1 1-1 0 0,0 0 1 0 0,-1-1 0 0 0,1 1-1 0 0,-1 0 1 0 0,0 0 0 0 0,0 1 0 0 0,0-1-1 0 0,-1 1 1 0 0,0-1 0 0 0,1 1 0 0 0,-2 0-1 0 0,1 1 1 0 0,-9-7 0 0 0,6 6-2 0 0,0 0 0 0 0,-1 1 0 0 0,1 1-1 0 0,0-1 1 0 0,-1 1 0 0 0,0 0 0 0 0,1 1 0 0 0,-1 0 0 0 0,0 0 0 0 0,0 0 0 0 0,-8 2 0 0 0,-5 0-23 0 0,1 1 1 0 0,-1 2-1 0 0,1 0 1 0 0,0 1-1 0 0,0 1 1 0 0,0 0-1 0 0,1 2 1 0 0,0 0-1 0 0,0 1 0 0 0,-28 20 1 0 0,-12 12-22 0 0,-91 84 0 0 0,114-94 100 0 0,-16 15 12 0 0,2 2 1 0 0,2 2-1 0 0,2 2 0 0 0,-40 61 0 0 0,76-98-106 0 0,1 1 1 0 0,0 1 0 0 0,1-1-1 0 0,1 1 1 0 0,1 1-1 0 0,0-1 1 0 0,1 1 0 0 0,-4 36-1 0 0,8-46 31 0 0,0-1-1 0 0,1 1 1 0 0,0 0-1 0 0,0 0 1 0 0,1 0-1 0 0,0 0 1 0 0,0-1-1 0 0,1 1 0 0 0,0-1 1 0 0,1 1-1 0 0,-1-1 1 0 0,1 1-1 0 0,1-1 1 0 0,-1 0-1 0 0,1-1 1 0 0,0 1-1 0 0,1-1 1 0 0,0 1-1 0 0,0-1 1 0 0,0-1-1 0 0,1 1 1 0 0,-1-1-1 0 0,11 7 1 0 0,-2-3-69 0 0,1-1 1 0 0,0 0-1 0 0,1-1 1 0 0,-1-1-1 0 0,1-1 0 0 0,1 0 1 0 0,31 5-1 0 0,-17-6-1106 0 0,1-2-1 0 0,0 0 0 0 0,40-5 0 0 0,-26-2-5045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5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574 1092 11490 0 0,'15'-12'632'0'0,"-1"0"0"0"0,2 1 0 0 0,19-11 0 0 0,10-7 61 0 0,-21 11-165 0 0,-1 0 0 0 0,-1-2 0 0 0,0 0 1 0 0,-2-2-1 0 0,21-27 0 0 0,-30 35-270 0 0,-2 0-1 0 0,0-1 1 0 0,-1 0 0 0 0,0-1 0 0 0,-2 1 0 0 0,1-2 0 0 0,-2 1 0 0 0,0-1 0 0 0,-1 1 0 0 0,2-24-1 0 0,-3-4-83 0 0,-1 1 0 0 0,-3 0-1 0 0,-2 0 1 0 0,-1-1 0 0 0,-3 2-1 0 0,-1-1 1 0 0,-2 1 0 0 0,-2 0-1 0 0,-28-66 1 0 0,33 94-159 0 0,1 1 0 0 0,-2-1 0 0 0,0 1 0 0 0,-1 1 0 0 0,0 0 0 0 0,0 0 0 0 0,-19-17 0 0 0,21 24-5 0 0,1-1 0 0 0,-1 1 0 0 0,0 1 0 0 0,0-1 0 0 0,-1 1 0 0 0,1 1-1 0 0,-1-1 1 0 0,0 1 0 0 0,0 1 0 0 0,0-1 0 0 0,0 1 0 0 0,0 1 0 0 0,-1-1 0 0 0,1 2 0 0 0,-11-1 0 0 0,2 2 18 0 0,1 0 0 0 0,-1 1 0 0 0,1 1 0 0 0,0 0 0 0 0,0 2 0 0 0,0 0 0 0 0,0 0 0 0 0,-20 11 0 0 0,15-4-41 0 0,0 1-1 0 0,1 0 1 0 0,0 1 0 0 0,1 2 0 0 0,-17 17 0 0 0,-9 16-92 0 0,3 1 0 0 0,2 2 0 0 0,-42 72 0 0 0,63-94 73 0 0,1 0 1 0 0,2 1-1 0 0,1 1 1 0 0,2 1-1 0 0,-17 60 1 0 0,27-79 28 0 0,1 0 0 0 0,0 1 1 0 0,1-1-1 0 0,1 1 0 0 0,0-1 1 0 0,0 1-1 0 0,4 17 0 0 0,-2-22 15 0 0,1 0 1 0 0,0-1-1 0 0,0 0 0 0 0,1 1 0 0 0,0-1 1 0 0,1 0-1 0 0,0-1 0 0 0,0 1 0 0 0,0-1 0 0 0,1 0 1 0 0,12 11-1 0 0,-6-7 33 0 0,0-2 0 0 0,2 1 0 0 0,-1-2 0 0 0,1 0 0 0 0,1 0 0 0 0,-1-1 1 0 0,1-1-1 0 0,1-1 0 0 0,-1 0 0 0 0,1-1 0 0 0,0 0 0 0 0,1-2 0 0 0,21 3 0 0 0,-2-2 31 0 0,0-3-1 0 0,0-1 0 0 0,0-1 0 0 0,0-2 0 0 0,41-9 1 0 0,-62 10 11 0 0,0-2 1 0 0,0 0 0 0 0,-1 0-1 0 0,1-1 1 0 0,-1-1 0 0 0,18-10-1 0 0,-29 14-112 0 0,0 0 0 0 0,0 0 0 0 0,0 0 0 0 0,0 0-1 0 0,-1 0 1 0 0,1 0 0 0 0,0-1 0 0 0,-1 1-1 0 0,0-1 1 0 0,0 0 0 0 0,0 0 0 0 0,0 0 0 0 0,0 0-1 0 0,0 0 1 0 0,-1 0 0 0 0,1 0 0 0 0,-1-1-1 0 0,0 1 1 0 0,0 0 0 0 0,0-1 0 0 0,-1 1-1 0 0,1-1 1 0 0,-1 1 0 0 0,0-1 0 0 0,0 1 0 0 0,0-1-1 0 0,0 1 1 0 0,0-1 0 0 0,-1 1 0 0 0,0-1-1 0 0,0 1 1 0 0,-2-7 0 0 0,2 7-428 0 0,0 1-1 0 0,0 0 1 0 0,0-1-1 0 0,0 1 1 0 0,-1 0-1 0 0,1 0 1 0 0,-1 0 0 0 0,1 0-1 0 0,-1 0 1 0 0,-3-3-1 0 0,-1 1-1255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6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544 1091 12443 0 0,'4'-1'330'0'0,"1"-1"1"0"0,-1 0-1 0 0,0 0 1 0 0,0-1-1 0 0,0 1 1 0 0,0-1 0 0 0,0 0-1 0 0,3-4 1 0 0,2 1-100 0 0,24-19-41 0 0,-2-2 1 0 0,0-1-1 0 0,-2-1 0 0 0,-1-1 1 0 0,-1-2-1 0 0,26-40 1 0 0,-39 51 67 0 0,-2 0 1 0 0,0-2-1 0 0,-2 1 1 0 0,0-1-1 0 0,-1-1 1 0 0,-2 1-1 0 0,0-1 1 0 0,-2-1 0 0 0,0 1-1 0 0,-2-1 1 0 0,1-38-1 0 0,-5 31-6 0 0,-2 1 0 0 0,-1-1 0 0 0,-2 0 0 0 0,-18-59 0 0 0,16 67-179 0 0,-1 1 0 0 0,-1-1-1 0 0,-2 2 1 0 0,0-1-1 0 0,-1 2 1 0 0,-27-34 0 0 0,32 47-54 0 0,1 0 1 0 0,-1 0 0 0 0,0 1-1 0 0,0 1 1 0 0,-1-1-1 0 0,0 1 1 0 0,0 1 0 0 0,0 0-1 0 0,-1 0 1 0 0,1 1 0 0 0,-1 0-1 0 0,-1 0 1 0 0,1 1 0 0 0,0 1-1 0 0,-1 0 1 0 0,1 0-1 0 0,-1 1 1 0 0,0 0 0 0 0,-17 1-1 0 0,12 2-6 0 0,0 0-1 0 0,0 1 1 0 0,0 1-1 0 0,1 0 1 0 0,-1 1-1 0 0,1 0 1 0 0,0 2-1 0 0,1 0 1 0 0,-1 0-1 0 0,1 1 1 0 0,1 1-1 0 0,-18 14 0 0 0,-1 5-65 0 0,2 2-1 0 0,0 1 0 0 0,2 1 0 0 0,2 1 1 0 0,-35 57-1 0 0,34-45 6 0 0,3 1 0 0 0,2 2 1 0 0,2 0-1 0 0,-17 59 0 0 0,30-82 40 0 0,2 0 0 0 0,0 0 0 0 0,1 0 0 0 0,2 1 0 0 0,0 0 0 0 0,2-1 0 0 0,1 1 0 0 0,1-1 0 0 0,6 32 0 0 0,-5-44 20 0 0,0 1-1 0 0,1-1 0 0 0,1 0 0 0 0,0 0 0 0 0,1-1 0 0 0,1 0 0 0 0,-1 0 1 0 0,2 0-1 0 0,0 0 0 0 0,0-1 0 0 0,1-1 0 0 0,0 0 0 0 0,1 0 0 0 0,0 0 0 0 0,1-2 1 0 0,0 1-1 0 0,0-1 0 0 0,20 10 0 0 0,-12-9 46 0 0,-1 0 0 0 0,1-2 0 0 0,0 0 0 0 0,1-1 1 0 0,0-1-1 0 0,28 3 0 0 0,-34-6-59 0 0,1-1 1 0 0,-1-1-1 0 0,1-1 1 0 0,-1 0 0 0 0,1-1-1 0 0,-1 0 1 0 0,0-1-1 0 0,0 0 1 0 0,25-11-1 0 0,-13 2-294 0 0,0-1 0 0 0,41-29 0 0 0,-19 7-5972 0 0,-22 15-281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6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375 1084 13827 0 0,'-3'3'204'0'0,"-1"0"-26"0"0,-1 1 0 0 0,1 0 0 0 0,0-1 0 0 0,1 2 0 0 0,-1-1 0 0 0,-3 6-1 0 0,6-9-167 0 0,1 0-1 0 0,-1 0 1 0 0,1 0-1 0 0,-1 0 1 0 0,1 0-1 0 0,0 0 1 0 0,0 0-1 0 0,-1 0 1 0 0,1 0-1 0 0,0 0 1 0 0,0 1-1 0 0,0-1 1 0 0,0 0-1 0 0,1 0 1 0 0,-1 0-1 0 0,0 0 1 0 0,0 0-1 0 0,0 0 1 0 0,1 0-1 0 0,-1 0 0 0 0,1 0 1 0 0,-1 0-1 0 0,1 0 1 0 0,-1 0-1 0 0,1 0 1 0 0,0 0-1 0 0,-1 0 1 0 0,1 0-1 0 0,0 0 1 0 0,0-1-1 0 0,-1 1 1 0 0,1 0-1 0 0,0-1 1 0 0,0 1-1 0 0,0 0 1 0 0,0-1-1 0 0,0 1 1 0 0,2 0-1 0 0,1 0 30 0 0,0 1 1 0 0,0 0-1 0 0,0-1 0 0 0,0 0 1 0 0,0 0-1 0 0,0 0 0 0 0,1 0 1 0 0,-1-1-1 0 0,0 0 0 0 0,0 0 1 0 0,1 0-1 0 0,-1 0 0 0 0,8-2 1 0 0,7-2 264 0 0,32-12 0 0 0,-43 14-184 0 0,37-15 436 0 0,0-2 1 0 0,-2-2-1 0 0,0-2 1 0 0,56-40-1 0 0,-43 22 86 0 0,-1-3 1 0 0,70-75-1 0 0,-107 101-495 0 0,-2-2-1 0 0,0 0 1 0 0,-1 0 0 0 0,-1-2-1 0 0,-1 1 1 0 0,-1-2 0 0 0,14-36 0 0 0,-20 41-144 0 0,-1 1 0 0 0,0-1 0 0 0,-1 0 0 0 0,-1-1 0 0 0,-1 1 0 0 0,-1-1 0 0 0,0 1 0 0 0,-1-1 1 0 0,-1 1-1 0 0,-1 0 0 0 0,-5-20 0 0 0,2 14 65 0 0,-1 1 0 0 0,-2 0 0 0 0,0 0 0 0 0,-1 1 0 0 0,-2 0 0 0 0,0 1 0 0 0,-1 0 0 0 0,-29-38 0 0 0,32 49-62 0 0,0 0-1 0 0,-1 0 1 0 0,0 1 0 0 0,-1 0-1 0 0,0 1 1 0 0,0 0 0 0 0,-1 0 0 0 0,0 2-1 0 0,0-1 1 0 0,-1 2 0 0 0,0-1-1 0 0,0 2 1 0 0,0 0 0 0 0,0 0 0 0 0,-1 1-1 0 0,1 1 1 0 0,-16-1 0 0 0,7 3-34 0 0,0 0 0 0 0,1 2 0 0 0,-1 0 0 0 0,-37 10 0 0 0,23-2-148 0 0,-68 29 1 0 0,78-26 138 0 0,1 1 0 0 0,0 1-1 0 0,0 1 1 0 0,2 2 0 0 0,0 0 0 0 0,1 1 0 0 0,1 1-1 0 0,1 2 1 0 0,-24 31 0 0 0,-9 21 10 0 0,-70 133-1 0 0,105-176-47 0 0,2 2 0 0 0,1 0 0 0 0,1 0 0 0 0,-15 61 0 0 0,26-83 20 0 0,1 0 0 0 0,0 1 0 0 0,1-1 0 0 0,0 1 0 0 0,1-1 0 0 0,0 1-1 0 0,1-1 1 0 0,0 0 0 0 0,1 1 0 0 0,0-1 0 0 0,1 0 0 0 0,0 0 0 0 0,1 0 0 0 0,0 0 0 0 0,1 0 0 0 0,0-1 0 0 0,0 0 0 0 0,13 16 0 0 0,-9-14-328 0 0,2-1 0 0 0,-1 0 0 0 0,1 0 0 0 0,1-2 0 0 0,0 1 0 0 0,0-1 0 0 0,20 10 0 0 0,-1-4-6220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7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 1182 15203 0 0,'-1'3'133'0'0,"0"1"0"0"0,0 0 0 0 0,1-1-1 0 0,0 1 1 0 0,-1 0 0 0 0,1-1 0 0 0,0 1-1 0 0,1 0 1 0 0,-1-1 0 0 0,1 1 0 0 0,-1-1-1 0 0,1 1 1 0 0,0 0 0 0 0,1-1 0 0 0,-1 0-1 0 0,0 1 1 0 0,1-1 0 0 0,0 0 0 0 0,0 0-1 0 0,0 1 1 0 0,4 3 0 0 0,-2-2-151 0 0,0 0 0 0 0,0 0-1 0 0,1 0 1 0 0,0 0 0 0 0,0-1 0 0 0,0 1 0 0 0,1-1-1 0 0,0-1 1 0 0,-1 1 0 0 0,13 5 0 0 0,-10-7 44 0 0,0-1 0 0 0,0 0 0 0 0,-1 0 0 0 0,1 0 0 0 0,0-1 0 0 0,0 0 0 0 0,0-1 0 0 0,-1 0 0 0 0,1 0 0 0 0,0 0 0 0 0,0-1 0 0 0,-1-1 0 0 0,0 1 0 0 0,1-1 0 0 0,-1 0 1 0 0,11-7-1 0 0,10-6 280 0 0,-1-2 1 0 0,39-32-1 0 0,-65 49-299 0 0,23-17 293 0 0,-1-2 0 0 0,-2 0 0 0 0,0-2-1 0 0,0 0 1 0 0,-2-1 0 0 0,-1-1 0 0 0,-1-1-1 0 0,-2-1 1 0 0,0 0 0 0 0,-1-1 0 0 0,17-50-1 0 0,-15 21-78 0 0,-2 0 0 0 0,-2-1 0 0 0,-3-1 0 0 0,-3 0 0 0 0,-2 0 0 0 0,-3-1 0 0 0,-2 1 0 0 0,-11-67 0 0 0,9 101-144 0 0,-1 1 1 0 0,-1 0 0 0 0,-2 0-1 0 0,0 1 1 0 0,-16-35 0 0 0,19 49-57 0 0,-1 0 1 0 0,0 0 0 0 0,0 0-1 0 0,-1 0 1 0 0,0 1 0 0 0,0 0 0 0 0,0 1-1 0 0,-1-1 1 0 0,0 1 0 0 0,-1 0-1 0 0,1 1 1 0 0,-1 0 0 0 0,0 0-1 0 0,0 1 1 0 0,-1 0 0 0 0,-16-6-1 0 0,13 7 8 0 0,0 0 0 0 0,0 1-1 0 0,0 0 1 0 0,0 1-1 0 0,0 0 1 0 0,0 1-1 0 0,0 1 1 0 0,-1-1-1 0 0,-16 5 1 0 0,12-1-15 0 0,1 1-1 0 0,0 0 1 0 0,0 1 0 0 0,0 1 0 0 0,0 1 0 0 0,-15 9-1 0 0,2 3-16 0 0,1 1 1 0 0,1 2-1 0 0,1 1 0 0 0,1 0 0 0 0,-43 55 0 0 0,39-39-58 0 0,1 0 0 0 0,-31 62 0 0 0,45-75 62 0 0,2 2-1 0 0,0 0 1 0 0,2 0 0 0 0,-12 59 0 0 0,20-73-7 0 0,0 0 0 0 0,1 0 0 0 0,1-1 0 0 0,0 1 0 0 0,1 0 0 0 0,1 0 0 0 0,0 0 0 0 0,1-1 0 0 0,1 1 0 0 0,0-1 0 0 0,1 0 0 0 0,0 0 0 0 0,11 20 0 0 0,-6-18-56 0 0,1 1 0 0 0,0-1 1 0 0,2-1-1 0 0,0 0 0 0 0,0-1 0 0 0,1 0 1 0 0,1-1-1 0 0,0-1 0 0 0,28 18 0 0 0,-25-19-106 0 0,-1-1 0 0 0,2-1 0 0 0,-1 0 0 0 0,1-2 0 0 0,33 10 0 0 0,-43-15-45 0 0,0 0 0 0 0,0-1 0 0 0,0 0-1 0 0,0 0 1 0 0,1-1 0 0 0,-1 0 0 0 0,0-1 0 0 0,0 0 0 0 0,1-1 0 0 0,-1 1 0 0 0,0-2 0 0 0,0 1 0 0 0,-1-1 0 0 0,15-8-1 0 0,9-7-766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8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3 12899 0 0,'0'0'89'0'0,"-1"0"0"0"0,1 0 0 0 0,0-1 0 0 0,0 1-1 0 0,0 0 1 0 0,-1 0 0 0 0,1 0 0 0 0,0-1 0 0 0,0 1 0 0 0,-1 0 0 0 0,1 0 0 0 0,0 0 0 0 0,0 0 0 0 0,-1 0 0 0 0,1 0 0 0 0,0 0 0 0 0,-1-1 0 0 0,1 1 0 0 0,0 0 0 0 0,0 0 0 0 0,-1 0-1 0 0,1 0 1 0 0,0 0 0 0 0,-1 0 0 0 0,1 0 0 0 0,0 1 0 0 0,-1-1 0 0 0,1 0 0 0 0,0 0 0 0 0,0 0 0 0 0,-1 0 0 0 0,1 0 0 0 0,0 0 0 0 0,-1 1 0 0 0,-6 10 1003 0 0,-1 15-762 0 0,2 24 157 0 0,2-1-1 0 0,4 97 0 0 0,2-73-218 0 0,0 61 192 0 0,6-1 0 0 0,42 223-1 0 0,-47-343-453 0 0,2 6-73 0 0,-2 0 0 0 0,3 34 1 0 0,-14-66-1825 0 0,-4-13 1080 0 0,-4-24-1632 0 0,5 19 405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8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28 332 8498 0 0,'-5'-13'72'0'0,"-1"-8"742"0"0,-8-35 0 0 0,13 50-404 0 0,0 0 1 0 0,0-1 0 0 0,1 1-1 0 0,0 0 1 0 0,1-1 0 0 0,-1 1-1 0 0,1 0 1 0 0,0-1 0 0 0,1 1-1 0 0,2-8 1 0 0,-3 12-263 0 0,1-1 0 0 0,-1 1 0 0 0,1 0 0 0 0,-1 0 0 0 0,1 0 1 0 0,0 0-1 0 0,0 1 0 0 0,0-1 0 0 0,0 0 0 0 0,0 1 0 0 0,0-1 0 0 0,1 1 0 0 0,4-2 0 0 0,37-14 779 0 0,-30 12-657 0 0,308-81 2635 0 0,-174 60-1906 0 0,-127 24-825 0 0,0 1 0 0 0,0 1-1 0 0,-1 0 1 0 0,1 2 0 0 0,25 5 0 0 0,-42-7-124 0 0,1 1 1 0 0,-1 1 0 0 0,1-1 0 0 0,-1 1-1 0 0,0-1 1 0 0,0 1 0 0 0,0 1 0 0 0,0-1-1 0 0,0 0 1 0 0,0 1 0 0 0,-1 0 0 0 0,1 0-1 0 0,5 5 1 0 0,-8-5-15 0 0,1 0-1 0 0,-1-1 1 0 0,1 1-1 0 0,-1 0 1 0 0,0 0-1 0 0,0 0 1 0 0,0 0-1 0 0,0 0 1 0 0,0 0-1 0 0,-1 0 1 0 0,0 0 0 0 0,1 0-1 0 0,-1 0 1 0 0,0 0-1 0 0,0 0 1 0 0,-1 0-1 0 0,1 0 1 0 0,-1 0-1 0 0,1 0 1 0 0,-1 0-1 0 0,-2 4 1 0 0,-4 13 166 0 0,-2-1 0 0 0,0 1 1 0 0,-1-2-1 0 0,-1 1 0 0 0,-25 31 1 0 0,-79 77 563 0 0,106-119-704 0 0,-126 119 527 0 0,116-111-555 0 0,-1-1-1 0 0,-1-1 1 0 0,0 0-1 0 0,0-2 1 0 0,-33 13-1 0 0,50-23-6 0 0,-1 0 0 0 0,1-1 0 0 0,-1 0 0 0 0,1 0 0 0 0,-1 0-1 0 0,1-1 1 0 0,-1 1 0 0 0,1-1 0 0 0,-1 0 0 0 0,1-1 0 0 0,-6 0-1 0 0,8 1-182 0 0,0-1-1 0 0,0 1 1 0 0,0-1-1 0 0,1 0 1 0 0,-1 0-1 0 0,0 0 1 0 0,1 0-1 0 0,-1 0 1 0 0,1 0-1 0 0,-1 0 0 0 0,1 0 1 0 0,-2-2-1 0 0,2 1-455 0 0,-1 0 1 0 0,1 1-1 0 0,0-1 0 0 0,0 0 0 0 0,0 0 0 0 0,0 0 0 0 0,1 0 0 0 0,-1 0 1 0 0,0 0-1 0 0,1-1 0 0 0,-1 1 0 0 0,1-3 0 0 0,-1-10-6975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0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5 14283 0 0,'0'0'32'0'0,"0"0"-1"0"0,0 0 1 0 0,0-1 0 0 0,0 1-1 0 0,0 0 1 0 0,0 0 0 0 0,0 0 0 0 0,0 0-1 0 0,0-1 1 0 0,0 1 0 0 0,0 0-1 0 0,0 0 1 0 0,0 0 0 0 0,0 0-1 0 0,-1 0 1 0 0,1-1 0 0 0,0 1-1 0 0,0 0 1 0 0,0 0 0 0 0,0 0-1 0 0,0 0 1 0 0,0 0 0 0 0,0 0-1 0 0,-1 0 1 0 0,1-1 0 0 0,0 1 0 0 0,0 0-1 0 0,0 0 1 0 0,0 0 0 0 0,-1 0-1 0 0,1 0 1 0 0,0 0 0 0 0,0 0-1 0 0,0 0 1 0 0,0 0 0 0 0,-1 0-1 0 0,1 0 1 0 0,0 0 0 0 0,0 0-1 0 0,0 0 1 0 0,0 0 0 0 0,-1 0-1 0 0,1 0 1 0 0,0 0 0 0 0,0 0 0 0 0,0 0-1 0 0,0 0 1 0 0,0 0 0 0 0,-1 1-1 0 0,1-1 1 0 0,0 0 0 0 0,0 0-1 0 0,0 0 1 0 0,0 0 0 0 0,0 0-1 0 0,0 0 1 0 0,-1 0 0 0 0,1 1-1 0 0,0-1 1 0 0,-6 16 592 0 0,-1 25-194 0 0,3-13-121 0 0,-57 602 2644 0 0,67-503-2419 0 0,-3-84-356 0 0,-4 85 0 0 0,2-119-420 0 0,2-10-750 0 0,4-15-876 0 0,-7-31-4052 0 0,-1 24 3754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1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0 317 3225 0 0,'1'-30'-251'0'0,"-1"25"1353"0"0,2 1 0 0 0,-1-1 0 0 0,0 0 0 0 0,1 1 0 0 0,0-1 0 0 0,0 1 0 0 0,0-1 0 0 0,1 1 0 0 0,-1 0 0 0 0,8-8 1 0 0,12-14-503 0 0,2 2 0 0 0,0 0 1 0 0,2 1-1 0 0,0 2 1 0 0,2 1-1 0 0,0 1 1 0 0,49-24-1 0 0,-68 38-422 0 0,1 0-1 0 0,-1 1 1 0 0,1 1-1 0 0,1 0 1 0 0,-1 0-1 0 0,0 1 1 0 0,13-2-1 0 0,-17 4-95 0 0,-1 0 0 0 0,0 0-1 0 0,1 0 1 0 0,-1 1 0 0 0,0 0-1 0 0,0 0 1 0 0,1 0 0 0 0,-1 0-1 0 0,0 1 1 0 0,0 0 0 0 0,0 0-1 0 0,-1 0 1 0 0,1 1 0 0 0,0 0 0 0 0,-1 0-1 0 0,5 4 1 0 0,1 2-8 0 0,-1 0-1 0 0,1 1 1 0 0,-2 0 0 0 0,0 1-1 0 0,0 0 1 0 0,-1 0 0 0 0,0 1-1 0 0,-1 0 1 0 0,0 0 0 0 0,-1 0-1 0 0,0 1 1 0 0,-1 0 0 0 0,3 17 0 0 0,-4-13-20 0 0,-1 1 0 0 0,0 0 0 0 0,-1 0 0 0 0,-1 0 1 0 0,-1 0-1 0 0,-1 0 0 0 0,0 0 0 0 0,-1-1 0 0 0,-8 25 1 0 0,5-23 39 0 0,-1 0 1 0 0,-1 0 0 0 0,0-1 0 0 0,-2 0 0 0 0,0 0 0 0 0,-1-1-1 0 0,-1-1 1 0 0,0 0 0 0 0,-2-1 0 0 0,1 0 0 0 0,-2-1 0 0 0,0 0 0 0 0,-1-1-1 0 0,0-1 1 0 0,0 0 0 0 0,-2-2 0 0 0,1 0 0 0 0,-1-1 0 0 0,-1 0-1 0 0,1-2 1 0 0,-1 0 0 0 0,-1-1 0 0 0,1-1 0 0 0,-23 3 0 0 0,36-7-147 0 0,1-1-1 0 0,0 0 1 0 0,0 0 0 0 0,0 0 0 0 0,0 0 0 0 0,0-1 0 0 0,0 0 0 0 0,0 0-1 0 0,0 0 1 0 0,0-1 0 0 0,0 1 0 0 0,0-1 0 0 0,1 0 0 0 0,-1-1-1 0 0,-7-5 1 0 0,8 5-306 0 0,0 0 0 0 0,1-1 0 0 0,-1 1 0 0 0,1-1 0 0 0,0 0 0 0 0,0 0 0 0 0,1 0 0 0 0,-1 0 0 0 0,1-1 0 0 0,-3-6 0 0 0,-4-13-7640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3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403 17 12443 0 0,'0'-6'520'0'0,"-1"-4"722"0"0,-4 18 662 0 0,-5 14-1851 0 0,-1 0 0 0 0,-21 32 1 0 0,-2 2-133 0 0,-84 183 199 0 0,2-4 1344 0 0,110-223-1335 0 0,-12 20 339 0 0,-17 47 0 0 0,32-71-366 0 0,0 0 0 0 0,0 1-1 0 0,1 0 1 0 0,0-1 0 0 0,1 1 0 0 0,0 0-1 0 0,0 0 1 0 0,1-1 0 0 0,0 1 0 0 0,0 0 0 0 0,3 12-1 0 0,-2-17-42 0 0,1 0-1 0 0,0 0 0 0 0,-1 0 1 0 0,2 0-1 0 0,-1 0 0 0 0,0 0 1 0 0,1-1-1 0 0,0 1 0 0 0,-1-1 1 0 0,1 0-1 0 0,1 0 1 0 0,-1 0-1 0 0,0 0 0 0 0,1 0 1 0 0,-1-1-1 0 0,1 1 0 0 0,0-1 1 0 0,0 0-1 0 0,0 0 0 0 0,0-1 1 0 0,0 1-1 0 0,0-1 0 0 0,1 0 1 0 0,4 1-1 0 0,11 1 54 0 0,-1 0-1 0 0,1-1 0 0 0,39-2 1 0 0,-28-2 13 0 0,-1-1 0 0 0,1-2 0 0 0,-1 0 0 0 0,40-14 0 0 0,-14-1 453 0 0,69-35 0 0 0,-88 40-308 0 0,-23 9-111 0 0,-1 0 0 0 0,21-12 0 0 0,-34 18-208 0 0,0 0 0 0 0,0 0 0 0 0,1 0 0 0 0,-1 0 0 0 0,0-1 0 0 0,0 1 0 0 0,0 0 0 0 0,0 0 0 0 0,0 0-1 0 0,0 0 1 0 0,0 0 0 0 0,0 0 0 0 0,0 0 0 0 0,0 0 0 0 0,0 0 0 0 0,0 0 0 0 0,0 0 0 0 0,0 0 0 0 0,0-1 0 0 0,0 1 0 0 0,0 0 0 0 0,0 0-1 0 0,0 0 1 0 0,0 0 0 0 0,1 0 0 0 0,-1 0 0 0 0,0 0 0 0 0,-1 0 0 0 0,1 0 0 0 0,0-1 0 0 0,0 1 0 0 0,0 0 0 0 0,0 0 0 0 0,0 0-1 0 0,0 0 1 0 0,0 0 0 0 0,0 0 0 0 0,0 0 0 0 0,0 0 0 0 0,0 0 0 0 0,0 0 0 0 0,0 0 0 0 0,0-1 0 0 0,0 1 0 0 0,0 0 0 0 0,0 0 0 0 0,0 0-1 0 0,0 0 1 0 0,0 0 0 0 0,-1 0 0 0 0,1 0 0 0 0,0 0 0 0 0,0 0 0 0 0,0 0 0 0 0,0 0 0 0 0,0 0 0 0 0,0 0 0 0 0,0 0-17 0 0,0 0 1 0 0,-1 0 0 0 0,1 0 0 0 0,0 0 0 0 0,0-1-1 0 0,0 1 1 0 0,0 0 0 0 0,0 0 0 0 0,0 0-1 0 0,0 0 1 0 0,0 0 0 0 0,0 0 0 0 0,-1 0 0 0 0,1 0-1 0 0,0 0 1 0 0,0 0 0 0 0,0-1 0 0 0,0 1-1 0 0,0 0 1 0 0,0 0 0 0 0,0 0 0 0 0,0 0 0 0 0,0 0-1 0 0,0 0 1 0 0,0-1 0 0 0,0 1 0 0 0,0 0-1 0 0,0 0 1 0 0,0 0 0 0 0,0 0 0 0 0,0 0 0 0 0,0 0-1 0 0,0 0 1 0 0,0-1 0 0 0,0 1 0 0 0,0 0-1 0 0,0 0 1 0 0,0 0 0 0 0,0 0 0 0 0,0 0 0 0 0,0 0-1 0 0,0 0 1 0 0,1-1 0 0 0,-1 1 0 0 0,0 0-1 0 0,0 0 1 0 0,0 0 0 0 0,0 0 0 0 0,0 0 0 0 0,0 0-1 0 0,0 0 1 0 0,0 0 0 0 0,1 0 0 0 0,-1 0-1 0 0,0 0 1 0 0,0 0 0 0 0,0 0 0 0 0,0-1-1 0 0,0 1 1 0 0,0 0 0 0 0,0 0 0 0 0,1 0 0 0 0,-1 0-1 0 0,0 0 1 0 0,0 0 0 0 0,0 0 0 0 0,0 0-1 0 0,0 0 1 0 0,1 1 0 0 0,41-19-2034 0 0,-24 10 1136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3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0 162 18228 0 0,'2'-8'389'0'0,"-1"5"-272"0"0,-1 1 0 0 0,1-1 1 0 0,-1 0-1 0 0,1 1 0 0 0,0-1 0 0 0,0 0 1 0 0,0 1-1 0 0,0-1 0 0 0,0 1 0 0 0,1 0 1 0 0,-1-1-1 0 0,1 1 0 0 0,0 0 0 0 0,-1 0 1 0 0,1 0-1 0 0,0 0 0 0 0,0 0 0 0 0,0 0 1 0 0,1 1-1 0 0,-1-1 0 0 0,4-2 1 0 0,13-6 57 0 0,1 1 1 0 0,0 1-1 0 0,33-9 1 0 0,68-11 650 0 0,-99 23-738 0 0,3-1 35 0 0,1 0-61 0 0,0 2 0 0 0,48-4 0 0 0,-74 8-81 0 0,1 0 0 0 0,-1 0 0 0 0,0-1 0 0 0,1 1 0 0 0,-1 0 0 0 0,0 0-1 0 0,1 0 1 0 0,-1 0 0 0 0,0 0 0 0 0,1 0 0 0 0,-1 0 0 0 0,0 0 0 0 0,1 1 0 0 0,-1-1-1 0 0,0 0 1 0 0,1 0 0 0 0,-1 0 0 0 0,0 0 0 0 0,0 0 0 0 0,1 0 0 0 0,-1 1-1 0 0,0-1 1 0 0,1 0 0 0 0,-1 0 0 0 0,0 0 0 0 0,0 1 0 0 0,1-1 0 0 0,-1 0 0 0 0,0 0-1 0 0,0 1 1 0 0,0-1 0 0 0,0 0 0 0 0,1 0 0 0 0,-1 1 0 0 0,0-1 0 0 0,0 0 0 0 0,0 1-1 0 0,0-1 1 0 0,0 0 0 0 0,0 1 0 0 0,0-1 0 0 0,0 0 0 0 0,0 1 0 0 0,0-1 0 0 0,0 0-1 0 0,0 1 1 0 0,0-1 0 0 0,0 0 0 0 0,0 1 0 0 0,0-1 0 0 0,0 0 0 0 0,0 1 0 0 0,0-1-1 0 0,0 0 1 0 0,0 0 0 0 0,-1 1 0 0 0,1-1 0 0 0,0 0 0 0 0,0 1 0 0 0,0-1 0 0 0,-1 0-1 0 0,1 0 1 0 0,0 1 0 0 0,0-1 0 0 0,-1 0 0 0 0,-15 18-2683 0 0,15-17 2631 0 0,-11 10-2020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4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 1 11290 0 0,'-11'5'421'0'0,"1"0"-1"0"0,0 0 1 0 0,0 1 0 0 0,0 1-1 0 0,-13 11 1 0 0,-6 7 263 0 0,2 2 0 0 0,0 0 0 0 0,2 2 0 0 0,1 1 0 0 0,2 1 0 0 0,1 0 1 0 0,-26 51-1 0 0,29-44 54 0 0,-27 80 1 0 0,40-102-509 0 0,2 0-1 0 0,-1 0 1 0 0,2 1 0 0 0,0-1 0 0 0,1 1-1 0 0,1-1 1 0 0,0 1 0 0 0,3 17 0 0 0,-2-31-200 0 0,-1 0 1 0 0,1 0 0 0 0,0 0 0 0 0,-1-1-1 0 0,1 1 1 0 0,0 0 0 0 0,1-1 0 0 0,-1 1-1 0 0,0-1 1 0 0,1 1 0 0 0,0-1 0 0 0,-1 1-1 0 0,1-1 1 0 0,0 0 0 0 0,0 0 0 0 0,0 0-1 0 0,4 2 1 0 0,-3-2 3 0 0,1 0 0 0 0,0 0 0 0 0,0 0 0 0 0,0-1 0 0 0,0 1 0 0 0,0-1 0 0 0,1 0 0 0 0,-1 0 0 0 0,0-1 0 0 0,7 1 0 0 0,8-2 44 0 0,0 0 0 0 0,0-1 0 0 0,0-1 0 0 0,23-7 0 0 0,-25 6-38 0 0,191-59 309 0 0,-48 12-319 0 0,-153 49-149 0 0,28-9-469 0 0,-33 11 511 0 0,-1-1 0 0 0,1 1 0 0 0,-1-1 0 0 0,1 0-1 0 0,-1 0 1 0 0,1 0 0 0 0,-1 0 0 0 0,1 0 0 0 0,-1 0-1 0 0,0 0 1 0 0,1-1 0 0 0,-1 1 0 0 0,0 0-1 0 0,0-1 1 0 0,0 1 0 0 0,1-3 0 0 0,-2 3-29 0 0,0 0 0 0 0,0 0 0 0 0,0 0-1 0 0,0 0 1 0 0,0 0 0 0 0,0 0 0 0 0,0 0 0 0 0,0 0 0 0 0,0 1 0 0 0,-1-1 0 0 0,1 0 0 0 0,0 0 0 0 0,-1 0 0 0 0,1 0 0 0 0,0 0 0 0 0,-1 0-1 0 0,1 0 1 0 0,-1 1 0 0 0,0-1 0 0 0,1 0 0 0 0,-2-1 0 0 0,-17-12-6586 0 0,8 9 859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4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16 149 12899 0 0,'-1'-1'200'0'0,"0"1"1"0"0,0-1-1 0 0,0 0 1 0 0,0 1-1 0 0,0-1 1 0 0,0 0-1 0 0,0 0 1 0 0,0 0-1 0 0,0 0 1 0 0,1 1-1 0 0,-1-1 1 0 0,0 0-1 0 0,1 0 1 0 0,-1 0-1 0 0,1-1 1 0 0,-1 1-1 0 0,1 0 1 0 0,0 0-1 0 0,-1 0 1 0 0,1 0-1 0 0,0 0 1 0 0,-1-2-1 0 0,2 1-131 0 0,0 1 1 0 0,-1 0-1 0 0,1 0 0 0 0,0-1 0 0 0,0 1 1 0 0,0 0-1 0 0,0 0 0 0 0,0 0 0 0 0,0 0 1 0 0,0 0-1 0 0,0 1 0 0 0,0-1 0 0 0,0 0 0 0 0,1 0 1 0 0,-1 1-1 0 0,0-1 0 0 0,1 1 0 0 0,-1-1 1 0 0,0 1-1 0 0,2-1 0 0 0,38-14 75 0 0,156-51 2287 0 0,-170 58-2121 0 0,2 2 0 0 0,-1 1-1 0 0,1 2 1 0 0,-1 0-1 0 0,34 2 1 0 0,-57 1-1053 0 0,0 0 1 0 0,0 1-1 0 0,-1-1 1 0 0,1 1-1 0 0,0 0 1 0 0,-1 1-1 0 0,1-1 1 0 0,-1 1-1 0 0,5 1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2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35 12443 0 0,'-8'-10'1308'0'0,"6"8"-1046"0"0,0 0 0 0 0,1-1-1 0 0,-1 2 1 0 0,-1-1-1 0 0,1 0 1 0 0,0 1 0 0 0,-1-1-1 0 0,1 0 1 0 0,1 1 0 0 0,-3-1-1 0 0,3 2 1 0 0,-3-2 0 0 0,1 1-1 0 0,-2-1 1 0 0,3 2-209 0 0,2 2 0 0 0,0-2-1 0 0,-1 0 1 0 0,1 0 0 0 0,0 1 0 0 0,0-1 0 0 0,-2 0 0 0 0,2 2 0 0 0,0-2-1 0 0,0 0 1 0 0,-1 2 0 0 0,1-2 0 0 0,0 0 0 0 0,0 1 0 0 0,0-1 0 0 0,-2 0 0 0 0,2 2-1 0 0,0-2 1 0 0,0 2 0 0 0,0-2 0 0 0,0 0 0 0 0,0 1 0 0 0,0-1 0 0 0,0 2 0 0 0,0-2-1 0 0,0 0 1 0 0,0 2 0 0 0,0-2 0 0 0,0 1 0 0 0,2 1 0 0 0,-1 24 634 0 0,12 65 292 0 0,-4 0 0 0 0,-3 0 1 0 0,-9 122-1 0 0,-12-52-60 0 0,-36 163-1 0 0,48-304-872 0 0,-12 74 122 0 0,13-86-159 0 0,2-1 0 0 0,0 1 1 0 0,0-1-1 0 0,0 1 0 0 0,2 0 0 0 0,-1-1 0 0 0,1 1 0 0 0,0-1 0 0 0,4 13 1 0 0,-6-19-47 0 0,2-1 1 0 0,0 2 0 0 0,-2-2 0 0 0,1 0 0 0 0,-1 0 0 0 0,2 2 0 0 0,-2-2 0 0 0,1 0 0 0 0,1 0 0 0 0,-2 0 0 0 0,2 0-1 0 0,-1 0 1 0 0,-1 0 0 0 0,2 0 0 0 0,0 0 0 0 0,-2 0 0 0 0,1 0 0 0 0,-1 0 0 0 0,2 0 0 0 0,0 0 0 0 0,-2 0 0 0 0,1-2-1 0 0,1 2 1 0 0,-2 0 0 0 0,2 0 0 0 0,-2-2 0 0 0,1 2 0 0 0,-1-1 0 0 0,2 1 0 0 0,-2 0 0 0 0,2-2 0 0 0,-1 0 0 0 0,37-24-2401 0 0,-33 23 1785 0 0,40-34-6639 0 0,-19 14 1010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3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148 168 2761 0 0,'7'-38'-462'0'0,"-2"-2"4115"0"0,8-49 7340 0 0,-21 152-6282 0 0,-1 48-2579 0 0,-5 49-1371 0 0,-104 415 1344 0 0,115-558-2059 0 0,-15 66 62 0 0,18-78-106 0 0,-2 0 1 0 0,2-1-1 0 0,0 3 0 0 0,0-2 0 0 0,0 0 0 0 0,0 0 0 0 0,0 0 0 0 0,2 0 0 0 0,-1 0 0 0 0,-1 0 0 0 0,2 0 1 0 0,0 0-1 0 0,3 5 0 0 0,-5-10-59 0 0,1 0 0 0 0,1 0 0 0 0,0 0 1 0 0,-2 0-1 0 0,1 0 0 0 0,1 0 0 0 0,-2-2 1 0 0,1 2-1 0 0,1 0 0 0 0,-2 0 0 0 0,2-2 1 0 0,-1 2-1 0 0,-1 0 0 0 0,2 0 0 0 0,-2-1 1 0 0,2 1-1 0 0,-1-2 0 0 0,-1 2 0 0 0,2-2 1 0 0,-2 2-1 0 0,2-1 0 0 0,-2 1 0 0 0,1-4 1 0 0,24-20-1136 0 0,10-16-1598 0 0,-17 15 500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148 113 10594 0 0,'-1'2'277'0'0,"-3"-2"0"0"0,3 0 0 0 0,-1 2 0 0 0,0-1-1 0 0,1-1 1 0 0,-1 2 0 0 0,-1-2 0 0 0,1 2 0 0 0,0-1 0 0 0,1 1 0 0 0,-1 0-1 0 0,0-1 1 0 0,2 1 0 0 0,-1 0 0 0 0,-1-1 0 0 0,0 1 0 0 0,1 0-1 0 0,1-1 1 0 0,-2 1 0 0 0,0 3 0 0 0,-27 43 1011 0 0,14-15-781 0 0,2 0 1 0 0,-1 0 0 0 0,3 2-1 0 0,-11 56 1 0 0,19-75-318 0 0,1 1 0 0 0,1-1 0 0 0,-1 1 0 0 0,2 1-1 0 0,0-1 1 0 0,2-1 0 0 0,-1 2 0 0 0,3-1 0 0 0,-1-1 0 0 0,0 1 0 0 0,14 28 0 0 0,-16-41-143 0 0,1 0 1 0 0,0-1 0 0 0,-1 2-1 0 0,3-2 1 0 0,-1 1 0 0 0,-1-1-1 0 0,1 0 1 0 0,0 1 0 0 0,1-1-1 0 0,-1-1 1 0 0,0 1 0 0 0,0 0-1 0 0,1-1 1 0 0,-1-1-1 0 0,0 3 1 0 0,2-3 0 0 0,-1 1-1 0 0,1 0 1 0 0,3-1 0 0 0,-1 1 16 0 0,1 0 0 0 0,-2-2 1 0 0,3 0-1 0 0,-3 0 0 0 0,3 0 1 0 0,-3 0-1 0 0,2-2 0 0 0,-1 0 1 0 0,0 1-1 0 0,9-4 1 0 0,11-5-57 0 0,-1-2 0 0 0,1 1 0 0 0,-3-4 0 0 0,41-27 1 0 0,-24 13 28 0 0,-3-3 1 0 0,0 1 0 0 0,40-47-1 0 0,-63 62 27 0 0,0-3 0 0 0,-2 1 0 0 0,0-2 0 0 0,0 1 0 0 0,-1-1 0 0 0,-2 0-1 0 0,0-2 1 0 0,-2 1 0 0 0,9-27 0 0 0,-16 41 5 0 0,-1 1-1 0 0,2-1 1 0 0,-2-1 0 0 0,0 1-1 0 0,0 1 1 0 0,0-3 0 0 0,0 3 0 0 0,-2-1-1 0 0,1-1 1 0 0,-1 1 0 0 0,0 1-1 0 0,1-1 1 0 0,-3 0 0 0 0,1 1-1 0 0,1-1 1 0 0,-3 1 0 0 0,2-1 0 0 0,0 2-1 0 0,-2-2 1 0 0,2 2 0 0 0,-2-1-1 0 0,0 1 1 0 0,0 0 0 0 0,-7-5-1 0 0,5 5-31 0 0,-1 0 0 0 0,2 0-1 0 0,-3 0 1 0 0,1 0 0 0 0,1 2-1 0 0,-1 0 1 0 0,0-1-1 0 0,0 1 1 0 0,-2 0 0 0 0,1 1-1 0 0,1 0 1 0 0,-2 1-1 0 0,2-1 1 0 0,0 2 0 0 0,-2 0-1 0 0,2 0 1 0 0,-1 0 0 0 0,-1 2-1 0 0,-8 1 1 0 0,2 2-84 0 0,1 0 0 0 0,2 0 0 0 0,-2 1 1 0 0,0 1-1 0 0,2 1 0 0 0,-1 1 0 0 0,1-1 0 0 0,0 2 1 0 0,1-2-1 0 0,1 4 0 0 0,-1-2 0 0 0,-19 24 0 0 0,22-22-677 0 0,3-1-1 0 0,-2 1 0 0 0,-9 21 1 0 0,14-23-636 0 0,-2 2 1 0 0,1-1 0 0 0,1-1 0 0 0,-2 21-1 0 0,4 6-6044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3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55 14947 0 0,'1'-7'550'0'0,"-1"4"-329"0"0,0 1 0 0 0,0-1-1 0 0,0-1 1 0 0,0 1 0 0 0,0 1 0 0 0,0-1-1 0 0,0 0 1 0 0,-1-1 0 0 0,1 3 0 0 0,0-2 0 0 0,-2-1-1 0 0,1 3 1 0 0,1-3 0 0 0,-2 3 0 0 0,-1-6-1 0 0,-11 37 2508 0 0,4 21-2068 0 0,2 0 0 0 0,0 63 0 0 0,0 0-112 0 0,-29 169 537 0 0,12-119-410 0 0,7 1-1 0 0,5 204 1 0 0,18-305-382 0 0,2 1-1 0 0,2-1 1 0 0,26 92 0 0 0,-27-136-684 0 0,-3-22 759 0 0,-3-15-2350 0 0,0-4-5459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6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1 278 17972 0 0,'10'-7'237'0'0,"1"2"-1"0"0,1 0 1 0 0,0 0 0 0 0,24-5 0 0 0,-34 10-237 0 0,292-74 306 0 0,-165 44-15 0 0,192-69 0 0 0,-316 97-402 0 0,-2 2-179 0 0,-1-1 0 0 0,1 1 0 0 0,0-2 0 0 0,1 2 1 0 0,-3-2-1 0 0,3 1 0 0 0,-3-1 0 0 0,2 0 0 0 0,1 1 0 0 0,-3-1 0 0 0,1 0 0 0 0,1 1 0 0 0,-1-3 0 0 0,0 3 0 0 0,1-1 0 0 0,-1-1 0 0 0,-1 1 0 0 0,3-4 0 0 0,-4-1-1291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6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7 11378 0 0,'-2'-2'58'0'0,"-1"2"-1"0"0,1-2 0 0 0,0 2 1 0 0,1 0-1 0 0,-1-1 0 0 0,0 1 1 0 0,1 0-1 0 0,-3 0 0 0 0,3-2 1 0 0,-1 2-1 0 0,0 0 0 0 0,1 0 1 0 0,-2 0-1 0 0,1 0 0 0 0,0 2 0 0 0,1-2 1 0 0,-1 0-1 0 0,-1 0 0 0 0,1 1 1 0 0,0-1-1 0 0,1 2 0 0 0,-1-2 1 0 0,-1 2-1 0 0,-1 1 70 0 0,1 0 0 0 0,0 1 0 0 0,-1-3 0 0 0,1 2-1 0 0,0 1 1 0 0,1 1 0 0 0,-1-2 0 0 0,1 0 0 0 0,-1 1 0 0 0,0 6 0 0 0,-6 6 212 0 0,3 2 0 0 0,1 1 0 0 0,-8 35 0 0 0,4 27 261 0 0,3 0-1 0 0,4 0 1 0 0,15 134-1 0 0,-3-38 237 0 0,-2-8-44 0 0,-1 201 468 0 0,-10-330-1254 0 0,1-30-247 0 0,0-2 0 0 0,1 2 0 0 0,1-2 0 0 0,0 2 0 0 0,0-2 0 0 0,0 2-1 0 0,5 15 1 0 0,-2-20-930 0 0,5-5-11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7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1 9674 0 0,'-1'0'114'0'0,"-3"0"0"0"0,3 0 0 0 0,-1 0 0 0 0,-1 0 0 0 0,1 0-1 0 0,0 2 1 0 0,1-2 0 0 0,-3 0 0 0 0,3 1 0 0 0,-1-1 0 0 0,1 2 0 0 0,-1-2 0 0 0,-1 2 0 0 0,1-2 0 0 0,0 1-1 0 0,1 1 1 0 0,-1 0 0 0 0,0-1 0 0 0,1 1 0 0 0,-1-2 0 0 0,0 2 0 0 0,2-1 0 0 0,-1 2 0 0 0,-1-1 0 0 0,0 0-1 0 0,2-1 1 0 0,-1 1 0 0 0,1 0 0 0 0,-2-1 0 0 0,0 6 0 0 0,-3 10 710 0 0,-1-3-1 0 0,-6 36 1 0 0,9-30-770 0 0,-10 53 1285 0 0,3-1 0 0 0,0 122 0 0 0,3-47-372 0 0,4-124-936 0 0,-2 18 110 0 0,5-39-158 0 0,0 0 0 0 0,0-2 0 0 0,0 1 0 0 0,0 1 0 0 0,0 0 1 0 0,0-1-1 0 0,0-1 0 0 0,0 2 0 0 0,0 0 0 0 0,2-1 0 0 0,-2-1 1 0 0,0 2-1 0 0,1 0 0 0 0,-1-1 0 0 0,2-1 0 0 0,-2 2 1 0 0,0 0-1 0 0,2-2 0 0 0,-1 1 0 0 0,-1-1 0 0 0,2 2 0 0 0,-2-2 1 0 0,3 3-1 0 0,1-3-180 0 0,-3 0 0 0 0,1 0 0 0 0,1 0 1 0 0,-1 0-1 0 0,-1 0 0 0 0,3 0 0 0 0,-3-1 0 0 0,1 1 1 0 0,1 0-1 0 0,-1-2 0 0 0,0 2 0 0 0,1-2 1 0 0,-1 2-1 0 0,-1-1 0 0 0,1-1 0 0 0,0 2 0 0 0,3-5 1 0 0,13-7-1453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7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59 204 10594 0 0,'-7'7'287'0'0,"2"0"-1"0"0,0-1 0 0 0,0 1 0 0 0,0-1 1 0 0,0 1-1 0 0,2 1 0 0 0,0-1 0 0 0,0 1 1 0 0,-1-1-1 0 0,1 1 0 0 0,1 0 0 0 0,1 1 1 0 0,-3 14-1 0 0,1-2-25 0 0,3 1 1 0 0,0-2-1 0 0,0 1 1 0 0,2 1-1 0 0,1-3 1 0 0,7 33-1 0 0,-8-47-205 0 0,-1 0 0 0 0,-1 0 0 0 0,3 0 0 0 0,-1-1 0 0 0,0 0 0 0 0,-1 1-1 0 0,3-2 1 0 0,-1 2 0 0 0,-1-2 0 0 0,1 2 0 0 0,0-1 0 0 0,1-1 0 0 0,-1 0 0 0 0,2 1-1 0 0,-2-1 1 0 0,1 0 0 0 0,0 0 0 0 0,0-1 0 0 0,1 1 0 0 0,0-1 0 0 0,-2 0-1 0 0,2-1 1 0 0,0 1 0 0 0,0 0 0 0 0,0-1 0 0 0,0-1 0 0 0,0 2 0 0 0,0-2 0 0 0,0 0-1 0 0,0 0 1 0 0,0 0 0 0 0,0 0 0 0 0,6-2 0 0 0,4-1 77 0 0,2 0 0 0 0,-3-2 0 0 0,1 0 0 0 0,0 0 0 0 0,-2-2 1 0 0,2 1-1 0 0,-1-3 0 0 0,-1 1 0 0 0,0 0 0 0 0,0-2 0 0 0,-1 0 0 0 0,-1 0 0 0 0,1-2 0 0 0,0 1 0 0 0,-3-1 1 0 0,13-17-1 0 0,3-6 214 0 0,-2-2 1 0 0,-2-1 0 0 0,-1 0-1 0 0,27-71 1 0 0,-44 104-277 0 0,-2 0 1 0 0,1-1-1 0 0,0 1 1 0 0,-1 0-1 0 0,-1-2 1 0 0,2 2-1 0 0,-2 0 0 0 0,0-1 1 0 0,2 1-1 0 0,-4-2 1 0 0,2 2-1 0 0,0 0 1 0 0,-2-1-1 0 0,2 1 1 0 0,-1 0-1 0 0,-1-2 1 0 0,0 2-1 0 0,1 0 1 0 0,-2 0-1 0 0,1 0 0 0 0,-1 0 1 0 0,-1 0-1 0 0,-4-6 1 0 0,5 6-26 0 0,-2 1 1 0 0,0 1 0 0 0,0 0-1 0 0,0-1 1 0 0,0 1 0 0 0,0 0-1 0 0,-2 0 1 0 0,2 1-1 0 0,-1 0 1 0 0,1 1 0 0 0,-2-1-1 0 0,2 0 1 0 0,-1 1-1 0 0,1 1 1 0 0,-2-2 0 0 0,0 2-1 0 0,2 0 1 0 0,-1 0 0 0 0,-1 0-1 0 0,2 2 1 0 0,-11 1-1 0 0,11-3-124 0 0,0 2-1 0 0,0-1 0 0 0,0 1 1 0 0,0 0-1 0 0,2-1 0 0 0,-2 3 1 0 0,0-3-1 0 0,1 2 0 0 0,-1-1 1 0 0,2 1-1 0 0,-2 1 0 0 0,2-1 1 0 0,0 0-1 0 0,-1 1 0 0 0,1 1 1 0 0,0-2-1 0 0,-1 2 1 0 0,1-2-1 0 0,1 2 0 0 0,-4 8 1 0 0,2-8-405 0 0,3 0-1 0 0,-1 2 1 0 0,2-2 0 0 0,-2 0 0 0 0,1 1 0 0 0,1-1 0 0 0,0 2 0 0 0,0-2 0 0 0,0 2 0 0 0,0-2 0 0 0,3 11 0 0 0,5 11-1843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8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391 0 8290 0 0,'-11'2'655'0'0,"-3"-2"1"0"0,3 1 0 0 0,-2 3-1 0 0,1-3 1 0 0,-1 3-1 0 0,1 1 1 0 0,1-2-1 0 0,-1 2 1 0 0,1 1 0 0 0,-19 11-1 0 0,8-7-761 0 0,6 0 357 0 0,1 0 0 0 0,-2 0 0 0 0,2 1-1 0 0,2 1 1 0 0,-2-1 0 0 0,2 3 0 0 0,2-1-1 0 0,-3 2 1 0 0,4-2 0 0 0,-1 2 0 0 0,-14 28-1 0 0,18-32-73 0 0,1 1-1 0 0,1 0 1 0 0,0 1-1 0 0,0 0 0 0 0,2 0 1 0 0,-1-1-1 0 0,1 1 1 0 0,1 2-1 0 0,1-2 0 0 0,-1 0 1 0 0,2 1-1 0 0,0-1 1 0 0,0 0-1 0 0,2 0 0 0 0,-1 2 1 0 0,8 20-1 0 0,-6-30-124 0 0,-1 1 0 0 0,1-1-1 0 0,-2 0 1 0 0,3 2 0 0 0,-1-2 0 0 0,2 0-1 0 0,-2 0 1 0 0,1-2 0 0 0,1 2 0 0 0,0 0-1 0 0,-2-2 1 0 0,2 2 0 0 0,0-1 0 0 0,0-1-1 0 0,0 0 1 0 0,1 1 0 0 0,-1-3 0 0 0,0 3-1 0 0,2-3 1 0 0,-2 1 0 0 0,1-1 0 0 0,1 1-1 0 0,-2 0 1 0 0,2-1 0 0 0,-1-1 0 0 0,-1 0-1 0 0,2 0 1 0 0,-1 0 0 0 0,9 0 0 0 0,-1-1-8 0 0,0-1 1 0 0,1 0 0 0 0,-1-1 0 0 0,0 0 0 0 0,0-2 0 0 0,-1 2 0 0 0,0-4 0 0 0,0 2 0 0 0,1-2 0 0 0,-1 1-1 0 0,18-16 1 0 0,-19 12 50 0 0,-1 0-1 0 0,-1 1 1 0 0,0-3 0 0 0,0 0-1 0 0,0 1 1 0 0,0-1-1 0 0,-2-1 1 0 0,-1 0-1 0 0,1 0 1 0 0,-1-1-1 0 0,-2-1 1 0 0,0 2 0 0 0,0-2-1 0 0,3-14 1 0 0,-6 20-36 0 0,-1-1 0 0 0,-1 2 0 0 0,0 0 0 0 0,0 0 0 0 0,0-1 0 0 0,0-1 0 0 0,-1 2 0 0 0,-1 0 1 0 0,0 0-1 0 0,1-1 0 0 0,-3 1 0 0 0,1 0 0 0 0,0 0 0 0 0,-1 1 0 0 0,1-1 0 0 0,-2 1 0 0 0,0-1 0 0 0,0 1 1 0 0,0 1-1 0 0,0-1 0 0 0,-1 0 0 0 0,1 1 0 0 0,-2 1 0 0 0,0-2 0 0 0,1 2 0 0 0,-9-5 0 0 0,8 7-54 0 0,2 0 0 0 0,-1-1 0 0 0,-1 1-1 0 0,2 1 1 0 0,-1-1 0 0 0,-1 1 0 0 0,0 1 0 0 0,1-1-1 0 0,-1 0 1 0 0,1 2 0 0 0,-1-1 0 0 0,0 1 0 0 0,-1 0-1 0 0,1 0 1 0 0,1 0 0 0 0,-7 3 0 0 0,9-3-109 0 0,1 2 1 0 0,0-2 0 0 0,-1 1-1 0 0,1 1 1 0 0,0 0 0 0 0,1-1-1 0 0,-1 1 1 0 0,-1 0 0 0 0,3-1-1 0 0,-3 1 1 0 0,1 1 0 0 0,2-1-1 0 0,-1 1 1 0 0,-5 2 0 0 0,6 0-250 0 0,-1-2-1 0 0,0 1 1 0 0,1-1 0 0 0,-1 0 0 0 0,0 2-1 0 0,2-1 1 0 0,-1-1 0 0 0,-1 2 0 0 0,2-2 0 0 0,0 2-1 0 0,0-1 1 0 0,0 0 0 0 0,0 0 0 0 0,0 6 0 0 0,3 18-7026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8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37 13363 0 0,'-14'-21'1551'0'0,"14"19"-1470"0"0,0 2-1 0 0,0 0 1 0 0,0-1 0 0 0,-1 1-1 0 0,1-2 1 0 0,0 2 0 0 0,0 0 0 0 0,0-2-1 0 0,0 2 1 0 0,0 0 0 0 0,-2-1-1 0 0,2 1 1 0 0,0 0 0 0 0,0-2 0 0 0,0 2-1 0 0,-2 0 1 0 0,2 0 0 0 0,0-2-1 0 0,-1 2 1 0 0,1 0 0 0 0,0 0-1 0 0,0-1 1 0 0,-2 1 0 0 0,2 0 0 0 0,0 0-1 0 0,-2 0 1 0 0,2-2 0 0 0,-1 2-1 0 0,1 0 1 0 0,0 0 0 0 0,-2 0 0 0 0,2 0-1 0 0,0 0 1 0 0,-1 0 0 0 0,1 0-1 0 0,-2 0 1 0 0,2 0 0 0 0,0 0 0 0 0,-2 0-1 0 0,2 0 1 0 0,-1 0 0 0 0,1 0-1 0 0,0 0 1 0 0,-2 2 0 0 0,2-2 0 0 0,0 0-1 0 0,-2 0 1 0 0,2 0 0 0 0,0 1-1 0 0,-1-1 1 0 0,1 0 0 0 0,0 0 0 0 0,-2 2-1 0 0,2-2 1 0 0,0 0 0 0 0,0 0-1 0 0,-2 2 1 0 0,2-2 0 0 0,0 0-1 0 0,0 1 1 0 0,0-1 0 0 0,0 0 0 0 0,-1 4-1 0 0,-14 35 796 0 0,-23 385 1655 0 0,20-181-1117 0 0,13-167-905 0 0,1-2 0 0 0,4 0 1 0 0,5 3-1 0 0,22 123 0 0 0,-26-177-1145 0 0,-11-38-3074 0 0,-6-12 86 0 0,1 8 1640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9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247 891 11058 0 0,'-54'-7'2708'0'0,"-107"2"0"0"0,130 5-2146 0 0,33 0-514 0 0,-2 0 1 0 0,0 0-1 0 0,0 0 1 0 0,0 0-1 0 0,0 0 1 0 0,0 0-1 0 0,0 0 1 0 0,0 0-1 0 0,0 0 1 0 0,0 0-1 0 0,0 0 1 0 0,0 0-1 0 0,0 0 1 0 0,0 2-1 0 0,0-2 1 0 0,0 0 0 0 0,0 0-1 0 0,0 0 1 0 0,0 0-1 0 0,0 0 1 0 0,0 0-1 0 0,0 0 1 0 0,0 0-1 0 0,0 0 1 0 0,0 0-1 0 0,0 0 1 0 0,0 0-1 0 0,0 0 1 0 0,0 1-1 0 0,0-1 1 0 0,0 0-1 0 0,0 0 1 0 0,0 0-1 0 0,0 0 1 0 0,-2 0-1 0 0,2 0 1 0 0,0 0-1 0 0,0 0 1 0 0,0 0 0 0 0,0 0-1 0 0,0 0 1 0 0,0 0-1 0 0,0 0 1 0 0,0 0-1 0 0,0 0 1 0 0,0 0-1 0 0,0 0 1 0 0,20 10 746 0 0,29 8-427 0 0,-12-11-217 0 0,-1 0 1 0 0,1-2-1 0 0,-1-4 0 0 0,68-2 0 0 0,151-28 442 0 0,-125 11-339 0 0,1320-107 878 0 0,-489 52-579 0 0,-7-43-60 0 0,-187-10-71 0 0,368-54 319 0 0,-166 48-15 0 0,-191 38-433 0 0,-675 77-128 0 0,147-1 1 0 0,-224 18-314 0 0,-41 2-219 0 0,-44-2-556 0 0,37 0-186 0 0,1 1-1 0 0,1 1 1 0 0,-2 0 0 0 0,2 3-1 0 0,-1-2 1 0 0,-32 13-1 0 0,10 3-1033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10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180 239 3225 0 0,'-22'-3'739'0'0,"-6"11"5643"0"0,5 12-938 0 0,8-4-6369 0 0,3-1 1215 0 0,4-1 1 0 0,-2 0 0 0 0,2 1-1 0 0,0 0 1 0 0,1 2 0 0 0,0-1-1 0 0,1-1 1 0 0,1 2 0 0 0,-5 31-1 0 0,5-24-1 0 0,3 1-1 0 0,-1 0 0 0 0,3 0 0 0 0,0 0 0 0 0,0-1 0 0 0,7 31 0 0 0,-6-48-187 0 0,1-1-1 0 0,0 2 1 0 0,-1-1 0 0 0,1 0-1 0 0,1-1 1 0 0,0 1-1 0 0,1 0 1 0 0,-1-1 0 0 0,0 1-1 0 0,2-1 1 0 0,-1-1-1 0 0,1 2 1 0 0,0-2 0 0 0,0 0-1 0 0,0 0 1 0 0,-1 0-1 0 0,10 5 1 0 0,-6-5-27 0 0,0-2 0 0 0,-1 0 0 0 0,1 1 1 0 0,0-1-1 0 0,2-1 0 0 0,-1-1 0 0 0,-1 3 0 0 0,0-4 0 0 0,2 1 0 0 0,-2-1 0 0 0,1 0 1 0 0,0 0-1 0 0,16-3 0 0 0,-5 0 31 0 0,0-1 1 0 0,-2-2-1 0 0,2 1 1 0 0,-2-2-1 0 0,0-1 1 0 0,-1 0-1 0 0,1-2 1 0 0,-1 0-1 0 0,-1 0 1 0 0,1-2-1 0 0,-2-1 1 0 0,29-27-1 0 0,-31 27 44 0 0,1-2 0 0 0,-3 0 0 0 0,2-1 0 0 0,-3-1 0 0 0,2 1-1 0 0,-2-1 1 0 0,-2 1 0 0 0,0-3 0 0 0,1 1 0 0 0,-3 0 0 0 0,-1-2 0 0 0,0 2-1 0 0,4-23 1 0 0,-9 24-54 0 0,0 1 0 0 0,0 1 0 0 0,-2-2 0 0 0,0 1 0 0 0,-1 1 0 0 0,0-2 0 0 0,-2 2 0 0 0,1 1-1 0 0,-2-1 1 0 0,-1 0 0 0 0,0 0 0 0 0,1 0 0 0 0,-2 2 0 0 0,-1 0 0 0 0,-15-21 0 0 0,12 21-196 0 0,-1-2 0 0 0,0 2 0 0 0,-1 0 0 0 0,-1 0 0 0 0,-23-15 0 0 0,25 21-449 0 0,0-1 0 0 0,0 1 1 0 0,-1 0-1 0 0,0 2 0 0 0,0 1 1 0 0,-1-1-1 0 0,-16-2 1 0 0,-4 2-7744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10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2 9218 0 0,'-1'-2'265'0'0,"-1"2"0"0"0,0 0-1 0 0,2 0 1 0 0,-1 0 0 0 0,-1 0 0 0 0,0 0 0 0 0,1 0-1 0 0,-1 0 1 0 0,0 2 0 0 0,2-2 0 0 0,-1 0 0 0 0,-1 0-1 0 0,1 1 1 0 0,-1-1 0 0 0,2 0 0 0 0,-2 2 0 0 0,1-2 0 0 0,-1 2-1 0 0,2-2 1 0 0,-2 1 0 0 0,1-1 0 0 0,1 2 0 0 0,-4 1-1 0 0,1 1 68 0 0,0 0 0 0 0,-1 1-1 0 0,1 0 1 0 0,1 0-1 0 0,-1 0 1 0 0,-2 9 0 0 0,-3 10 20 0 0,-9 51 0 0 0,16-65 10 0 0,-14 67 536 0 0,3 3 1 0 0,4 1-1 0 0,3-2 0 0 0,8 123 0 0 0,7-148-377 0 0,-8-50-493 0 0,-2-1 0 0 0,2 0 0 0 0,-1 1 0 0 0,-1-1 0 0 0,2 0 0 0 0,-1 1 0 0 0,1-1 0 0 0,0 0 0 0 0,1-1 0 0 0,-1 1 0 0 0,-1 0 0 0 0,3-1 0 0 0,2 5 0 0 0,-6-7-60 0 0,0 0-1 0 0,0 0 0 0 0,0 0 1 0 0,0 0-1 0 0,0 0 1 0 0,0 0-1 0 0,0 0 1 0 0,2 0-1 0 0,-2 0 0 0 0,0 0 1 0 0,0 0-1 0 0,0 1 1 0 0,0-1-1 0 0,0 0 0 0 0,0 0 1 0 0,0 0-1 0 0,2 0 1 0 0,-2 0-1 0 0,0 0 0 0 0,0 0 1 0 0,0-1-1 0 0,0 1 1 0 0,0 0-1 0 0,0 0 1 0 0,0 0-1 0 0,0 0 0 0 0,1 0 1 0 0,-1 0-1 0 0,0 0 1 0 0,0 0-1 0 0,0 0 0 0 0,0 0 1 0 0,0 0-1 0 0,0 0 1 0 0,0 0-1 0 0,0 0 0 0 0,0 0 1 0 0,0-2-1 0 0,0 2 1 0 0,2 0-1 0 0,-2 0 1 0 0,0 0-1 0 0,0 0 0 0 0,0 0 1 0 0,0 0-1 0 0,0 0 1 0 0,0 0-1 0 0,0-2 0 0 0,0 2 1 0 0,0 0-1 0 0,0 0 1 0 0,0 0-1 0 0,0 0 1 0 0,0 0-1 0 0,0 0 0 0 0,0 0 1 0 0,0-1-1 0 0,0 1 1 0 0,0 0-1 0 0,0 0 0 0 0,0 0 1 0 0,0-5-1060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11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5 13563 0 0,'-2'0'100'0'0,"2"-2"0"0"0,-1 2 0 0 0,-1 0 0 0 0,1-1 0 0 0,-1 1 0 0 0,2 0 0 0 0,-2 0 0 0 0,1 0 0 0 0,-1-2 0 0 0,0 2 0 0 0,1 0 0 0 0,1 0 0 0 0,-2 0 1 0 0,0 0-1 0 0,1 0 0 0 0,-1 0 0 0 0,0 2 0 0 0,1-2 0 0 0,1 0 0 0 0,-2 0 0 0 0,0 1 0 0 0,1-1 0 0 0,-1 0 0 0 0,0 2 0 0 0,1 1 23 0 0,-1-1 0 0 0,0 1 0 0 0,1-1 1 0 0,-1 1-1 0 0,0-1 0 0 0,2 1 0 0 0,-1-1 0 0 0,1 1 0 0 0,-2 0 1 0 0,2-1-1 0 0,-1 1 0 0 0,1 4 0 0 0,-5 36 954 0 0,3 0 0 0 0,4 71-1 0 0,-2 27 362 0 0,0 59 187 0 0,1-90-1583 0 0,-6-67-847 0 0,-3-16-3074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11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0 10450 0 0,'-5'8'214'0'0,"0"-1"-1"0"0,1 1 1 0 0,1 0 0 0 0,0 1-1 0 0,-1-1 1 0 0,3 0-1 0 0,-3 0 1 0 0,3 1 0 0 0,-1-1-1 0 0,2 2 1 0 0,-2 10-1 0 0,-9 76 1272 0 0,4-60-912 0 0,4 2 1 0 0,0-2 0 0 0,1 2-1 0 0,2-1 1 0 0,7 51 0 0 0,-6-85-489 0 0,-1 2 0 0 0,0-2 0 0 0,2 0 0 0 0,0 1 0 0 0,-2-1 0 0 0,1 2 0 0 0,1-2 0 0 0,0 1 0 0 0,-1-1 0 0 0,1 0 0 0 0,-1 0 0 0 0,3-1 0 0 0,-3 1 0 0 0,3 1 0 0 0,-3-1 0 0 0,3-1 0 0 0,-1 1 1 0 0,-1-1-1 0 0,1 1 0 0 0,0-1 0 0 0,1-1 0 0 0,6 4 0 0 0,-6-3-20 0 0,1 0 1 0 0,0-2-1 0 0,0 0 1 0 0,2 1-1 0 0,-2-1 0 0 0,0 0 1 0 0,0 0-1 0 0,1-1 1 0 0,-1 1-1 0 0,0-2 1 0 0,0 0-1 0 0,0 2 1 0 0,0-1-1 0 0,0-3 1 0 0,8-1-1 0 0,6-5 46 0 0,-3 0 1 0 0,1 1-1 0 0,-2-3 0 0 0,1 0 1 0 0,-1-1-1 0 0,-2 0 0 0 0,2 0 0 0 0,-3-2 1 0 0,1 0-1 0 0,-1 0 0 0 0,-1-1 0 0 0,16-29 1 0 0,-23 35-8 0 0,0 0 1 0 0,1 0-1 0 0,-2 0 0 0 0,0-1 1 0 0,-1 1-1 0 0,0 0 1 0 0,-1-2-1 0 0,1 2 0 0 0,-2-1 1 0 0,0-19-1 0 0,-2 22-21 0 0,1-1-1 0 0,-1 1 0 0 0,0 2 1 0 0,-1-3-1 0 0,1 1 1 0 0,-1 0-1 0 0,-2 1 1 0 0,2-1-1 0 0,0 1 1 0 0,-2 1-1 0 0,0-1 1 0 0,0 0-1 0 0,0 1 0 0 0,-2-1 1 0 0,-6-6-1 0 0,3 5-41 0 0,0-1-1 0 0,0 3 1 0 0,-1-2 0 0 0,1 1-1 0 0,-2 0 1 0 0,0 2-1 0 0,1 0 1 0 0,-26-8-1 0 0,31 12-379 0 0,-2-1 0 0 0,-1 0-1 0 0,1 2 1 0 0,0-1-1 0 0,0 1 1 0 0,-1 0 0 0 0,1 1-1 0 0,0-1 1 0 0,-1 2 0 0 0,1 0-1 0 0,2-1 1 0 0,-3 2-1 0 0,1-1 1 0 0,0 1 0 0 0,-9 6-1 0 0,-4 2-6977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12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0 13883 0 0,'-1'2'61'0'0,"1"-2"-1"0"0,-2 1 1 0 0,0-1 0 0 0,2 2-1 0 0,-1-2 1 0 0,1 2-1 0 0,-2-1 1 0 0,2-1 0 0 0,-2 2-1 0 0,2 0 1 0 0,0-2 0 0 0,-1 1-1 0 0,1 1 1 0 0,0 0 0 0 0,0-2-1 0 0,-2 1 1 0 0,2 1-1 0 0,0-1 1 0 0,0 1 0 0 0,0-2-1 0 0,0 2 1 0 0,0-1 0 0 0,0 1-1 0 0,0 0 1 0 0,0-2 0 0 0,0 1-1 0 0,2 3 1 0 0,-1 16 473 0 0,14 201 1688 0 0,5 350 3598 0 0,-23-517-5158 0 0,-1-32-276 0 0,3-1 1 0 0,1 1 0 0 0,1 29 0 0 0,-1-51-401 0 0,0 0 1 0 0,0 2 0 0 0,0-2 0 0 0,2 0-1 0 0,-2 1 1 0 0,0-1 0 0 0,0 0 0 0 0,0 0-1 0 0,0 2 1 0 0,2-2 0 0 0,-2 0 0 0 0,0 0-1 0 0,0 1 1 0 0,0-1 0 0 0,1 0 0 0 0,-1 0 0 0 0,0 2-1 0 0,0-2 1 0 0,2 0 0 0 0,-2 0 0 0 0,0 0-1 0 0,2 0 1 0 0,-2 0 0 0 0,0 2 0 0 0,0-2-1 0 0,1 0 1 0 0,-1 0 0 0 0,0 0 0 0 0,2 0-1 0 0,-2 0 1 0 0,0 0 0 0 0,2 0 0 0 0,-2 0-1 0 0,0 0 1 0 0,1 0 0 0 0,-1 0 0 0 0,0 0-1 0 0,2 0 1 0 0,-2-2 0 0 0,0 2 0 0 0,2 0 0 0 0,21-13-1400 0 0,-3-5-395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27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20 14283 0 0,'-12'-3'1774'0'0,"9"5"-894"0"0,10 3 279 0 0,7 2-960 0 0,1-1 1 0 0,-1 0-1 0 0,1 0 1 0 0,0-2 0 0 0,1 0-1 0 0,-1 0 1 0 0,18 0-1 0 0,24 0 93 0 0,0-3 0 0 0,0-2 0 0 0,0-3 0 0 0,0-3 1 0 0,71-16-1 0 0,-106 17-286 0 0,13-3 117 0 0,63-9 0 0 0,-94 18-629 0 0,10-2 821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27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 12899 0 0,'0'0'92'0'0,"-1"0"0"0"0,1 0 1 0 0,0 0-1 0 0,-1-1 0 0 0,1 1 1 0 0,-1 0-1 0 0,1 0 0 0 0,0 0 0 0 0,-1 0 1 0 0,1 0-1 0 0,-1 0 0 0 0,1 0 1 0 0,-1 0-1 0 0,1 0 0 0 0,-1 0 1 0 0,1 0-1 0 0,0 0 0 0 0,-1 0 1 0 0,1 0-1 0 0,-1 0 0 0 0,1 0 0 0 0,-1 0 1 0 0,1 1-1 0 0,0-1 0 0 0,-1 0 1 0 0,1 0-1 0 0,-1 1 0 0 0,1-1 1 0 0,0 0-1 0 0,-1 0 0 0 0,1 1 0 0 0,0-1 1 0 0,0 0-1 0 0,-1 1 0 0 0,1-1 1 0 0,0 0-1 0 0,0 1 0 0 0,-1-1 1 0 0,1 1-1 0 0,0-1 0 0 0,0 0 1 0 0,0 1-1 0 0,0-1 0 0 0,-1 1 0 0 0,1-1 1 0 0,0 1-1 0 0,0 0 0 0 0,0 0 1 0 0,1 1-1 0 0,-1-1 0 0 0,0 1 1 0 0,1-1-1 0 0,-1 0 0 0 0,1 1 1 0 0,-1-1-1 0 0,1 0 0 0 0,0 1 1 0 0,0-1-1 0 0,-1 0 0 0 0,1 0 1 0 0,0 0-1 0 0,0 1 0 0 0,1 0 1 0 0,11 6 72 0 0,-1 0 1 0 0,1 0-1 0 0,0-1 1 0 0,0-1-1 0 0,1 0 1 0 0,22 6-1 0 0,-18-5-54 0 0,136 37 267 0 0,-104-32 29 0 0,-1 2 0 0 0,70 31 0 0 0,-115-43-353 0 0,0 0 0 0 0,-1 0-1 0 0,1 0 1 0 0,0 0-1 0 0,-1 1 1 0 0,0-1 0 0 0,1 1-1 0 0,-1 0 1 0 0,0 0 0 0 0,-1 0-1 0 0,1 1 1 0 0,2 3-1 0 0,-4-5-27 0 0,0-1-1 0 0,-1 1 0 0 0,1 0 0 0 0,-1 0 0 0 0,1 0 0 0 0,-1 0 0 0 0,0 0 0 0 0,1 0 1 0 0,-1 0-1 0 0,0 0 0 0 0,0 0 0 0 0,-1 0 0 0 0,1-1 0 0 0,0 1 0 0 0,-1 0 0 0 0,1 0 0 0 0,-1 0 1 0 0,1 0-1 0 0,-1 0 0 0 0,0-1 0 0 0,0 1 0 0 0,0 0 0 0 0,0-1 0 0 0,0 1 0 0 0,0 0 1 0 0,0-1-1 0 0,-1 1 0 0 0,-1 0 0 0 0,-14 15 156 0 0,-1-1-1 0 0,-1-2 1 0 0,-1 0 0 0 0,-31 18-1 0 0,25-17-92 0 0,-65 36 116 0 0,64-38-553 0 0,0 1 1 0 0,1 2 0 0 0,1 0-1 0 0,-46 40 1 0 0,58-41-627 0 0,3-1-8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3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2304 0 0,'1'-22'626'0'0,"11"-25"7453"0"0,-12 47-8049 0 0,0 0-1 0 0,0 0 1 0 0,0 0 0 0 0,0 0-1 0 0,1 0 1 0 0,-1 0 0 0 0,0 0 0 0 0,0 0-1 0 0,0 0 1 0 0,0 0 0 0 0,0 0-1 0 0,0 0 1 0 0,0 0 0 0 0,0 0-1 0 0,0 0 1 0 0,0 0 0 0 0,0 0-1 0 0,0 0 1 0 0,0 0 0 0 0,0 0-1 0 0,0 0 1 0 0,0 0 0 0 0,0 0-1 0 0,0 0 1 0 0,0 1 0 0 0,0-1 0 0 0,0 0-1 0 0,1 0 1 0 0,-1 0 0 0 0,0 0-1 0 0,0 0 1 0 0,0 0 0 0 0,0 0-1 0 0,0 0 1 0 0,0-1 0 0 0,0 1-1 0 0,0 0 1 0 0,0 0 0 0 0,0 0-1 0 0,0 0 1 0 0,0 0 0 0 0,0 0 0 0 0,0 0-1 0 0,0 0 1 0 0,0 0 0 0 0,0 0-1 0 0,0 0 1 0 0,0 0 0 0 0,1 0-1 0 0,-1 0 1 0 0,0 0 0 0 0,0 0-1 0 0,0 0 1 0 0,0 0 0 0 0,0 0-1 0 0,0 0 1 0 0,0 0 0 0 0,0 0 0 0 0,0 0-1 0 0,0 0 1 0 0,0 0 0 0 0,0-1-1 0 0,2 10 791 0 0,1 9-308 0 0,3 175 1578 0 0,6 99-1043 0 0,9-126-87 0 0,-18-150-436 0 0,-2-14-2127 0 0,-1-9-4560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38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64 5529 0 0,'-8'-5'7654'0'0,"14"7"-6125"0"0,-5-2-1168 0 0,3 1 85 0 0,25 4-77 0 0,1 0-1 0 0,0-3 1 0 0,0 0-1 0 0,1-2 1 0 0,-1-1-1 0 0,0-1 0 0 0,0-2 1 0 0,-1 0-1 0 0,1-3 1 0 0,56-19-1 0 0,-64 18-342 0 0,1 1 0 0 0,28-6 0 0 0,-10 9-6909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38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10514 0 0,'-1'1'80'0'0,"0"-1"1"0"0,1 1-1 0 0,-1 0 0 0 0,1-1 0 0 0,-1 1 1 0 0,0 0-1 0 0,1 0 0 0 0,0 0 0 0 0,-1-1 0 0 0,1 1 1 0 0,-1 0-1 0 0,1 0 0 0 0,0 0 0 0 0,0 0 1 0 0,-1 0-1 0 0,1 0 0 0 0,0-1 0 0 0,0 3 0 0 0,-1 24 348 0 0,1-12-174 0 0,-25 182 2333 0 0,-1 23 238 0 0,21-80-1520 0 0,5-119-1205 0 0,2 0 0 0 0,0 0 0 0 0,1-1 0 0 0,11 34 1 0 0,-9-43 421 0 0,-3-8-1634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2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63 10858 0 0,'-8'-11'863'0'0,"-12"-15"447"0"0,19 25-1222 0 0,0 0 0 0 0,0 0 1 0 0,0-1-1 0 0,0 1 0 0 0,-1 0 1 0 0,1 1-1 0 0,0-1 1 0 0,0 0-1 0 0,-1 0 0 0 0,1 0 1 0 0,0 1-1 0 0,-1-1 0 0 0,1 1 1 0 0,-1-1-1 0 0,-2 0 0 0 0,4 2-49 0 0,-1-1-1 0 0,1 0 0 0 0,-1 1 0 0 0,0-1 0 0 0,1 0 0 0 0,-1 1 1 0 0,1-1-1 0 0,-1 1 0 0 0,1-1 0 0 0,0 1 0 0 0,-1-1 0 0 0,1 1 1 0 0,-1 0-1 0 0,1-1 0 0 0,0 1 0 0 0,-1-1 0 0 0,1 1 1 0 0,0 0-1 0 0,0-1 0 0 0,0 1 0 0 0,0 0 0 0 0,-1-1 0 0 0,1 2 1 0 0,-4 22-276 0 0,3-17 206 0 0,-2 19 89 0 0,0-1 1 0 0,1 1 0 0 0,2 0-1 0 0,0 0 1 0 0,2 0 0 0 0,1-1-1 0 0,1 1 1 0 0,1-1 0 0 0,2 0-1 0 0,16 45 1 0 0,-19-63-63 0 0,-1 0 0 0 0,1 0-1 0 0,0 0 1 0 0,1-1 0 0 0,0 0 0 0 0,0 0-1 0 0,0 0 1 0 0,1 0 0 0 0,-1-1 0 0 0,1 0-1 0 0,1 0 1 0 0,-1-1 0 0 0,13 7 0 0 0,-14-8 50 0 0,1-1 0 0 0,-1 0 0 0 0,1-1 0 0 0,0 1 0 0 0,0-1 0 0 0,0 0 0 0 0,0 0 0 0 0,0-1 0 0 0,0 0 0 0 0,0 0 1 0 0,0 0-1 0 0,0-1 0 0 0,0 0 0 0 0,0 0 0 0 0,-1 0 0 0 0,1-1 0 0 0,0 0 0 0 0,7-4 0 0 0,-6 3 88 0 0,0 0-1 0 0,-1-1 1 0 0,1 0-1 0 0,-1 0 1 0 0,0-1-1 0 0,0 0 1 0 0,-1 0-1 0 0,1 0 0 0 0,-1 0 1 0 0,0-1-1 0 0,-1 0 1 0 0,1 0-1 0 0,-1-1 1 0 0,5-10-1 0 0,-5 7 37 0 0,0 0 0 0 0,-1 0 0 0 0,0-1 0 0 0,-1 1-1 0 0,0-1 1 0 0,-1 0 0 0 0,0 1 0 0 0,0-1 0 0 0,-2-15-1 0 0,-1 8 4 0 0,-1 0 0 0 0,0 0 0 0 0,-1 0-1 0 0,-1 1 1 0 0,0 0 0 0 0,-2 0 0 0 0,0 0-1 0 0,0 1 1 0 0,-2 0 0 0 0,0 0 0 0 0,-22-28-1 0 0,24 37-161 0 0,4 4-52 0 0,0 0-1 0 0,1 0 1 0 0,-1 0 0 0 0,1 0-1 0 0,-4-6 1 0 0,7 8-123 0 0,-1 1 0 0 0,1 0-1 0 0,0 0 1 0 0,-1 0 0 0 0,1 0-1 0 0,0 0 1 0 0,-1-1 0 0 0,1 1 0 0 0,0 1-1 0 0,-1-1 1 0 0,1 0 0 0 0,0 0 0 0 0,-1 0-1 0 0,1 0 1 0 0,0 0 0 0 0,-1 1 0 0 0,1-1-1 0 0,0 0 1 0 0,-1 0-150 0 0,8 2-1970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2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4 155 13971 0 0,'-1'-2'83'0'0,"1"1"-1"0"0,-1 0 1 0 0,1 0 0 0 0,0 0 0 0 0,-1-1-1 0 0,1 1 1 0 0,0 0 0 0 0,0 0 0 0 0,-1-1-1 0 0,1 1 1 0 0,0 0 0 0 0,0 0-1 0 0,1-1 1 0 0,-1 1 0 0 0,0 0 0 0 0,0 0-1 0 0,0-1 1 0 0,1 1 0 0 0,-1 0 0 0 0,1 0-1 0 0,-1 0 1 0 0,1 0 0 0 0,-1-1-1 0 0,2 0 1 0 0,1-1 60 0 0,1 0 0 0 0,-1 1 0 0 0,0 0 0 0 0,1-1 0 0 0,0 1 0 0 0,6-2 0 0 0,-10 4-141 0 0,24-10 368 0 0,-1 1-1 0 0,2 1 1 0 0,25-5-1 0 0,78-10 244 0 0,-103 19-598 0 0,196-24 250 0 0,-158 20-1382 0 0,-37 7-5190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2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9218 0 0,'-1'0'77'0'0,"0"0"0"0"0,0 0 0 0 0,1 0 0 0 0,-1 0 0 0 0,0 0 0 0 0,0 0 1 0 0,1 0-1 0 0,-1 1 0 0 0,0-1 0 0 0,0 0 0 0 0,1 0 0 0 0,-1 0 0 0 0,0 1 0 0 0,1-1 0 0 0,-1 0 0 0 0,0 1 0 0 0,1-1 0 0 0,-1 1 0 0 0,1-1 1 0 0,-1 1-1 0 0,0-1 0 0 0,1 1 0 0 0,-1-1 0 0 0,1 1 0 0 0,-1 0 0 0 0,1-1 0 0 0,0 1 0 0 0,-1-1 0 0 0,1 1 0 0 0,0 0 0 0 0,-1-1 0 0 0,1 1 1 0 0,0 0-1 0 0,0 0 0 0 0,-13 33 1591 0 0,11-28-1852 0 0,-8 27 556 0 0,2 2 0 0 0,1-1-1 0 0,-4 57 1 0 0,6 106 1834 0 0,5-187-2155 0 0,0 11 136 0 0,1 0 0 0 0,1-1 1 0 0,1 1-1 0 0,1 0 0 0 0,1-1 0 0 0,0 0 1 0 0,2 0-1 0 0,16 36 0 0 0,-21-51-167 0 0,0 0-1 0 0,0-1 1 0 0,0 1-1 0 0,-1 0 1 0 0,0 0-1 0 0,0 0 1 0 0,1 9-1 0 0,-2 7-5546 0 0,0-15-257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6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16 8034 0 0,'-9'-15'1135'0'0,"9"14"-1087"0"0,-1 1 1 0 0,1 0-1 0 0,0 0 0 0 0,0 0 1 0 0,0 0-1 0 0,-1 0 1 0 0,1 0-1 0 0,0 0 0 0 0,0 0 1 0 0,0 0-1 0 0,-1 0 1 0 0,1 0-1 0 0,0 0 0 0 0,0 0 1 0 0,0 0-1 0 0,-1 0 1 0 0,1 0-1 0 0,0 0 1 0 0,0 0-1 0 0,0 1 0 0 0,-1-1 1 0 0,1 0-1 0 0,0 0 1 0 0,0 0-1 0 0,0 0 0 0 0,0 0 1 0 0,-1 0-1 0 0,1 1 1 0 0,0-1-1 0 0,0 0 0 0 0,0 0 1 0 0,0 0-1 0 0,0 0 1 0 0,0 1-1 0 0,-1-1 0 0 0,1 0 1 0 0,0 0-1 0 0,0 0 1 0 0,0 1-1 0 0,-1 3 144 0 0,0-1 1 0 0,0 1-1 0 0,0 0 0 0 0,0 0 0 0 0,1 0 0 0 0,-1 5 1 0 0,-1 28 344 0 0,-13 211 1917 0 0,6-125-1638 0 0,-13 98-150 0 0,2-125 96 0 0,20-96-774 0 0,-1 0-1 0 0,1 0 0 0 0,0 0 0 0 0,0 0 0 0 0,0 1 0 0 0,0-1 0 0 0,0 0 0 0 0,0 0 1 0 0,0 0-1 0 0,0 1 0 0 0,0-1 0 0 0,0 0 0 0 0,0 0 0 0 0,0 1 0 0 0,0-1 0 0 0,0 0 1 0 0,0 0-1 0 0,0 0 0 0 0,0 1 0 0 0,0-1 0 0 0,0 0 0 0 0,0 0 0 0 0,0 0 0 0 0,0 1 1 0 0,0-1-1 0 0,0 0 0 0 0,0 0 0 0 0,0 0 0 0 0,1 1 0 0 0,-1-1 0 0 0,0 0 0 0 0,0 0 1 0 0,0 0-1 0 0,0 0 0 0 0,0 0 0 0 0,1 1 0 0 0,-1-1 0 0 0,0 0 0 0 0,0 0 0 0 0,0 0 1 0 0,1 0-1 0 0,-1 0 0 0 0,0 0 0 0 0,0 0 0 0 0,0 0 0 0 0,1 0 0 0 0,-1 0 0 0 0,0 1 0 0 0,0-1 1 0 0,0 0-1 0 0,1 0 0 0 0,-1 0 0 0 0,0 0 0 0 0,0-1 0 0 0,1 1 0 0 0,9-6-3356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7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5985 0 0,'-3'6'8550'0'0,"-10"13"-6842"0"0,13-19-1737 0 0,0 1-1 0 0,1-1 1 0 0,-1 0-1 0 0,0 0 0 0 0,1 1 1 0 0,-1-1-1 0 0,0 0 0 0 0,1 0 1 0 0,-1 0-1 0 0,0 1 0 0 0,1-1 1 0 0,-1 0-1 0 0,0 0 0 0 0,1 0 1 0 0,-1 0-1 0 0,0 0 1 0 0,1 0-1 0 0,-1 0 0 0 0,1 0 1 0 0,-1 0-1 0 0,0 0 0 0 0,1 0 1 0 0,-1 0-1 0 0,0 0 0 0 0,1 0 1 0 0,0 0-27 0 0,4 0-438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7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47 10594 0 0,'-7'-13'780'0'0,"6"11"-438"0"0,0 0-1 0 0,0 0 1 0 0,0 0 0 0 0,0-1 0 0 0,0 1 0 0 0,0 0-1 0 0,0-1 1 0 0,1 1 0 0 0,-1 0 0 0 0,1-1 0 0 0,-1-2-1 0 0,2 4-296 0 0,-1 1-1 0 0,1 0 0 0 0,-1-1 0 0 0,1 1 1 0 0,0 0-1 0 0,-1 0 0 0 0,1 0 0 0 0,-1-1 1 0 0,1 1-1 0 0,-1 0 0 0 0,1 0 0 0 0,0 0 1 0 0,-1 0-1 0 0,1 0 0 0 0,-1 0 0 0 0,1 0 1 0 0,0 0-1 0 0,-1 0 0 0 0,1 0 1 0 0,-1 0-1 0 0,1 0 0 0 0,0 1 0 0 0,-1-1 1 0 0,1 0-1 0 0,0 1 0 0 0,21 5 118 0 0,-20-5-66 0 0,16 6-31 0 0,-1 0 0 0 0,0 0 1 0 0,-1 2-1 0 0,17 10 0 0 0,-25-13 15 0 0,0-1 1 0 0,0 1-1 0 0,-1 0 0 0 0,0 1 0 0 0,0 0 0 0 0,-1 0 0 0 0,0 1 1 0 0,0-1-1 0 0,7 15 0 0 0,-11-19-72 0 0,-1 1 1 0 0,0-1 0 0 0,0 0-1 0 0,0 1 1 0 0,-1-1-1 0 0,1 1 1 0 0,-1-1-1 0 0,0 0 1 0 0,0 1-1 0 0,0-1 1 0 0,0 1-1 0 0,-1-1 1 0 0,1 1 0 0 0,-1-1-1 0 0,0 1 1 0 0,0-1-1 0 0,0 0 1 0 0,-1 0-1 0 0,1 1 1 0 0,-4 4-1 0 0,-4 6 39 0 0,1-1 0 0 0,-2-1-1 0 0,-14 15 1 0 0,14-16-45 0 0,-27 28 628 0 0,-55 43 0 0 0,69-62 334 0 0,22-20-956 0 0,1 0-1 0 0,0 1 1 0 0,-1-1-1 0 0,1 0 0 0 0,-1 0 1 0 0,1 1-1 0 0,0-1 0 0 0,-1 0 1 0 0,1 0-1 0 0,0 1 1 0 0,0-1-1 0 0,-1 0 0 0 0,1 1 1 0 0,0-1-1 0 0,0 1 0 0 0,-1-1 1 0 0,1 0-1 0 0,0 1 1 0 0,0-1-1 0 0,0 1 0 0 0,0-1 1 0 0,0 0-1 0 0,-1 1 1 0 0,1-1-1 0 0,0 1 0 0 0,0-1 1 0 0,0 1-1 0 0,0-1 0 0 0,0 1 1 0 0,1-1-1 0 0,-1 0 1 0 0,0 1-1 0 0,0-1 0 0 0,0 1 1 0 0,1 0 23 0 0,0 0 0 0 0,0 0 0 0 0,0-1 0 0 0,0 1 1 0 0,0-1-1 0 0,0 1 0 0 0,0-1 0 0 0,0 1 0 0 0,0-1 0 0 0,0 0 1 0 0,1 1-1 0 0,1-1 0 0 0,39 3 564 0 0,-41-3-589 0 0,23-2-80 0 0,-1-1 1 0 0,1-1 0 0 0,-1-1-1 0 0,0-1 1 0 0,29-12 0 0 0,14-3-179 0 0,-62 20-217 0 0,16-5-221 0 0,-6 1-5506 0 0,-9 2 232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9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4145 0 0,'0'-3'392'0'0,"0"1"1"0"0,0 0-1 0 0,0-1 1 0 0,1 1-1 0 0,-1 0 1 0 0,1-1-1 0 0,0 1 1 0 0,-1 0-1 0 0,1 0 1 0 0,0 0-1 0 0,0 0 1 0 0,1 0-1 0 0,-1 0 1 0 0,0 0-1 0 0,1 0 1 0 0,-1 0-1 0 0,1 0 1 0 0,2-1-1 0 0,0 0-60 0 0,-1 0 0 0 0,1 0-1 0 0,1 1 1 0 0,-1 0-1 0 0,0 0 1 0 0,1 0 0 0 0,-1 0-1 0 0,9-2 1 0 0,-3 2-175 0 0,0 0 0 0 0,1 1 0 0 0,-1 0 0 0 0,1 1 0 0 0,-1 0 0 0 0,1 0 0 0 0,20 5 0 0 0,-24-4-126 0 0,1 1-1 0 0,0 1 0 0 0,-1-1 1 0 0,1 1-1 0 0,-1 0 0 0 0,0 1 1 0 0,14 9-1 0 0,-20-12-21 0 0,1 1 0 0 0,0-1 1 0 0,0 1-1 0 0,-1 0 0 0 0,1 0 0 0 0,-1 0 0 0 0,1 0 0 0 0,-1 0 0 0 0,0 0 1 0 0,0 1-1 0 0,0-1 0 0 0,0 0 0 0 0,0 1 0 0 0,0-1 0 0 0,-1 0 1 0 0,1 1-1 0 0,-1-1 0 0 0,0 1 0 0 0,1-1 0 0 0,-1 1 0 0 0,0-1 1 0 0,-1 1-1 0 0,1-1 0 0 0,0 1 0 0 0,-1-1 0 0 0,1 1 0 0 0,-1-1 1 0 0,0 0-1 0 0,-1 3 0 0 0,-5 10 44 0 0,0-1 1 0 0,-1 0-1 0 0,0 0 1 0 0,-1-1-1 0 0,-13 14 1 0 0,11-14-28 0 0,1 1 0 0 0,0-1 0 0 0,1 2 0 0 0,-11 23 0 0 0,20-38-20 0 0,-1 1-1 0 0,1 0 1 0 0,0 0 0 0 0,0-1 0 0 0,-1 1 0 0 0,1 0 0 0 0,0 0 0 0 0,0 0 0 0 0,0-1 0 0 0,0 1 0 0 0,0 0 0 0 0,0 0 0 0 0,0 0 0 0 0,0 0-1 0 0,0-1 1 0 0,1 1 0 0 0,-1 0 0 0 0,0 0 0 0 0,0 0 0 0 0,1-1 0 0 0,-1 1 0 0 0,0 0 0 0 0,1 0 0 0 0,-1-1 0 0 0,2 2 0 0 0,-1-1-1 0 0,0 0 0 0 0,1 0 0 0 0,0 0 1 0 0,-1 0-1 0 0,1 0 0 0 0,-1 0 0 0 0,1 0 0 0 0,0 0 1 0 0,-1-1-1 0 0,1 1 0 0 0,2 0 0 0 0,2 0 13 0 0,0 0-1 0 0,0-1 1 0 0,0 1-1 0 0,0-1 0 0 0,0 0 1 0 0,9-2-1 0 0,5-3 64 0 0,0-2 1 0 0,0 0-1 0 0,0-1 0 0 0,34-20 0 0 0,-48 26-268 0 0,-1-1 0 0 0,1 1 0 0 0,-1 0 0 0 0,1 1 0 0 0,10-3 0 0 0,-12 4-300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9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13 109 13307 0 0,'-13'-6'1568'0'0,"19"1"21"0"0,21-2-521 0 0,247-46 331 0 0,-259 50-1343 0 0,103-17 347 0 0,-36 8-4142 0 0,-75 11 2194 0 0,-2-1-14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11979 0 0,'-2'4'154'0'0,"0"0"1"0"0,1 1 0 0 0,0-1 0 0 0,0 1 0 0 0,0 0 0 0 0,0-1 0 0 0,1 1 0 0 0,0 0 0 0 0,0 0-1 0 0,1 5 1 0 0,-2 12 110 0 0,-2 20 82 0 0,-7 165 2042 0 0,11-169-1995 0 0,1 0-1 0 0,1 0 1 0 0,13 52-1 0 0,-12-76-467 0 0,1-1-1 0 0,0 0 1 0 0,1 0 0 0 0,10 15-1 0 0,-9-15 242 0 0,0 0 0 0 0,-1 0-1 0 0,7 19 1 0 0,-12-23-816 0 0,-4-4-4441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0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10 6913 0 0,'-5'-10'4144'0'0,"5"10"-4074"0"0,0 0 0 0 0,-1 0 0 0 0,1 0 0 0 0,0 0 0 0 0,-1 0 0 0 0,1 0 0 0 0,0 1 0 0 0,0-1 0 0 0,-1 0 0 0 0,1 0 0 0 0,0 0 0 0 0,-1 0 1 0 0,1 0-1 0 0,0 0 0 0 0,0 0 0 0 0,-1 0 0 0 0,1 1 0 0 0,0-1 0 0 0,0 0 0 0 0,0 0 0 0 0,-1 0 0 0 0,1 1 0 0 0,0-1 0 0 0,0 0 0 0 0,0 0 0 0 0,-1 0 0 0 0,1 1 0 0 0,0-1 0 0 0,0 0 0 0 0,0 0 0 0 0,0 1 0 0 0,0-1 0 0 0,0 0 0 0 0,0 1 0 0 0,0-1 0 0 0,0 0 0 0 0,0 0 0 0 0,0 1 0 0 0,0-1 0 0 0,0 0 0 0 0,0 1 0 0 0,0-1 0 0 0,0 0 0 0 0,0 0 0 0 0,0 1 0 0 0,0-1 0 0 0,-25 144 2556 0 0,-10 186-1 0 0,32-290-2409 0 0,-17 73 0 0 0,19-111-358 0 0,1 1-187 0 0,-1-1 1 0 0,0 1 0 0 0,1-1 0 0 0,0 0 0 0 0,0 1 0 0 0,0-1 0 0 0,0 1 0 0 0,0 2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6 10594 0 0,'-2'-2'-146'0'0,"-8"-1"2704"0"0,10 3-2492 0 0,0 0 0 0 0,0 0 0 0 0,-1 0 1 0 0,1 0-1 0 0,0 0 0 0 0,0 0 0 0 0,0 0 0 0 0,-1 0 0 0 0,1 0 0 0 0,0 1 0 0 0,0-1 0 0 0,0 0 0 0 0,-1 0 1 0 0,1 0-1 0 0,0 0 0 0 0,0 0 0 0 0,0 1 0 0 0,0-1 0 0 0,0 0 0 0 0,-1 0 0 0 0,1 0 0 0 0,0 1 0 0 0,0-1 0 0 0,0 0 1 0 0,0 0-1 0 0,0 0 0 0 0,0 1 0 0 0,0-1 0 0 0,0 0 0 0 0,0 0 0 0 0,0 1 0 0 0,0-1 0 0 0,0 0 0 0 0,0 0 1 0 0,0 1-1 0 0,0-1 0 0 0,0 0 0 0 0,0 0 0 0 0,0 1 0 0 0,0-1 229 0 0,2 3-221 0 0,-1-2-147 0 0,-1 1 6 0 0,1-1-1 0 0,0 0 1 0 0,0 0-1 0 0,0 1 1 0 0,0-1 0 0 0,0 0-1 0 0,0 0 1 0 0,0 0-1 0 0,0 0 1 0 0,0-1-1 0 0,1 1 1 0 0,-1 0-1 0 0,0 0 1 0 0,0-1-1 0 0,1 1 1 0 0,-1 0 0 0 0,1-1-1 0 0,-1 0 1 0 0,0 1-1 0 0,3-1 1 0 0,0 0-500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1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26 12643 0 0,'-10'-19'1773'0'0,"11"13"-353"0"0,11 8-747 0 0,4 5-479 0 0,-1 0 0 0 0,0 1 0 0 0,-1 0 0 0 0,0 1 0 0 0,20 16 0 0 0,-31-22-167 0 0,0 0-1 0 0,0 0 0 0 0,0 0 1 0 0,0 0-1 0 0,-1 1 1 0 0,1-1-1 0 0,-1 1 0 0 0,0-1 1 0 0,0 1-1 0 0,-1 0 1 0 0,1 0-1 0 0,-1 0 0 0 0,0 0 1 0 0,0 0-1 0 0,0 0 1 0 0,0 0-1 0 0,-1 0 0 0 0,1 0 1 0 0,-1 0-1 0 0,0 0 0 0 0,0 0 1 0 0,-1 1-1 0 0,1-1 1 0 0,-1 0-1 0 0,0 0 0 0 0,0 0 1 0 0,-1 0-1 0 0,-1 4 1 0 0,-3 5 7 0 0,-1 1 0 0 0,0-2 1 0 0,-1 1-1 0 0,0-1 0 0 0,-14 16 0 0 0,-54 49-5 0 0,1-1 1200 0 0,74-75-1164 0 0,-1 0 0 0 0,1 0 1 0 0,0 1-1 0 0,1-1 1 0 0,-1 0-1 0 0,0 1 0 0 0,0-1 1 0 0,0 0-1 0 0,1 1 1 0 0,-1-1-1 0 0,1 1 0 0 0,-1-1 1 0 0,1 1-1 0 0,0-1 0 0 0,-1 1 1 0 0,1 2-1 0 0,0-3-33 0 0,0-1 0 0 0,1 1-1 0 0,-1 0 1 0 0,0 0 0 0 0,1-1 0 0 0,-1 1-1 0 0,0 0 1 0 0,1 0 0 0 0,-1-1-1 0 0,1 1 1 0 0,-1-1 0 0 0,1 1 0 0 0,0 0-1 0 0,-1-1 1 0 0,1 1 0 0 0,0-1 0 0 0,-1 1-1 0 0,1-1 1 0 0,0 0 0 0 0,-1 1-1 0 0,1-1 1 0 0,1 1 0 0 0,4 0 11 0 0,0 1 1 0 0,-1-1-1 0 0,1 0 1 0 0,0 0-1 0 0,0-1 1 0 0,12 0-1 0 0,17-2-282 0 0,-1-1-1 0 0,1-1 0 0 0,-1-2 0 0 0,43-14 0 0 0,-64 15-1373 0 0,-1 0-450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3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47 2761 0 0,'-1'-1'544'0'0,"0"-1"0"0"0,1 1 0 0 0,-1-1 0 0 0,1 1 1 0 0,-1-1-1 0 0,1 0 0 0 0,-1 1 0 0 0,1-1 0 0 0,0 0 1 0 0,0 1-1 0 0,0-1 0 0 0,0 0 0 0 0,0 1 0 0 0,0-1 1 0 0,0 0-1 0 0,1-1 0 0 0,1 1-385 0 0,-1 1 1 0 0,1 0-1 0 0,0 0 0 0 0,-1 0 1 0 0,1 0-1 0 0,0 0 1 0 0,0 0-1 0 0,0 1 0 0 0,0-1 1 0 0,0 0-1 0 0,0 1 0 0 0,0 0 1 0 0,3-1-1 0 0,4 0 304 0 0,0 0 1 0 0,0 0-1 0 0,18 1 0 0 0,-8 0-202 0 0,23-2 1738 0 0,-36 2-1958 0 0,0 1-1 0 0,0 0 1 0 0,0 1 0 0 0,0-1-1 0 0,0 1 1 0 0,-1 1 0 0 0,1-1-1 0 0,-1 1 1 0 0,7 4 0 0 0,24 9 64 0 0,-34-15-100 0 0,0-1 0 0 0,0 1 0 0 0,0 0 0 0 0,-1-1 0 0 0,1 1 0 0 0,0 0 0 0 0,-1 0 0 0 0,1 0 0 0 0,-1 0 0 0 0,1 1 1 0 0,-1-1-1 0 0,1 0 0 0 0,-1 1 0 0 0,0-1 0 0 0,0 0 0 0 0,0 1 0 0 0,0 0 0 0 0,0-1 0 0 0,0 1 0 0 0,0 0 0 0 0,0-1 0 0 0,0 1 0 0 0,-1 0 0 0 0,1 0 0 0 0,-1-1 0 0 0,0 1 0 0 0,1 0 0 0 0,-1 0 0 0 0,0 0 0 0 0,0 0 0 0 0,0 0 0 0 0,0 0 1 0 0,0-1-1 0 0,-1 1 0 0 0,1 0 0 0 0,-1 0 0 0 0,1 0 0 0 0,-1 0 0 0 0,1-1 0 0 0,-1 1 0 0 0,0 0 0 0 0,0-1 0 0 0,0 1 0 0 0,0 0 0 0 0,-2 2 0 0 0,-7 8 25 0 0,0-1 0 0 0,-1 0 0 0 0,-1 0 0 0 0,1-1 0 0 0,-2-1 1 0 0,-14 10-1 0 0,-10 8 15 0 0,12-2-45 0 0,25-24-12 0 0,0-1-47 0 0,48-1-86 0 0,-32-1 127 0 0,0 2-1 0 0,1 0 1 0 0,-1 1 0 0 0,0 0 0 0 0,0 2-1 0 0,27 6 1 0 0,-28-4 62 0 0,0 1-1 0 0,-1 1 1 0 0,22 12 0 0 0,-29-14 2 0 0,-1-1 1 0 0,1 1-1 0 0,-1 0 1 0 0,0 1-1 0 0,0-1 1 0 0,-1 1 0 0 0,0 0-1 0 0,0 1 1 0 0,4 6-1 0 0,-8-11-15 0 0,0 0 0 0 0,0 0 0 0 0,0 1 0 0 0,0-1 0 0 0,-1 0 0 0 0,1 0 0 0 0,-1 1 0 0 0,0-1 0 0 0,0 0 0 0 0,0 0 0 0 0,0 1 0 0 0,0-1 0 0 0,0 0 0 0 0,-1 1-1 0 0,1-1 1 0 0,-1 0 0 0 0,1 0 0 0 0,-1 0 0 0 0,0 1 0 0 0,0-1 0 0 0,0 0 0 0 0,0 0 0 0 0,0 0 0 0 0,0 0 0 0 0,-1-1 0 0 0,1 1 0 0 0,-1 0 0 0 0,1 0 0 0 0,-3 1 0 0 0,-6 7 79 0 0,-1-2 0 0 0,1 1 0 0 0,-22 11 0 0 0,21-13-14 0 0,-5 2-60 0 0,1-1 1 0 0,-1-1 0 0 0,-1-1 0 0 0,1 0 0 0 0,-1-1 0 0 0,0-1 0 0 0,-24 3-1 0 0,25-4-84 0 0,-6 3-102 0 0,17-5-351 0 0,0 1 0 0 0,0-1 0 0 0,0 0 1 0 0,-1 0-1 0 0,-4 0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5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95 6913 0 0,'-3'-5'7'0'0,"2"3"826"0"0,0 0 1 0 0,0-1 0 0 0,0 1-1 0 0,0 0 1 0 0,0 0 0 0 0,1-1 0 0 0,-1 1-1 0 0,0-4 1 0 0,1 6-626 0 0,0-1 0 0 0,0 0 0 0 0,0 0-1 0 0,0 1 1 0 0,1-1 0 0 0,-1 0 0 0 0,0 1 0 0 0,0-1 0 0 0,1 0 0 0 0,-1 1-1 0 0,0-1 1 0 0,1 0 0 0 0,-1 1 0 0 0,0-1 0 0 0,1 1 0 0 0,-1-1-1 0 0,1 0 1 0 0,11-6-1163 0 0,10-1 1213 0 0,1 1 0 0 0,0 2 1 0 0,0 0-1 0 0,48-3 0 0 0,-47 5-98 0 0,3 0-15 0 0,5-1-186 0 0,1 1 1 0 0,39 2-1 0 0,-69 1-44 0 0,-1 0 1 0 0,0 1-1 0 0,0-1 1 0 0,1 1-1 0 0,-1-1 0 0 0,0 1 1 0 0,0 0-1 0 0,0-1 1 0 0,0 1-1 0 0,4 3 1 0 0,-6-4-91 0 0,1 1 1 0 0,-1-1-1 0 0,1 1 0 0 0,-1-1 1 0 0,1 1-1 0 0,-1-1 1 0 0,0 1-1 0 0,1 0 0 0 0,-1-1 1 0 0,0 1-1 0 0,0 0 1 0 0,1-1-1 0 0,-1 1 0 0 0,0 0 1 0 0,0-1-1 0 0,0 1 1 0 0,0 0-1 0 0,0-1 1 0 0,0 1-1 0 0,0 0 0 0 0,0-1 1 0 0,0 1-1 0 0,0 0 1 0 0,-1-1-1 0 0,1 1 0 0 0,0 0 1 0 0,0-1-1 0 0,-1 1 1 0 0,1 0-1 0 0,0-1 0 0 0,-1 1 1 0 0,1-1-1 0 0,0 1 1 0 0,-1-1-1 0 0,1 1 0 0 0,-1-1 1 0 0,1 1-1 0 0,-1-1 1 0 0,0 1-1 0 0,-5 7-4481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5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8930 0 0,'0'1'131'0'0,"0"0"-1"0"0,0 0 1 0 0,1 0-1 0 0,-1 0 1 0 0,0 0 0 0 0,0-1-1 0 0,0 1 1 0 0,1 0 0 0 0,-1 0-1 0 0,0 0 1 0 0,1 0 0 0 0,-1-1-1 0 0,1 1 1 0 0,-1 0 0 0 0,1 0-1 0 0,-1-1 1 0 0,1 1-1 0 0,0-1 1 0 0,-1 1 0 0 0,1 0-1 0 0,0-1 1 0 0,-1 1 0 0 0,1-1-1 0 0,0 1 1 0 0,0-1 0 0 0,0 0-1 0 0,-1 1 1 0 0,1-1-1 0 0,0 0 1 0 0,0 0 0 0 0,0 1-1 0 0,1-1 1 0 0,2 1 7 0 0,7 3 355 0 0,0 0 0 0 0,0-1-1 0 0,0-1 1 0 0,1 0 0 0 0,-1 0 0 0 0,1-1 0 0 0,0-1-1 0 0,-1 0 1 0 0,16-2 0 0 0,8-3 787 0 0,59-18 0 0 0,-64 15-621 0 0,1 0 1 0 0,51-5-1 0 0,-57 10-392 0 0,-15 2-388 0 0,-26 5-465 0 0,-32 12-4047 0 0,33-11 3064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7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22 10138 0 0,'-10'-17'930'0'0,"5"12"-253"0"0,4 10 1674 0 0,3 22-2000 0 0,-1-1 0 0 0,-1 1-1 0 0,-1-1 1 0 0,-8 43 0 0 0,1 5 252 0 0,5-30-369 0 0,2 1-1 0 0,2-1 1 0 0,2 0-1 0 0,9 50 1 0 0,-11-92-333 0 0,-1 0-1 0 0,0-1 1 0 0,1 1 0 0 0,0 0-1 0 0,-1-1 1 0 0,1 1 0 0 0,0-1-1 0 0,0 1 1 0 0,0-1 0 0 0,2 2-1 0 0,4 3-5134 0 0,-2-4 365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8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77 14659 0 0,'0'0'53'0'0,"-1"0"0"0"0,1-1-1 0 0,-1 1 1 0 0,1 0 0 0 0,0-1-1 0 0,0 1 1 0 0,-1-1 0 0 0,1 1-1 0 0,0-1 1 0 0,0 1 0 0 0,-1-1-1 0 0,1 1 1 0 0,0-1 0 0 0,0 1-1 0 0,0-1 1 0 0,0 1 0 0 0,0-1-1 0 0,0 1 1 0 0,0-1 0 0 0,0 1 0 0 0,0-1-1 0 0,0 1 1 0 0,0-1 0 0 0,0 1-1 0 0,0-1 1 0 0,0 1 0 0 0,0-1-1 0 0,1 1 1 0 0,-1-1 0 0 0,0 1-1 0 0,0-1 1 0 0,1 1 0 0 0,-1 0-1 0 0,0-1 1 0 0,0 1 0 0 0,1-1 0 0 0,0 0-1 0 0,20-3 419 0 0,-7 2-191 0 0,161-25 952 0 0,-47 9-544 0 0,-97 16-1700 0 0,-25 3 623 0 0,-1-1 0 0 0,0-1 0 0 0,1 1 0 0 0,-1-1 0 0 0,7-1 0 0 0,-6-1-1282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8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8 8754 0 0,'-1'-1'170'0'0,"-1"0"1"0"0,1 1-1 0 0,0-1 1 0 0,0 0-1 0 0,-1 0 1 0 0,1 1-1 0 0,0-1 0 0 0,-1 1 1 0 0,1 0-1 0 0,0-1 1 0 0,-1 1-1 0 0,1 0 1 0 0,-1 0-1 0 0,1 0 0 0 0,0 0 1 0 0,-1 0-1 0 0,1 0 1 0 0,-1 0-1 0 0,-1 1 1 0 0,1 0-80 0 0,0 0 1 0 0,1 0 0 0 0,-1 1 0 0 0,1-1 0 0 0,-1 1 0 0 0,1 0-1 0 0,0-1 1 0 0,0 1 0 0 0,-1 0 0 0 0,1 0 0 0 0,1 0 0 0 0,-1 0-1 0 0,-1 3 1 0 0,-5 12 328 0 0,2 0 0 0 0,0 1 0 0 0,1 0 0 0 0,-3 28 0 0 0,0 74 1764 0 0,9 9-414 0 0,-2 24-1164 0 0,0-149-657 0 0,-1 0-1 0 0,1 0 0 0 0,-1 0 0 0 0,0 0 1 0 0,0 0-1 0 0,0 0 0 0 0,-1 0 1 0 0,1 0-1 0 0,-1 0 0 0 0,0-1 0 0 0,0 1 1 0 0,-3 3-1 0 0,-12 13-6133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8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12 14915 0 0,'-4'-3'347'0'0,"-8"-5"818"0"0,12 8-1161 0 0,-1 0 0 0 0,1 0 0 0 0,-1 0 0 0 0,1 0 0 0 0,-1 1 0 0 0,1-1 0 0 0,0 0 0 0 0,-1 0 0 0 0,1 1 0 0 0,-1-1 0 0 0,1 0 0 0 0,0 1 0 0 0,-1-1 0 0 0,1 0 0 0 0,0 1 0 0 0,-1-1 0 0 0,1 0 0 0 0,0 1 0 0 0,0-1 0 0 0,-1 1 0 0 0,1-1 0 0 0,0 0 0 0 0,0 1 0 0 0,0-1 0 0 0,0 1 0 0 0,0-1 0 0 0,-1 1 0 0 0,1-1 0 0 0,0 1 1 0 0,0-1-1 0 0,0 1 0 0 0,-25 91 716 0 0,10-43 36 0 0,-13 81 0 0 0,26-121-698 0 0,1 0 1 0 0,1 0-1 0 0,0 0 0 0 0,0 1 0 0 0,1-1 0 0 0,3 17 1 0 0,-4-24-29 0 0,1 0 0 0 0,0 0 0 0 0,-1 0 0 0 0,1 0 1 0 0,0 0-1 0 0,0 0 0 0 0,0 0 0 0 0,0 0 0 0 0,1 0 1 0 0,-1 0-1 0 0,0-1 0 0 0,1 1 0 0 0,-1-1 0 0 0,1 1 1 0 0,0-1-1 0 0,-1 1 0 0 0,1-1 0 0 0,0 0 0 0 0,0 0 1 0 0,0 0-1 0 0,0 0 0 0 0,0 0 0 0 0,0 0 0 0 0,0-1 0 0 0,0 1 1 0 0,0 0-1 0 0,0-1 0 0 0,0 0 0 0 0,1 0 0 0 0,-1 1 1 0 0,0-1-1 0 0,0-1 0 0 0,0 1 0 0 0,4-1 0 0 0,36-6 163 0 0,0-3 1 0 0,0-2-1 0 0,71-29 0 0 0,-60 20-131 0 0,75-18 0 0 0,-114 36-152 0 0,-1 1-150 0 0,0-1 1 0 0,0-1-1 0 0,0 0 0 0 0,24-12 0 0 0,-27 7-3391 0 0,-10 5 1877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9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12643 0 0,'-1'0'68'0'0,"-1"0"-1"0"0,1 0 1 0 0,0 0 0 0 0,-1 1 0 0 0,1-1 0 0 0,0 1-1 0 0,0-1 1 0 0,0 1 0 0 0,-1-1 0 0 0,1 1 0 0 0,0 0-1 0 0,0-1 1 0 0,0 1 0 0 0,0 0 0 0 0,0 0 0 0 0,0 0 0 0 0,0 0-1 0 0,0 0 1 0 0,1 0 0 0 0,-1 0 0 0 0,0 0 0 0 0,0 0-1 0 0,1 0 1 0 0,-1 1 0 0 0,1-1 0 0 0,-1 0 0 0 0,0 3 0 0 0,-14 45 521 0 0,11-33-245 0 0,-9 27 1081 0 0,-13 67 0 0 0,23-89-1144 0 0,1 0 0 0 0,1 0 0 0 0,1 0 1 0 0,1 0-1 0 0,5 32 0 0 0,-5-48-416 0 0,1 11 221 0 0,2 0 0 0 0,6 19 0 0 0,-9-32-401 0 0,0 1 0 0 0,1 0 0 0 0,-1-1 0 0 0,1 1 0 0 0,0-1 0 0 0,1 1 0 0 0,-1-1 0 0 0,0 0 0 0 0,1 0 0 0 0,0 0 0 0 0,0 0 0 0 0,0 0 0 0 0,0-1 0 0 0,6 5 0 0 0,4-2-1188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9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8754 0 0,'0'-2'336'0'0,"1"1"1"0"0,0-1-1 0 0,0 0 1 0 0,0 0 0 0 0,0 1-1 0 0,0-1 1 0 0,0 0-1 0 0,0 1 1 0 0,1-1-1 0 0,-1 1 1 0 0,0 0-1 0 0,1-1 1 0 0,-1 1-1 0 0,1 0 1 0 0,0 0-1 0 0,-1 0 1 0 0,1 0-1 0 0,0 0 1 0 0,0 0 0 0 0,0 1-1 0 0,-1-1 1 0 0,1 0-1 0 0,0 1 1 0 0,4-1-1 0 0,-1 0 85 0 0,133-29 1677 0 0,-37 10-1508 0 0,6 1-604 0 0,-60 15-2772 0 0,-36 3 1369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9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 11835 0 0,'-2'2'149'0'0,"-1"0"0"0"0,0 1 0 0 0,1-1 0 0 0,0 1 0 0 0,0 0 0 0 0,0 0 0 0 0,0 0 0 0 0,0 0 0 0 0,1 0 0 0 0,-3 6 0 0 0,-12 40 711 0 0,12-35-455 0 0,-5 17-40 0 0,-44 179 2739 0 0,49-187-2746 0 0,1 0 1 0 0,0 0-1 0 0,2 1 0 0 0,1-1 1 0 0,1 0-1 0 0,1 1 1 0 0,6 26-1 0 0,-6-41-366 0 0,0 0 0 0 0,1-1 0 0 0,0 1 0 0 0,0-1-1 0 0,1 0 1 0 0,0 0 0 0 0,0 0 0 0 0,8 10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0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147 477 3225 0 0,'-2'-24'687'0'0,"2"19"652"0"0,0 1-1 0 0,1 0 1 0 0,-1-1-1 0 0,1 1 1 0 0,0 0 0 0 0,0 0-1 0 0,0 0 1 0 0,1 0 0 0 0,2-6-1 0 0,7-9-1680 0 0,31-42 1304 0 0,-26 38-455 0 0,27-47-1 0 0,-38 61-412 0 0,-1 0 0 0 0,-1 0 1 0 0,0-1-1 0 0,0 1 1 0 0,-1-1-1 0 0,0 0 1 0 0,-1 1-1 0 0,0-1 0 0 0,0-14 1 0 0,-1 17-26 0 0,-1-1 1 0 0,0 0 0 0 0,0 0-1 0 0,0 0 1 0 0,-1 0-1 0 0,0 1 1 0 0,-1-1-1 0 0,-6-12 1 0 0,8 17-35 0 0,-1 0 1 0 0,0 0-1 0 0,0 0 0 0 0,0 1 1 0 0,0-1-1 0 0,-1 1 0 0 0,1 0 1 0 0,0 0-1 0 0,-1 0 0 0 0,0 0 0 0 0,1 0 1 0 0,-1 0-1 0 0,0 1 0 0 0,0-1 1 0 0,0 1-1 0 0,0 0 0 0 0,0 0 1 0 0,0 0-1 0 0,-1 0 0 0 0,1 0 1 0 0,0 1-1 0 0,0-1 0 0 0,-6 1 1 0 0,1 1-67 0 0,1-1 0 0 0,-1 1 1 0 0,1 1-1 0 0,0-1 0 0 0,-1 2 1 0 0,1-1-1 0 0,0 1 0 0 0,0 0 1 0 0,1 0-1 0 0,-1 0 0 0 0,0 1 0 0 0,1 0 1 0 0,0 1-1 0 0,0-1 0 0 0,0 1 1 0 0,1 0-1 0 0,0 1 0 0 0,0-1 1 0 0,0 1-1 0 0,0 0 0 0 0,1 1 1 0 0,0-1-1 0 0,1 0 0 0 0,-1 1 1 0 0,1 0-1 0 0,0 0 0 0 0,1 0 1 0 0,0 0-1 0 0,0 1 0 0 0,0-1 1 0 0,1 0-1 0 0,0 10 0 0 0,0-3-1 0 0,0 0 0 0 0,2 0-1 0 0,0 0 1 0 0,1 0 0 0 0,0 0-1 0 0,1 0 1 0 0,0 0 0 0 0,1-1 0 0 0,1 1-1 0 0,0-1 1 0 0,1 0 0 0 0,10 18-1 0 0,9 5-47 0 0,0 0-1 0 0,51 53 0 0 0,21 27-74 0 0,-90-107 130 0 0,28 47-25 0 0,-33-53 50 0 0,0 1 0 0 0,0 0 0 0 0,0 0 0 0 0,-1 0 0 0 0,1 0 0 0 0,-1 0 0 0 0,0 1 0 0 0,-1-1 0 0 0,1 0 0 0 0,-1 0 0 0 0,1 1 0 0 0,-2 4 0 0 0,1-7 8 0 0,-1 0 0 0 0,0-1 0 0 0,1 1-1 0 0,-1 0 1 0 0,0-1 0 0 0,0 1 0 0 0,0-1 0 0 0,0 0 0 0 0,0 1-1 0 0,-1-1 1 0 0,1 0 0 0 0,0 0 0 0 0,-1 1 0 0 0,1-1 0 0 0,-1 0-1 0 0,1 0 1 0 0,-1-1 0 0 0,1 1 0 0 0,-1 0 0 0 0,0 0-1 0 0,1-1 1 0 0,-1 1 0 0 0,0-1 0 0 0,1 0 0 0 0,-3 1 0 0 0,-6 1 43 0 0,1-1 0 0 0,-1 0 0 0 0,-11-1 0 0 0,-3 1 81 0 0,1-2 1 0 0,-1-1-1 0 0,1-1 0 0 0,0-1 0 0 0,-42-12 1 0 0,58 13-81 0 0,1 1 0 0 0,-1-1 1 0 0,1 0-1 0 0,0-1 0 0 0,0 0 1 0 0,1 0-1 0 0,-1 0 1 0 0,1 0-1 0 0,0-1 0 0 0,-7-8 1 0 0,9 9 2 0 0,0 0-1 0 0,0-1 1 0 0,1 1 0 0 0,-1-1 0 0 0,1 0-1 0 0,1 0 1 0 0,-1 0 0 0 0,1 0 0 0 0,-1 0-1 0 0,1 0 1 0 0,1 0 0 0 0,-1 0 0 0 0,1 0 0 0 0,0 0-1 0 0,1-10 1 0 0,0 8-42 0 0,0 1 0 0 0,1 0 0 0 0,0-1-1 0 0,0 1 1 0 0,1 0 0 0 0,-1 0 0 0 0,1 0 0 0 0,1 1-1 0 0,-1-1 1 0 0,1 1 0 0 0,0-1 0 0 0,0 1 0 0 0,0 1-1 0 0,1-1 1 0 0,0 0 0 0 0,0 1 0 0 0,0 0 0 0 0,7-4 0 0 0,11-6-180 0 0,1 0 1 0 0,50-20 0 0 0,-55 26 8 0 0,75-25-1857 0 0,-30 16-3423 0 0,-43 11 3393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0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16564 0 0,'0'-1'60'0'0,"0"1"-1"0"0,-1-1 1 0 0,1 1 0 0 0,0-1 0 0 0,0 0 0 0 0,0 1 0 0 0,1-1 0 0 0,-1 1 0 0 0,0-1 0 0 0,0 1 0 0 0,0-1 0 0 0,0 1 0 0 0,0-1 0 0 0,1 1 0 0 0,-1-1 0 0 0,0 1 0 0 0,0-1 0 0 0,1 1 0 0 0,-1-1 0 0 0,0 1 0 0 0,1 0 0 0 0,-1-1 0 0 0,0 1 0 0 0,1-1 0 0 0,0 0 0 0 0,17-5 348 0 0,29 3-740 0 0,-36 3 489 0 0,118 1-356 0 0,-107 2-1282 0 0,-2 0 1 0 0,23 6-1 0 0,-36-6-129 0 0,-4 1-13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1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13827 0 0,'9'0'4741'0'0,"15"-1"-3296"0"0,37 0-1296 0 0,-10-6-337 0 0,75-18 0 0 0,-74 14-3138 0 0,-42 8 1522 0 0,-3-1-17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2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 7834 0 0,'0'0'78'0'0,"0"0"1"0"0,0 0-1 0 0,0 0 1 0 0,0 0-1 0 0,0-1 1 0 0,0 1 0 0 0,0 0-1 0 0,0 0 1 0 0,0 0-1 0 0,0 0 1 0 0,0 0-1 0 0,0 0 1 0 0,0 0 0 0 0,0 0-1 0 0,0 0 1 0 0,0-1-1 0 0,-1 1 1 0 0,1 0-1 0 0,0 0 1 0 0,0 0-1 0 0,0 0 1 0 0,0 0 0 0 0,0 0-1 0 0,0 0 1 0 0,0 0-1 0 0,0 0 1 0 0,0 0-1 0 0,0 0 1 0 0,0 0 0 0 0,0-1-1 0 0,0 1 1 0 0,-1 0-1 0 0,1 0 1 0 0,0 0-1 0 0,0 0 1 0 0,0 0-1 0 0,0 0 1 0 0,0 0 0 0 0,0 0-1 0 0,0 0 1 0 0,0 0-1 0 0,0 0 1 0 0,-1 0-1 0 0,1 0 1 0 0,0 0 0 0 0,0 0-1 0 0,0 0 1 0 0,0 0-1 0 0,0 0 1 0 0,0 0-1 0 0,0 0 1 0 0,0 0-1 0 0,0 0 1 0 0,-1 0 0 0 0,1 1-1 0 0,0-1 1 0 0,0 0-1 0 0,0 0 1 0 0,0 0-1 0 0,0 0 1 0 0,0 0 0 0 0,-4 8 1239 0 0,-1 13-927 0 0,-2 51 1002 0 0,2 0 0 0 0,9 119 0 0 0,-4-190-1398 0 0,3 21 10 0 0,-1-1 0 0 0,-1 1 0 0 0,-1 0 0 0 0,-1 0-1 0 0,-7 38 1 0 0,8-51-1012 0 0,-1-4 425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3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9730 0 0,'5'-4'317'0'0,"0"-1"0"0"0,0 1 0 0 0,0 0 0 0 0,0 0 0 0 0,1 1 0 0 0,-1-1 0 0 0,1 1 0 0 0,0 1 0 0 0,0-1-1 0 0,0 1 1 0 0,11-3 0 0 0,0 1 331 0 0,0 1-1 0 0,0 0 1 0 0,22 0-1 0 0,-25 3-346 0 0,1 1 0 0 0,0 0 0 0 0,0 1 0 0 0,-1 1 0 0 0,1 0 0 0 0,16 6 0 0 0,-21-5-166 0 0,0 0 0 0 0,0 0 0 0 0,0 1 0 0 0,-1 0 0 0 0,1 1 0 0 0,-1 0 0 0 0,-1 0 0 0 0,1 1 0 0 0,8 9 0 0 0,-16-14-122 0 0,0-1 0 0 0,0 1 0 0 0,0 0 0 0 0,0-1 0 0 0,0 1 0 0 0,0 0 0 0 0,0 0 0 0 0,-1 0 0 0 0,1-1 0 0 0,-1 1 0 0 0,1 0 0 0 0,-1 0 0 0 0,0 0 0 0 0,0 0 0 0 0,0 0 0 0 0,0 0 0 0 0,0 0 0 0 0,0 0 0 0 0,-1 0 0 0 0,1 0-1 0 0,0 0 1 0 0,-1 0 0 0 0,0-1 0 0 0,1 1 0 0 0,-1 0 0 0 0,0 0 0 0 0,0 0 0 0 0,0-1 0 0 0,0 1 0 0 0,0-1 0 0 0,-1 1 0 0 0,1-1 0 0 0,-2 3 0 0 0,-5 4 37 0 0,-1 1-1 0 0,1-1 0 0 0,-1-1 1 0 0,-12 8-1 0 0,-22 13 5 0 0,27-19-36 0 0,1 0-1 0 0,1 2 1 0 0,0-1 0 0 0,0 2 0 0 0,-19 19-1 0 0,32-29-17 0 0,-1 0 0 0 0,0 0 0 0 0,1 0 0 0 0,0 1 0 0 0,-1-1 0 0 0,1 0 0 0 0,0 0 0 0 0,0 1 0 0 0,0-1 0 0 0,0 1 0 0 0,1-1 0 0 0,-1 1 0 0 0,1-1 0 0 0,-1 1 0 0 0,1-1 0 0 0,0 1 0 0 0,0 0 0 0 0,0 3 0 0 0,1-3 0 0 0,0 0 0 0 0,0 0 0 0 0,0-1 0 0 0,1 1 0 0 0,-1 0 0 0 0,1-1 0 0 0,-1 1 0 0 0,1-1 0 0 0,0 0 0 0 0,0 1 0 0 0,0-1 0 0 0,0 0 0 0 0,1 0 0 0 0,-1 0 0 0 0,5 2 0 0 0,12 11 212 0 0,0 0 0 0 0,0 1 1 0 0,-2 1-1 0 0,0 1 0 0 0,-1 0 0 0 0,21 32 0 0 0,-25-32-33 0 0,-2-1 0 0 0,0 1 0 0 0,-2 1 0 0 0,1 0 0 0 0,-2 0 1 0 0,-1 0-1 0 0,0 1 0 0 0,3 24 0 0 0,-9-40-93 0 0,0 0-1 0 0,0 0 1 0 0,0 1 0 0 0,0-1-1 0 0,-1 0 1 0 0,1 0-1 0 0,-1 0 1 0 0,0 0 0 0 0,-1 0-1 0 0,1 0 1 0 0,-1 0 0 0 0,1 0-1 0 0,-1-1 1 0 0,0 1 0 0 0,-1 0-1 0 0,1-1 1 0 0,0 0-1 0 0,-1 1 1 0 0,0-1 0 0 0,0 0-1 0 0,-6 5 1 0 0,-6 3 232 0 0,0-1 1 0 0,0-1-1 0 0,-30 15 1 0 0,31-17-183 0 0,-22 10 4 0 0,0-2 0 0 0,-1-1 0 0 0,-52 13 0 0 0,86-27-295 0 0,-1 1 0 0 0,1-1-1 0 0,-1 0 1 0 0,0 0 0 0 0,1 0-1 0 0,-5-1 1 0 0,-11-3-7738 0 0,9 0-32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4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8290 0 0,'0'-1'157'0'0,"-1"0"0"0"0,1 0 1 0 0,0 1-1 0 0,0-1 1 0 0,0 0-1 0 0,1 0 0 0 0,-1 0 1 0 0,0 1-1 0 0,0-1 0 0 0,0 0 1 0 0,1 0-1 0 0,-1 1 0 0 0,0-1 1 0 0,0 0-1 0 0,1 0 0 0 0,-1 1 1 0 0,1-1-1 0 0,-1 0 0 0 0,1 1 1 0 0,-1-1-1 0 0,1 0 0 0 0,-1 1 1 0 0,1-1-1 0 0,0 1 0 0 0,-1-1 1 0 0,1 1-1 0 0,0 0 0 0 0,-1-1 1 0 0,1 1-1 0 0,0-1 1 0 0,0 1-1 0 0,-1 0 0 0 0,1 0 1 0 0,0-1-1 0 0,0 1 0 0 0,-1 0 1 0 0,1 0-1 0 0,0 0 0 0 0,0 0 1 0 0,1 0-1 0 0,36-3 1045 0 0,-38 3-1134 0 0,87 4 1028 0 0,89 15 0 0 0,32 3 281 0 0,-99-15-3141 0 0,-102-7 1000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5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7370 0 0,'0'0'117'0'0,"0"-1"0"0"0,0 1 0 0 0,0 0 0 0 0,0 0 0 0 0,0 0 1 0 0,0-1-1 0 0,0 1 0 0 0,0 0 0 0 0,0 0 0 0 0,0-1 1 0 0,0 1-1 0 0,0 0 0 0 0,0 0 0 0 0,0-1 0 0 0,0 1 0 0 0,0 0 1 0 0,0 0-1 0 0,0 0 0 0 0,0-1 0 0 0,0 1 0 0 0,0 0 0 0 0,0 0 1 0 0,1-1-1 0 0,-1 1 0 0 0,0 0 0 0 0,0 0 0 0 0,0 0 1 0 0,0 0-1 0 0,0-1 0 0 0,1 1 0 0 0,-1 0 0 0 0,0 0 0 0 0,0 0 1 0 0,0 0-1 0 0,1 0 0 0 0,-1 0 0 0 0,0-1 0 0 0,0 1 0 0 0,0 0 1 0 0,1 0-1 0 0,15-3 2186 0 0,15 4-1363 0 0,-10 7-194 0 0,34 18 0 0 0,2 1-3 0 0,56 25 336 0 0,-64-28-739 0 0,-9-7-18 0 0,-31-14-233 0 0,0 0 0 0 0,0 0 0 0 0,-1 1 0 0 0,1 0 0 0 0,-1 1 0 0 0,0 0 0 0 0,0 0 0 0 0,0 1 0 0 0,-1 0 0 0 0,7 7 0 0 0,-13-11-62 0 0,0-1 0 0 0,0 1 0 0 0,0-1 0 0 0,0 1-1 0 0,0 0 1 0 0,0-1 0 0 0,-1 1 0 0 0,1 0 0 0 0,0 0 0 0 0,-1 0-1 0 0,0-1 1 0 0,1 1 0 0 0,-1 0 0 0 0,0 0 0 0 0,0 0-1 0 0,0 0 1 0 0,0 0 0 0 0,0-1 0 0 0,-1 1 0 0 0,1 0 0 0 0,-1 0-1 0 0,1 0 1 0 0,-1-1 0 0 0,1 1 0 0 0,-1 0 0 0 0,0 0 0 0 0,0-1-1 0 0,0 1 1 0 0,0-1 0 0 0,0 1 0 0 0,0-1 0 0 0,-1 1-1 0 0,1-1 1 0 0,0 0 0 0 0,-3 3 0 0 0,-7 4 122 0 0,1 0 0 0 0,-1 0 0 0 0,0-1 0 0 0,-13 6 0 0 0,12-6-61 0 0,-70 45 343 0 0,42-27-460 0 0,-73 37-1 0 0,11-19-3844 0 0,76-31-3000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1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10 6449 0 0,'-1'0'135'0'0,"1"-1"0"0"0,-1 0-1 0 0,1 0 1 0 0,-1 1-1 0 0,1-1 1 0 0,-1 1-1 0 0,0-1 1 0 0,1 0-1 0 0,-1 1 1 0 0,0-1 0 0 0,1 1-1 0 0,-1-1 1 0 0,0 1-1 0 0,0 0 1 0 0,1-1-1 0 0,-1 1 1 0 0,0 0 0 0 0,0 0-1 0 0,0-1 1 0 0,0 1-1 0 0,0 0 1 0 0,-1 0-1 0 0,1 1-22 0 0,0 0 1 0 0,1 0-1 0 0,-1 0 0 0 0,0 1 0 0 0,1-1 0 0 0,-1 0 0 0 0,1 0 0 0 0,-1 1 0 0 0,1-1 0 0 0,0 0 0 0 0,-1 0 0 0 0,1 1 0 0 0,0-1 0 0 0,0 0 0 0 0,0 3 0 0 0,-9 232 2216 0 0,10-158-1381 0 0,-16 126 0 0 0,11-174-673 0 0,4-21-131 0 0,-1 0-1 0 0,0-1 0 0 0,-1 1 0 0 0,0-1 0 0 0,-1 0 1 0 0,-5 14-1 0 0,6-17-141 0 0,-1 1 64 0 0,8-7-1578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2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10682 0 0,'26'51'4061'0'0,"-21"-43"-3587"0"0,-4-7-374 0 0,-1 0-1 0 0,1 0 0 0 0,0 0 1 0 0,-1-1-1 0 0,1 1 0 0 0,-1 0 1 0 0,1 0-1 0 0,-1 0 0 0 0,0 0 1 0 0,1 0-1 0 0,-1 0 0 0 0,0 0 0 0 0,0 0 1 0 0,1 0-1 0 0,-1 0 0 0 0,0 0 1 0 0,0 0-1 0 0,0 0 0 0 0,-1 2 1 0 0,0-7-476 0 0,-1 0 0 0 0,1 0-1 0 0,0 0 1 0 0,0 1 0 0 0,0-1 0 0 0,1 0 0 0 0,-1-6 0 0 0,0 8-317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2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8 11346 0 0,'0'-1'44'0'0,"0"1"0"0"0,0-1 0 0 0,0 1 0 0 0,-1-1-1 0 0,1 1 1 0 0,0 0 0 0 0,0-1 0 0 0,-1 1-1 0 0,1 0 1 0 0,0-1 0 0 0,-1 1 0 0 0,1 0-1 0 0,0-1 1 0 0,-1 1 0 0 0,1 0 0 0 0,0 0 0 0 0,-1-1-1 0 0,1 1 1 0 0,-1 0 0 0 0,1 0 0 0 0,0 0-1 0 0,-1 0 1 0 0,1 0 0 0 0,-1-1 0 0 0,1 1-1 0 0,-1 0 1 0 0,1 0 0 0 0,0 0 0 0 0,-1 0 0 0 0,1 0-1 0 0,-1 0 1 0 0,1 0 0 0 0,-1 1 0 0 0,1-1-1 0 0,-1 0 1 0 0,1 0 0 0 0,0 0 0 0 0,-1 0-1 0 0,1 0 1 0 0,-1 1 0 0 0,0 1 74 0 0,-1-1 0 0 0,1 1 0 0 0,0-1 0 0 0,0 1 0 0 0,0 0 1 0 0,0 0-1 0 0,1-1 0 0 0,-1 1 0 0 0,0 0 0 0 0,0 2 0 0 0,-1 9 288 0 0,-1-1-1 0 0,0 19 1 0 0,5 131 1596 0 0,1-48-873 0 0,-3-107-1187 0 0,-1 0 0 0 0,1-1-1 0 0,-2 1 1 0 0,1-1 0 0 0,-1 0 0 0 0,0 1 0 0 0,-3 5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3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8 124 12699 0 0,'0'0'113'0'0,"-1"-1"1"0"0,0 0-1 0 0,1 1 1 0 0,-1-1-1 0 0,0 0 1 0 0,1 0 0 0 0,-1 1-1 0 0,1-1 1 0 0,0 0-1 0 0,-1 0 1 0 0,1 0-1 0 0,0 0 1 0 0,-1 1-1 0 0,1-1 1 0 0,0 0 0 0 0,0 0-1 0 0,0 0 1 0 0,0 0-1 0 0,-1 0 1 0 0,1 0-1 0 0,1-1 1 0 0,0 0 91 0 0,1 1 1 0 0,-1-1-1 0 0,1 0 1 0 0,-1 1-1 0 0,1 0 1 0 0,0-1-1 0 0,0 1 1 0 0,0 0-1 0 0,3-1 1 0 0,9-6 142 0 0,0 2 0 0 0,0 0 0 0 0,1 1 0 0 0,27-7 0 0 0,64-6-10 0 0,-94 17-264 0 0,268-31-937 0 0,-263 31-670 0 0,-11 0 672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4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14283 0 0,'-2'3'-15'0'0,"0"1"0"0"0,1-1 1 0 0,0 1-1 0 0,-1-1 0 0 0,1 1 0 0 0,1 0 0 0 0,-1-1 1 0 0,0 1-1 0 0,1 0 0 0 0,0-1 0 0 0,0 8 0 0 0,0 5-76 0 0,-22 365 4393 0 0,22-352-3710 0 0,2 1-1 0 0,1-1 1 0 0,1 0-1 0 0,11 37 1 0 0,-7-47 195 0 0,-4-12-1845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6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14 3225 0 0,'-1'-1'169'0'0,"0"0"1"0"0,0 0 0 0 0,0 0-1 0 0,0 0 1 0 0,0 0 0 0 0,0 0-1 0 0,0 0 1 0 0,0 1 0 0 0,0-1-1 0 0,0 0 1 0 0,0 1 0 0 0,0-1-1 0 0,0 1 1 0 0,-1-1 0 0 0,1 1-1 0 0,0-1 1 0 0,0 1 0 0 0,-1 0-1 0 0,1 0 1 0 0,0 0 0 0 0,0 0-1 0 0,-1 0 1 0 0,1 0 0 0 0,0 0-1 0 0,-1 0 1 0 0,1 0-1 0 0,0 0 1 0 0,0 1 0 0 0,-1-1-1 0 0,-1 1 1 0 0,2 0 181 0 0,-1 1-1 0 0,0-1 1 0 0,1 0-1 0 0,-1 1 1 0 0,1-1-1 0 0,0 1 1 0 0,0-1 0 0 0,-1 1-1 0 0,1 0 1 0 0,-1 1-1 0 0,-5 15-1005 0 0,-5 18 1041 0 0,2 0 0 0 0,2 1 0 0 0,1 0 0 0 0,2 0 0 0 0,1 0 0 0 0,3 53 0 0 0,2-76-315 0 0,1 0-1 0 0,0 0 0 0 0,1 0 1 0 0,1-1-1 0 0,0 1 1 0 0,1-1-1 0 0,9 17 1 0 0,-11-24-65 0 0,0 0 0 0 0,1 1 1 0 0,0-1-1 0 0,0-1 1 0 0,0 1-1 0 0,1-1 0 0 0,0 0 1 0 0,0 0-1 0 0,0 0 0 0 0,1 0 1 0 0,-1-1-1 0 0,1 0 1 0 0,0 0-1 0 0,1-1 0 0 0,-1 0 1 0 0,9 4-1 0 0,-11-6 41 0 0,1 0-1 0 0,-1-1 0 0 0,1 1 1 0 0,-1-1-1 0 0,0 0 1 0 0,1 0-1 0 0,-1 0 0 0 0,1-1 1 0 0,-1 0-1 0 0,0 1 1 0 0,1-2-1 0 0,-1 1 0 0 0,0 0 1 0 0,0-1-1 0 0,0 0 1 0 0,0 0-1 0 0,0 0 0 0 0,0 0 1 0 0,3-3-1 0 0,7-6 430 0 0,0-1 0 0 0,-2 0 0 0 0,18-19 0 0 0,-19 18-114 0 0,-5 6-247 0 0,-1 0-1 0 0,0 0 1 0 0,0-1 0 0 0,-1 1-1 0 0,0-1 1 0 0,0 0-1 0 0,-1 0 1 0 0,0-1 0 0 0,0 1-1 0 0,-1 0 1 0 0,0-1 0 0 0,-1 0-1 0 0,0 1 1 0 0,0-14-1 0 0,-1 4 7 0 0,-1 0 0 0 0,-1 0 0 0 0,0 0 0 0 0,-1 0 0 0 0,-12-34 0 0 0,8 33-85 0 0,-2 0 0 0 0,0 1 1 0 0,-15-21-1 0 0,11 18-249 0 0,-16-35 1 0 0,25 41-2440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6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3 146 6913 0 0,'0'-1'180'0'0,"-1"0"-1"0"0,1-1 1 0 0,0 1-1 0 0,-1 0 0 0 0,1-1 1 0 0,0 1-1 0 0,0 0 0 0 0,0-1 1 0 0,0 1-1 0 0,0-1 0 0 0,0 1 1 0 0,0 0-1 0 0,0-1 0 0 0,0 1 1 0 0,1 0-1 0 0,-1-1 0 0 0,1 1 1 0 0,-1 0-1 0 0,1 0 0 0 0,-1-1 1 0 0,1 1-1 0 0,0-1 0 0 0,2 0 325 0 0,-1 0 0 0 0,0-1-1 0 0,1 2 1 0 0,-1-1-1 0 0,1 0 1 0 0,0 0-1 0 0,-1 1 1 0 0,1 0 0 0 0,3-2-1 0 0,18-5-31 0 0,0 1 0 0 0,1 0 0 0 0,-1 2 0 0 0,1 1 0 0 0,0 1 0 0 0,43 0 0 0 0,-26 2-232 0 0,8-4-73 0 0,1-1 0 0 0,71-20 0 0 0,-108 23-359 0 0,36-9-73 0 0,-18 6-3170 0 0,-26 6 1819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6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6449 0 0,'-1'1'401'0'0,"0"0"-1"0"0,0 1 0 0 0,0-1 0 0 0,1 0 0 0 0,-1 1 0 0 0,0-1 0 0 0,0 1 1 0 0,1-1-1 0 0,-1 1 0 0 0,1-1 0 0 0,0 1 0 0 0,-1 0 0 0 0,1-1 1 0 0,0 1-1 0 0,0 2 0 0 0,-2 6 422 0 0,-15 65 938 0 0,2 0 0 0 0,-4 87 1 0 0,17-138-1592 0 0,1 0 1 0 0,1 0-1 0 0,1 1 1 0 0,1-1-1 0 0,1 0 1 0 0,1 0-1 0 0,14 45 1 0 0,-6-36-95 0 0,1 6-354 0 0,-2-13-5805 0 0,-8-20 47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7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40 2304 0 0,'-13'-21'7695'0'0,"-2"9"-4232"0"0,14 11-3417 0 0,0 1 0 0 0,1 0 0 0 0,-1 0 0 0 0,1 0 1 0 0,-1 0-1 0 0,0 0 0 0 0,1 0 0 0 0,-1-1 0 0 0,0 2 0 0 0,1-1 0 0 0,-1 0 0 0 0,0 0 0 0 0,1 0 1 0 0,-1 0-1 0 0,0 0 0 0 0,1 0 0 0 0,-1 1 0 0 0,0-1 0 0 0,1 0 0 0 0,-1 1 0 0 0,0 0 0 0 0,-1 0-14 0 0,1 0 0 0 0,-1 1 0 0 0,1 0-1 0 0,-1-1 1 0 0,1 1 0 0 0,0 0 0 0 0,0-1 0 0 0,0 1-1 0 0,0 0 1 0 0,-1 3 0 0 0,-16 40 633 0 0,-17 68 0 0 0,30-96-519 0 0,2 0 0 0 0,0 1 0 0 0,1-1 0 0 0,1 1 0 0 0,0 0 0 0 0,1 0 0 0 0,4 24 0 0 0,-2-36-121 0 0,-1 1 0 0 0,1-1 0 0 0,1 1 0 0 0,-1-1 0 0 0,1 0 0 0 0,0 0 0 0 0,0 0 0 0 0,1 0 0 0 0,0 0 0 0 0,0-1 0 0 0,0 0 0 0 0,1 0 0 0 0,-1 0 0 0 0,1 0 0 0 0,0-1 0 0 0,10 7 0 0 0,-10-8-15 0 0,0 0 1 0 0,0-1-1 0 0,0 1 1 0 0,0-1-1 0 0,0 0 0 0 0,0-1 1 0 0,0 1-1 0 0,1-1 0 0 0,-1 0 1 0 0,1 0-1 0 0,-1-1 0 0 0,1 0 1 0 0,-1 0-1 0 0,0 0 0 0 0,1 0 1 0 0,-1-1-1 0 0,1 0 0 0 0,-1 0 1 0 0,0-1-1 0 0,11-3 0 0 0,-4-1 169 0 0,0-1-1 0 0,0 1 1 0 0,0-2-1 0 0,-1 0 0 0 0,0 0 1 0 0,-1-1-1 0 0,0-1 1 0 0,0 1-1 0 0,-1-2 0 0 0,11-14 1 0 0,-14 16-68 0 0,-1 1 0 0 0,0-1 0 0 0,0 0 0 0 0,-1 0 1 0 0,-1 0-1 0 0,1 0 0 0 0,-1-1 0 0 0,-1 0 0 0 0,0 1 1 0 0,0-1-1 0 0,-1 0 0 0 0,0 0 0 0 0,0 0 0 0 0,-3-19 1 0 0,1 19-42 0 0,-1 0 0 0 0,-1 0 0 0 0,1 0 0 0 0,-2 1 0 0 0,1-1 0 0 0,-2 1 0 0 0,-5-12 0 0 0,-5-2-58 0 0,-25-30 1 0 0,29 40-50 0 0,7 6-35 0 0,-8-7-3114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8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71 143 10594 0 0,'-4'-1'202'0'0,"1"-1"0"0"0,-1 1-1 0 0,0 0 1 0 0,-1 0 0 0 0,1 0 0 0 0,0 1-1 0 0,0-1 1 0 0,0 1 0 0 0,0 0-1 0 0,-1 0 1 0 0,1 1 0 0 0,0-1-1 0 0,0 1 1 0 0,0 0 0 0 0,-6 2 0 0 0,35 0 2205 0 0,19-7-1316 0 0,-1-2 0 0 0,61-16 0 0 0,84-34-1019 0 0,-116 33 30 0 0,-59 19-148 0 0,-4 2-500 0 0,1-1-1 0 0,-1-1 1 0 0,0 1 0 0 0,16-10-1 0 0,-20 9-324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8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10594 0 0,'-1'0'114'0'0,"0"0"0"0"0,0 0 0 0 0,0 0 0 0 0,0 1 0 0 0,0-1 0 0 0,-1 0 0 0 0,1 1 0 0 0,0-1 0 0 0,0 1 0 0 0,0-1 0 0 0,0 1 0 0 0,0-1 0 0 0,0 1 0 0 0,1 0 0 0 0,-1-1 0 0 0,0 1 0 0 0,0 0 0 0 0,0 0 0 0 0,0 0 0 0 0,1-1 0 0 0,-1 1 0 0 0,1 0 0 0 0,-1 0 1 0 0,0 0-1 0 0,1 0 0 0 0,-1 0 0 0 0,1 0 0 0 0,0 0 0 0 0,-1 1 0 0 0,1-1 0 0 0,0 0 0 0 0,0 0 0 0 0,0 0 0 0 0,0 0 0 0 0,0 0 0 0 0,0 0 0 0 0,0 2 0 0 0,-1 3 220 0 0,-8 48 309 0 0,-17 136 1287 0 0,25-161-1675 0 0,0 0 0 0 0,2 0-1 0 0,0-1 1 0 0,11 49 0 0 0,-2-22-4 0 0,-3-10-1342 0 0,0-15-4102 0 0,-4-21-432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9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73 6913 0 0,'-18'-71'7826'0'0,"15"69"-6408"0"0,0 8-862 0 0,0 9-35 0 0,-12 182 872 0 0,9-91-733 0 0,2 20 24 0 0,-3 37 5 0 0,7-161-874 0 0,-1 0-1 0 0,1 0 0 0 0,0 0 0 0 0,0 0 0 0 0,1 0 1 0 0,-1 0-1 0 0,0 0 0 0 0,1 0 0 0 0,-1 0 0 0 0,1 0 0 0 0,1 2 1 0 0,0-1-962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9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32 16908 0 0,'-7'-7'744'0'0,"3"3"160"0"0,1 1-720 0 0,1 2-184 0 0,0-1 0 0 0,2 1 216 0 0,0 0 8 0 0,0-1 0 0 0,2 1 0 0 0,0-1-352 0 0,1 1-64 0 0,3 1-8 0 0,-1-1-8 0 0,3 1-1048 0 0,1-2-217 0 0,-1 1-31 0 0,1-2-16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9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53 5985 0 0,'-8'-15'778'0'0,"7"14"-191"0"0,0-1 0 0 0,1 1 0 0 0,-1-1-1 0 0,1 0 1 0 0,-1 1 0 0 0,1-1 0 0 0,0 1 0 0 0,-1-1 0 0 0,1 0 0 0 0,0-1 0 0 0,0 2-348 0 0,0 0 0 0 0,1 0 0 0 0,-1 1 0 0 0,0-1 0 0 0,0 0 0 0 0,1 1 0 0 0,-1-1 0 0 0,0 0 0 0 0,1 1 0 0 0,-1-1-1 0 0,0 0 1 0 0,1 1 0 0 0,-1-1 0 0 0,1 1 0 0 0,-1-1 0 0 0,1 1 0 0 0,-1-1 0 0 0,1 1 0 0 0,0-1 0 0 0,-1 1 0 0 0,1-1 0 0 0,1 1 0 0 0,16-4-1168 0 0,-10 3 995 0 0,0 2 0 0 0,0-1-1 0 0,0 1 1 0 0,0 0 0 0 0,0 1-1 0 0,0 0 1 0 0,-1 0 0 0 0,1 0-1 0 0,0 1 1 0 0,-1 1 0 0 0,0-1-1 0 0,0 1 1 0 0,0 0-1 0 0,0 1 1 0 0,-1-1 0 0 0,1 2-1 0 0,-1-1 1 0 0,0 0 0 0 0,9 14-1 0 0,-11-14-33 0 0,0 0-1 0 0,0 0 0 0 0,-1 0 0 0 0,0 1 0 0 0,0 0 1 0 0,-1 0-1 0 0,1 0 0 0 0,-1 0 0 0 0,-1 0 0 0 0,1 0 1 0 0,-1 0-1 0 0,0 0 0 0 0,0 1 0 0 0,-1-1 1 0 0,0 1-1 0 0,0-1 0 0 0,0 0 0 0 0,-1 1 0 0 0,0-1 1 0 0,0 0-1 0 0,-1 0 0 0 0,0 0 0 0 0,0 0 0 0 0,0 0 1 0 0,-6 11-1 0 0,-1-1 217 0 0,-2 0 1 0 0,1-1-1 0 0,-2 0 1 0 0,0-1-1 0 0,-1 0 1 0 0,0-1-1 0 0,-1 0 1 0 0,0-1-1 0 0,-18 11 0 0 0,33-23-236 0 0,-1 0-1 0 0,0 0 0 0 0,0 0 1 0 0,0 0-1 0 0,0 0 0 0 0,0 0 0 0 0,0-1 1 0 0,0 1-1 0 0,0 0 0 0 0,0 0 0 0 0,1 0 1 0 0,-1 0-1 0 0,0 0 0 0 0,0 1 0 0 0,0-1 1 0 0,0 0-1 0 0,0 0 0 0 0,0 0 1 0 0,0 0-1 0 0,0 0 0 0 0,0 0 0 0 0,0 0 1 0 0,1 0-1 0 0,-1 0 0 0 0,0 0 0 0 0,0 0 1 0 0,0 0-1 0 0,0 0 0 0 0,0 0 1 0 0,0 0-1 0 0,0 0 0 0 0,0 0 0 0 0,0 0 1 0 0,0 0-1 0 0,0 1 0 0 0,0-1 0 0 0,0 0 1 0 0,0 0-1 0 0,0 0 0 0 0,0 0 0 0 0,0 0 1 0 0,0 0-1 0 0,0 0 0 0 0,0 0 1 0 0,0 0-1 0 0,0 1 0 0 0,0-1 0 0 0,0 0 1 0 0,0 0-1 0 0,0 0 0 0 0,0 0 0 0 0,0 0 1 0 0,0 0-1 0 0,0 0 0 0 0,0 0 1 0 0,0 0-1 0 0,0 0 0 0 0,0 1 0 0 0,0-1 1 0 0,0 0-1 0 0,0 0 0 0 0,0 0 0 0 0,0 0 1 0 0,23 1 92 0 0,16-4-234 0 0,-1-1 0 0 0,0-1 0 0 0,42-12 0 0 0,-59 11-4114 0 0,37-17-1 0 0,-48 19-1885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0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13363 0 0,'0'-3'91'0'0,"1"1"1"0"0,-1-1 0 0 0,1 0-1 0 0,-1 1 1 0 0,1-1 0 0 0,0 1-1 0 0,0-1 1 0 0,1 1-1 0 0,-1 0 1 0 0,0-1 0 0 0,1 1-1 0 0,-1 0 1 0 0,1 0 0 0 0,0 0-1 0 0,-1 0 1 0 0,1 0-1 0 0,0 0 1 0 0,0 1 0 0 0,1-1-1 0 0,-1 1 1 0 0,0-1 0 0 0,0 1-1 0 0,1 0 1 0 0,-1 0-1 0 0,1 0 1 0 0,2-1 0 0 0,17-8 247 0 0,0 0 0 0 0,0 2-1 0 0,0 1 1 0 0,1 1 0 0 0,0 0 0 0 0,1 2 0 0 0,35-2 0 0 0,-58 6-302 0 0,1 0-1 0 0,-1 0 1 0 0,1 0-1 0 0,-1 0 1 0 0,1 0-1 0 0,-1 0 1 0 0,1 0 0 0 0,-1 0-1 0 0,1 1 1 0 0,-1-1-1 0 0,1 1 1 0 0,-1-1-1 0 0,0 1 1 0 0,1 0 0 0 0,-1-1-1 0 0,0 1 1 0 0,2 2-1 0 0,-2-3-10 0 0,-1 1 1 0 0,0-1-1 0 0,0 1 0 0 0,1 0 0 0 0,-1-1 0 0 0,0 1 0 0 0,0 0 0 0 0,0-1 0 0 0,0 1 0 0 0,0 0 0 0 0,0 0 0 0 0,0-1 0 0 0,0 1 0 0 0,0 0 0 0 0,0-1 0 0 0,0 1 1 0 0,0 0-1 0 0,-1-1 0 0 0,1 1 0 0 0,0 0 0 0 0,0-1 0 0 0,-1 1 0 0 0,1-1 0 0 0,-1 1 0 0 0,0 0 0 0 0,-3 5 66 0 0,-1 0 0 0 0,0-1 0 0 0,0 1 0 0 0,0-1 0 0 0,-8 5 0 0 0,-121 76 144 0 0,54-38-82 0 0,79-47-154 0 0,0-1 0 0 0,0 1 0 0 0,0 0 0 0 0,0-1 0 0 0,-1 1 0 0 0,1 0 0 0 0,0 0-1 0 0,0 0 1 0 0,0 0 0 0 0,1-1 0 0 0,-1 1 0 0 0,0 1 0 0 0,0-1 0 0 0,0 0 0 0 0,1 0 0 0 0,-1 0 0 0 0,1 0 0 0 0,-1 0 0 0 0,1 1 0 0 0,-1-1 0 0 0,1 0 0 0 0,-1 0 0 0 0,1 1 0 0 0,0-1 0 0 0,0 0 0 0 0,0 1 0 0 0,0-1 0 0 0,0 0 0 0 0,0 1 0 0 0,0-1 0 0 0,0 0 0 0 0,1 0 0 0 0,-1 1-1 0 0,0-1 1 0 0,1 0 0 0 0,0 3 0 0 0,2 0-17 0 0,1 0-1 0 0,-1 1 1 0 0,1-1-1 0 0,-1 0 1 0 0,1-1-1 0 0,1 1 1 0 0,7 5-1 0 0,64 36-111 0 0,-50-31 161 0 0,42 30-1 0 0,-62-39-2 0 0,0 0 0 0 0,0 0 0 0 0,0 1 0 0 0,0 0 0 0 0,-1 0-1 0 0,0 0 1 0 0,-1 1 0 0 0,1-1 0 0 0,-1 1 0 0 0,-1 0 0 0 0,4 9-1 0 0,-6-14 38 0 0,0 0 0 0 0,0 1-1 0 0,-1-1 1 0 0,1 1 0 0 0,-1-1-1 0 0,0 1 1 0 0,0-1 0 0 0,0 1-1 0 0,0-1 1 0 0,0 0-1 0 0,0 1 1 0 0,-1-1 0 0 0,1 1-1 0 0,-1-1 1 0 0,1 1 0 0 0,-1-1-1 0 0,0 0 1 0 0,-2 4-1 0 0,1-2 35 0 0,-1-1 0 0 0,0 1 0 0 0,0-1 0 0 0,0 1 0 0 0,-1-1 0 0 0,1 0 0 0 0,-1 0 0 0 0,1 0 0 0 0,-7 3 0 0 0,-7 3 129 0 0,-1-1 0 0 0,0 0-1 0 0,-32 8 1 0 0,44-14-233 0 0,-30 7 142 0 0,-20 8-2900 0 0,54-16 1206 0 0,0 1-62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0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6913 0 0,'1'-2'317'0'0,"-1"1"-1"0"0,1-1 0 0 0,0 0 0 0 0,-1 1 1 0 0,1-1-1 0 0,0 1 0 0 0,0-1 0 0 0,0 1 0 0 0,0-1 1 0 0,0 1-1 0 0,1 0 0 0 0,-1 0 0 0 0,0-1 0 0 0,1 1 1 0 0,-1 0-1 0 0,0 0 0 0 0,1 0 0 0 0,0 1 0 0 0,-1-1 1 0 0,1 0-1 0 0,2 0 0 0 0,39-16 3072 0 0,-41 16-3161 0 0,27-6 495 0 0,-1 1 0 0 0,32-2 1 0 0,8-2 53 0 0,112-16-7648 0 0,-169 24 1030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0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36 11058 0 0,'-4'-3'11995'0'0,"6"3"-11791"0"0,4 0 159 0 0,179-16 679 0 0,-73 3-667 0 0,-52 9-2743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2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12443 0 0,'0'0'40'0'0,"-1"0"0"0"0,1 0 0 0 0,0 0 0 0 0,0 0 0 0 0,0 0 0 0 0,-1 0 1 0 0,1 0-1 0 0,0 0 0 0 0,0 0 0 0 0,0 0 0 0 0,-1 0 0 0 0,1 0 0 0 0,0 0 1 0 0,0 0-1 0 0,0 0 0 0 0,-1 0 0 0 0,1 0 0 0 0,0 0 0 0 0,0 0 0 0 0,0 0 1 0 0,-1 1-1 0 0,1-1 0 0 0,0 0 0 0 0,0 0 0 0 0,0 0 0 0 0,0 0 0 0 0,-1 0 1 0 0,1 0-1 0 0,0 1 0 0 0,0-1 0 0 0,0 0 0 0 0,0 0 0 0 0,0 0 0 0 0,0 1 1 0 0,-1-1-1 0 0,1 0 0 0 0,0 0 0 0 0,0 1 0 0 0,-3 13 551 0 0,1 14-424 0 0,4-2-134 0 0,1 0 0 0 0,1 0 0 0 0,1-1 0 0 0,9 28 1 0 0,11 53 1414 0 0,-24-94-1318 0 0,-1-8-160 0 0,1 1 0 0 0,-1 0-1 0 0,1-1 1 0 0,0 1 0 0 0,0-1-1 0 0,1 1 1 0 0,-1-1 0 0 0,1 1-1 0 0,0-1 1 0 0,0 0 0 0 0,0 0-1 0 0,1 0 1 0 0,-1 0 0 0 0,5 5-1 0 0,-1-4-629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2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9 124 8290 0 0,'-4'-9'-335'0'0,"0"-7"2312"0"0,4 14-1646 0 0,0 1 0 0 0,1 0 0 0 0,-1 0 0 0 0,0 0 0 0 0,0 0 0 0 0,1 0 0 0 0,-1 0 0 0 0,1 0 0 0 0,-1 0 0 0 0,1 0 0 0 0,0 0 0 0 0,-1 0 0 0 0,1 0 0 0 0,0 0 0 0 0,0 0 0 0 0,-1 1 0 0 0,1-1 0 0 0,0 0 0 0 0,0 1 0 0 0,0-1 0 0 0,0 0 0 0 0,1 0 0 0 0,8-5-50 0 0,0 0-1 0 0,0 1 0 0 0,1 0 1 0 0,0 1-1 0 0,-1 0 1 0 0,16-3-1 0 0,71-12 364 0 0,-76 16-513 0 0,36-5-642 0 0,1 2 0 0 0,110 2-1 0 0,-157 6-985 0 0,-4 0-368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2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7370 0 0,'-1'0'58'0'0,"1"-1"1"0"0,-1 1 0 0 0,1 0-1 0 0,-1 0 1 0 0,1 0 0 0 0,-1 0-1 0 0,1 0 1 0 0,-1 0-1 0 0,0 0 1 0 0,1 0 0 0 0,-1 1-1 0 0,1-1 1 0 0,-1 0 0 0 0,1 0-1 0 0,-1 0 1 0 0,1 1 0 0 0,-1-1-1 0 0,1 0 1 0 0,-1 0 0 0 0,1 1-1 0 0,-1-1 1 0 0,1 0 0 0 0,0 1-1 0 0,-1-1 1 0 0,0 1 0 0 0,-6 17 2508 0 0,2 29 1434 0 0,5-35-4211 0 0,-6 88 2929 0 0,10 159 0 0 0,-2-246-2513 0 0,-1 0-1 0 0,2 0 1 0 0,0 0-1 0 0,0 0 1 0 0,10 20-1 0 0,8 7-7046 0 0,-19-35 352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4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35 404 11090 0 0,'2'-4'106'0'0,"-1"1"0"0"0,1-1 0 0 0,0 0-1 0 0,0 1 1 0 0,1-1 0 0 0,-1 1 0 0 0,1 0-1 0 0,0 0 1 0 0,0 0 0 0 0,0 0 0 0 0,5-4-1 0 0,-2 2 83 0 0,37-34 211 0 0,-16 16-96 0 0,29-33 0 0 0,-49 49-232 0 0,-1 0-1 0 0,-1-1 0 0 0,1 0 0 0 0,-1 0 0 0 0,-1 0 0 0 0,1 0 0 0 0,-2-1 0 0 0,1 0 1 0 0,3-14-1 0 0,-6 19-4 0 0,0 0 0 0 0,-1 0 0 0 0,0 0 0 0 0,0 1 0 0 0,0-1 0 0 0,0 0 1 0 0,0 0-1 0 0,-1 0 0 0 0,0 0 0 0 0,0 1 0 0 0,0-1 0 0 0,0 0 0 0 0,0 1 0 0 0,-1-1 1 0 0,-2-4-1 0 0,0 3 7 0 0,1 0 0 0 0,-1 0 0 0 0,0 0 1 0 0,0 1-1 0 0,0 0 0 0 0,-1 0 0 0 0,0 0 0 0 0,1 1 1 0 0,-9-5-1 0 0,6 4-45 0 0,-1-1 1 0 0,-1 2-1 0 0,1-1 0 0 0,0 1 1 0 0,-1 1-1 0 0,0-1 0 0 0,1 2 1 0 0,-1-1-1 0 0,0 1 0 0 0,0 0 1 0 0,0 1-1 0 0,0 0 1 0 0,-12 2-1 0 0,20-2-28 0 0,-5 1 3 0 0,0 0 0 0 0,-1 1 1 0 0,1 0-1 0 0,-11 4 0 0 0,16-5-5 0 0,0-1 0 0 0,0 1 0 0 0,0 0 0 0 0,0-1 0 0 0,0 1 0 0 0,0 0 0 0 0,0 0 0 0 0,0 0 1 0 0,0 0-1 0 0,0 0 0 0 0,0 0 0 0 0,0 0 0 0 0,1 0 0 0 0,-1 0 0 0 0,0 0 0 0 0,1 1 0 0 0,-1-1 0 0 0,1 0 0 0 0,-1 0 0 0 0,1 1 0 0 0,0-1 0 0 0,-1 0 0 0 0,1 1 0 0 0,0-1 0 0 0,0 0 0 0 0,0 1 0 0 0,0-1 0 0 0,0 0 0 0 0,1 3 0 0 0,2 7-20 0 0,0 0 0 0 0,1 0 0 0 0,1 0 0 0 0,-1 0 1 0 0,2-1-1 0 0,-1 0 0 0 0,2 0 0 0 0,-1-1 0 0 0,12 13 0 0 0,10 9-61 0 0,38 33 1 0 0,0-7-30 0 0,-24-21 111 0 0,61 68-1 0 0,-98-99 9 0 0,-1 0-1 0 0,0 1 0 0 0,-1-1 1 0 0,1 1-1 0 0,-1 0 0 0 0,4 11 1 0 0,-6-16 4 0 0,-1 1 0 0 0,1-1 1 0 0,-1 1-1 0 0,1-1 0 0 0,-1 1 0 0 0,0-1 1 0 0,0 1-1 0 0,0-1 0 0 0,0 1 0 0 0,0-1 1 0 0,0 1-1 0 0,0-1 0 0 0,0 1 0 0 0,-1-1 1 0 0,1 1-1 0 0,-1-1 0 0 0,1 1 1 0 0,-1-1-1 0 0,1 1 0 0 0,-1-1 0 0 0,0 0 1 0 0,0 1-1 0 0,0-1 0 0 0,0 0 0 0 0,0 0 1 0 0,0 1-1 0 0,0-1 0 0 0,0 0 1 0 0,0 0-1 0 0,0 0 0 0 0,-1 0 0 0 0,1-1 1 0 0,0 1-1 0 0,-2 1 0 0 0,-9 3 164 0 0,0 0 0 0 0,0 0 0 0 0,0-2 0 0 0,0 1-1 0 0,-1-1 1 0 0,0-1 0 0 0,1 0 0 0 0,-1-1 0 0 0,-18 0 0 0 0,23-2-69 0 0,1 1 1 0 0,0-1 0 0 0,0 0-1 0 0,-1-1 1 0 0,1 1-1 0 0,0-1 1 0 0,1-1 0 0 0,-1 0-1 0 0,0 1 1 0 0,1-2-1 0 0,-1 1 1 0 0,1-1 0 0 0,0 0-1 0 0,0-1 1 0 0,1 1-1 0 0,-1-1 1 0 0,-9-10 0 0 0,12 10-26 0 0,-1 0 1 0 0,0 0 0 0 0,1-1-1 0 0,0 1 1 0 0,0-1 0 0 0,1 1 0 0 0,0-1-1 0 0,0 0 1 0 0,0 0 0 0 0,0 0-1 0 0,0-9 1 0 0,1 11-35 0 0,1-1 1 0 0,1 1-1 0 0,-1 0 0 0 0,1-1 0 0 0,-1 1 1 0 0,1 0-1 0 0,0-1 0 0 0,1 1 0 0 0,-1 0 1 0 0,1 0-1 0 0,0 0 0 0 0,0 0 0 0 0,0 0 1 0 0,0 1-1 0 0,1-1 0 0 0,-1 1 0 0 0,4-4 1 0 0,2-1-274 0 0,-1 0 1 0 0,2 0 0 0 0,-1 1 0 0 0,1 1-1 0 0,0-1 1 0 0,13-6 0 0 0,2 2-934 0 0,38-13-1 0 0,-36 14-337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5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79 16788 0 0,'-1'-1'80'0'0,"1"0"1"0"0,0 0 0 0 0,0 0 0 0 0,0 0 0 0 0,0-1 0 0 0,0 1 0 0 0,0 0-1 0 0,0 0 1 0 0,0 0 0 0 0,0 0 0 0 0,0 0 0 0 0,1 0 0 0 0,-1 0 0 0 0,0 0-1 0 0,1 0 1 0 0,-1 0 0 0 0,1 0 0 0 0,-1 1 0 0 0,1-1 0 0 0,-1 0-1 0 0,1 0 1 0 0,0 0 0 0 0,-1 0 0 0 0,2 0 0 0 0,1-1-92 0 0,0 1 1 0 0,0-1-1 0 0,0 1 0 0 0,0 0 0 0 0,0 0 1 0 0,6-1-1 0 0,1 0 158 0 0,60-12-132 0 0,0 3-1 0 0,73-2 0 0 0,-130 12-389 0 0,-7 0 29 0 0,0 0 0 0 0,0 1 0 0 0,1 0-1 0 0,-1 0 1 0 0,0 0 0 0 0,0 1 0 0 0,0 0 0 0 0,0 0-1 0 0,8 2 1 0 0,-8 1-906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5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18 188 11058 0 0,'-1'-1'143'0'0,"-1"1"0"0"0,0-1-1 0 0,0 0 1 0 0,1 1 0 0 0,-1-1 0 0 0,1 0-1 0 0,-1 0 1 0 0,1 0 0 0 0,-3-2-1 0 0,10 0 4379 0 0,12-4-2789 0 0,-14 6-1218 0 0,117-60 2608 0 0,-32 13-2347 0 0,-61 35-693 0 0,36-17 332 0 0,-56 27-629 0 0,-1 0 1 0 0,1 1-1 0 0,0 0 0 0 0,-1 0 0 0 0,1 1 0 0 0,10-1 0 0 0,-14 3-975 0 0,-1 0-53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7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95 408 11058 0 0,'0'-2'268'0'0,"1"0"-1"0"0,0 0 0 0 0,-1 0 0 0 0,1 0 0 0 0,0 1 0 0 0,0-1 0 0 0,0 0 1 0 0,0 1-1 0 0,0-1 0 0 0,1 0 0 0 0,-1 1 0 0 0,2-2 0 0 0,23-23 859 0 0,-15 17-934 0 0,26-27 508 0 0,41-44 789 0 0,-70 70-1227 0 0,0 0 1 0 0,-1 0 0 0 0,0-1-1 0 0,-1 0 1 0 0,0 0 0 0 0,7-19-1 0 0,-11 25-214 0 0,-1 1 0 0 0,0-1 0 0 0,0 1 0 0 0,-1-1 0 0 0,0 0 0 0 0,1 1 0 0 0,-1-1 0 0 0,-1 0 0 0 0,1 1 0 0 0,-1-1 0 0 0,1 1 0 0 0,-2-1 0 0 0,1 1 0 0 0,0-1 0 0 0,-1 1 0 0 0,0 0 0 0 0,0-1 0 0 0,0 1 0 0 0,0 0 0 0 0,-1 0 0 0 0,1 1 0 0 0,-1-1 0 0 0,0 0 0 0 0,0 1 1 0 0,-1 0-1 0 0,1 0 0 0 0,-1 0 0 0 0,1 0 0 0 0,-1 0 0 0 0,0 1 0 0 0,0-1 0 0 0,0 1 0 0 0,0 0 0 0 0,-1 1 0 0 0,1-1 0 0 0,0 1 0 0 0,-1 0 0 0 0,-7-2 0 0 0,1 3-59 0 0,-1 0 0 0 0,1 1 1 0 0,0 0-1 0 0,0 0 0 0 0,-1 1 1 0 0,1 1-1 0 0,0 0 0 0 0,1 1 1 0 0,-1 0-1 0 0,1 0 0 0 0,-1 1 1 0 0,1 0-1 0 0,0 1 0 0 0,1 0 1 0 0,0 1-1 0 0,0 0 0 0 0,0 0 1 0 0,1 1-1 0 0,-8 9 0 0 0,14-15 1 0 0,1-1-1 0 0,-1 1 0 0 0,1 0 1 0 0,0 0-1 0 0,0 0 0 0 0,0 0 1 0 0,0 0-1 0 0,0 0 0 0 0,0 0 1 0 0,0 0-1 0 0,1 1 0 0 0,-1-1 1 0 0,1 0-1 0 0,-1 0 0 0 0,1 1 1 0 0,0-1-1 0 0,0 0 0 0 0,0 0 1 0 0,0 1-1 0 0,0-1 0 0 0,1 0 1 0 0,-1 0-1 0 0,1 1 0 0 0,0-1 1 0 0,-1 0-1 0 0,1 0 0 0 0,1 3 0 0 0,1-2-34 0 0,-1 0-1 0 0,0 0 0 0 0,1-1 1 0 0,0 1-1 0 0,-1-1 0 0 0,1 1 1 0 0,0-1-1 0 0,0 0 0 0 0,0 0 1 0 0,1 0-1 0 0,-1 0 0 0 0,0-1 1 0 0,1 1-1 0 0,-1-1 0 0 0,8 2 1 0 0,-2-1-107 0 0,0-1 1 0 0,1 0-1 0 0,-1 0 1 0 0,0 0 0 0 0,1-1-1 0 0,16-3 1 0 0,-2-1-157 0 0,30-11 1 0 0,-29 8 152 0 0,-24 6 173 0 0,0 1-1 0 0,0 0 1 0 0,0 0 0 0 0,0 0-1 0 0,0 0 1 0 0,0 0-1 0 0,0 0 1 0 0,0 0 0 0 0,-1 0-1 0 0,1 1 1 0 0,0-1 0 0 0,0 0-1 0 0,0 1 1 0 0,0-1 0 0 0,0 0-1 0 0,-1 1 1 0 0,1-1-1 0 0,0 1 1 0 0,0-1 0 0 0,-1 1-1 0 0,1-1 1 0 0,0 1 0 0 0,-1 0-1 0 0,1-1 1 0 0,-1 1 0 0 0,1 0-1 0 0,0-1 1 0 0,-1 1-1 0 0,0 0 1 0 0,1 0 0 0 0,-1 0-1 0 0,1 0 1 0 0,-1-1 0 0 0,0 1-1 0 0,0 0 1 0 0,1 0 0 0 0,-1 0-1 0 0,0 0 1 0 0,0 1 0 0 0,1 7 184 0 0,1 1 1 0 0,-2-1 0 0 0,1 10 0 0 0,-1-8-125 0 0,2 355 1823 0 0,-4-193-1511 0 0,2-132-211 0 0,-2 1 0 0 0,-9 50 1 0 0,7-71 220 0 0,-1-1 1 0 0,-10 31-1 0 0,15-51-404 0 0,0 1-1 0 0,0-1 1 0 0,-1 0-1 0 0,1 1 0 0 0,0-1 1 0 0,0 0-1 0 0,0 0 1 0 0,0 1-1 0 0,0-1 1 0 0,0 0-1 0 0,0 1 1 0 0,-1-1-1 0 0,1 0 1 0 0,0 0-1 0 0,0 1 0 0 0,0-1 1 0 0,-1 0-1 0 0,1 0 1 0 0,0 1-1 0 0,0-1 1 0 0,-1 0-1 0 0,1 0 1 0 0,0 0-1 0 0,0 0 1 0 0,-1 1-1 0 0,1-1 0 0 0,0 0 1 0 0,-1 0-1 0 0,1 0 1 0 0,0 0-1 0 0,-1 0 1 0 0,1 0-1 0 0,-5-9-613 0 0,1-17-2100 0 0,5 14 282 0 0,0-4-4397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33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32 124 9218 0 0,'-14'-5'442'0'0,"-3"-4"6853"0"0,17 8-7182 0 0,160-14 2691 0 0,-35 4-2105 0 0,192-41 1 0 0,-300 48-877 0 0,91-19 688 0 0,-96 21-972 0 0,-1 1 0 0 0,1 0 0 0 0,-1 1 0 0 0,1 0 0 0 0,-1 1 0 0 0,1 1 0 0 0,14 3 0 0 0,-17-4-6078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33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31 13619 0 0,'-3'-4'283'0'0,"2"3"-198"0"0,0-1-1 0 0,0 1 1 0 0,0 0-1 0 0,0 0 1 0 0,0-1-1 0 0,0 1 1 0 0,0 0-1 0 0,1-1 1 0 0,-1 1-1 0 0,0-1 1 0 0,1 1-1 0 0,0-1 1 0 0,-1 0-1 0 0,1-1 1 0 0,0 3 1 0 0,1-1 0 0 0,-1 1 1 0 0,1 0-1 0 0,0-1 0 0 0,-1 1 1 0 0,1 0-1 0 0,-1 0 0 0 0,1-1 0 0 0,0 1 1 0 0,-1 0-1 0 0,1 0 0 0 0,0 0 1 0 0,-1 0-1 0 0,1 0 0 0 0,0 0 0 0 0,-1 0 1 0 0,1 0-1 0 0,0 0 0 0 0,-1 0 0 0 0,1 0 1 0 0,1 1-1 0 0,16 1 282 0 0,113 38 744 0 0,-44-12-759 0 0,34 15 919 0 0,-44-14 89 0 0,-75-28-1258 0 0,57 23 626 0 0,-55-22-720 0 0,-1-1 0 0 0,1 1 0 0 0,-1 0 0 0 0,0 1 0 0 0,1-1 0 0 0,-1 1 0 0 0,0-1 0 0 0,-1 1 0 0 0,1 0 0 0 0,0 0 0 0 0,-1 0 0 0 0,0 0 0 0 0,4 6-1 0 0,-6-8 14 0 0,0 1 0 0 0,1 0 0 0 0,-1-1 0 0 0,0 1 0 0 0,0 0 0 0 0,0-1 0 0 0,0 1 0 0 0,0 0 0 0 0,0-1-1 0 0,0 1 1 0 0,-1 0 0 0 0,1-1 0 0 0,0 1 0 0 0,-1-1 0 0 0,0 1 0 0 0,1-1 0 0 0,-1 1 0 0 0,0-1 0 0 0,0 1-1 0 0,0-1 1 0 0,0 0 0 0 0,0 1 0 0 0,0-1 0 0 0,0 0 0 0 0,-3 2 0 0 0,-3 4 82 0 0,0-1 0 0 0,-1 0 0 0 0,-11 6 0 0 0,10-7-16 0 0,-95 58 342 0 0,50-32-1385 0 0,-63 47 1 0 0,103-66-1372 0 0,4 1-4951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36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81 6649 0 0,'0'-1'79'0'0,"0"0"-1"0"0,0 0 1 0 0,0 0-1 0 0,-1 0 0 0 0,1 0 1 0 0,0 0-1 0 0,0 0 1 0 0,-1 1-1 0 0,1-1 0 0 0,0 0 1 0 0,-1 0-1 0 0,1 0 1 0 0,-1 0-1 0 0,1 1 1 0 0,-1-1-1 0 0,1 0 0 0 0,-1 1 1 0 0,0-1-1 0 0,1 0 1 0 0,-1 1-1 0 0,0-1 0 0 0,1 1 1 0 0,-1-1-1 0 0,0 1 1 0 0,0-1-1 0 0,0 1 0 0 0,0-1 1 0 0,1 1-1 0 0,-1 0 1 0 0,0-1-1 0 0,0 1 0 0 0,0 0 1 0 0,0 0-1 0 0,0 0 1 0 0,0 0-1 0 0,0 0 0 0 0,0 0 1 0 0,1 0-1 0 0,-1 0 1 0 0,0 0-1 0 0,0 0 1 0 0,0 1-1 0 0,0-1 0 0 0,0 0 1 0 0,-1 1-1 0 0,0 0 29 0 0,-1 1 0 0 0,0 0 0 0 0,1-1 0 0 0,0 1 0 0 0,0 0 0 0 0,-1 0 0 0 0,1 1 0 0 0,0-1 0 0 0,0 0 0 0 0,1 1 0 0 0,-1-1 0 0 0,1 1 0 0 0,-3 4 1 0 0,-7 24 177 0 0,2 0 1 0 0,2 0-1 0 0,1 1 1 0 0,1 0-1 0 0,1 0 1 0 0,2 56 0 0 0,2-79-191 0 0,0-1 0 0 0,1 1 0 0 0,0-1 0 0 0,1 1 0 0 0,0-1 0 0 0,0 0 0 0 0,1 0 0 0 0,0 0 0 0 0,0 0 0 0 0,1 0 0 0 0,0-1 0 0 0,10 14 0 0 0,-11-17-40 0 0,1 1-1 0 0,0-1 1 0 0,0 0-1 0 0,0-1 1 0 0,0 1-1 0 0,1 0 1 0 0,-1-1-1 0 0,1 0 0 0 0,0 0 1 0 0,0-1-1 0 0,0 0 1 0 0,0 1-1 0 0,1-2 1 0 0,-1 1-1 0 0,1 0 1 0 0,-1-1-1 0 0,1 0 0 0 0,-1-1 1 0 0,1 1-1 0 0,8-1 1 0 0,-1-1 113 0 0,-1-1 0 0 0,1 0 0 0 0,0-1 0 0 0,-1 0 1 0 0,0-1-1 0 0,0 0 0 0 0,0-1 0 0 0,0-1 0 0 0,17-10 0 0 0,-20 11-59 0 0,0-1 1 0 0,-1-1-1 0 0,0 0 0 0 0,0 0 0 0 0,0 0 0 0 0,-1-1 0 0 0,0 0 1 0 0,0 0-1 0 0,-1-1 0 0 0,0 0 0 0 0,9-18 0 0 0,-11 16-9 0 0,-2 1 0 0 0,1 0 1 0 0,-1-1-1 0 0,-1 1 0 0 0,0-1 0 0 0,0 1 0 0 0,-1-1 0 0 0,0 0 0 0 0,-1 1 1 0 0,0-1-1 0 0,-1 1 0 0 0,0-1 0 0 0,-1 1 0 0 0,-4-11 0 0 0,0 0 12 0 0,-2 1 1 0 0,0 0-1 0 0,-1 0 0 0 0,-1 1 0 0 0,-24-32 0 0 0,30 45-105 0 0,0 0 0 0 0,0 0 0 0 0,0 1 0 0 0,-1-1 0 0 0,0 1-1 0 0,0 0 1 0 0,0 1 0 0 0,-1-1 0 0 0,0 1 0 0 0,1 1 0 0 0,-1-1 0 0 0,-1 1-1 0 0,-12-4 1 0 0,20 7-70 0 0,-1 0 0 0 0,1 0 0 0 0,-1 0-1 0 0,1 0 1 0 0,-1 0 0 0 0,1 0 0 0 0,-1 0-1 0 0,1 0 1 0 0,0 0 0 0 0,-1 0 0 0 0,1 0 0 0 0,-1 0-1 0 0,1 0 1 0 0,-1 1 0 0 0,1-1 0 0 0,0 0-1 0 0,-1 0 1 0 0,1 0 0 0 0,-1 1 0 0 0,1-1 0 0 0,-1 1-1 0 0,1-1-199 0 0,0 0 0 0 0,-1 1 0 0 0,1-1 0 0 0,0 1 0 0 0,0-1 0 0 0,0 0 0 0 0,0 1 1 0 0,0-1-1 0 0,0 0 0 0 0,0 1 0 0 0,0-1 0 0 0,0 1 0 0 0,0-1 0 0 0,0 0 0 0 0,0 1 0 0 0,0-1 0 0 0,0 1 0 0 0,0-1 0 0 0,0 0 0 0 0,0 1 0 0 0,0-1 0 0 0,1 0 0 0 0,-1 1 0 0 0,0-1 0 0 0,1 1 0 0 0,4 8-5430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3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35 143 10594 0 0,'-9'-4'376'0'0,"7"3"-283"0"0,-1 0 1 0 0,1-1 0 0 0,-1 1 0 0 0,1-1 0 0 0,-1 1 0 0 0,1-1-1 0 0,0 1 1 0 0,0-1 0 0 0,-2-3 0 0 0,4 5 74 0 0,0-1 1 0 0,0 1 0 0 0,0-1-1 0 0,0 0 1 0 0,0 1-1 0 0,0-1 1 0 0,0 1-1 0 0,1-1 1 0 0,-1 1-1 0 0,0-1 1 0 0,0 1-1 0 0,1-1 1 0 0,-1 1-1 0 0,0-1 1 0 0,1 1 0 0 0,-1-1-1 0 0,1 1 1 0 0,-1 0-1 0 0,0-1 1 0 0,1 1-1 0 0,-1 0 1 0 0,1-1-1 0 0,-1 1 1 0 0,1 0-1 0 0,-1-1 1 0 0,1 1 0 0 0,-1 0-1 0 0,1 0 1 0 0,-1 0-1 0 0,1 0 1 0 0,0 0-1 0 0,-1-1 1 0 0,1 1-1 0 0,0 0 1 0 0,27-7-436 0 0,-23 7 654 0 0,341-72 378 0 0,-203 53-869 0 0,-62 11-2036 0 0,-66 6 1191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37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9218 0 0,'-1'0'66'0'0,"-1"0"1"0"0,1 0 0 0 0,0 0-1 0 0,-1 1 1 0 0,1-1-1 0 0,0 0 1 0 0,-1 1-1 0 0,1-1 1 0 0,0 0-1 0 0,0 1 1 0 0,-1 0-1 0 0,1-1 1 0 0,0 1-1 0 0,0 0 1 0 0,0 0-1 0 0,0-1 1 0 0,0 1-1 0 0,0 0 1 0 0,0 0-1 0 0,0 0 1 0 0,0 0-1 0 0,0 0 1 0 0,1 0-1 0 0,-1 1 1 0 0,-1 1-1 0 0,0 2 255 0 0,0 1-1 0 0,0 0 0 0 0,1 0 1 0 0,-2 10-1 0 0,0 2-96 0 0,-77 402 3978 0 0,77-399-3965 0 0,-6 27 653 0 0,3 1-1 0 0,1 0 1 0 0,5 96 0 0 0,1-138-783 0 0,0 0-1 0 0,1 0 1 0 0,0-1-1 0 0,0 1 1 0 0,5 9-1 0 0,-6-15-141 0 0,-1 0-1 0 0,1 1 0 0 0,0-1 0 0 0,0 0 0 0 0,-1 0 0 0 0,1 1 0 0 0,0-1 0 0 0,1 0 0 0 0,-1 0 0 0 0,0 0 0 0 0,0 0 0 0 0,0 0 0 0 0,2 1 0 0 0,-2-2-66 0 0,0 0 0 0 0,0 0 0 0 0,0 0 0 0 0,-1 0 0 0 0,1 0 0 0 0,0 0 1 0 0,0 0-1 0 0,0 0 0 0 0,-1 0 0 0 0,1 0 0 0 0,0 0 0 0 0,0-1 0 0 0,-1 1 0 0 0,1 0 0 0 0,0 0 0 0 0,0-1 0 0 0,-1 1 0 0 0,1-1 0 0 0,0 1 1 0 0,-1 0-1 0 0,1-1 0 0 0,-1 1 0 0 0,1-1 0 0 0,0 0 0 0 0,-1 1 0 0 0,1-1 0 0 0,0-1 0 0 0,3-4-6469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0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3 8378 0 0,'0'0'52'0'0,"0"-1"0"0"0,-1 1-1 0 0,1 0 1 0 0,0 0 0 0 0,-1 0 0 0 0,1-1 0 0 0,-1 1 0 0 0,1 0 0 0 0,0 0 0 0 0,-1 0 0 0 0,1 0-1 0 0,0 0 1 0 0,-1 0 0 0 0,1 0 0 0 0,-1 0 0 0 0,1 0 0 0 0,0 0 0 0 0,-1 0 0 0 0,1 0-1 0 0,-1 0 1 0 0,1 0 0 0 0,0 0 0 0 0,-1 0 0 0 0,1 0 0 0 0,-1 0 0 0 0,1 1 0 0 0,0-1 0 0 0,-1 0-1 0 0,-4 12 930 0 0,4-8-890 0 0,-17 88 2457 0 0,-10 123-1 0 0,25-77-1346 0 0,3-137-1191 0 0,0 2 72 0 0,-1 1 1 0 0,1 0-1 0 0,0 0 1 0 0,0-1-1 0 0,0 1 1 0 0,1 0-1 0 0,0 4 0 0 0,0-7-126 0 0,-1 0-1 0 0,1 0 0 0 0,-1-1 0 0 0,1 1 0 0 0,-1 0 0 0 0,1-1 0 0 0,-1 1 0 0 0,1 0 0 0 0,0-1 0 0 0,0 1 0 0 0,-1-1 0 0 0,1 1 0 0 0,0-1 0 0 0,0 1 0 0 0,-1-1 0 0 0,1 0 0 0 0,0 1 0 0 0,0-1 0 0 0,0 0 0 0 0,-1 0 0 0 0,1 0 0 0 0,0 0 0 0 0,0 1 0 0 0,0-1 0 0 0,0 0 0 0 0,0 0 0 0 0,0-1 0 0 0,-1 1 0 0 0,1 0 0 0 0,0 0 0 0 0,0 0 0 0 0,0-1 0 0 0,0 1 0 0 0,-1 0 0 0 0,1-1 0 0 0,1 0 0 0 0,22-11-5034 0 0,-12 7 3201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0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10594 0 0,'-1'1'318'0'0,"0"0"0"0"0,-1 0 0 0 0,1 1 0 0 0,0-1 0 0 0,0 0 0 0 0,1 1 0 0 0,-1-1 0 0 0,0 0 0 0 0,0 1 0 0 0,1-1 0 0 0,-1 1 0 0 0,0-1-1 0 0,0 4 1 0 0,1-5-298 0 0,0 1 1 0 0,-1-1-1 0 0,1 1 0 0 0,0 0 0 0 0,0-1 0 0 0,0 1 0 0 0,-1-1 0 0 0,1 1 0 0 0,0 0 0 0 0,0-1 0 0 0,0 1 0 0 0,0-1 0 0 0,0 1 0 0 0,0 0 0 0 0,0-1 0 0 0,0 1 0 0 0,0 0 0 0 0,0-1 0 0 0,1 1 0 0 0,-1-1 0 0 0,0 1 0 0 0,0-1 0 0 0,1 1 0 0 0,-1 0 0 0 0,0-1 1 0 0,0 1-1 0 0,1-1 0 0 0,-1 1 0 0 0,1-1 0 0 0,-1 1 0 0 0,0-1 0 0 0,1 0 0 0 0,-1 1 0 0 0,1-1 0 0 0,-1 1 0 0 0,1-1 0 0 0,-1 0 0 0 0,1 0 0 0 0,0 1 0 0 0,-1-1 0 0 0,1 0 0 0 0,-1 0 0 0 0,1 0 0 0 0,0 1 0 0 0,-1-1 0 0 0,2 0 0 0 0,16-1-401 0 0,-6-2-4136 0 0,-2 0-259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1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27 5985 0 0,'-19'-11'3403'0'0,"-5"-4"1117"0"0,55 24-3401 0 0,4 6-697 0 0,-1 2-1 0 0,60 38 0 0 0,-91-53-437 0 0,1 0 26 0 0,-1-1-1 0 0,-1 1 1 0 0,1 1-1 0 0,0-1 1 0 0,0 0-1 0 0,-1 0 1 0 0,1 1-1 0 0,-1 0 1 0 0,0-1-1 0 0,0 1 1 0 0,0 0-1 0 0,0 0 1 0 0,0 0-1 0 0,-1 0 1 0 0,1 1-1 0 0,-1-1 1 0 0,0 0-1 0 0,0 1 1 0 0,0-1-1 0 0,0 1 1 0 0,-1-1-1 0 0,1 1 1 0 0,-1-1-1 0 0,0 7 1 0 0,-1-2 48 0 0,-1-1 0 0 0,0 0 0 0 0,0 0 1 0 0,0 0-1 0 0,-1 0 0 0 0,0 0 0 0 0,-1-1 1 0 0,0 1-1 0 0,1-1 0 0 0,-2 0 0 0 0,-4 6 1 0 0,-18 18 989 0 0,-1-1 0 0 0,-1-1 0 0 0,-62 45 1 0 0,90-73-974 0 0,0 1 0 0 0,0 0 1 0 0,0-1-1 0 0,0 1 1 0 0,0 0-1 0 0,0-1 0 0 0,0 1 1 0 0,1 0-1 0 0,-1 0 1 0 0,0 0-1 0 0,0 0 0 0 0,1 0 1 0 0,-1 0-1 0 0,1 0 1 0 0,-1 0-1 0 0,1 0 0 0 0,-1 2 1 0 0,1-3-52 0 0,0 0 0 0 0,1 1-1 0 0,-1-1 1 0 0,0 1 0 0 0,0-1 0 0 0,1 0 0 0 0,-1 1 0 0 0,0-1 0 0 0,1 0 0 0 0,-1 0 0 0 0,1 1-1 0 0,-1-1 1 0 0,0 0 0 0 0,1 0 0 0 0,-1 1 0 0 0,1-1 0 0 0,-1 0 0 0 0,1 0 0 0 0,-1 0 0 0 0,1 0-1 0 0,-1 0 1 0 0,0 1 0 0 0,1-1 0 0 0,-1 0 0 0 0,1 0 0 0 0,-1 0 0 0 0,1-1 0 0 0,45-2 246 0 0,-42 3-262 0 0,168-29 467 0 0,-87 6-1748 0 0,-63 15-1568 0 0,35-18-1 0 0,-44 19-3608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1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8 10138 0 0,'-1'-1'251'0'0,"1"1"-137"0"0,-1-1 1 0 0,1 1-1 0 0,-1-1 1 0 0,1 1-1 0 0,-1-1 1 0 0,1 1-1 0 0,-1-1 1 0 0,1 1-1 0 0,-1 0 1 0 0,0-1-1 0 0,1 1 1 0 0,-1 0-1 0 0,1 0 1 0 0,-1-1-1 0 0,0 1 1 0 0,1 0-1 0 0,-1 0 1 0 0,0 0-1 0 0,1 0 1 0 0,-1 0-1 0 0,0 0 1 0 0,1 0-1 0 0,-1 0 1 0 0,0 0-1 0 0,1 0 1 0 0,-2 0-1 0 0,-4 2 1623 0 0,5-2-1669 0 0,-1 0 0 0 0,1 1 0 0 0,0-1 0 0 0,0 0 0 0 0,0 0 0 0 0,1 1 0 0 0,-1-1 0 0 0,0 1 1 0 0,0-1-1 0 0,0 1 0 0 0,0-1 0 0 0,0 1 0 0 0,0 0 0 0 0,1-1 0 0 0,-1 1 0 0 0,0 0 0 0 0,0-1 0 0 0,1 1 0 0 0,-1 0 1 0 0,1 0-1 0 0,-1 0 0 0 0,1 0 0 0 0,-1 0 0 0 0,1 0 0 0 0,-1-1 0 0 0,1 1 0 0 0,0 0 0 0 0,-1 0 0 0 0,1 0 0 0 0,0 0 0 0 0,0 1 1 0 0,0-1-1 0 0,0 1 0 0 0,-2 17 214 0 0,1 0 0 0 0,1 0-1 0 0,0-1 1 0 0,2 1 0 0 0,0 0 0 0 0,1 0 0 0 0,1-1 0 0 0,1 0 0 0 0,0 1 0 0 0,1-2 0 0 0,1 1 0 0 0,13 23 0 0 0,-15-28-144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2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81 11666 0 0,'-9'-7'1512'0'0,"9"6"-1443"0"0,0 1 0 0 0,0 0 0 0 0,0 0 0 0 0,0 0 0 0 0,0-1 0 0 0,0 1 0 0 0,0 0 0 0 0,0 0 0 0 0,0-1-1 0 0,0 1 1 0 0,0 0 0 0 0,0 0 0 0 0,0-1 0 0 0,0 1 0 0 0,0 0 0 0 0,0 0 0 0 0,0 0 0 0 0,1-1 0 0 0,-1 1 0 0 0,0 0 0 0 0,0 0 0 0 0,0 0 0 0 0,0-1 0 0 0,0 1 0 0 0,1 0 0 0 0,-1 0 0 0 0,0 0 0 0 0,0 0 0 0 0,0 0 0 0 0,1-1 0 0 0,-1 1 0 0 0,0 0 0 0 0,0 0 0 0 0,1 0 0 0 0,-1 0 0 0 0,0 0 0 0 0,0 0 0 0 0,0 0 0 0 0,1 0 0 0 0,-1 0 0 0 0,0 0 0 0 0,0 0 0 0 0,1 0 0 0 0,0 0 424 0 0,3-1-11 0 0,142-17 1778 0 0,-87 12-2048 0 0,-4 4-109 0 0,-39 2-101 0 0,-1-1-1 0 0,1 0 0 0 0,26-6 0 0 0,13-9-277 0 0,-19 5-6043 0 0,-25 8 644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2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13043 0 0,'-3'2'143'0'0,"0"0"1"0"0,-1 1-1 0 0,1-1 1 0 0,0 1-1 0 0,0 0 1 0 0,1 0-1 0 0,-1 0 1 0 0,1 0-1 0 0,-1 0 1 0 0,-2 5-1 0 0,1 1 23 0 0,1 0-1 0 0,-1 0 1 0 0,-1 10-1 0 0,3-11 37 0 0,-11 37 598 0 0,2 0 1 0 0,3 1-1 0 0,-4 62 1 0 0,11-87-704 0 0,1-1 0 0 0,0 1 0 0 0,2-1 1 0 0,1 1-1 0 0,0-1 0 0 0,1 0 0 0 0,1 0 0 0 0,2-1 1 0 0,-1 1-1 0 0,12 19 0 0 0,-17-35-439 0 0,1 0 0 0 0,0-1 0 0 0,1 1-1 0 0,-1-1 1 0 0,0 0 0 0 0,1 0 0 0 0,0 0 0 0 0,0 0-1 0 0,3 2 1 0 0,2 1-5654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 10594 0 0,'-1'0'73'0'0,"0"0"-1"0"0,0 0 0 0 0,0 0 0 0 0,0 0 1 0 0,0 0-1 0 0,0 0 0 0 0,0 0 1 0 0,0 1-1 0 0,0-1 0 0 0,0 0 1 0 0,0 1-1 0 0,0-1 0 0 0,0 1 1 0 0,0-1-1 0 0,0 1 0 0 0,0-1 0 0 0,0 1 1 0 0,0 0-1 0 0,1-1 0 0 0,-1 1 1 0 0,0 0-1 0 0,0 0 0 0 0,1-1 1 0 0,-1 1-1 0 0,1 0 0 0 0,-1 0 1 0 0,1 0-1 0 0,-1 0 0 0 0,1 0 0 0 0,-1 0 1 0 0,1 1-1 0 0,-10 40 2746 0 0,7-25-2140 0 0,-30 151 1953 0 0,30-140-2288 0 0,0 0 0 0 0,2 0 0 0 0,1 1 0 0 0,5 30 0 0 0,-2-31-455 0 0,-1-9 264 0 0,8 34 1 0 0,-9-46-605 0 0,2-1-1 0 0,-1 0 1 0 0,1 0 0 0 0,-1 0 0 0 0,6 7-1 0 0,-3-4-916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2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15579 0 0,'-1'1'205'0'0,"0"1"0"0"0,0-1-1 0 0,0 1 1 0 0,0 0 0 0 0,0-1 0 0 0,1 1-1 0 0,-1 0 1 0 0,0-1 0 0 0,1 1-1 0 0,-1 3 1 0 0,1-4-245 0 0,0 0 0 0 0,-1 0-1 0 0,1-1 1 0 0,0 1 0 0 0,0 0 0 0 0,0 0 0 0 0,0 0-1 0 0,0-1 1 0 0,0 1 0 0 0,1 0 0 0 0,-1 0 0 0 0,0-1-1 0 0,0 1 1 0 0,0 0 0 0 0,1 0 0 0 0,-1-1 0 0 0,0 1-1 0 0,1 0 1 0 0,-1-1 0 0 0,1 1 0 0 0,-1 0 0 0 0,1-1-1 0 0,-1 1 1 0 0,1-1 0 0 0,-1 1 0 0 0,1-1 0 0 0,-1 1-1 0 0,1-1 1 0 0,0 1 0 0 0,0-1 0 0 0,2 2-462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3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12 13187 0 0,'-3'-1'72'0'0,"-30"-10"2949"0"0,33 11-2978 0 0,0 0-1 0 0,0 0 1 0 0,0 1-1 0 0,0-1 0 0 0,0 0 1 0 0,0 0-1 0 0,0 0 0 0 0,0 0 1 0 0,0 0-1 0 0,0 0 0 0 0,0 0 1 0 0,0 0-1 0 0,0 0 0 0 0,0 0 1 0 0,0 0-1 0 0,0 0 1 0 0,0 0-1 0 0,0 0 0 0 0,0 0 1 0 0,0 0-1 0 0,0 1 0 0 0,0-1 1 0 0,0 0-1 0 0,0 0 0 0 0,0 0 1 0 0,0 0-1 0 0,0 0 1 0 0,0 0-1 0 0,0 0 0 0 0,0 0 1 0 0,0 0-1 0 0,0 0 0 0 0,0 0 1 0 0,0 0-1 0 0,0 0 0 0 0,0 1 1 0 0,20 9 478 0 0,57 23 49 0 0,-46-21-660 0 0,40 21 0 0 0,-63-28 88 0 0,1 0 0 0 0,-1 0 0 0 0,0 1 0 0 0,0 1-1 0 0,-1-1 1 0 0,1 1 0 0 0,-2 0 0 0 0,12 16 0 0 0,-16-20 12 0 0,0 0 0 0 0,-1 0 0 0 0,0 0 0 0 0,0 1 0 0 0,0-1 0 0 0,0 1 0 0 0,0-1 0 0 0,0 1 0 0 0,-1-1 0 0 0,0 1 0 0 0,0-1 0 0 0,0 1 0 0 0,0-1 0 0 0,0 1 0 0 0,-1-1 0 0 0,1 1-1 0 0,-1-1 1 0 0,0 0 0 0 0,0 1 0 0 0,0-1 0 0 0,-1 0 0 0 0,1 1 0 0 0,-1-1 0 0 0,0 0 0 0 0,0 0 0 0 0,-4 4 0 0 0,-5 8 149 0 0,-2 0 0 0 0,0-1 1 0 0,-24 20-1 0 0,29-27-61 0 0,-121 99 2225 0 0,128-105-2261 0 0,0 1 0 0 0,-1-1 0 0 0,1 0 0 0 0,0 0 0 0 0,0 0 0 0 0,0 1 0 0 0,0-1 0 0 0,0 0 0 0 0,0 1 0 0 0,0-1 0 0 0,0 1 0 0 0,0 2 0 0 0,1-4-38 0 0,0 1-1 0 0,0-1 1 0 0,0 1-1 0 0,0-1 1 0 0,0 0-1 0 0,0 1 1 0 0,0-1 0 0 0,0 1-1 0 0,0-1 1 0 0,0 1-1 0 0,0-1 1 0 0,0 1-1 0 0,0-1 1 0 0,1 1-1 0 0,-1-1 1 0 0,0 1 0 0 0,0-1-1 0 0,1 0 1 0 0,-1 1-1 0 0,0-1 1 0 0,1 1-1 0 0,-1-1 1 0 0,0 0-1 0 0,1 1 1 0 0,-1-1 0 0 0,0 0-1 0 0,1 1 1 0 0,2 0 8 0 0,0 0 0 0 0,0 0 0 0 0,0 0 0 0 0,0 0 0 0 0,0 0 0 0 0,0 0 0 0 0,1-1 0 0 0,-1 0 0 0 0,0 0 0 0 0,0 0 0 0 0,4 0 0 0 0,34-3-477 0 0,0-2-1 0 0,45-12 1 0 0,22-15-5540 0 0,-83 22 4000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3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5985 0 0,'1'-16'293'0'0,"5"-2"5100"0"0,9 6-165 0 0,2 5-5231 0 0,-11 4 115 0 0,0 1 0 0 0,1 1 0 0 0,-1-1 0 0 0,1 1 0 0 0,-1 0 0 0 0,1 1 0 0 0,0 0 0 0 0,-1 0 0 0 0,1 0 0 0 0,0 0 0 0 0,-1 1 0 0 0,9 2 0 0 0,-12-2-90 0 0,-1 0 0 0 0,1 0 1 0 0,-1 0-1 0 0,0 0 0 0 0,1 0 0 0 0,-1 0 1 0 0,0 0-1 0 0,1 1 0 0 0,-1-1 0 0 0,0 1 1 0 0,0 0-1 0 0,0 0 0 0 0,-1-1 1 0 0,1 1-1 0 0,0 0 0 0 0,-1 1 0 0 0,1-1 1 0 0,-1 0-1 0 0,0 0 0 0 0,1 1 0 0 0,-1-1 1 0 0,0 0-1 0 0,0 1 0 0 0,-1-1 1 0 0,1 1-1 0 0,-1 0 0 0 0,1-1 0 0 0,-1 1 1 0 0,0-1-1 0 0,0 1 0 0 0,0 0 0 0 0,0 4 1 0 0,-1 1 66 0 0,-1 1 0 0 0,0-1 1 0 0,0 1-1 0 0,-1-1 0 0 0,0 0 1 0 0,0 0-1 0 0,-1 0 0 0 0,0 0 1 0 0,0 0-1 0 0,-1-1 0 0 0,-7 10 1 0 0,-6 3 273 0 0,-1 0 0 0 0,-28 22 0 0 0,21-19 426 0 0,25-23-760 0 0,1 1-1 0 0,0-1 1 0 0,-1 0 0 0 0,1 0 0 0 0,0 0 0 0 0,-1 0 0 0 0,1 1 0 0 0,0-1-1 0 0,0 0 1 0 0,-1 0 0 0 0,1 0 0 0 0,0 1 0 0 0,0-1 0 0 0,-1 0 0 0 0,1 0 0 0 0,0 1-1 0 0,0-1 1 0 0,0 0 0 0 0,-1 1 0 0 0,1-1 0 0 0,0 0 0 0 0,0 1 0 0 0,0-1-1 0 0,0 0 1 0 0,0 1 0 0 0,0-1 0 0 0,0 0 0 0 0,0 1 0 0 0,0-1 0 0 0,0 0 0 0 0,0 1-1 0 0,0-1 1 0 0,0 0 0 0 0,0 1 0 0 0,0-1 0 0 0,0 0 0 0 0,0 1 0 0 0,0-1-1 0 0,0 0 1 0 0,1 1 0 0 0,-1-1 0 0 0,0 0 0 0 0,0 1 0 0 0,0-1 0 0 0,1 0-1 0 0,-1 0 1 0 0,0 1 0 0 0,1-1 0 0 0,23 5 224 0 0,36-8-678 0 0,-59 3 440 0 0,6-1-244 0 0,80-6-395 0 0,-28 7-6270 0 0,-28 1 197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4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7 125 17308 0 0,'-1'-1'127'0'0,"0"0"0"0"0,1 0 1 0 0,-1 1-1 0 0,1-1 1 0 0,-1 0-1 0 0,1 0 0 0 0,0 0 1 0 0,-1 0-1 0 0,1 0 0 0 0,0 1 1 0 0,-1-1-1 0 0,1 0 1 0 0,0 0-1 0 0,0 0 0 0 0,0 0 1 0 0,0-1-1 0 0,13-3 1118 0 0,-5 3-959 0 0,253-57 891 0 0,-228 52-1227 0 0,141-24-1345 0 0,-154 29-302 0 0,-3 0-482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4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0 14259 0 0,'-3'2'152'0'0,"0"0"0"0"0,1 0-1 0 0,-1 0 1 0 0,0 0 0 0 0,1 0 0 0 0,0 0-1 0 0,0 1 1 0 0,-1-1 0 0 0,1 1 0 0 0,1 0-1 0 0,-1 0 1 0 0,0 0 0 0 0,-2 5 0 0 0,-12 45 760 0 0,11-34-568 0 0,-5 15 543 0 0,2 1 1 0 0,-6 59-1 0 0,13-74-737 0 0,1 0-1 0 0,1 1 0 0 0,0-1 0 0 0,1 1 0 0 0,2-1 0 0 0,6 23 0 0 0,19 79-3114 0 0,-25-108 1572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4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20 12443 0 0,'-4'4'167'0'0,"1"0"0"0"0,-1 1 0 0 0,1 0 0 0 0,-1-1 1 0 0,1 2-1 0 0,1-1 0 0 0,-1 0 0 0 0,1 0 0 0 0,0 1 0 0 0,-2 9 1 0 0,-5 9-27 0 0,-10 20-125 0 0,-20 53-200 0 0,34-84 216 0 0,1 1 1 0 0,1-1-1 0 0,0 1 1 0 0,1 0-1 0 0,0 18 1 0 0,1-30 39 0 0,1 1 1 0 0,0-1 0 0 0,0 1 0 0 0,1-1-1 0 0,-1 0 1 0 0,0 1 0 0 0,1-1-1 0 0,-1 0 1 0 0,1 1 0 0 0,0-1-1 0 0,0 0 1 0 0,0 0 0 0 0,0 0 0 0 0,0 0-1 0 0,0 0 1 0 0,0 0 0 0 0,1 0-1 0 0,-1 0 1 0 0,1 0 0 0 0,0 0-1 0 0,-1-1 1 0 0,1 1 0 0 0,0-1 0 0 0,0 1-1 0 0,0-1 1 0 0,0 0 0 0 0,0 0-1 0 0,0 0 1 0 0,0 0 0 0 0,1 0-1 0 0,-1 0 1 0 0,0 0 0 0 0,0-1 0 0 0,1 1-1 0 0,-1-1 1 0 0,0 0 0 0 0,1 0-1 0 0,-1 0 1 0 0,1 0 0 0 0,3 0-1 0 0,3-1 162 0 0,-1 0-1 0 0,1-1 1 0 0,-1 0-1 0 0,0 0 0 0 0,1-1 1 0 0,-1 0-1 0 0,0 0 0 0 0,0-1 1 0 0,-1 0-1 0 0,8-5 1 0 0,-6 2-57 0 0,0 1 1 0 0,-1-1-1 0 0,0 0 1 0 0,0-1-1 0 0,-1 0 1 0 0,11-14 0 0 0,-15 16-89 0 0,0 1 0 0 0,0-1-1 0 0,0 0 1 0 0,0 0 0 0 0,-1 0 0 0 0,0 0 0 0 0,-1-1 0 0 0,0 1 0 0 0,1 0 0 0 0,-2-1 0 0 0,1 1 0 0 0,-1-10 0 0 0,-1-3 69 0 0,0 0 0 0 0,-2 0 1 0 0,0 0-1 0 0,-1 1 0 0 0,-1-1 1 0 0,0 1-1 0 0,-2 0 0 0 0,0 0 0 0 0,-16-28 1 0 0,16 37-160 0 0,3 10-889 0 0,3 19-1916 0 0,2-1 1095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4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28 12899 0 0,'-4'-2'1152'0'0,"0"-1"3489"0"0,4 2-3057 0 0,0-2-1240 0 0,2 2-248 0 0,2-2-32 0 0,19-4-1344 0 0,-16 3-3985 0 0,0 0-960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5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7370 0 0,'14'2'6876'0'0,"14"8"-4806"0"0,-1-1-1290 0 0,-2-3-171 0 0,19 5 67 0 0,1 2-1 0 0,58 25 1 0 0,-100-36-656 0 0,0-1 0 0 0,0 1 0 0 0,0 0 0 0 0,0 0 0 0 0,0 0 0 0 0,0 0 0 0 0,-1 0 0 0 0,1 0 0 0 0,-1 1 0 0 0,0-1-1 0 0,1 1 1 0 0,-1 0 0 0 0,0 0 0 0 0,-1 0 0 0 0,1 0 0 0 0,0 0 0 0 0,-1 0 0 0 0,0 0 0 0 0,2 5 0 0 0,-2-3 3 0 0,-1-1 0 0 0,0 0 0 0 0,0 0 0 0 0,0 0 1 0 0,0 0-1 0 0,-1 0 0 0 0,0 1 0 0 0,1-1 0 0 0,-2 0 0 0 0,1 0 0 0 0,0 0 1 0 0,-1-1-1 0 0,0 1 0 0 0,1 0 0 0 0,-1-1 0 0 0,-3 5 0 0 0,-7 6 130 0 0,0 1 0 0 0,-1-2 0 0 0,0 0 0 0 0,-1 0 0 0 0,0-1 0 0 0,-28 17 0 0 0,23-17 272 0 0,2 1-1 0 0,0 0 0 0 0,0 2 1 0 0,-21 23-1 0 0,37-37-403 0 0,0 0-1 0 0,0 1 1 0 0,0-1-1 0 0,0 0 1 0 0,0 0 0 0 0,0 1-1 0 0,1-1 1 0 0,-1 1 0 0 0,0-1-1 0 0,1 0 1 0 0,-1 1-1 0 0,1 0 1 0 0,-1-1 0 0 0,1 1-1 0 0,0-1 1 0 0,0 1-1 0 0,-1-1 1 0 0,1 1 0 0 0,0 0-1 0 0,1-1 1 0 0,-1 1-1 0 0,0-1 1 0 0,0 1 0 0 0,1-1-1 0 0,-1 1 1 0 0,0-1-1 0 0,1 1 1 0 0,0-1 0 0 0,1 3-1 0 0,0-2 7 0 0,0 0 0 0 0,0 0-1 0 0,0 0 1 0 0,0 0 0 0 0,0-1-1 0 0,0 1 1 0 0,1-1 0 0 0,-1 0 0 0 0,1 0-1 0 0,-1 0 1 0 0,1 0 0 0 0,-1 0-1 0 0,1 0 1 0 0,0 0 0 0 0,-1-1 0 0 0,6 1-1 0 0,5-1-334 0 0,1 1 1 0 0,-1-2-1 0 0,1 0 0 0 0,-1 0 0 0 0,1-2 0 0 0,-1 1 0 0 0,25-10 0 0 0,-18 4-375 0 0,1-1 0 0 0,-1-1-1 0 0,0 0 1 0 0,18-15-1 0 0,-16 9-1237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5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32 8290 0 0,'-1'-1'108'0'0,"1"0"0"0"0,0 0 0 0 0,0 0 0 0 0,-1 0 0 0 0,1 0 0 0 0,0 0-1 0 0,0-1 1 0 0,0 1 0 0 0,0 0 0 0 0,0 0 0 0 0,0 0 0 0 0,1 0 0 0 0,-1 0 0 0 0,0 0 0 0 0,0 0 0 0 0,1 0 0 0 0,-1 0 0 0 0,1 0 0 0 0,0-1 0 0 0,1 1 355 0 0,-1 0-1 0 0,1 0 1 0 0,0 0 0 0 0,0 1 0 0 0,0-1-1 0 0,0 1 1 0 0,0-1 0 0 0,-1 1 0 0 0,1 0-1 0 0,2-1 1 0 0,-1 1-237 0 0,6-1 27 0 0,1 0 1 0 0,0 0 0 0 0,0 1 0 0 0,0 1-1 0 0,0 0 1 0 0,0 0 0 0 0,0 1-1 0 0,0 0 1 0 0,-1 0 0 0 0,1 1 0 0 0,8 4-1 0 0,-16-6-208 0 0,-1 0 0 0 0,0-1 0 0 0,0 1 0 0 0,0 0-1 0 0,0 0 1 0 0,0-1 0 0 0,0 1 0 0 0,0 0 0 0 0,0 0-1 0 0,0 0 1 0 0,-1 0 0 0 0,1 0 0 0 0,0 0 0 0 0,0 1-1 0 0,-1-1 1 0 0,1 0 0 0 0,-1 0 0 0 0,1 0 0 0 0,-1 1-1 0 0,0-1 1 0 0,1 0 0 0 0,-1 1 0 0 0,0-1 0 0 0,0 2-1 0 0,0-1 16 0 0,-1 1 1 0 0,1-1-1 0 0,-1 0 0 0 0,0 1 0 0 0,1-1 0 0 0,-1 1 0 0 0,0-1 0 0 0,-1 0 0 0 0,1 0 0 0 0,0 1 0 0 0,-3 2 0 0 0,-4 4 59 0 0,-1 0 0 0 0,1 0 1 0 0,-1-1-1 0 0,-11 7 0 0 0,15-12-105 0 0,1 1 1 0 0,-1 0-1 0 0,1 0 1 0 0,-1 0-1 0 0,1 0 1 0 0,1 1-1 0 0,-1-1 1 0 0,-5 9-1 0 0,9-11-10 0 0,-1 0 0 0 0,0 0-1 0 0,1 0 1 0 0,-1 0 0 0 0,1 0 0 0 0,0 0-1 0 0,-1 0 1 0 0,1 0 0 0 0,0 0 0 0 0,0 0-1 0 0,1 0 1 0 0,-1 0 0 0 0,0 0 0 0 0,1 0-1 0 0,-1 0 1 0 0,1-1 0 0 0,-1 1-1 0 0,1 0 1 0 0,0 0 0 0 0,0 0 0 0 0,0 0-1 0 0,0-1 1 0 0,0 1 0 0 0,0-1 0 0 0,1 1-1 0 0,-1 0 1 0 0,0-1 0 0 0,4 3 0 0 0,10 9 67 0 0,1 1 0 0 0,22 13 0 0 0,-24-18 5 0 0,0 0 0 0 0,-1 1-1 0 0,0 1 1 0 0,17 19 0 0 0,-28-28-4 0 0,0 0 0 0 0,0 0 0 0 0,-1 0 0 0 0,1 0 0 0 0,-1 0 0 0 0,1 1 0 0 0,-1-1 0 0 0,0 1 0 0 0,0-1 0 0 0,0 1 0 0 0,0-1 0 0 0,-1 1 0 0 0,1-1 0 0 0,-1 1 0 0 0,1 0 0 0 0,-1-1 0 0 0,0 1 0 0 0,0 0 0 0 0,0-1 0 0 0,0 1 0 0 0,-1 0 0 0 0,1-1 0 0 0,-1 1 0 0 0,1-1 0 0 0,-1 1 0 0 0,0-1 0 0 0,0 1 0 0 0,0-1 0 0 0,-1 1 0 0 0,1-1 0 0 0,0 0 0 0 0,-1 0 0 0 0,1 1 0 0 0,-1-1 0 0 0,0 0 0 0 0,0-1 0 0 0,0 1 0 0 0,0 0 0 0 0,0 0 0 0 0,0-1 0 0 0,0 1 0 0 0,-1-1 0 0 0,1 0 0 0 0,-4 2 0 0 0,-14 7 128 0 0,-1-1 0 0 0,0 0 1 0 0,-28 7-1 0 0,46-15-219 0 0,-25 9-2789 0 0,27-10 2578 0 0,0 1 0 0 0,0 0 0 0 0,0-1 0 0 0,0 1 0 0 0,0 0 0 0 0,1 0 0 0 0,-1 0 1 0 0,0-1-1 0 0,1 1 0 0 0,-1 0 0 0 0,1 0 0 0 0,-1 0 0 0 0,1 0 0 0 0,-1 0 0 0 0,1 0 0 0 0,-1 0 0 0 0,1 0 0 0 0,0 0 0 0 0,0 0 1 0 0,0 0-1 0 0,-1 0 0 0 0,1 0 0 0 0,0 1 0 0 0,0-1 0 0 0,1 1 0 0 0,0 6-7225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6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19 130 13363 0 0,'0'0'125'0'0,"-18"-20"5770"0"0,128 6-2336 0 0,2 0-2992 0 0,-52 4-379 0 0,192-41-1208 0 0,-237 45-766 0 0,-8-2-2920 0 0,-8 2-1437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6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11690 0 0,'-3'1'122'0'0,"0"1"-1"0"0,0-1 1 0 0,0 1-1 0 0,1-1 0 0 0,-1 1 1 0 0,1 0-1 0 0,-1 0 0 0 0,1 0 1 0 0,0 0-1 0 0,0 1 1 0 0,0-1-1 0 0,0 0 0 0 0,0 1 1 0 0,0 0-1 0 0,1-1 0 0 0,-3 6 1 0 0,-2 6 492 0 0,0 1 0 0 0,-4 17-1 0 0,4-10-82 0 0,-8 20 1193 0 0,-17 85 0 0 0,29-113-1481 0 0,1-1 1 0 0,0 1-1 0 0,1 0 1 0 0,0 0 0 0 0,1 0-1 0 0,0-1 1 0 0,1 1-1 0 0,1 0 1 0 0,0-1-1 0 0,9 22 1 0 0,31 59-2531 0 0,-38-84-4924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 12899 0 0,'-2'2'256'0'0,"1"0"1"0"0,0 1 0 0 0,1-1-1 0 0,-1 0 1 0 0,0 1-1 0 0,1-1 1 0 0,-1 0 0 0 0,1 1-1 0 0,0-1 1 0 0,0 1 0 0 0,0-1-1 0 0,0 1 1 0 0,1 2-1 0 0,-1 6 298 0 0,-21 238 2749 0 0,2-44-1488 0 0,20-174-1678 0 0,-1-30-367 0 0,0 1-1 0 0,1 0 1 0 0,-1-1 0 0 0,1 1-1 0 0,-1-1 1 0 0,1 1-1 0 0,-1-1 1 0 0,1 0 0 0 0,0 1-1 0 0,-1-1 1 0 0,1 1 0 0 0,0-1-1 0 0,0 0 1 0 0,0 0-1 0 0,0 0 1 0 0,0 1 0 0 0,2 0-1 0 0,3 1-6464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6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 8754 0 0,'-10'0'384'0'0,"5"-2"88"0"0,-1 2-376 0 0,2 2-96 0 0,3-1 0 0 0,-1 2 1880 0 0,1 0 361 0 0,-1 2 63 0 0,2 2 25 0 0,2 1-2009 0 0,1-1-392 0 0,3 0-88 0 0,1-3-8 0 0,2 2-1200 0 0,-1-5-233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7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46 7834 0 0,'-3'-7'-449'0'0,"2"5"701"0"0,0 1 0 0 0,0-1 0 0 0,1 1 0 0 0,-1-1 0 0 0,1 1 0 0 0,-1-1-1 0 0,1 0 1 0 0,0 1 0 0 0,-1-1 0 0 0,1 0 0 0 0,0-2 0 0 0,1 3 74 0 0,-1 0-1 0 0,1 0 1 0 0,-1 1 0 0 0,1-1 0 0 0,0 0-1 0 0,0 0 1 0 0,-1 1 0 0 0,1-1-1 0 0,0 1 1 0 0,0-1 0 0 0,0 0 0 0 0,0 1-1 0 0,-1 0 1 0 0,1-1 0 0 0,0 1-1 0 0,0-1 1 0 0,0 1 0 0 0,0 0 0 0 0,0 0-1 0 0,0-1 1 0 0,0 1 0 0 0,0 0-1 0 0,2 0 1 0 0,13-2-88 0 0,-1 0 0 0 0,1 1 0 0 0,0 1 0 0 0,0 0-1 0 0,29 5 1 0 0,-36-3-162 0 0,0 0-1 0 0,0 0 0 0 0,0 1 1 0 0,-1 0-1 0 0,0 0 0 0 0,1 1 1 0 0,-1 0-1 0 0,0 0 0 0 0,-1 1 1 0 0,1 0-1 0 0,11 11 0 0 0,-15-13-24 0 0,-1 1 1 0 0,0 0-1 0 0,0-1 0 0 0,0 1 0 0 0,0 1 0 0 0,-1-1 0 0 0,1 0 0 0 0,-1 1 0 0 0,0-1 0 0 0,-1 1 0 0 0,1 0 0 0 0,-1 0 1 0 0,0-1-1 0 0,0 1 0 0 0,0 0 0 0 0,-1 0 0 0 0,1 0 0 0 0,-1 0 0 0 0,0 0 0 0 0,-1 0 0 0 0,1 0 0 0 0,-3 7 0 0 0,0-3 14 0 0,0 1-1 0 0,-1-1 0 0 0,0 0 0 0 0,0-1 0 0 0,-1 1 0 0 0,0-1 0 0 0,0 0 0 0 0,-1 0 1 0 0,0 0-1 0 0,-10 9 0 0 0,-24 21 254 0 0,10-9 559 0 0,-28 33 0 0 0,57-61-856 0 0,1-1-1 0 0,-1 1 0 0 0,1-1 1 0 0,-1 1-1 0 0,1-1 1 0 0,0 1-1 0 0,-1 0 0 0 0,1-1 1 0 0,0 1-1 0 0,-1-1 0 0 0,1 1 1 0 0,0 0-1 0 0,-1-1 1 0 0,1 1-1 0 0,0 0 0 0 0,0-1 1 0 0,0 1-1 0 0,0 0 0 0 0,0 0 1 0 0,0-1-1 0 0,0 1 1 0 0,0 0-1 0 0,0-1 0 0 0,0 1 1 0 0,0 0-1 0 0,0 0 0 0 0,0-1 1 0 0,1 1-1 0 0,-1 0 1 0 0,0-1-1 0 0,1 1 0 0 0,-1-1 1 0 0,0 1-1 0 0,1 0 0 0 0,-1-1 1 0 0,1 1-1 0 0,-1-1 1 0 0,1 1-1 0 0,-1-1 0 0 0,1 1 1 0 0,-1-1-1 0 0,1 1 0 0 0,-1-1 1 0 0,1 0-1 0 0,0 1 1 0 0,-1-1-1 0 0,1 0 0 0 0,0 1 1 0 0,-1-1-1 0 0,1 0 1 0 0,0 0-1 0 0,-1 0 0 0 0,1 0 1 0 0,0 0-1 0 0,-1 1 0 0 0,2-1 1 0 0,3 1-5 0 0,1-1 1 0 0,-1 1 0 0 0,0 0-1 0 0,0-1 1 0 0,1 0-1 0 0,6-1 1 0 0,9-4-102 0 0,1 0 1 0 0,-1-2-1 0 0,0 0 1 0 0,0-1-1 0 0,-1-1 0 0 0,25-16 1 0 0,33-25-2301 0 0,-4-6-3619 0 0,-51 38-344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7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36 2304 0 0,'4'-19'9798'0'0,"5"2"-4184"0"0,-27 42-1696 0 0,-9 23-3515 0 0,12-20-83 0 0,6-12-244 0 0,1 1 0 0 0,0 0 0 0 0,-8 27 0 0 0,14-36-51 0 0,0 0 0 0 0,0 1-1 0 0,1-1 1 0 0,0 0 0 0 0,0 1-1 0 0,1-1 1 0 0,0 0 0 0 0,1 1-1 0 0,0-1 1 0 0,2 9 0 0 0,-3-14 4 0 0,2 0-1 0 0,-1 0 1 0 0,0 0 0 0 0,1-1-1 0 0,-1 1 1 0 0,1-1-1 0 0,0 1 1 0 0,-1-1 0 0 0,1 0-1 0 0,1 0 1 0 0,-1 0 0 0 0,0 0-1 0 0,0 0 1 0 0,1 0 0 0 0,-1 0-1 0 0,1-1 1 0 0,-1 1 0 0 0,1-1-1 0 0,0 0 1 0 0,0 0 0 0 0,-1 0-1 0 0,1 0 1 0 0,0 0 0 0 0,0-1-1 0 0,0 1 1 0 0,0-1 0 0 0,5 0-1 0 0,8 1 77 0 0,0-1-1 0 0,0-1 1 0 0,29-5-1 0 0,-37 5-65 0 0,47-9 92 0 0,0-3 0 0 0,0-2 1 0 0,-1-2-1 0 0,57-27 0 0 0,-106 42-136 0 0,2-1 20 0 0,0 0 1 0 0,0-1-1 0 0,0 1 0 0 0,-1-2 0 0 0,11-7 0 0 0,-16 11-105 0 0,1-1 0 0 0,0 0-1 0 0,-1 0 1 0 0,0 0-1 0 0,0 0 1 0 0,1 0 0 0 0,-1 0-1 0 0,0 0 1 0 0,-1 0-1 0 0,1 0 1 0 0,0 0 0 0 0,-1 0-1 0 0,1-1 1 0 0,-1 1-1 0 0,1 0 1 0 0,-1 0 0 0 0,0-1-1 0 0,0 1 1 0 0,0 0-1 0 0,0-1 1 0 0,-1 1 0 0 0,1 0-1 0 0,-2-4 1 0 0,-15-39-5136 0 0,15 41 4384 0 0,-4-12-5445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8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0 4145 0 0,'-26'26'5058'0'0,"10"-11"-3648"0"0,1 0 0 0 0,0 1-1 0 0,-17 27 1 0 0,8-4-138 0 0,2 2 0 0 0,2 1 0 0 0,2 0 0 0 0,1 2 0 0 0,3 0 0 0 0,-16 75 0 0 0,28-109-1155 0 0,0 0 0 0 0,1 1 0 0 0,0 0 0 0 0,0-1-1 0 0,1 1 1 0 0,0-1 0 0 0,1 1 0 0 0,1-1-1 0 0,-1 1 1 0 0,2-1 0 0 0,-1 1 0 0 0,1-1-1 0 0,1 0 1 0 0,0 0 0 0 0,10 17 0 0 0,-7-11-2422 0 0,-6-13 472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8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35 8754 0 0,'-13'-6'808'0'0,"-35"-14"-137"0"0,44 19 433 0 0,1 1 0 0 0,0-1 0 0 0,-1 0 0 0 0,1 1 0 0 0,-1 0 0 0 0,1 0 0 0 0,-5 0 0 0 0,9 2-422 0 0,9 2-488 0 0,14 1-72 0 0,27-1 403 0 0,1-3 0 0 0,102-12 1 0 0,15 1-346 0 0,-167 9-318 0 0,0 1 0 0 0,0 0 0 0 0,0 0 0 0 0,0 0-1 0 0,-1 0 1 0 0,1 0 0 0 0,0 1 0 0 0,0-1 0 0 0,-1 1 0 0 0,1-1-1 0 0,0 1 1 0 0,0-1 0 0 0,-1 1 0 0 0,1 0 0 0 0,-1 0-1 0 0,1 0 1 0 0,0 0 0 0 0,-1 0 0 0 0,0 0 0 0 0,1 0-1 0 0,-1 0 1 0 0,0 1 0 0 0,1-1 0 0 0,-1 1 0 0 0,1 1 0 0 0,0 5-1541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8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97 16131 0 0,'-12'-8'2193'0'0,"28"12"-209"0"0,6 2-1103 0 0,-3-4-531 0 0,0 0 1 0 0,0-1 0 0 0,1-1 0 0 0,-1 0 0 0 0,0-2 0 0 0,1 0 0 0 0,-1-1 0 0 0,20-6 0 0 0,15-8 148 0 0,76-33 0 0 0,-128 49-511 0 0,42-15-195 0 0,-41 15 185 0 0,0 0 0 0 0,0 0 0 0 0,0 1 0 0 0,0 0 0 0 0,0-1 0 0 0,0 1 0 0 0,0 0 0 0 0,0 0 0 0 0,0 1 0 0 0,0-1 0 0 0,0 0 0 0 0,6 3 0 0 0,-9-3-98 0 0,1 0-1 0 0,-1 0 1 0 0,1 0 0 0 0,-1 1 0 0 0,0-1-1 0 0,1 0 1 0 0,-1 0 0 0 0,1 1 0 0 0,-1-1-1 0 0,0 0 1 0 0,1 1 0 0 0,-1-1-1 0 0,0 0 1 0 0,1 1 0 0 0,-1-1 0 0 0,0 0-1 0 0,0 1 1 0 0,1-1 0 0 0,-1 1 0 0 0,0-1-1 0 0,0 1 1 0 0,3 5-1502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7:00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92 5065 0 0,'-8'-9'189'0'0,"6"6"-155"0"0,0 1 0 0 0,0-1 1 0 0,0 0-1 0 0,0 1 0 0 0,0-1 0 0 0,0 0 0 0 0,1 0 0 0 0,-2-4 0 0 0,3 5 437 0 0,0 1 1 0 0,0-1-1 0 0,0 0 0 0 0,1 1 0 0 0,-1-1 0 0 0,0 0 1 0 0,1 1-1 0 0,-1-1 0 0 0,1 1 0 0 0,0-1 1 0 0,0 1-1 0 0,-1-1 0 0 0,1 1 0 0 0,0-1 0 0 0,0 1 1 0 0,0 0-1 0 0,1-1 0 0 0,-1 1 0 0 0,2-1 1 0 0,0-1-202 0 0,0 1 1 0 0,1 0 0 0 0,-1 0 0 0 0,1 1 0 0 0,-1-1 0 0 0,1 1 0 0 0,0 0 0 0 0,5-1 0 0 0,9-1-574 0 0,-1 1 0 0 0,1 1 1 0 0,19 1-1 0 0,-24 0 1134 0 0,24 1-500 0 0,43 5 1 0 0,-65-4-177 0 0,-1 1-1 0 0,1 0 1 0 0,-1 1 0 0 0,0 1 0 0 0,25 11 0 0 0,-36-15-137 0 0,0 0 1 0 0,-1 1-1 0 0,1-1 0 0 0,-1 1 1 0 0,0 0-1 0 0,1-1 0 0 0,-1 1 1 0 0,0 0-1 0 0,0 0 1 0 0,0 0-1 0 0,-1 1 0 0 0,1-1 1 0 0,2 4-1 0 0,-3-4 0 0 0,-1 0-1 0 0,0 0 1 0 0,1 0-1 0 0,-1 0 1 0 0,0 0-1 0 0,0 0 1 0 0,0 0-1 0 0,-1 1 1 0 0,1-1 0 0 0,0 0-1 0 0,-1 0 1 0 0,1 0-1 0 0,-1 0 1 0 0,0 0-1 0 0,1 0 1 0 0,-1 0-1 0 0,0-1 1 0 0,0 1 0 0 0,-2 2-1 0 0,-15 24 103 0 0,-2-1 0 0 0,-1-1 0 0 0,-1 0-1 0 0,-33 29 1 0 0,2-1 7 0 0,47-47-112 0 0,2-2 42 0 0,-1 0 1 0 0,1-1 0 0 0,-1 1 0 0 0,0-1 0 0 0,0 0-1 0 0,-1 0 1 0 0,-7 4 0 0 0,8-6-10 0 0,3-1 22 0 0,-1-1-1 0 0,1 1 1 0 0,-1 0 0 0 0,1 0-1 0 0,0 0 1 0 0,0 1-1 0 0,0-1 1 0 0,-1 0-1 0 0,1 1 1 0 0,-3 3 0 0 0,3-4-25 0 0,0 1 1 0 0,0-1 0 0 0,0 1 0 0 0,0-1 0 0 0,0 0 0 0 0,-1 0 0 0 0,1 0 0 0 0,-3 1 0 0 0,-14 6 227 0 0,16-7-184 0 0,0 0 1 0 0,0 0-1 0 0,1-1 0 0 0,-1 0 0 0 0,0 1 0 0 0,0-1 0 0 0,-5-1 0 0 0,3 1 109 0 0,5 0-67 0 0,-4 2-78 0 0,0-1-42 0 0,3 0-11 0 0,-1-1 0 0 0,1 0 0 0 0,0 1 0 0 0,-1 0 0 0 0,1-1 0 0 0,0 1 0 0 0,-1 0 0 0 0,1-1 0 0 0,0 1 0 0 0,0 0 0 0 0,0 0 0 0 0,0 0 0 0 0,-1 1 0 0 0,-54 46 176 0 0,55-47-173 0 0,0 0 0 0 0,1-1 1 0 0,-1 1-1 0 0,0-1 0 0 0,1 1 0 0 0,-1 0 1 0 0,1-1-1 0 0,-1 1 0 0 0,1 0 0 0 0,0-1 1 0 0,-1 1-1 0 0,1 0 0 0 0,0 0 0 0 0,-1 0 0 0 0,1-1 1 0 0,0 1-1 0 0,0 0 0 0 0,0 0 0 0 0,-1 0 1 0 0,1 0-1 0 0,0-1 0 0 0,0 1 0 0 0,0 0 1 0 0,1 0-1 0 0,-1 1 0 0 0,1-1 10 0 0,-1 0 0 0 0,1 0 0 0 0,0 0 0 0 0,0 0 0 0 0,-1 0 0 0 0,1 0 0 0 0,0 0 0 0 0,0 0-1 0 0,0 0 1 0 0,0 0 0 0 0,0-1 0 0 0,1 1 0 0 0,-1 0 0 0 0,2 0 0 0 0,7 3 79 0 0,0 0 0 0 0,1-1 0 0 0,14 2 0 0 0,-16-3-69 0 0,31 5 64 0 0,0-1 0 0 0,1-2 0 0 0,0-1 0 0 0,0-3 0 0 0,0-1-1 0 0,0-2 1 0 0,-1-2 0 0 0,58-13 0 0 0,-92 16-44 0 0,-2 1-31 0 0,1 0 1 0 0,-1 0-1 0 0,0-1 1 0 0,1 1-1 0 0,-1-1 0 0 0,0 0 1 0 0,0 0-1 0 0,4-3 1 0 0,-14 0 310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7:02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95 8378 0 0,'-1'-3'264'0'0,"0"0"0"0"0,0-1 0 0 0,1 0 0 0 0,-1 1 0 0 0,1-1 0 0 0,0 1 0 0 0,0-1 0 0 0,0 1 0 0 0,1-1 0 0 0,-1 0 0 0 0,1 1 0 0 0,-1-1 0 0 0,1 1 0 0 0,1 0 0 0 0,-1-1 0 0 0,2-2 0 0 0,-2 3-80 0 0,1 1 0 0 0,-1 0 0 0 0,1 0 0 0 0,0 0 0 0 0,0 0 0 0 0,0 0 0 0 0,0 0 1 0 0,0 0-1 0 0,1 1 0 0 0,-1-1 0 0 0,0 1 0 0 0,1-1 0 0 0,-1 1 0 0 0,1 0 0 0 0,-1 0 0 0 0,1 0 0 0 0,0 1 0 0 0,-1-1 0 0 0,1 0 0 0 0,0 1 1 0 0,4 0-1 0 0,17-1 44 0 0,0 1 0 0 0,0 1 0 0 0,-1 1 0 0 0,1 1 0 0 0,0 1 0 0 0,-1 1 0 0 0,0 1 0 0 0,0 1 0 0 0,-1 2 0 0 0,0 0 0 0 0,0 1 0 0 0,-1 1 0 0 0,28 19 0 0 0,-44-27-204 0 0,0 1-1 0 0,-1 0 1 0 0,1 0-1 0 0,-1 1 1 0 0,0-1-1 0 0,0 1 1 0 0,0 0-1 0 0,0 0 1 0 0,-1 0-1 0 0,0 1 1 0 0,3 5-1 0 0,-5-7-3 0 0,0 0 0 0 0,0 0 0 0 0,0 0 0 0 0,-1 0 0 0 0,1 0 0 0 0,-1 0 0 0 0,0 0 0 0 0,0 0-1 0 0,0 0 1 0 0,-1 0 0 0 0,0 0 0 0 0,1 0 0 0 0,-1-1 0 0 0,0 1 0 0 0,-1 0 0 0 0,1 0 0 0 0,-5 6-1 0 0,-6 12 51 0 0,-1-2-1 0 0,-1 0 0 0 0,-1-1 0 0 0,-1 0 0 0 0,-1-1 0 0 0,-35 30 0 0 0,-126 79 712 0 0,163-118-601 0 0,12-8-56 0 0,0 1 0 0 0,-1 0 0 0 0,1-1 0 0 0,0 2-1 0 0,-1-1 1 0 0,1 0 0 0 0,1 1 0 0 0,-1-1 0 0 0,0 1 0 0 0,-4 5 0 0 0,8-7-98 0 0,-1-1 1 0 0,0 0-1 0 0,0 1 1 0 0,1-1-1 0 0,-1 1 1 0 0,0-1-1 0 0,1 0 1 0 0,-1 1-1 0 0,1-1 1 0 0,-1 0 0 0 0,0 1-1 0 0,1-1 1 0 0,-1 0-1 0 0,1 1 1 0 0,-1-1-1 0 0,1 0 1 0 0,-1 0-1 0 0,1 0 1 0 0,-1 0-1 0 0,1 1 1 0 0,-1-1-1 0 0,1 0 1 0 0,-1 0-1 0 0,1 0 1 0 0,-1 0 0 0 0,1 0-1 0 0,-1 0 1 0 0,1 0-1 0 0,-1 0 1 0 0,1 0-1 0 0,0-1 1 0 0,20 1 31 0 0,71-16 659 0 0,106-31 1 0 0,-140 28-493 0 0,0-2 1 0 0,100-51-1 0 0,-156 71-305 0 0,10-6 298 0 0,-12 7-226 0 0,0 0 1 0 0,0 0 0 0 0,0 0 0 0 0,0-1-1 0 0,0 1 1 0 0,1 0 0 0 0,-1 0 0 0 0,0 0-1 0 0,0 0 1 0 0,0 0 0 0 0,0 0-1 0 0,0 0 1 0 0,0 0 0 0 0,0-1 0 0 0,1 1-1 0 0,-1 0 1 0 0,0 0 0 0 0,0 0 0 0 0,0 0-1 0 0,0 0 1 0 0,0-1 0 0 0,0 1-1 0 0,0 0 1 0 0,0 0 0 0 0,0 0 0 0 0,0 0-1 0 0,0-1 1 0 0,0 1 0 0 0,0 0-1 0 0,0 0 1 0 0,0 0 0 0 0,0 0 0 0 0,0-1-1 0 0,0 1 1 0 0,0 0 0 0 0,0 0 0 0 0,0 0-1 0 0,0 0 1 0 0,0 0 0 0 0,0-1-1 0 0,0 1 1 0 0,-1 0 0 0 0,1 0 0 0 0,0 0-1 0 0,0 0 1 0 0,0 0 0 0 0,0 0 0 0 0,0-1-1 0 0,0 1 1 0 0,0 0 0 0 0,-1 0-1 0 0,1 0 1 0 0,0 0 0 0 0,0 0 0 0 0,-1 0-1 0 0,-1-3-513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40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483 224 7370 0 0,'6'0'938'0'0,"0"0"1"0"0,0 0-1 0 0,0 1 0 0 0,0-1 1 0 0,10 4-1 0 0,-12-4-751 0 0,30 5-98 0 0,1-3 1 0 0,0 0-1 0 0,-1-3 1 0 0,48-5-1 0 0,137-32 507 0 0,-209 36-583 0 0,62-13 376 0 0,91-17 621 0 0,433-33 1496 0 0,-117 30-1762 0 0,-211 22-522 0 0,-79 4-57 0 0,170 1 193 0 0,-119 5-132 0 0,379-6 561 0 0,-127 7-176 0 0,577 20 269 0 0,-874-11-769 0 0,106 0-4 0 0,112-9 18 0 0,-257 2-79 0 0,432 13 210 0 0,-151 12-70 0 0,-336-18-169 0 0,144 9 6 0 0,586 26 130 0 0,-588-36-153 0 0,66 1 0 0 0,185 0 57 0 0,-229-2-34 0 0,542 13 217 0 0,-684-15-271 0 0,137 22 1 0 0,-247-24 67 0 0,-1 2 0 0 0,1-1 0 0 0,-1 2 0 0 0,20 7 1 0 0,-29-9-30 0 0,1 0 0 0 0,-1 0 0 0 0,1 0 0 0 0,-1 0 1 0 0,0 1-1 0 0,0 0 0 0 0,0-1 0 0 0,0 1 0 0 0,0 0 0 0 0,-1 1 1 0 0,1-1-1 0 0,-1 0 0 0 0,0 1 0 0 0,0-1 0 0 0,0 1 1 0 0,0 0-1 0 0,-1-1 0 0 0,2 6 0 0 0,22 63-8 0 0,-16-50 0 0 0,-2 0 0 0 0,11 47 0 0 0,-11-4 68 0 0,-3 117 0 0 0,-3-26 29 0 0,28 412 182 0 0,-29-458-271 0 0,-19 149 0 0 0,2-68 416 0 0,-24 181 208 0 0,-23-4-339 0 0,62-357-287 0 0,-86 540 390 0 0,80-496-378 0 0,-25 319 102 0 0,13-109-48 0 0,-5 79-72 0 0,-5 84 51 0 0,-1 12 22 0 0,-21 401 120 0 0,34-395-187 0 0,3-78 52 0 0,10 330 59 0 0,-8 402-66 0 0,12-1046-48 0 0,21 816-3 0 0,-12-718 0 0 0,-12 706 178 0 0,-7-237-68 0 0,-8 22-114 0 0,-36-2 0 0 0,4-72 119 0 0,-8 81 26 0 0,42-102-145 0 0,17-410-16 0 0,-8 49 29 0 0,5-164 28 0 0,-1 1 0 0 0,-1-1 0 0 0,-1 0 1 0 0,-1 0-1 0 0,-18 39 0 0 0,18-50 6 0 0,-1 0 1 0 0,0-1-1 0 0,-1 0 0 0 0,-1-1 1 0 0,1 0-1 0 0,-22 17 0 0 0,29-25-42 0 0,-6 4 11 0 0,0 0-1 0 0,-1 0 1 0 0,0-1 0 0 0,0 0-1 0 0,0-1 1 0 0,-1 1 0 0 0,-12 2 0 0 0,-75 16 152 0 0,32-9-99 0 0,-43 10-10 0 0,-1-6 0 0 0,-124 6 0 0 0,-143-7-108 0 0,-97 8-22 0 0,-86 19 59 0 0,-33-31-48 0 0,161-32 67 0 0,-185-2-73 0 0,18 24 39 0 0,0-37-39 0 0,-280-28 117 0 0,433 37-30 0 0,159 4-11 0 0,-532-21 1 0 0,-627 36 60 0 0,1357 5-60 0 0,-260-7 108 0 0,237 1-72 0 0,-122-25 0 0 0,185 23-14 0 0,0-3-1 0 0,1-1 1 0 0,-77-34 0 0 0,103 37-16 0 0,0 0 0 0 0,1-2 0 0 0,0-1 0 0 0,1 0 0 0 0,1-2 0 0 0,0 0 0 0 0,1-1 0 0 0,0 0 0 0 0,-26-36 0 0 0,23 22-8 0 0,2-1-1 0 0,-28-63 0 0 0,-17-73-5 0 0,31 79 0 0 0,-3-21 1 0 0,-28-153 0 0 0,36 137 0 0 0,-76-419 134 0 0,102 539-133 0 0,-122-913-48 0 0,87 617 13 0 0,-42-552 156 0 0,136-607-53 0 0,-30 1114-111 0 0,-24-541-1 0 0,-20-299 187 0 0,24 914-144 0 0,10-235 0 0 0,32 3 0 0 0,-29 365 0 0 0,65-532 0 0 0,-33-530 0 0 0,-52 1106 0 0 0,12-479 0 0 0,38 2 0 0 0,-23 184 0 0 0,-19 204 0 0 0,20-297 0 0 0,-23 288 0 0 0,-5 88 0 0 0,25-181 0 0 0,2 85-19 0 0,-13 76 264 0 0,-8 77-200 0 0,28-225-172 0 0,-30 241 96 0 0,2 0 0 0 0,1 1-1 0 0,1 1 1 0 0,2 0 0 0 0,27-53-1 0 0,-35 76-65 0 0,1 0 0 0 0,0 0-1 0 0,0 1 1 0 0,1 0 0 0 0,0-1 0 0 0,6-5-1 0 0,10-3-9824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47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98 4609 0 0,'-5'-17'1983'0'0,"1"-1"-1"0"0,1 0 1 0 0,0-26 974 0 0,4 56-13 0 0,13 50-2056 0 0,-3 0 0 0 0,5 88-1 0 0,-4 250-145 0 0,-15-349-686 0 0,1-32 23 0 0,1 0 0 0 0,2 20 0 0 0,-1-38-98 0 0,0 0 0 0 0,1 0-1 0 0,-1 0 1 0 0,0 0-1 0 0,0 0 1 0 0,1 0 0 0 0,-1 0-1 0 0,1 0 1 0 0,-1 0 0 0 0,1 0-1 0 0,-1 0 1 0 0,1 0 0 0 0,0 0-1 0 0,-1 0 1 0 0,1 0-1 0 0,1 1 1 0 0,-2-2-73 0 0,1 0-1 0 0,-1 0 1 0 0,1 0-1 0 0,-1 1 1 0 0,0-1 0 0 0,1 0-1 0 0,-1 0 1 0 0,1 0-1 0 0,-1 0 1 0 0,1 0 0 0 0,-1 0-1 0 0,0 0 1 0 0,1 0 0 0 0,-1-1-1 0 0,1 1 1 0 0,-1 0-1 0 0,1 0 1 0 0,-1 0 0 0 0,0 0-1 0 0,1 0 1 0 0,-1-1-1 0 0,1 1 1 0 0,-1 0 0 0 0,0 0-1 0 0,1-1 1 0 0,-1 1-1 0 0,0 0 1 0 0,1-1 0 0 0,-1 1-1 0 0,0 0 1 0 0,0-1-1 0 0,1 1 1 0 0,-1 0 0 0 0,0-1-1 0 0,0 1 1 0 0,0-1-1 0 0,1 1 1 0 0,-1 0 0 0 0,0-1-1 0 0,0 1 1 0 0,0-1-1 0 0,0 0 1 0 0,3-8-5728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48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 5065 0 0,'0'-1'60'0'0,"0"1"0"0"0,0 0 0 0 0,0 0 0 0 0,0 0 0 0 0,0 0 0 0 0,0 0 0 0 0,0-1 0 0 0,0 1 0 0 0,0 0 0 0 0,0 0 0 0 0,0 0 0 0 0,0 0 0 0 0,0 0 0 0 0,0 0 0 0 0,-1-1 0 0 0,1 1 0 0 0,0 0 0 0 0,0 0 0 0 0,0 0 0 0 0,0 0 1 0 0,0 0-1 0 0,0 0 0 0 0,-1 0 0 0 0,1 0 0 0 0,0 0 0 0 0,0 0 0 0 0,0 0 0 0 0,0 0 0 0 0,0-1 0 0 0,0 1 0 0 0,-1 0 0 0 0,1 0 0 0 0,0 0 0 0 0,0 0 0 0 0,0 0 0 0 0,0 0 0 0 0,-1 0 0 0 0,1 0 0 0 0,0 1 0 0 0,0-1 0 0 0,0 0 0 0 0,0 0 0 0 0,0 0 0 0 0,0 0 0 0 0,-1 0 0 0 0,-3 7 2059 0 0,4-6-1587 0 0,-1 3-223 0 0,0 37 1011 0 0,1 0 0 0 0,9 66 0 0 0,-4-61-877 0 0,-5-44-387 0 0,7 105 2061 0 0,-7-107-2093 0 0,0 1 0 0 0,0-1 0 0 0,0 0 0 0 0,0 0 0 0 0,0 0-1 0 0,0 1 1 0 0,0-1 0 0 0,0 0 0 0 0,0 0 0 0 0,0 0 0 0 0,0 1-1 0 0,0-1 1 0 0,0 0 0 0 0,0 0 0 0 0,0 1 0 0 0,0-1 0 0 0,0 0-1 0 0,0 0 1 0 0,0 0 0 0 0,-1 0 0 0 0,1 1 0 0 0,0-1 0 0 0,0 0 0 0 0,0 0-1 0 0,0 0 1 0 0,0 0 0 0 0,-1 1 0 0 0,1-1 0 0 0,0 0 0 0 0,0 0-1 0 0,0 0 1 0 0,0 0 0 0 0,-1 0 0 0 0,1 0 0 0 0,0 0 0 0 0,0 1-1 0 0,-8-6 566 0 0,7 4-622 0 0,0 0-1 0 0,0 0 0 0 0,0 0 0 0 0,0 0 1 0 0,0-1-1 0 0,0 1 0 0 0,0 0 0 0 0,1-1 1 0 0,-1 1-1 0 0,0-1 0 0 0,1 1 0 0 0,-1-2 1 0 0,4-29-7266 0 0,-2 24 4973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0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0 987 5961 0 0,'0'0'534'0'0,"1"1"-301"0"0,-1-1 1 0 0,0 1 0 0 0,0-1 0 0 0,1 1-1 0 0,-1-1 1 0 0,0 1 0 0 0,1-1-1 0 0,-1 1 1 0 0,0-1 0 0 0,1 0-1 0 0,-1 1 1 0 0,1-1 0 0 0,-1 0 0 0 0,1 1-1 0 0,-1-1 1 0 0,1 0 0 0 0,-1 0-1 0 0,1 1 1 0 0,-1-1 0 0 0,2 0-1 0 0,4 1 224 0 0,1 0-1 0 0,0-1 0 0 0,0 0 0 0 0,0 0 0 0 0,13-3 0 0 0,5 1-247 0 0,0 1-1 0 0,27 2 1 0 0,29 0 0 0 0,-65-2-123 0 0,0 2-1 0 0,24 4 1 0 0,4-1-42 0 0,13 0 393 0 0,0-2-1 0 0,0-3 1 0 0,69-11-1 0 0,-82 5-216 0 0,0 2-1 0 0,89 0 1 0 0,-100 7-165 0 0,17 1 59 0 0,62-3 1 0 0,75-16 5 0 0,-52 9 112 0 0,-117 7-156 0 0,-14-1-24 0 0,0 1 0 0 0,0-1 1 0 0,0 1-1 0 0,0 0 1 0 0,0 1-1 0 0,0-1 1 0 0,0 1-1 0 0,0-1 1 0 0,-1 1-1 0 0,1 1 1 0 0,0-1-1 0 0,6 3 0 0 0,-10-4-31 0 0,12 7 68 0 0,-11-7-85 0 0,-1 0 1 0 0,0 0 0 0 0,0 1 0 0 0,0-1 0 0 0,1 0 0 0 0,-1 0 0 0 0,0 0-1 0 0,0 0 1 0 0,0 0 0 0 0,1 0 0 0 0,-1 0 0 0 0,0 0 0 0 0,0 0-1 0 0,0 0 1 0 0,1 0 0 0 0,-1 0 0 0 0,0 0 0 0 0,0 0 0 0 0,0 0-1 0 0,1 0 1 0 0,-1 0 0 0 0,0 0 0 0 0,0 0 0 0 0,0 0 0 0 0,1-1-1 0 0,-1 1 1 0 0,0 0 0 0 0,0 0 0 0 0,0 0 0 0 0,0 0 0 0 0,1 0 0 0 0,-1 0-1 0 0,0-1 1 0 0,0 1 0 0 0,0 0 0 0 0,0 0 0 0 0,0 0 0 0 0,0 0-1 0 0,1-1 1 0 0,-1 1 0 0 0,0 0 0 0 0,0 0 0 0 0,0 0 0 0 0,0 0-1 0 0,0-1 1 0 0,0 1 0 0 0,0 0 0 0 0,0 0 0 0 0,0-1 0 0 0,0 1-1 0 0,0 0 1 0 0,0 0 0 0 0,0 0 0 0 0,0-1 0 0 0,0 1 0 0 0,0 0 0 0 0,0 0-1 0 0,0-1 1 0 0,-7-128 123 0 0,2 79-131 0 0,4 25 0 0 0,-2 0-1 0 0,0 0 1 0 0,-2 0-1 0 0,-1 1 1 0 0,-13-36-1 0 0,16 50 0 0 0,0 1 0 0 0,1-1 0 0 0,0 0-1 0 0,1 0 1 0 0,0 0 0 0 0,1 0 0 0 0,0-1 0 0 0,1-11-1 0 0,0-6-10 0 0,4-36 27 0 0,-3 45 2 0 0,-1 1 0 0 0,-1-28-1 0 0,0 23-29 0 0,2-29 1 0 0,-1 28-2 0 0,-1-29 1 0 0,-5 9 16 0 0,-1-29-64 0 0,7 62 30 0 0,0 10 27 0 0,-1 0 1 0 0,0-1-1 0 0,0 1 1 0 0,0 0-1 0 0,0 0 0 0 0,0 0 1 0 0,0 0-1 0 0,0 0 1 0 0,0 0-1 0 0,0 0 1 0 0,-1-1-1 0 0,1 1 0 0 0,0 0 1 0 0,-1 0-1 0 0,1 0 1 0 0,0 0-1 0 0,-1 0 1 0 0,0 0-1 0 0,1 0 0 0 0,-1 0 1 0 0,1 1-1 0 0,-1-1 1 0 0,-1-1-1 0 0,-1-1 2 0 0,-1 1-1 0 0,0-1 0 0 0,0 1 1 0 0,0 0-1 0 0,0 0 1 0 0,0 1-1 0 0,0-1 1 0 0,0 1-1 0 0,-1 0 0 0 0,1 0 1 0 0,0 0-1 0 0,-1 0 1 0 0,-8 1-1 0 0,-9 0-50 0 0,-30 3 0 0 0,50-3 54 0 0,-42 3 99 0 0,21-2-83 0 0,0 1 0 0 0,0 1-1 0 0,-42 11 1 0 0,63-13 1 0 0,0 0-1 0 0,0-1 0 0 0,1 1 1 0 0,-1 0-1 0 0,0 1 1 0 0,1-1-1 0 0,-1 0 1 0 0,1 0-1 0 0,-1 1 0 0 0,-2 2 1 0 0,4-4-29 0 0,0 0 1 0 0,0 1-1 0 0,0-1 0 0 0,0 0 1 0 0,-1 0-1 0 0,1 0 1 0 0,0 1-1 0 0,0-1 0 0 0,0 0 1 0 0,0 1-1 0 0,0-1 0 0 0,0 0 1 0 0,0 0-1 0 0,0 1 1 0 0,0-1-1 0 0,0 0 0 0 0,0 0 1 0 0,0 1-1 0 0,0-1 1 0 0,0 0-1 0 0,0 1 0 0 0,0-1 1 0 0,0 0-1 0 0,0 0 0 0 0,0 1 1 0 0,0-1-1 0 0,0 0 1 0 0,1 1-1 0 0,12 2-2074 0 0,-12-3 1081 0 0,0-1-31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1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62 3225 0 0,'0'-2'151'0'0,"-1"1"-1"0"0,1-1 1 0 0,0 1 0 0 0,0-1 0 0 0,-1 1 0 0 0,1-1 0 0 0,-1 1 0 0 0,1 0 0 0 0,-1-1-1 0 0,0 1 1 0 0,1 0 0 0 0,-1-1 0 0 0,0 1 0 0 0,0 0 0 0 0,0 0 0 0 0,0 0 0 0 0,0 0-1 0 0,0 0 1 0 0,0 0 0 0 0,0 0 0 0 0,-1 0 0 0 0,1 0 0 0 0,0 0 0 0 0,-1 1-1 0 0,1-1 1 0 0,0 0 0 0 0,-1 1 0 0 0,1 0 0 0 0,-1-1 0 0 0,1 1 0 0 0,-1 0 0 0 0,1-1-1 0 0,-1 1 1 0 0,1 0 0 0 0,-1 0 0 0 0,1 0 0 0 0,-1 0 0 0 0,1 1 0 0 0,-1-1 0 0 0,1 0-1 0 0,0 1 1 0 0,-1-1 0 0 0,1 1 0 0 0,-1-1 0 0 0,1 1 0 0 0,0-1 0 0 0,-1 1 0 0 0,1 0-1 0 0,0 0 1 0 0,0 0 0 0 0,0 0 0 0 0,-1 0 0 0 0,0 1 0 0 0,0 1-10 0 0,1 0 1 0 0,-1 1 0 0 0,1-1-1 0 0,0 0 1 0 0,0 1 0 0 0,0-1-1 0 0,0 1 1 0 0,0-1-1 0 0,1 1 1 0 0,0-1 0 0 0,-1 1-1 0 0,1-1 1 0 0,1 1 0 0 0,-1-1-1 0 0,0 1 1 0 0,2 5-1 0 0,-2-8-113 0 0,1 0 0 0 0,-1 1-1 0 0,0-1 1 0 0,1 0 0 0 0,-1 1-1 0 0,1-1 1 0 0,-1 0-1 0 0,1 1 1 0 0,0-1 0 0 0,0 0-1 0 0,-1 0 1 0 0,1 0 0 0 0,0 0-1 0 0,0 0 1 0 0,0 0 0 0 0,0 0-1 0 0,0 0 1 0 0,0 0-1 0 0,1 0 1 0 0,-1 0 0 0 0,0-1-1 0 0,0 1 1 0 0,1-1 0 0 0,-1 1-1 0 0,0-1 1 0 0,1 1-1 0 0,-1-1 1 0 0,0 1 0 0 0,1-1-1 0 0,-1 0 1 0 0,0 0 0 0 0,1 0-1 0 0,-1 0 1 0 0,1 0 0 0 0,-1 0-1 0 0,0 0 1 0 0,1-1-1 0 0,-1 1 1 0 0,1 0 0 0 0,-1-1-1 0 0,0 1 1 0 0,1-1 0 0 0,1 0-1 0 0,0-1 61 0 0,0 1 0 0 0,0-1 0 0 0,0 0 0 0 0,0 0 0 0 0,0 0 0 0 0,0 0 0 0 0,0-1-1 0 0,-1 1 1 0 0,1-1 0 0 0,-1 1 0 0 0,0-1 0 0 0,1 0 0 0 0,-1 0 0 0 0,-1 0 0 0 0,1 0 0 0 0,0 0 0 0 0,-1 0 0 0 0,0-1-1 0 0,1 1 1 0 0,-1-1 0 0 0,1-5 0 0 0,-2 7-42 0 0,0 0 1 0 0,0-1-1 0 0,0 1 0 0 0,0-1 0 0 0,-1 1 0 0 0,1 0 0 0 0,-1-1 0 0 0,1 1 1 0 0,-1 0-1 0 0,0 0 0 0 0,0-1 0 0 0,0 1 0 0 0,0 0 0 0 0,0 0 0 0 0,0 0 1 0 0,-1 0-1 0 0,1 0 0 0 0,-1 0 0 0 0,1 1 0 0 0,-1-1 0 0 0,0 0 0 0 0,0 1 1 0 0,0-1-1 0 0,0 1 0 0 0,0 0 0 0 0,0-1 0 0 0,0 1 0 0 0,0 0 0 0 0,0 0 1 0 0,0 1-1 0 0,-1-1 0 0 0,-3-1 0 0 0,1 1 20 0 0,0 0 0 0 0,0 1 0 0 0,0-1 1 0 0,0 1-1 0 0,0 0 0 0 0,0 0 0 0 0,0 0 0 0 0,0 1 0 0 0,0 0 0 0 0,-5 1 1 0 0,-28 10-2778 0 0,33-10 1413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1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436 400 5065 0 0,'0'0'389'0'0,"5"-2"2989"0"0,-7-2 457 0 0,-88-88 1921 0 0,52 57-4645 0 0,-54-55 125 0 0,69 64-1146 0 0,-58-59 7 0 0,71 76-63 0 0,0 1 1 0 0,0 0-1 0 0,-1 0 0 0 0,0 1 0 0 0,-1 0 0 0 0,-19-8 1 0 0,30 15-45 0 0,1-1 1 0 0,-1 1 0 0 0,1 0 0 0 0,-1-1 0 0 0,1 1 0 0 0,-1 0 0 0 0,1 0-1 0 0,-1-1 1 0 0,0 1 0 0 0,1 0 0 0 0,-1 0 0 0 0,1 0 0 0 0,-1 0 0 0 0,0 0 0 0 0,1-1-1 0 0,-1 1 1 0 0,1 0 0 0 0,-1 1 0 0 0,0-1 0 0 0,1 0 0 0 0,-1 0 0 0 0,1 0-1 0 0,-1 0 1 0 0,1 0 0 0 0,-1 1 0 0 0,0-1 0 0 0,1 0 0 0 0,-1 0 0 0 0,1 1 0 0 0,-1-1-1 0 0,1 0 1 0 0,-1 1 0 0 0,0 0 0 0 0,3 19-2535 0 0,1-7-283 0 0,-2-9 1779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2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1320 17 6537 0 0,'2'10'4838'0'0,"-9"-8"-1046"0"0,1-2-4596 0 0,-2 0 1057 0 0,0 0 1 0 0,0-1-1 0 0,0 0 1 0 0,0 0-1 0 0,0 0 1 0 0,0-1-1 0 0,-13-6 0 0 0,12 5-78 0 0,0 0-1 0 0,-1 1 0 0 0,-16-3 1 0 0,-16 4 199 0 0,-51 5 0 0 0,23 0-6 0 0,-75-4 0 0 0,115 0-223 0 0,-1 2 0 0 0,0 0 1 0 0,-37 9-1 0 0,1 0 106 0 0,-165 15 453 0 0,-39-1-429 0 0,189-23 10 0 0,66-3-2706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3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47 6193 0 0,'-3'2'234'0'0,"1"0"0"0"0,0 0 0 0 0,-1 1 0 0 0,1-1 0 0 0,0 0 0 0 0,0 1 0 0 0,1-1 0 0 0,-1 1 0 0 0,0 0 0 0 0,1 0 0 0 0,0-1-1 0 0,0 1 1 0 0,-2 6 0 0 0,0 1 240 0 0,0 1-1 0 0,-2 18 1 0 0,4-26-414 0 0,1-1 0 0 0,0 0 0 0 0,-1 0 0 0 0,1 0 0 0 0,0 1 0 0 0,0-1 0 0 0,1 0 0 0 0,-1 0 0 0 0,0 0 0 0 0,1 0 0 0 0,0 0 0 0 0,-1 1 0 0 0,1-1 0 0 0,0 0 0 0 0,0 0 0 0 0,0 0 0 0 0,0-1 0 0 0,0 1 0 0 0,1 0 0 0 0,-1 0 0 0 0,0-1 0 0 0,1 1 0 0 0,0-1 0 0 0,-1 1 0 0 0,1-1 0 0 0,0 1 0 0 0,1 0 0 0 0,0-1-3 0 0,0 0 1 0 0,0 0-1 0 0,0 0 0 0 0,1 0 1 0 0,-1-1-1 0 0,0 0 0 0 0,0 1 0 0 0,0-1 1 0 0,1 0-1 0 0,-1-1 0 0 0,0 1 1 0 0,0 0-1 0 0,0-1 0 0 0,0 0 0 0 0,0 0 1 0 0,0 0-1 0 0,0 0 0 0 0,4-2 1 0 0,0 0 104 0 0,0 0 0 0 0,-1-1 1 0 0,1 0-1 0 0,-1 0 0 0 0,0-1 1 0 0,0 0-1 0 0,0 0 0 0 0,0 0 1 0 0,8-12-1 0 0,-12 15-65 0 0,-1-1-1 0 0,1 1 1 0 0,-1-1 0 0 0,1 1-1 0 0,-1-1 1 0 0,0 0 0 0 0,0 0-1 0 0,0 1 1 0 0,-1-1-1 0 0,1 0 1 0 0,-1 0 0 0 0,1 0-1 0 0,-1 0 1 0 0,0 0 0 0 0,0 1-1 0 0,0-1 1 0 0,0 0 0 0 0,-1 0-1 0 0,1 0 1 0 0,-1 0 0 0 0,0 0-1 0 0,0 1 1 0 0,0-1 0 0 0,0 0-1 0 0,0 1 1 0 0,0-1 0 0 0,-1 1-1 0 0,-2-4 1 0 0,1 2 65 0 0,-1-1 1 0 0,0 1-1 0 0,0 0 0 0 0,-1 0 1 0 0,1 1-1 0 0,-1-1 0 0 0,0 1 1 0 0,0 0-1 0 0,0 1 0 0 0,0-1 1 0 0,-1 1-1 0 0,1 0 0 0 0,-1 0 1 0 0,-6-1-1 0 0,7 1-94 0 0,0 1 1 0 0,0 1-1 0 0,0-1 0 0 0,0 1 1 0 0,0 0-1 0 0,1 0 0 0 0,-1 0 1 0 0,0 1-1 0 0,0-1 0 0 0,0 1 1 0 0,0 0-1 0 0,1 1 0 0 0,-1-1 0 0 0,0 1 1 0 0,1 0-1 0 0,-1 0 0 0 0,-4 4 1 0 0,8-5-134 0 0,0 0 0 0 0,-1 0-1 0 0,1 0 1 0 0,0 0 0 0 0,0 1 0 0 0,0-1 0 0 0,0 0 0 0 0,0 1 0 0 0,0-1 0 0 0,0 1 0 0 0,0-1 0 0 0,1 1 0 0 0,-1 0 0 0 0,0-1 0 0 0,1 1 0 0 0,0-1 0 0 0,-1 1 0 0 0,1 0 0 0 0,0 3 0 0 0,3 20-5189 0 0,-1-15 3007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3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449 670 1840 0 0,'-6'-7'7600'0'0,"-4"-12"-5724"0"0,7 11-815 0 0,-1-1-554 0 0,0 0 0 0 0,0-1 0 0 0,-3-15 0 0 0,4 15-111 0 0,0 0-1 0 0,0 0 1 0 0,-9-17-1 0 0,-89-135 3368 0 0,36 60-2750 0 0,25 29-858 0 0,31 54-97 0 0,0 0 0 0 0,-2 1 0 0 0,0 0 0 0 0,-1 1 0 0 0,0 0 0 0 0,-30-29 1 0 0,37 43-66 0 0,0-1 1 0 0,0 1 0 0 0,0 0 0 0 0,-1 0-1 0 0,1 1 1 0 0,-1-1 0 0 0,0 1-1 0 0,-7-1 1 0 0,-4-2-23 0 0,16 3-216 0 0,-3 1 220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4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8754 0 0,'-1'-3'1328'0'0,"8"1"-114"0"0,10 0 201 0 0,330-31 3822 0 0,-315 28-4833 0 0,-16 2-6 0 0,30-1 0 0 0,-46 4-394 0 0,0 0 1 0 0,0 0-1 0 0,1 0 0 0 0,-1 0 1 0 0,0 0-1 0 0,0-1 0 0 0,0 1 1 0 0,1 0-1 0 0,-1 0 0 0 0,0 0 0 0 0,0 0 1 0 0,0 0-1 0 0,1 0 0 0 0,-1 0 1 0 0,0 0-1 0 0,0 0 0 0 0,1 0 1 0 0,-1 0-1 0 0,0 0 0 0 0,0 0 0 0 0,0 1 1 0 0,1-1-1 0 0,-1 0 0 0 0,0 0 1 0 0,0 0-1 0 0,0 0 0 0 0,1 0 1 0 0,-1 0-1 0 0,0 0 0 0 0,0 1 1 0 0,0-1-1 0 0,0 0 0 0 0,1 0 0 0 0,-1 0 1 0 0,0 0-1 0 0,0 1 0 0 0,0-1 1 0 0,0 0-1 0 0,0 0 0 0 0,0 0 1 0 0,0 0-1 0 0,0 1 0 0 0,1-1 1 0 0,-1 0-1 0 0,0 0 0 0 0,0 1 0 0 0,-10 7-501 0 0,-16 6-841 0 0,25-13 1285 0 0,-36 13-5841 0 0,20-9 3704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5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10 5985 0 0,'-1'-1'211'0'0,"1"0"0"0"0,-1 1 0 0 0,0-1 0 0 0,1 0 0 0 0,-1 1-1 0 0,0-1 1 0 0,1 1 0 0 0,-1-1 0 0 0,0 1 0 0 0,0-1 0 0 0,0 1 0 0 0,1-1 0 0 0,-1 1-1 0 0,0 0 1 0 0,0-1 0 0 0,0 1 0 0 0,0 0 0 0 0,0 0 0 0 0,0 0 0 0 0,0 0-1 0 0,1 0 1 0 0,-1 0 0 0 0,0 0 0 0 0,0 0 0 0 0,0 0 0 0 0,0 0 0 0 0,0 0-1 0 0,0 0 1 0 0,0 1 0 0 0,0-1 0 0 0,1 0 0 0 0,-1 1 0 0 0,-2 0 0 0 0,-6 13 386 0 0,4 2-101 0 0,1 0 0 0 0,0 1 0 0 0,1-1 0 0 0,1 0 1 0 0,0 28-1 0 0,8 85 269 0 0,0-47-422 0 0,-3-34-130 0 0,0-10-137 0 0,-2 0 1 0 0,-1 0 0 0 0,-2-1 0 0 0,-10 56-1 0 0,9-83-53 0 0,0 0-1 0 0,-1 0 1 0 0,0 0-1 0 0,0 0 1 0 0,-1-1-1 0 0,-1 1 1 0 0,1-1-1 0 0,-11 11 1 0 0,16-20-32 0 0,0 1 1 0 0,0-1-1 0 0,0 0 0 0 0,0 0 1 0 0,0 0-1 0 0,0 0 0 0 0,0 0 1 0 0,0 0-1 0 0,0 1 0 0 0,0-1 1 0 0,0 0-1 0 0,0 0 1 0 0,0 0-1 0 0,0 0 0 0 0,0 0 1 0 0,-1 0-1 0 0,1 0 0 0 0,0 1 1 0 0,0-1-1 0 0,0 0 0 0 0,0 0 1 0 0,0 0-1 0 0,0 0 0 0 0,-1 0 1 0 0,1 0-1 0 0,0 0 0 0 0,0 0 1 0 0,0 0-1 0 0,0 0 0 0 0,0 0 1 0 0,0 0-1 0 0,-1 0 1 0 0,1 0-1 0 0,0 0 0 0 0,0 0 1 0 0,0 0-1 0 0,0 0 0 0 0,0 0 1 0 0,-1 0-1 0 0,1 0 0 0 0,0 0 1 0 0,0 0-1 0 0,0 0 0 0 0,0 0 1 0 0,0 0-1 0 0,0 0 0 0 0,-1 0 1 0 0,1 0-1 0 0,0 0 0 0 0,0 0 1 0 0,0-1-1 0 0,0 1 1 0 0,0 0-1 0 0,0 0 0 0 0,0 0 1 0 0,0 0-1 0 0,-1 0 0 0 0,1 0 1 0 0,0 0-1 0 0,0-1 0 0 0,0 1 1 0 0,0 0-1 0 0,0 0 0 0 0,0 0 1 0 0,0 0-1 0 0,0-1 0 0 0,0 1 117 0 0,26 2 95 0 0,1-1-1 0 0,0-2 1 0 0,47-6-1 0 0,-29 3 4 0 0,53-6-9 0 0,139-6 204 0 0,250 30 249 0 0,-432-12-394 0 0,71-6 0 0 0,163-8 193 0 0,-263 10-369 0 0,0-1 1 0 0,0-1-1 0 0,35-9 1 0 0,7-2 29 0 0,-7 12-14 0 0,-36 6 179 0 0,-7-1-78 0 0,-25-1-633 0 0,0 0 0 0 0,0 0 0 0 0,1 0 0 0 0,-1 1 0 0 0,1-1 0 0 0,-1 2 0 0 0,1-1 0 0 0,-12 7 0 0 0,8-4-921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7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14 6449 0 0,'-1'-1'162'0'0,"1"0"-1"0"0,-1 0 0 0 0,1 0 1 0 0,-1 0-1 0 0,0 1 0 0 0,1-1 1 0 0,-1 0-1 0 0,0 1 0 0 0,0-1 1 0 0,1 0-1 0 0,-1 1 0 0 0,0-1 1 0 0,0 1-1 0 0,0-1 0 0 0,0 1 1 0 0,1 0-1 0 0,-1-1 0 0 0,0 1 1 0 0,0 0-1 0 0,0-1 0 0 0,0 1 1 0 0,0 0-1 0 0,0 0 0 0 0,-1 0 1 0 0,1 1-31 0 0,0-1 0 0 0,0 1 0 0 0,0 0 1 0 0,0 0-1 0 0,0 0 0 0 0,0 0 0 0 0,0 0 0 0 0,1 0 1 0 0,-1 0-1 0 0,0 0 0 0 0,1 0 0 0 0,-1 0 0 0 0,1 0 1 0 0,-1 1-1 0 0,1-1 0 0 0,-1 0 0 0 0,1 0 0 0 0,0 1 1 0 0,0 1-1 0 0,-17 105 1570 0 0,3-10-1026 0 0,3-46-317 0 0,-46 260 1117 0 0,55-295-1892 0 0,-8 56 614 0 0,-4-29-5401 0 0,12-39 89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7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7834 0 0,'-2'15'5468'0'0,"3"11"-5096"0"0,14 42 1368 0 0,46 126 1 0 0,-55-178-1492 0 0,25 61 597 0 0,9 26-251 0 0,-36-90-549 0 0,-1 0 0 0 0,0 0 1 0 0,-1 1-1 0 0,0-1 1 0 0,-1 1-1 0 0,-1 13 0 0 0,0-21-108 0 0,-1 0-1 0 0,0 1 0 0 0,-1-1 1 0 0,1 0-1 0 0,-1 0 0 0 0,-4 9 1 0 0,5-12-253 0 0,-1 0 1 0 0,0-1 0 0 0,1 1-1 0 0,-1 0 1 0 0,0-1 0 0 0,0 1-1 0 0,0-1 1 0 0,-1 0 0 0 0,-2 3-1 0 0,-4 0-5390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7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29 7370 0 0,'-7'-8'926'0'0,"7"8"-762"0"0,0 0-1 0 0,-1 0 0 0 0,1-1 0 0 0,-1 1 0 0 0,1 0 0 0 0,0-1 0 0 0,-1 1 0 0 0,1 0 0 0 0,-1-1 0 0 0,1 1 0 0 0,0-1 0 0 0,0 1 0 0 0,-1 0 1 0 0,1-1-1 0 0,0 1 0 0 0,0-1 0 0 0,0 1 0 0 0,-1-1 0 0 0,1 1 0 0 0,0-1 0 0 0,0 1 0 0 0,0-1 0 0 0,0 1 0 0 0,0-1 0 0 0,0 1 0 0 0,0-1 1 0 0,0 1-1 0 0,0-1 0 0 0,0 1 0 0 0,0-1 0 0 0,0 1 0 0 0,0-1 0 0 0,1 1 0 0 0,-1-1 0 0 0,1 0-8 0 0,0 0-1 0 0,0 1 1 0 0,0-1 0 0 0,0 1-1 0 0,0-1 1 0 0,1 1-1 0 0,-1-1 1 0 0,0 1-1 0 0,0 0 1 0 0,0-1 0 0 0,1 1-1 0 0,-1 0 1 0 0,2 0-1 0 0,38 2 872 0 0,2 2 3 0 0,1-2 1 0 0,60-5-1 0 0,-102 3-1436 0 0,14-1 1863 0 0,-11 2-2542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8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 10594 0 0,'0'0'34'0'0,"0"0"-1"0"0,0 0 1 0 0,0 0-1 0 0,0 0 1 0 0,0 0-1 0 0,-1-1 1 0 0,1 1 0 0 0,0 0-1 0 0,0 0 1 0 0,0 0-1 0 0,0 0 1 0 0,-1 0-1 0 0,1 0 1 0 0,0 0-1 0 0,0 0 1 0 0,0 0-1 0 0,0 0 1 0 0,-1 0-1 0 0,1 0 1 0 0,0 0-1 0 0,0 0 1 0 0,0 0 0 0 0,0 0-1 0 0,0 0 1 0 0,-1 0-1 0 0,1 0 1 0 0,0 0-1 0 0,0 0 1 0 0,0 0-1 0 0,0 0 1 0 0,-1 1-1 0 0,1-1 1 0 0,0 0-1 0 0,0 0 1 0 0,0 0 0 0 0,0 0-1 0 0,0 0 1 0 0,0 0-1 0 0,-1 0 1 0 0,1 1-1 0 0,0-1 1 0 0,0 0-1 0 0,0 0 1 0 0,-2 12 652 0 0,4 20-301 0 0,-1-23-123 0 0,3 94 1059 0 0,-2-45-412 0 0,2 0 0 0 0,15 72 1 0 0,-17-117-1054 0 0,0 0 0 0 0,-1 0 0 0 0,0 15 0 0 0,-2-24-482 0 0,-2-2-21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8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6 9674 0 0,'1'0'68'0'0,"-1"0"1"0"0,0 0-1 0 0,0 0 0 0 0,0 0 0 0 0,0 0 1 0 0,0 0-1 0 0,0 0 0 0 0,0 0 0 0 0,0 0 1 0 0,1-1-1 0 0,-1 1 0 0 0,0 0 0 0 0,0 0 0 0 0,0 0 1 0 0,0 0-1 0 0,0 0 0 0 0,0 0 0 0 0,0 0 1 0 0,0 0-1 0 0,0 0 0 0 0,1 0 0 0 0,-1 0 1 0 0,0 0-1 0 0,0-1 0 0 0,0 1 0 0 0,0 0 1 0 0,0 0-1 0 0,0 0 0 0 0,0 0 0 0 0,0 0 1 0 0,0 0-1 0 0,0 0 0 0 0,0 0 0 0 0,0-1 1 0 0,0 1-1 0 0,0 0 0 0 0,0 0 0 0 0,0 0 1 0 0,0 0-1 0 0,0 0 0 0 0,0 0 0 0 0,0 0 1 0 0,0-1-1 0 0,0 1 0 0 0,0 0 0 0 0,0 0 1 0 0,0 0-1 0 0,0 0 0 0 0,0 0 0 0 0,0 0 1 0 0,0 0-1 0 0,-1 0 0 0 0,1-1 0 0 0,0 1 0 0 0,0 0 1 0 0,0 0-1 0 0,0 0 0 0 0,0 0 0 0 0,0 0 1 0 0,8 2 2718 0 0,-3-1-2379 0 0,55 14 1285 0 0,-33-9-1016 0 0,0 1 0 0 0,28 11 0 0 0,-47-15-577 0 0,-1 0 1 0 0,0 1 0 0 0,0 0 0 0 0,0 0-1 0 0,0 1 1 0 0,0 0 0 0 0,-1 0 0 0 0,0 1-1 0 0,0-1 1 0 0,-1 1 0 0 0,9 11 0 0 0,-13-14-90 0 0,0 0 1 0 0,0-1 0 0 0,0 1 0 0 0,0 0 0 0 0,0-1-1 0 0,-1 1 1 0 0,1 0 0 0 0,-1 0 0 0 0,0 0 0 0 0,1 0-1 0 0,-2 0 1 0 0,1-1 0 0 0,0 1 0 0 0,0 0 0 0 0,-1 0-1 0 0,0 0 1 0 0,1-1 0 0 0,-1 1 0 0 0,0 0-1 0 0,-1-1 1 0 0,1 1 0 0 0,0 0 0 0 0,-1-1 0 0 0,-3 5-1 0 0,-3 5 25 0 0,-2 1-1 0 0,0-2 0 0 0,-13 13 0 0 0,23-24-34 0 0,-21 20-13 0 0,-1-1 1 0 0,-1-1-1 0 0,-1-1 1 0 0,0-1-1 0 0,-1-1 0 0 0,-1-1 1 0 0,0-1-1 0 0,-29 9 1 0 0,55-22 9 0 0,-1 0 1 0 0,1 0 0 0 0,0 0-1 0 0,0 0 1 0 0,-1 0 0 0 0,1 0 0 0 0,0 0-1 0 0,-1 0 1 0 0,1 0 0 0 0,0 1-1 0 0,0-1 1 0 0,-1 0 0 0 0,1 0-1 0 0,0 0 1 0 0,0 1 0 0 0,-1-1-1 0 0,1 0 1 0 0,0 0 0 0 0,0 0-1 0 0,0 1 1 0 0,-1-1 0 0 0,1 0-1 0 0,0 1 1 0 0,0-1 0 0 0,0 0-1 0 0,0 0 1 0 0,0 1 0 0 0,0-1-1 0 0,-1 0 1 0 0,1 1 0 0 0,0 0 0 0 0,8 6-99 0 0,19 7-102 0 0,-22-12 180 0 0,75 30-51 0 0,101 27 0 0 0,-149-50 168 0 0,0 1 0 0 0,0 1 0 0 0,-1 2-1 0 0,30 18 1 0 0,-59-30-60 0 0,0 0 0 0 0,0 0 0 0 0,-1 0 0 0 0,1 0 0 0 0,-1 0 0 0 0,1 0 0 0 0,-1 1 0 0 0,0-1 0 0 0,1 1 0 0 0,-1-1 0 0 0,0 1 0 0 0,0-1 0 0 0,0 1 0 0 0,0 0 0 0 0,0 0 0 0 0,0-1 0 0 0,-1 1 0 0 0,2 3 0 0 0,-2-3 5 0 0,0-1 0 0 0,0 1 1 0 0,0 0-1 0 0,-1-1 0 0 0,1 1 1 0 0,0 0-1 0 0,-1-1 0 0 0,1 1 1 0 0,-1 0-1 0 0,0-1 0 0 0,1 1 1 0 0,-1-1-1 0 0,0 1 0 0 0,0-1 1 0 0,0 1-1 0 0,0-1 0 0 0,-1 1 1 0 0,-4 4 113 0 0,1-1 1 0 0,-1 0 0 0 0,0-1 0 0 0,0 1 0 0 0,-1-1 0 0 0,0 0 0 0 0,-13 5 0 0 0,-6 1 52 0 0,-1-1 1 0 0,0-2-1 0 0,0 0 0 0 0,-1-2 0 0 0,0-1 0 0 0,1-2 0 0 0,-1 0 1 0 0,-41-3-1 0 0,62 0-203 0 0,1 0 0 0 0,-1-1 0 0 0,0 1 0 0 0,1-1 1 0 0,-1-1-1 0 0,1 1 0 0 0,0-1 0 0 0,0 0 0 0 0,-10-6 1 0 0,-9-14-3389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11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25 111 5905 0 0,'-2'-8'590'0'0,"1"-1"1"0"0,0 0-1 0 0,1 0 0 0 0,0 0 0 0 0,0 0 0 0 0,1 0 0 0 0,0 0 0 0 0,0 1 0 0 0,5-17 1 0 0,-5 19 2290 0 0,-7 10-720 0 0,-3 8-1336 0 0,6-3-718 0 0,1-1 0 0 0,0 0 0 0 0,0 1 0 0 0,1-1 0 0 0,0 1 0 0 0,0-1 0 0 0,1 12 0 0 0,-1 8 47 0 0,-2 50-131 0 0,3 1-1 0 0,4-1 1 0 0,24 134 0 0 0,-21-176 384 0 0,-4-26-421 0 0,-1 0 1 0 0,0 0 0 0 0,0 0-1 0 0,-1 0 1 0 0,-1 0 0 0 0,0 0-1 0 0,-1 13 1 0 0,-1-14-2669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12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8034 0 0,'0'0'73'0'0,"0"0"1"0"0,0 0 0 0 0,0 0 0 0 0,0 0 0 0 0,-1 0-1 0 0,1 0 1 0 0,0 0 0 0 0,0 0 0 0 0,0 0-1 0 0,-1 0 1 0 0,1 0 0 0 0,0 0 0 0 0,0 0 0 0 0,0 0-1 0 0,-1 0 1 0 0,1 0 0 0 0,0 0 0 0 0,0 0-1 0 0,0 0 1 0 0,-1 0 0 0 0,1 0 0 0 0,0 0 0 0 0,0 0-1 0 0,0 0 1 0 0,0 1 0 0 0,-1-1 0 0 0,1 0-1 0 0,0 0 1 0 0,0 0 0 0 0,0 0 0 0 0,0 0 0 0 0,0 0-1 0 0,-1 1 1 0 0,1-1 0 0 0,0 0 0 0 0,0 0-1 0 0,0 0 1 0 0,0 0 0 0 0,0 1 0 0 0,0-1 0 0 0,0 0-1 0 0,0 0 1 0 0,0 0 0 0 0,0 1 0 0 0,0-1-1 0 0,-2 16 1535 0 0,6 17-139 0 0,6 5-566 0 0,-6-25-533 0 0,-1 0 0 0 0,0 0 0 0 0,-1 0 0 0 0,0 0 0 0 0,-1 0 0 0 0,-1 23 0 0 0,-9 2 1030 0 0,3-23-3595 0 0,3-5-2582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1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1563 6449 0 0,'-5'-4'5739'0'0,"16"8"-1479"0"0,-5-2-4977 0 0,34 4 1710 0 0,1-2-1 0 0,57-2 1 0 0,-78-2-810 0 0,38 0-169 0 0,9 1 43 0 0,87-11 0 0 0,38-7 311 0 0,-12 1-21 0 0,-109 11 80 0 0,-47 4-384 0 0,0 0-1 0 0,0-2 1 0 0,24-6-1 0 0,-29 5 32 0 0,1 1 1 0 0,0 1-1 0 0,-1 0 0 0 0,25 2 0 0 0,-35 1 165 0 0,-10 0 265 0 0,0-1-456 0 0,0-1 1 0 0,-1 1-1 0 0,1 0 1 0 0,0 0-1 0 0,0-1 1 0 0,0 1-1 0 0,0-1 1 0 0,0 1-1 0 0,0-1 0 0 0,0 0 1 0 0,0 1-1 0 0,0-1 1 0 0,0 0-1 0 0,-1-1 1 0 0,-1-1-46 0 0,1 0 0 0 0,0 0 0 0 0,0-1 0 0 0,0 1 0 0 0,0 0-1 0 0,0-1 1 0 0,1 1 0 0 0,0-1 0 0 0,-1 0 0 0 0,1 1 0 0 0,1-1 0 0 0,-1 0 0 0 0,0-6 0 0 0,0-8 42 0 0,3-30 0 0 0,-1 15 8 0 0,-2-1-176 0 0,-10-54 0 0 0,0 5 213 0 0,6 37-157 0 0,2 20 64 0 0,1 1 0 0 0,2-50 0 0 0,7-91-154 0 0,-2 24 34 0 0,-3 40 59 0 0,-2 62 48 0 0,1-7-49 0 0,0 17-21 0 0,-4-40-1 0 0,3-17-257 0 0,-2 24 303 0 0,0 35-13 0 0,2 1 0 0 0,3-41 0 0 0,-2 64 46 0 0,-1 0-1 0 0,-1 0 0 0 0,1 0 0 0 0,-1 1 0 0 0,1-1 0 0 0,-1 0 0 0 0,-3-6 1 0 0,3 7 0 0 0,0 0 1 0 0,0-1-1 0 0,0 1 1 0 0,0 0-1 0 0,1 0 1 0 0,0 0 0 0 0,-1 0-1 0 0,1 0 1 0 0,0-1-1 0 0,0 1 1 0 0,1-6-1 0 0,0 9 7 0 0,-1-1 0 0 0,0 1 0 0 0,0-1 0 0 0,0 1 0 0 0,0-1-1 0 0,0 1 1 0 0,0-1 0 0 0,0 1 0 0 0,0-1 0 0 0,0 1 0 0 0,0-1-1 0 0,0 1 1 0 0,0-1 0 0 0,-1 1 0 0 0,1-1 0 0 0,0 1 0 0 0,0-1 0 0 0,0 1-1 0 0,-1 0 1 0 0,1-1 0 0 0,0 1 0 0 0,0-1 0 0 0,-1 1 0 0 0,1 0-1 0 0,0-1 1 0 0,-1 1 0 0 0,1 0 0 0 0,-1-1 0 0 0,1 1 0 0 0,0 0-1 0 0,-1-1 1 0 0,1 1 0 0 0,-1 0 0 0 0,1 0 0 0 0,-1 0 0 0 0,1 0-1 0 0,-1-1 1 0 0,1 1 0 0 0,-1 0 0 0 0,1 0 0 0 0,-1 0 0 0 0,1 0-1 0 0,-1 0 1 0 0,0 0 0 0 0,-28 0-74 0 0,23 0 66 0 0,-56 3 131 0 0,-89 16 1 0 0,134-16-120 0 0,-5 1 10 0 0,-1-1 0 0 0,1-2 0 0 0,-1 0 0 0 0,-23-2-1 0 0,16-1 57 0 0,-57 3 0 0 0,26 0-14 0 0,-78-5 161 0 0,109 6-248 0 0,30-2 32 0 0,-3-3-48 0 0,-3-3 37 0 0,-7-4 5 0 0,12 10 6 0 0,1 0 0 0 0,-1 0 0 0 0,1 1 0 0 0,-1-1 0 0 0,1 0 0 0 0,-1 0 0 0 0,1 0 0 0 0,-1 1 0 0 0,1-1 0 0 0,-1 0 0 0 0,1 1 0 0 0,0-1 0 0 0,-1 0 0 0 0,1 1 0 0 0,0-1 0 0 0,-1 0 0 0 0,1 1 0 0 0,0-1 0 0 0,-1 1 0 0 0,1-1 0 0 0,0 1 0 0 0,0-1 0 0 0,0 1 0 0 0,-1-1 0 0 0,1 1 0 0 0,0-1 0 0 0,0 1 0 0 0,0-1 0 0 0,0 1 1 0 0,0-1-1 0 0,0 1 0 0 0,0 0 0 0 0,-1 5-11 0 0,0 0 0 0 0,1 1 0 0 0,-1-1 0 0 0,1 1 1 0 0,2 11-1 0 0,-1-7 4 0 0,5 59-7 0 0,3 94-36 0 0,-6-86 50 0 0,15 95 0 0 0,-10-129 0 0 0,-4-19 0 0 0,-1 0 0 0 0,1 27 0 0 0,-3-41-395 0 0,1 14-1901 0 0,-2-25 2228 0 0,0 0 0 0 0,1 0 0 0 0,-1 1 1 0 0,0-1-1 0 0,0 0 0 0 0,0 1 1 0 0,0-1-1 0 0,0 0 0 0 0,0 0 0 0 0,0 1 1 0 0,0-1-1 0 0,-1 0 0 0 0,1 1 1 0 0,0-1-1 0 0,0 0 0 0 0,0 0 0 0 0,0 1 1 0 0,0-1-1 0 0,0 0 0 0 0,0 0 0 0 0,-1 1 1 0 0,1-1-1 0 0,0 0 0 0 0,0 0 1 0 0,0 0-1 0 0,0 1 0 0 0,-1-1 0 0 0,1 0 1 0 0,0 0-1 0 0,0 0 0 0 0,-1 0 1 0 0,1 0-1 0 0,0 1 0 0 0,0-1 0 0 0,-1 0 1 0 0,1 0-1 0 0,0 0 0 0 0,0 0 0 0 0,-1 0 1 0 0,1 0-1 0 0,0 0 0 0 0,-1 0 1 0 0,1 0-1 0 0,0 0 0 0 0,0 0 0 0 0,-1 0 1 0 0,1 0-1 0 0,0 0 0 0 0,0 0 1 0 0,-1 0-1 0 0,1 0 0 0 0,0 0 0 0 0,-1 0 1 0 0,1-1-1 0 0,0 1 0 0 0,0 0 1 0 0,-1 0-1 0 0,-4-3-6196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17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1507 1289 1840 0 0,'-2'0'-579'0'0,"-21"-1"3026"0"0,22 1-2303 0 0,1 0 1 0 0,-1 0-1 0 0,1 1 1 0 0,-1-1-1 0 0,1 0 1 0 0,0 0-1 0 0,-1 0 1 0 0,1 0-1 0 0,-1 1 1 0 0,1-1-1 0 0,0 0 1 0 0,-1 0-1 0 0,1 1 1 0 0,0-1-1 0 0,-1 0 1 0 0,1 1-1 0 0,0-1 1 0 0,0 0-1 0 0,-1 1 1 0 0,1-1-1 0 0,0 0 1 0 0,0 1-1 0 0,-1-1 1 0 0,1 0-1 0 0,0 1 1 0 0,0-1-1 0 0,0 1 1 0 0,0-1-1 0 0,0 1 1 0 0,0-1-1 0 0,0 0 1 0 0,-1 1-1 0 0,1-1 1 0 0,0 1-1 0 0,1-1 1 0 0,-1 1-1 0 0,0-1 1 0 0,0 1 0 0 0,0-1-1 0 0,0 0 1 0 0,0 1-1 0 0,0-1 1 0 0,0 1-1 0 0,1-1 1 0 0,-1 0-1 0 0,0 1 1 0 0,0-1-1 0 0,1 0 1 0 0,-1 1-1 0 0,0-1-123 0 0,1 1-1 0 0,-1-1 1 0 0,0 0-1 0 0,0 0 1 0 0,0 0 0 0 0,0 0-1 0 0,0 0 1 0 0,0 0-1 0 0,0 0 1 0 0,0 0-1 0 0,0 0 1 0 0,0 1 0 0 0,0-1-1 0 0,1 0 1 0 0,-1 0-1 0 0,0 0 1 0 0,0 0 0 0 0,0 0-1 0 0,0 0 1 0 0,0 0-1 0 0,0 0 1 0 0,0 0 0 0 0,0 0-1 0 0,1 0 1 0 0,-1 0-1 0 0,0 0 1 0 0,0 0-1 0 0,0 0 1 0 0,0 0 0 0 0,0 0-1 0 0,0 0 1 0 0,1 0-1 0 0,-1 0 1 0 0,0 0 0 0 0,0 0-1 0 0,0 0 1 0 0,0 0-1 0 0,0 0 1 0 0,0 0-1 0 0,0 0 1 0 0,0 0 0 0 0,1-1-1 0 0,-1 1 1 0 0,0 0-1 0 0,0 0 1 0 0,0 0 0 0 0,0 0-1 0 0,0 0 1 0 0,0 0-1 0 0,0 0 1 0 0,6-9 1128 0 0,2-9 306 0 0,-6 7-1138 0 0,0 1-1 0 0,-1-1 0 0 0,-1 1 1 0 0,0-1-1 0 0,-1 0 1 0 0,-3-18-1 0 0,-19-67 243 0 0,0 1-32 0 0,14 35-140 0 0,-21-71 1 0 0,-1-5-66 0 0,25 110-74 0 0,-1-30 0 0 0,-3-10 315 0 0,4 27-426 0 0,-4-18-52 0 0,7 45-41 0 0,-5-18-195 0 0,8 29 151 0 0,0 0 0 0 0,-1 0 0 0 0,1 0 0 0 0,-1 0 0 0 0,1 0 0 0 0,0 1 0 0 0,-1-1 0 0 0,0 0 0 0 0,1 0 0 0 0,-1 1 0 0 0,0-1 0 0 0,1 0 0 0 0,-1 1 0 0 0,0-1 0 0 0,0 0 0 0 0,1 1 0 0 0,-1-1 0 0 0,0 1 0 0 0,0 0 0 0 0,0-1 0 0 0,0 1 0 0 0,0 0 0 0 0,0-1 0 0 0,0 1 0 0 0,-1 0 0 0 0,2 0 189 0 0,-4 0-237 0 0,-99 29 149 0 0,61-16-90 0 0,34-11-11 0 0,0-1 0 0 0,-1 1 0 0 0,-11-1 0 0 0,14-1 0 0 0,-1 0 0 0 0,1 0 0 0 0,-1 1 0 0 0,1 0 0 0 0,0 1 0 0 0,0-1 0 0 0,-8 4 0 0 0,20-3-36 0 0,0-1 0 0 0,-1 0 0 0 0,1 0 0 0 0,0-1-1 0 0,0 1 1 0 0,11-2 0 0 0,-5-1-18 0 0,-6 2 56 0 0,1 0 0 0 0,-1-1-1 0 0,0 0 1 0 0,0-1-1 0 0,0 1 1 0 0,0-1 0 0 0,0-1-1 0 0,-1 1 1 0 0,9-5 0 0 0,-14 7 3 0 0,0-1 1 0 0,0 1-1 0 0,0 0 1 0 0,0-1-1 0 0,0 1 1 0 0,0 0 0 0 0,0-1-1 0 0,0 1 1 0 0,0 0-1 0 0,-1-1 1 0 0,1 1-1 0 0,0 0 1 0 0,0-1-1 0 0,0 1 1 0 0,0 0 0 0 0,0 0-1 0 0,-1-1 1 0 0,1 1-1 0 0,0 0 1 0 0,0 0-1 0 0,-1-1 1 0 0,1 1-1 0 0,0 0 1 0 0,0 0 0 0 0,-1-1-1 0 0,1 1 1 0 0,0 0-1 0 0,-1 0 1 0 0,1 0-1 0 0,0 0 1 0 0,-1 0-1 0 0,1-1 1 0 0,0 1 0 0 0,-1 0-1 0 0,1 0 1 0 0,0 0-1 0 0,-1 0 1 0 0,1 0-1 0 0,0 0 1 0 0,-1 0-1 0 0,-12-3 50 0 0,5 1-31 0 0,0 2-1 0 0,-1-1 1 0 0,1 1-1 0 0,0 0 1 0 0,-1 0-1 0 0,1 1 1 0 0,0 1-1 0 0,-1-1 1 0 0,1 1-1 0 0,-10 4 1 0 0,-20 3-3 0 0,-30 6 153 0 0,44-8-150 0 0,0-2 0 0 0,-1-1 0 0 0,-35 2 0 0 0,-4-6 283 0 0,62 0-305 0 0,1-1 1 0 0,-1 1-1 0 0,1 0 1 0 0,0-1-1 0 0,0 0 1 0 0,-1 1-1 0 0,1-1 1 0 0,0 0-1 0 0,0 1 1 0 0,0-1-1 0 0,0 0 1 0 0,0 0-1 0 0,-1 0 1 0 0,2 0-1 0 0,-1 0 1 0 0,-1-1 0 0 0,-1-2 2 0 0,2 4-4 0 0,-1-1 0 0 0,1 0 1 0 0,0 1-1 0 0,-1-1 1 0 0,1 0-1 0 0,0 1 1 0 0,-1 0-1 0 0,1-1 0 0 0,-1 1 1 0 0,1 0-1 0 0,-1 0 1 0 0,1-1-1 0 0,0 1 1 0 0,-1 0-1 0 0,1 1 1 0 0,-1-1-1 0 0,1 0 0 0 0,-1 0 1 0 0,1 1-1 0 0,-1-1 1 0 0,1 0-1 0 0,0 1 1 0 0,-2 0-1 0 0,-1 1 11 0 0,1-1-1 0 0,0 1 1 0 0,0 0 0 0 0,0-1-1 0 0,0 1 1 0 0,0 0 0 0 0,-5 5 0 0 0,6-4-26 0 0,0 0 0 0 0,0 1 1 0 0,1-1-1 0 0,-1 0 1 0 0,0 1-1 0 0,1-1 1 0 0,0 1-1 0 0,0 0 0 0 0,0-1 1 0 0,0 1-1 0 0,0 5 1 0 0,1-6 6 0 0,0-1 0 0 0,0 1 0 0 0,0 0 0 0 0,0-1 1 0 0,0 1-1 0 0,0 0 0 0 0,1-1 0 0 0,0 1 0 0 0,-1-1 1 0 0,1 1-1 0 0,0-1 0 0 0,0 1 0 0 0,0-1 0 0 0,0 0 1 0 0,1 1-1 0 0,-1-1 0 0 0,3 3 0 0 0,-3-4 9 0 0,1 0 0 0 0,0 0 0 0 0,0-1 0 0 0,-1 1 1 0 0,1 0-1 0 0,0-1 0 0 0,0 1 0 0 0,0-1 0 0 0,0 1 0 0 0,0-1 0 0 0,0 0 0 0 0,0 0 0 0 0,0 0 0 0 0,0 0 0 0 0,0 0 0 0 0,0 0 0 0 0,0-1 1 0 0,0 1-1 0 0,-1-1 0 0 0,1 1 0 0 0,0-1 0 0 0,0 0 0 0 0,0 0 0 0 0,1-1 0 0 0,6-2 51 0 0,0 0 0 0 0,-1-1 0 0 0,12-8 0 0 0,-15 10-36 0 0,-1-1 0 0 0,0 1-1 0 0,1-1 1 0 0,-2 0-1 0 0,1 0 1 0 0,0 0 0 0 0,3-7-1 0 0,-6 10-9 0 0,0-1-1 0 0,0 1 0 0 0,-1-1 1 0 0,1 0-1 0 0,-1 1 0 0 0,1-1 1 0 0,-1 0-1 0 0,0 0 0 0 0,1 0 1 0 0,-1 1-1 0 0,0-1 0 0 0,0 0 1 0 0,0 0-1 0 0,-1 1 0 0 0,1-1 1 0 0,0 0-1 0 0,-1 0 0 0 0,1 1 1 0 0,-1-1-1 0 0,1 0 0 0 0,-1 1 1 0 0,0-1-1 0 0,0 0 0 0 0,0 1 1 0 0,0-1-1 0 0,-1-1 0 0 0,-1 0 1 0 0,0-1-1 0 0,1 1 1 0 0,-2 0-1 0 0,1 0 1 0 0,0 1 0 0 0,0-1-1 0 0,-1 1 1 0 0,0 0-1 0 0,1-1 1 0 0,-1 1-1 0 0,0 1 1 0 0,0-1-1 0 0,0 1 1 0 0,0-1-1 0 0,0 1 1 0 0,-1 1-1 0 0,1-1 1 0 0,0 0-1 0 0,-7 1 1 0 0,4 0 1 0 0,0 0-1 0 0,0 1 1 0 0,0 0-1 0 0,1 0 1 0 0,-1 1-1 0 0,0 0 1 0 0,1 0-1 0 0,-1 0 1 0 0,1 1 0 0 0,0 0-1 0 0,-10 6 1 0 0,8 1-1189 0 0,8-10 1139 0 0,0 0-1 0 0,0-1 0 0 0,0 1 0 0 0,0 0 0 0 0,0 0 0 0 0,0 0 0 0 0,0 0 0 0 0,0 0 0 0 0,1 0 1 0 0,-1 0-1 0 0,0 0 0 0 0,0 0 0 0 0,0 0 0 0 0,0 0 0 0 0,0 1 0 0 0,0-1 0 0 0,0 0 1 0 0,0 0-1 0 0,0 0 0 0 0,0 0 0 0 0,0 0 0 0 0,0 0 0 0 0,0 0 0 0 0,1 0 0 0 0,-1 0 0 0 0,0 0 1 0 0,0 0-1 0 0,0 0 0 0 0,0 0 0 0 0,0 0 0 0 0,0 0 0 0 0,0 0 249 0 0,0-3-165 0 0,0-1 1 0 0,-1 1 0 0 0,1-1 0 0 0,-1 1 0 0 0,0-1 0 0 0,0 1 0 0 0,0 0 0 0 0,-1 0-1 0 0,1-1 1 0 0,-1 1 0 0 0,0 0 0 0 0,0 0 0 0 0,0 0 0 0 0,0 1 0 0 0,0-1 0 0 0,0 0-1 0 0,-4-2 1 0 0,-5-4 123 0 0,-1 0-1 0 0,0 1 0 0 0,-13-7 0 0 0,-4-3 11 0 0,-178-107 619 0 0,81 52-130 0 0,84 46-429 0 0,22 13-156 0 0,-34-18 0 0 0,49 30-54 0 0,-1-1 0 0 0,1 0 0 0 0,0 0 0 0 0,0 0-1 0 0,1-1 1 0 0,-1 1 0 0 0,-6-8 0 0 0,9 9 254 0 0,-5-4-552 0 0,7 6 258 0 0,0 0 1 0 0,0 0-1 0 0,0 0 0 0 0,0 0 0 0 0,0 0 0 0 0,0 0 1 0 0,0 0-1 0 0,0 0 0 0 0,0 0 0 0 0,0 0 1 0 0,1 0-1 0 0,-1 0 0 0 0,0 0 0 0 0,0 0 0 0 0,0 0 1 0 0,0 0-1 0 0,0 0 0 0 0,0 0 0 0 0,0 0 1 0 0,0 0-1 0 0,0 0 0 0 0,0 0 0 0 0,0-1 0 0 0,0 1 1 0 0,0 0-1 0 0,0 0 0 0 0,0 0 0 0 0,0 0 0 0 0,1 0 1 0 0,-1 0-1 0 0,0 0 0 0 0,0 0 0 0 0,0 0 1 0 0,0 0-1 0 0,0 0 0 0 0,0 0 0 0 0,0-1 0 0 0,0 1 1 0 0,0 0-1 0 0,0 0 0 0 0,0 0 0 0 0,0 0 1 0 0,0 0-1 0 0,0 0 0 0 0,0 0 0 0 0,0 0 0 0 0,0 0 1 0 0,0 0-1 0 0,0 0 0 0 0,-1 0 0 0 0,1-1 0 0 0,0 1 1 0 0,0 0-1 0 0,0 0 0 0 0,0 0 0 0 0,0 0 1 0 0,0 0-1 0 0,0 0 0 0 0,0 0 0 0 0,0 0 0 0 0,0 0 1 0 0,0 0-1 0 0,0 0 0 0 0,0 0 0 0 0,0 0 0 0 0,-1 0 1 0 0,2-1-382 0 0,-1 1 662 0 0,13 18-14963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18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773 4 7370 0 0,'-6'-1'502'0'0,"-1"0"0"0"0,0 0 0 0 0,0 0 1 0 0,1 1-1 0 0,-1 0 0 0 0,0 1 0 0 0,0-1 1 0 0,1 1-1 0 0,-8 2 0 0 0,-29 2 1304 0 0,-104-1 2401 0 0,117-2-3911 0 0,1 2 0 0 0,0 2-1 0 0,-29 8 1 0 0,-15 5 299 0 0,0-2 0 0 0,-88 7 0 0 0,132-23-374 0 0,27-1-213 0 0,1 1 0 0 0,-1-1 0 0 0,1-1 1 0 0,0 1-1 0 0,-1 0 0 0 0,1 0 0 0 0,0 0 0 0 0,-1-1 0 0 0,1 1 0 0 0,0 0 1 0 0,-1-1-1 0 0,1 0 0 0 0,0 1 0 0 0,0-1 0 0 0,-1 0 0 0 0,1 1 0 0 0,-2-3 1 0 0,3 3-26 0 0,0 0 1 0 0,0-1-1 0 0,0 1 1 0 0,0-1-1 0 0,0 1 1 0 0,0 0-1 0 0,0-1 1 0 0,0 1 0 0 0,0-1-1 0 0,0 1 1 0 0,0 0-1 0 0,0-1 1 0 0,0 1-1 0 0,0-1 1 0 0,0 1-1 0 0,0 0 1 0 0,0-1-1 0 0,0 1 1 0 0,1-1-1 0 0,-1 1 1 0 0,0 0 0 0 0,0-1-1 0 0,0 1 1 0 0,1 0-1 0 0,-1-1 1 0 0,0 1-1 0 0,1 0 1 0 0,-1 0-1 0 0,0-1 1 0 0,0 1-1 0 0,1 0 1 0 0,-1 0 0 0 0,1-1-1 0 0,-1 1 1 0 0,0 0-1 0 0,1 0 1 0 0,17-7-1279 0 0,-15 6 782 0 0,13-4-1327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20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1187 338 6537 0 0,'-88'-4'5249'0'0,"-21"0"-2000"0"0,39 9-1053 0 0,-71 16-1 0 0,25-3-937 0 0,114-18-1268 0 0,-1 0 0 0 0,1 1 0 0 0,0-1 0 0 0,0 0-1 0 0,-1 0 1 0 0,1-1 0 0 0,0 1 0 0 0,0 0-1 0 0,0-1 1 0 0,-1 1 0 0 0,1-1 0 0 0,0 1 0 0 0,0-1-1 0 0,0 0 1 0 0,0 0 0 0 0,0 0 0 0 0,-3-3-1 0 0,10-1-1308 0 0,-2 1 1275 0 0,0 0-1 0 0,-1 0 0 0 0,1-1 0 0 0,-1 0 0 0 0,0 1 1 0 0,0-1-1 0 0,0 0 0 0 0,0 0 0 0 0,-1 0 0 0 0,1-6 0 0 0,-2 9 43 0 0,0-1-1 0 0,1 1 1 0 0,-1 0-1 0 0,0 0 1 0 0,-1 0-1 0 0,1 0 1 0 0,0 0-1 0 0,-1 0 1 0 0,1-1-1 0 0,-1 1 0 0 0,1 0 1 0 0,-1 0-1 0 0,0 0 1 0 0,0 1-1 0 0,0-1 1 0 0,0 0-1 0 0,0 0 1 0 0,-1 0-1 0 0,1 1 0 0 0,0-1 1 0 0,-1 1-1 0 0,0-1 1 0 0,1 1-1 0 0,-1-1 1 0 0,0 1-1 0 0,1 0 1 0 0,-1 0-1 0 0,0 0 1 0 0,-4-2-1 0 0,2 2 40 0 0,0-1 1 0 0,0 1-1 0 0,0-1 0 0 0,0 1 1 0 0,0 0-1 0 0,0 1 1 0 0,-1-1-1 0 0,1 1 0 0 0,0 0 1 0 0,0 0-1 0 0,-1 0 0 0 0,1 0 1 0 0,0 1-1 0 0,-5 1 0 0 0,6-1 4 0 0,0 0-1 0 0,0 1 0 0 0,0-1 0 0 0,0 1 1 0 0,1 0-1 0 0,-1 0 0 0 0,0 0 1 0 0,1 0-1 0 0,0 0 0 0 0,-1 0 0 0 0,1 1 1 0 0,0-1-1 0 0,0 1 0 0 0,1 0 0 0 0,-1-1 1 0 0,0 1-1 0 0,1 0 0 0 0,0 0 0 0 0,-2 5 1 0 0,0 0-19 0 0,1 0 1 0 0,0 0-1 0 0,0 0 1 0 0,1 0 0 0 0,0 0-1 0 0,1 1 1 0 0,-1-1-1 0 0,2 0 1 0 0,-1 0 0 0 0,4 16-1 0 0,-3-20-15 0 0,0 0 1 0 0,0 0-1 0 0,0 0 0 0 0,0-1 0 0 0,1 1 0 0 0,0-1 1 0 0,0 1-1 0 0,0-1 0 0 0,0 0 0 0 0,0 0 1 0 0,1 1-1 0 0,-1-2 0 0 0,1 1 0 0 0,0 0 0 0 0,0-1 1 0 0,0 1-1 0 0,0-1 0 0 0,1 0 0 0 0,-1 0 0 0 0,0 0 1 0 0,1 0-1 0 0,0-1 0 0 0,-1 1 0 0 0,1-1 0 0 0,4 1 1 0 0,-5-2 6 0 0,0 0-1 0 0,1 0 1 0 0,-1 0 0 0 0,0 0 0 0 0,1-1 0 0 0,-1 0-1 0 0,0 0 1 0 0,0 0 0 0 0,1 0 0 0 0,-1 0 0 0 0,0 0 0 0 0,0-1-1 0 0,0 0 1 0 0,0 1 0 0 0,-1-1 0 0 0,1 0 0 0 0,0 0-1 0 0,-1-1 1 0 0,0 1 0 0 0,1 0 0 0 0,2-5 0 0 0,0 1 42 0 0,1-1 0 0 0,-2 0 0 0 0,1 0 0 0 0,-1 0 0 0 0,0 0 0 0 0,0 0 0 0 0,4-14 0 0 0,-7 15-13 0 0,0 1-1 0 0,0 0 1 0 0,0 0 0 0 0,-1-1-1 0 0,0 1 1 0 0,0 0 0 0 0,0 0-1 0 0,-1-1 1 0 0,0 1-1 0 0,0 0 1 0 0,0 0 0 0 0,-1 0-1 0 0,1 0 1 0 0,-1 0 0 0 0,0 0-1 0 0,-1 0 1 0 0,1 0 0 0 0,-1 1-1 0 0,-5-7 1 0 0,6 8-22 0 0,-1 1 1 0 0,1 0-1 0 0,0 0 0 0 0,-1-1 1 0 0,1 2-1 0 0,-1-1 0 0 0,0 0 1 0 0,0 0-1 0 0,1 1 0 0 0,-1 0 0 0 0,0-1 1 0 0,0 1-1 0 0,-1 0 0 0 0,1 0 1 0 0,0 1-1 0 0,0-1 0 0 0,0 1 1 0 0,-1 0-1 0 0,1-1 0 0 0,0 2 1 0 0,0-1-1 0 0,0 0 0 0 0,-1 0 0 0 0,1 1 1 0 0,0 0-1 0 0,0 0 0 0 0,0 0 1 0 0,0 0-1 0 0,0 0 0 0 0,0 0 1 0 0,0 1-1 0 0,-5 3 0 0 0,-3 1-168 0 0,0 1 0 0 0,1 1-1 0 0,-1 0 1 0 0,1 0 0 0 0,1 1-1 0 0,-1 1 1 0 0,2-1 0 0 0,-12 16 0 0 0,13-12-258 0 0,-6 7 137 0 0,12-20 280 0 0,1 0 120 0 0,-4 0-105 0 0,-1-1 0 0 0,1 0 0 0 0,-1 0 0 0 0,1-1 0 0 0,-1 1-1 0 0,1-1 1 0 0,0 0 0 0 0,0 0 0 0 0,0 0 0 0 0,0-1 0 0 0,0 1-1 0 0,1-1 1 0 0,-1 0 0 0 0,-3-4 0 0 0,-8-9 258 0 0,-24-29 1 0 0,22 23-275 0 0,-127-156 485 0 0,139 172-460 0 0,-1 0 0 0 0,1 0 0 0 0,-1 0 0 0 0,0 1-1 0 0,0 0 1 0 0,0 0 0 0 0,-1 1 0 0 0,1-1 0 0 0,-1 1 0 0 0,0 1 0 0 0,-1-1 0 0 0,1 1 0 0 0,-1 0 0 0 0,1 1 0 0 0,-1 0 0 0 0,0 0 0 0 0,0 1 0 0 0,-13-1 0 0 0,14 4-640 0 0,12 2-683 0 0,16 6-3773 0 0,-19-10 4181 0 0,2 2-1072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20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1044 1 3225 0 0,'-14'15'3394'0'0,"10"-10"-2458"0"0,0-1 0 0 0,0 0 0 0 0,-1 0 0 0 0,1 0 0 0 0,-6 3 0 0 0,7-5-626 0 0,0-1 0 0 0,1 0-1 0 0,-1 0 1 0 0,0 0 0 0 0,0 0 0 0 0,0-1-1 0 0,0 1 1 0 0,0-1 0 0 0,0 0 0 0 0,0 1-1 0 0,0-1 1 0 0,0-1 0 0 0,-4 1 0 0 0,-62-15 1725 0 0,53 11-1661 0 0,-1 0 1 0 0,0 1-1 0 0,-29-2 0 0 0,-64 4 465 0 0,-86 1-183 0 0,125 6-223 0 0,-118 27 0 0 0,167-30-268 0 0,-40 3 0 0 0,41-5-43 0 0,1 1-1 0 0,-37 7 1 0 0,51-7-872 0 0,-16 3 1900 0 0,13 0-3511 0 0,5 2-4974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23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6049 0 0,'4'14'5532'0'0,"-2"-8"-5395"0"0,1 0 0 0 0,-2 1 0 0 0,1-1 0 0 0,1 12 1 0 0,-1 16 395 0 0,1-1-1 0 0,2 0 1 0 0,10 35 0 0 0,8 53 464 0 0,-13-55-602 0 0,19 67-1 0 0,1 4-100 0 0,-16-56 134 0 0,-4 2-1 0 0,0 144 1 0 0,-11 86 191 0 0,0-257-334 0 0,-10 87 1 0 0,5-88 74 0 0,0 86 0 0 0,5-46-196 0 0,-2-26-19 0 0,-3-11-73 0 0,4-49-53 0 0,0 0-1 0 0,1 0 1 0 0,0 1-1 0 0,1-1 0 0 0,-1 0 1 0 0,2 1-1 0 0,-1-1 1 0 0,2 0-1 0 0,3 16 0 0 0,0-13-371 0 0,-5-12 297 0 0,1 1 1 0 0,-1-1 0 0 0,0 1 0 0 0,0-1 0 0 0,1 1 0 0 0,-1-1 0 0 0,0 1 0 0 0,0-1 0 0 0,0 1 0 0 0,0-1-1 0 0,0 1 1 0 0,1-1 0 0 0,-1 1 0 0 0,0-1 0 0 0,0 1 0 0 0,0 0 0 0 0,-1-1 0 0 0,1 1 0 0 0,0-1 0 0 0,0 1-1 0 0,0-1 1 0 0,0 1 0 0 0,0-1 0 0 0,-1 1 0 0 0,1-1 0 0 0,0 1 0 0 0,0-1 0 0 0,-1 1 0 0 0,1-1 0 0 0,0 1 0 0 0,-1-1-1 0 0,1 0 1 0 0,-1 1 0 0 0,1-1 0 0 0,0 1 0 0 0,-1-1 0 0 0,1 0 0 0 0,-1 1 0 0 0,1-1 0 0 0,-2 0 0 0 0,1 1 51 0 0,1 0 16 0 0,0 0 0 0 0,-1-1 0 0 0,1 1 0 0 0,-1 0 0 0 0,1-1 0 0 0,0 1 0 0 0,-1 0 0 0 0,1 0 1 0 0,0-1-1 0 0,0 1 0 0 0,0 0 0 0 0,0 0 0 0 0,0-1 0 0 0,0 1 0 0 0,0 0 0 0 0,0 0 0 0 0,0-1 0 0 0,0 1 0 0 0,0 0 0 0 0,0 0 1 0 0,0-1-1 0 0,0 1 0 0 0,1 0 0 0 0,-1 0 0 0 0,0-1 0 0 0,1 1 0 0 0,-1 0 0 0 0,0-1 0 0 0,1 1 0 0 0,-1 0 0 0 0,1-1 0 0 0,0 2 1 0 0,20 15 401 0 0,-16-15-369 0 0,0 0 0 0 0,1-1-1 0 0,-1 1 1 0 0,1-1 0 0 0,-1 0-1 0 0,1-1 1 0 0,-1 1 0 0 0,10-1-1 0 0,49-6 383 0 0,-46 4-466 0 0,59-9 210 0 0,37-4-161 0 0,-94 15 9 0 0,-1 0-1 0 0,26 5 1 0 0,21 0-11 0 0,234-22-8 0 0,-216 5 96 0 0,-63 7-44 0 0,1 2 0 0 0,-1 0 0 0 0,1 1 0 0 0,-1 2-1 0 0,1 0 1 0 0,30 4 0 0 0,4 3 2 0 0,0-2-1 0 0,95-4 1 0 0,-68-2 30 0 0,-50-4-86 0 0,-29 4 10 0 0,0 0 0 0 0,-1 0 0 0 0,1 0 0 0 0,0 1 0 0 0,0 0 0 0 0,0-1 0 0 0,-1 1 0 0 0,1 1 0 0 0,0-1 0 0 0,0 1 0 0 0,0-1 0 0 0,-1 1 0 0 0,1 0 0 0 0,4 2 0 0 0,-4-2-7 0 0,1 0 0 0 0,0 1 0 0 0,0-2 1 0 0,0 1-1 0 0,0-1 0 0 0,-1 1 0 0 0,1-1 0 0 0,6-1 1 0 0,22 2-3 0 0,-20 1 4 0 0,-5 0 3 0 0,0-1 0 0 0,0 1 0 0 0,0-2 0 0 0,1 1 1 0 0,-1-1-1 0 0,0 0 0 0 0,1-1 0 0 0,-1 0 0 0 0,14-3 0 0 0,-20 4-2 0 0,0-1 0 0 0,-1 1 0 0 0,1-1 0 0 0,0 1 0 0 0,0 0 0 0 0,0 0 0 0 0,0 0 0 0 0,0 0 0 0 0,0 0 0 0 0,0 0 0 0 0,0 1 0 0 0,0-1 0 0 0,0 1 0 0 0,0-1 0 0 0,3 3 0 0 0,-4-3-4 0 0,0-1 0 0 0,-1 1 0 0 0,-1 2-473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25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145 169 8290 0 0,'-2'1'230'0'0,"0"-1"0"0"0,1 0 0 0 0,-1 1 0 0 0,0-1-1 0 0,1 0 1 0 0,-1 1 0 0 0,1 0 0 0 0,-1-1 0 0 0,1 1 0 0 0,-1 0 0 0 0,1 0 0 0 0,-1 0 0 0 0,1 0 0 0 0,0 0 0 0 0,-1 0 0 0 0,1 0 0 0 0,0 1 0 0 0,0-1 0 0 0,0 0 0 0 0,0 1-1 0 0,0-1 1 0 0,0 0 0 0 0,-1 3 0 0 0,-21 39 221 0 0,1 16 177 0 0,3 1-1 0 0,-21 106 1 0 0,40-164-595 0 0,-2 6 186 0 0,1 0 1 0 0,-1 1-1 0 0,2-1 1 0 0,-1 1-1 0 0,1-1 1 0 0,0 1-1 0 0,3 14 0 0 0,0-76 1086 0 0,3-66-1079 0 0,0-192-139 0 0,-7 189 305 0 0,28 161 62 0 0,-6 6-425 0 0,2-1 0 0 0,1-2 1 0 0,2 0-1 0 0,44 52 0 0 0,40 39 419 0 0,-105-127-422 0 0,-1 1-1 0 0,1-1 1 0 0,-1 1-1 0 0,-1-1 1 0 0,1 1-1 0 0,-1 0 1 0 0,0 1-1 0 0,-1-1 0 0 0,1 0 1 0 0,0 9-1 0 0,-2-12-15 0 0,-1-1-1 0 0,1 1 1 0 0,-1 0-1 0 0,0-1 1 0 0,0 1-1 0 0,-1 0 0 0 0,1-1 1 0 0,-1 1-1 0 0,1-1 1 0 0,-1 1-1 0 0,0-1 1 0 0,0 1-1 0 0,-1-1 1 0 0,1 1-1 0 0,-1-1 1 0 0,0 0-1 0 0,0 0 1 0 0,0 0-1 0 0,0 0 0 0 0,0 0 1 0 0,-1 0-1 0 0,1-1 1 0 0,-4 4-1 0 0,1-2-25 0 0,-1 0-1 0 0,1-1 1 0 0,-1 1-1 0 0,1-1 1 0 0,-1 0-1 0 0,0-1 1 0 0,0 1-1 0 0,0-1 1 0 0,0 0-1 0 0,-1-1 1 0 0,1 0-1 0 0,-1 0 1 0 0,1 0-1 0 0,0-1 1 0 0,-1 1 0 0 0,1-2-1 0 0,-9 0 1 0 0,6-1 4 0 0,0 0 0 0 0,0-1 1 0 0,0 0-1 0 0,0 0 0 0 0,0-1 1 0 0,1 0-1 0 0,0-1 1 0 0,0 0-1 0 0,0 0 0 0 0,0-1 1 0 0,-8-8-1 0 0,7 7 60 0 0,1-1 0 0 0,1 0 0 0 0,-1-1 0 0 0,1 0 0 0 0,1 0 0 0 0,0 0 0 0 0,0-1 0 0 0,-6-12 0 0 0,11 19-36 0 0,0 0 1 0 0,0 0-1 0 0,0-1 1 0 0,0 1-1 0 0,0 0 0 0 0,0 0 1 0 0,1 0-1 0 0,0-1 1 0 0,0 1-1 0 0,0 0 1 0 0,0 0-1 0 0,0-1 0 0 0,0 1 1 0 0,1 0-1 0 0,0 0 1 0 0,-1 0-1 0 0,1-1 0 0 0,0 1 1 0 0,1 0-1 0 0,-1 0 1 0 0,1 0-1 0 0,-1 1 1 0 0,1-1-1 0 0,0 0 0 0 0,0 1 1 0 0,0-1-1 0 0,0 1 1 0 0,0-1-1 0 0,1 1 0 0 0,-1 0 1 0 0,1 0-1 0 0,3-2 1 0 0,4-2-19 0 0,0 1 0 0 0,1 0 1 0 0,-1 0-1 0 0,1 1 0 0 0,0 1 1 0 0,21-5-1 0 0,72-5-41 0 0,-91 12 46 0 0,57-1-856 0 0,-59 3 409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26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90 6913 0 0,'-1'-1'160'0'0,"1"0"-1"0"0,-1 1 0 0 0,1-1 1 0 0,-1 1-1 0 0,1-1 0 0 0,-1 1 1 0 0,0-1-1 0 0,1 1 0 0 0,-1-1 1 0 0,0 1-1 0 0,1 0 0 0 0,-1-1 1 0 0,0 1-1 0 0,0 0 0 0 0,1 0 1 0 0,-1-1-1 0 0,0 1 0 0 0,0 0 1 0 0,1 0-1 0 0,-1 0 0 0 0,0 0 1 0 0,0 0-1 0 0,0 0 0 0 0,1 0 0 0 0,-1 0 1 0 0,0 0-1 0 0,0 1 0 0 0,1-1 1 0 0,-1 0-1 0 0,0 0 0 0 0,0 1 1 0 0,-1 0-1 0 0,-4 13 4166 0 0,4 0-4643 0 0,-1 14 617 0 0,1-1-1 0 0,1 0 0 0 0,2 1 1 0 0,1-1-1 0 0,1 0 1 0 0,1 0-1 0 0,1 0 1 0 0,11 31-1 0 0,-13-50-235 0 0,0 0 1 0 0,1 0-1 0 0,1 0 1 0 0,-1-1-1 0 0,1 1 1 0 0,6 6-1 0 0,-10-19-113 0 0,-1 0 0 0 0,1 1 0 0 0,-1-1 0 0 0,-1 0 0 0 0,0-6 0 0 0,-8-28-41 0 0,-2 0-1 0 0,-17-41 1 0 0,-5-16 97 0 0,26 74 2 0 0,-10-36-22 0 0,16 53 30 0 0,0 0 0 0 0,1 0 0 0 0,-1 0-1 0 0,1 1 1 0 0,0-1 0 0 0,0 0 0 0 0,1 0 0 0 0,-1 0-1 0 0,3-7 1 0 0,-3 11 12 0 0,1-1-1 0 0,-1 1 0 0 0,1 0 1 0 0,0-1-1 0 0,-1 1 1 0 0,1 0-1 0 0,0 0 1 0 0,0-1-1 0 0,0 1 1 0 0,0 0-1 0 0,0 0 1 0 0,0 0-1 0 0,0 0 1 0 0,1 0-1 0 0,-1 1 1 0 0,0-1-1 0 0,0 0 1 0 0,1 0-1 0 0,-1 1 1 0 0,0-1-1 0 0,1 1 1 0 0,-1-1-1 0 0,1 1 1 0 0,-1-1-1 0 0,1 1 1 0 0,-1 0-1 0 0,1 0 0 0 0,-1 0 1 0 0,1 0-1 0 0,2 0 1 0 0,5 1-6 0 0,0 1 1 0 0,0 0-1 0 0,0 0 0 0 0,11 5 1 0 0,10 2-24 0 0,8-1 52 0 0,-11-4 34 0 0,0 2 1 0 0,49 17-1 0 0,-73-22-70 0 0,-1-1 1 0 0,0 1 0 0 0,0 1 0 0 0,1-1 0 0 0,-1 0-1 0 0,0 1 1 0 0,0-1 0 0 0,0 1 0 0 0,0-1-1 0 0,-1 1 1 0 0,1 0 0 0 0,0 0 0 0 0,-1 0-1 0 0,1 0 1 0 0,-1 0 0 0 0,0 0 0 0 0,1 0 0 0 0,-1 0-1 0 0,0 1 1 0 0,0 2 0 0 0,0-2 15 0 0,-1 1 0 0 0,1-1 0 0 0,-1 1 0 0 0,0-1 1 0 0,-1 0-1 0 0,1 1 0 0 0,-1-1 0 0 0,1 1 0 0 0,-1-1 0 0 0,0 0 0 0 0,0 1 0 0 0,-3 5 1 0 0,-2 2 45 0 0,0 0 0 0 0,-1-1 0 0 0,-1 1 0 0 0,1-1 0 0 0,-2-1 0 0 0,-16 16 0 0 0,-1-2 5 0 0,-45 38 37 0 0,61-53-99 0 0,0-1 0 0 0,-1-1 1 0 0,1 1-1 0 0,-1-2 0 0 0,-15 6 0 0 0,15-8 8 0 0,13-7 11 0 0,17-6 12 0 0,-7 7-59 0 0,1 1 1 0 0,0 0-1 0 0,0 1 0 0 0,0 1 1 0 0,0 0-1 0 0,0 1 1 0 0,0 0-1 0 0,23 6 1 0 0,-11-1-10 0 0,-1 1 0 0 0,0 2 0 0 0,36 17 0 0 0,-55-23 22 0 0,1 0 1 0 0,-1 0-1 0 0,0 0 1 0 0,-1 0 0 0 0,1 1-1 0 0,-1 0 1 0 0,1 0 0 0 0,-1 0-1 0 0,5 7 1 0 0,-8-9 15 0 0,0 0 1 0 0,0 0-1 0 0,0 0 1 0 0,0 0-1 0 0,0 0 1 0 0,0 0-1 0 0,-1 0 1 0 0,1 0-1 0 0,-1 0 1 0 0,1 0-1 0 0,-1 0 1 0 0,0 0 0 0 0,0 0-1 0 0,0 1 1 0 0,0-1-1 0 0,0 0 1 0 0,0 0-1 0 0,-1 0 1 0 0,1 0-1 0 0,-1 0 1 0 0,1 0-1 0 0,-1 0 1 0 0,0 0-1 0 0,0 0 1 0 0,0 0-1 0 0,0 0 1 0 0,0 0-1 0 0,-2 2 1 0 0,-4 3 96 0 0,1 0-1 0 0,-1 0 1 0 0,0-1 0 0 0,-1 0 0 0 0,1 0-1 0 0,-1 0 1 0 0,-1-1 0 0 0,1-1 0 0 0,-1 1-1 0 0,1-2 1 0 0,-18 6 0 0 0,16-5-66 0 0,0-2 0 0 0,0 1 0 0 0,-1-2 0 0 0,1 1 0 0 0,0-1-1 0 0,-1-1 1 0 0,1 0 0 0 0,-1 0 0 0 0,1-1 0 0 0,-17-4 0 0 0,21 3-91 0 0,1 0 0 0 0,-1 0-1 0 0,1-1 1 0 0,-1 0 0 0 0,1 0-1 0 0,0 0 1 0 0,0-1 0 0 0,0 1 0 0 0,1-1-1 0 0,-1 0 1 0 0,1-1 0 0 0,0 1-1 0 0,0-1 1 0 0,1 0 0 0 0,-1 0 0 0 0,1 0-1 0 0,-3-7 1 0 0,3 5-1363 0 0,0 1 1 0 0,0-1-1 0 0,1 0 1 0 0,-3-13-1 0 0,2-4-5782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10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33 416 5985 0 0,'5'-48'4813'0'0,"-3"38"-4308"0"0,0 1 0 0 0,-1-1 0 0 0,0 0 0 0 0,-1-13 0 0 0,-17-123 3984 0 0,12 101-4253 0 0,-13-62 0 0 0,15 99 77 0 0,2 16-90 0 0,3 15-99 0 0,9 115 48 0 0,-9-95-145 0 0,1 0 0 0 0,2-1-1 0 0,18 71 1 0 0,-21-108 67 0 0,-1 0 0 0 0,1 0 1 0 0,-1 1-1 0 0,-1-1 0 0 0,1 6 0 0 0,-16-31 842 0 0,10 8-874 0 0,1 1 0 0 0,0-1 0 0 0,1 1 0 0 0,0-1 0 0 0,0 0 0 0 0,0-18 0 0 0,0 14-122 0 0,4 9 69 0 0,3 9-1265 0 0,5 9-2994 0 0,-6-7 2700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1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14283 0 0,'22'-4'1033'0'0,"-1"0"0"0"0,24-9 0 0 0,-9 3-426 0 0,129-33 2011 0 0,-143 39-2187 0 0,-17 6-1106 0 0,-15 4-2395 0 0,4-4 1412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2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3978 1 11202 0 0,'0'1'76'0'0,"-1"1"0"0"0,0 0 0 0 0,0 0 0 0 0,1 1 0 0 0,-1-1 0 0 0,1 0 1 0 0,-1 0-1 0 0,1 0 0 0 0,0 0 0 0 0,0 0 0 0 0,0 0 0 0 0,0 0 0 0 0,0 1 0 0 0,1 2 0 0 0,1 5 0 0 0,4 187 2999 0 0,-3-34-735 0 0,-2-82-1758 0 0,-3 0 0 0 0,-17 101-1 0 0,3-38-86 0 0,-25 232-237 0 0,23-252-207 0 0,-8 85-38 0 0,4 100 179 0 0,9-153-179 0 0,-31 240 38 0 0,7-148 8 0 0,-13 68 64 0 0,-53 494 728 0 0,90-504-861 0 0,-7 84-36 0 0,12-260 184 0 0,-4 34 60 0 0,12-163-190 0 0,0 1-1 0 0,0 0 1 0 0,-1-1 0 0 0,1 1 0 0 0,-1 0 0 0 0,1-1 0 0 0,-1 1 0 0 0,1-1 0 0 0,-1 1 0 0 0,0-1 0 0 0,0 1-1 0 0,0-1 1 0 0,0 0 0 0 0,0 1 0 0 0,0-1 0 0 0,0 0 0 0 0,0 0 0 0 0,0 0 0 0 0,-1 0 0 0 0,1 0 0 0 0,0 0-1 0 0,-1 0 1 0 0,1 0 0 0 0,-1 0 0 0 0,1-1 0 0 0,-1 1 0 0 0,1 0 0 0 0,-1-1 0 0 0,1 0 0 0 0,-1 1 0 0 0,0-1-1 0 0,1 0 1 0 0,-4 0 0 0 0,-5 0 76 0 0,0 0-1 0 0,0-1 1 0 0,0-1-1 0 0,-16-3 1 0 0,-2-1-2 0 0,-3 3-27 0 0,1 2-1 0 0,-1 1 1 0 0,-55 7 0 0 0,-90 6 197 0 0,16-2 37 0 0,-532 75 690 0 0,649-83-937 0 0,-1-2 0 0 0,0-1 0 0 0,1-3 0 0 0,-1-1-1 0 0,1-2 1 0 0,-70-20 0 0 0,57 15-57 0 0,-2 2-1 0 0,-109-2 1 0 0,-8-2 61 0 0,-139-25-126 0 0,0 16 80 0 0,104 30 136 0 0,-8 1 32 0 0,175-9-33 0 0,0 3 0 0 0,0 2 0 0 0,0 2 0 0 0,-67 19 0 0 0,100-22-122 0 0,9-3-9 0 0,-1 0 0 0 0,1-1 0 0 0,0 1 0 0 0,-1 0 0 0 0,1-1 0 0 0,-1 1 0 0 0,0-1 0 0 0,1 1 0 0 0,-1-1 0 0 0,1 0 0 0 0,-1 0 0 0 0,0 0 0 0 0,-2 0 1 0 0,32-36-4177 0 0,-18 22 2262 0 0,0-4-10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4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10 3681 0 0,'-21'7'3302'0'0,"-8"5"3590"0"0,30-10-6646 0 0,1-1 1 0 0,0 1-1 0 0,-1-1 0 0 0,1 1 1 0 0,0-1-1 0 0,0 0 1 0 0,0 0-1 0 0,0 0 0 0 0,4 2 1 0 0,0 0 162 0 0,7 4-69 0 0,1-1 0 0 0,-1 0 0 0 0,1-1 0 0 0,0-1 0 0 0,0 0 1 0 0,30 4-1 0 0,92 2 740 0 0,-99-9-798 0 0,89 6 296 0 0,-182-28 94 0 0,8 12-622 0 0,-1 1 0 0 0,1 4 0 0 0,-69 0 0 0 0,94 5-14 0 0,15 0-5 0 0,0-1 1 0 0,0 0 0 0 0,-1-1 0 0 0,-12-1-1 0 0,43-5 143 0 0,30 7-174 0 0,156-7 0 0 0,-152 2 244 0 0,108 4 0 0 0,-147 2-108 0 0,0 0 0 0 0,0-2 0 0 0,0 0 0 0 0,0-1 0 0 0,28-6 0 0 0,-45 8-127 0 0,0 0 0 0 0,1 0 0 0 0,-1 0 1 0 0,0 0-1 0 0,1-1 0 0 0,-1 1 0 0 0,0 0 0 0 0,1 0 0 0 0,-1 0 0 0 0,0 0 0 0 0,0 0 1 0 0,1 0-1 0 0,-1 0 0 0 0,0-1 0 0 0,1 1 0 0 0,-1 0 0 0 0,0 0 0 0 0,0 0 0 0 0,1-1 1 0 0,-1 1-1 0 0,0 0 0 0 0,0 0 0 0 0,0-1 0 0 0,1 1 0 0 0,-1 0 0 0 0,0-1 1 0 0,0 1-1 0 0,0 0 0 0 0,0-1 0 0 0,0 1 0 0 0,0 0 0 0 0,0 0 0 0 0,1-1 0 0 0,-10-6 244 0 0,-16 0-4 0 0,-20 3-183 0 0,1 2-1 0 0,-1 1 1 0 0,-46 7-1 0 0,28-2-35 0 0,8-2-35 0 0,13-1-19 0 0,-76 11 0 0 0,141 1-128 0 0,-3-6 150 0 0,0-1 0 0 0,0 0 1 0 0,1-2-1 0 0,0 0 0 0 0,0-1 0 0 0,0-1 0 0 0,0-1 1 0 0,0-1-1 0 0,22-3 0 0 0,7-3 29 0 0,0-2 1 0 0,80-24-1 0 0,-115 26 529 0 0,-7 2-1674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49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1578 6913 0 0,'-1'-2'209'0'0,"0"0"0"0"0,-1 0 0 0 0,1 0 0 0 0,0 0 0 0 0,0 0 0 0 0,0 0 0 0 0,1 0 0 0 0,-1-1-1 0 0,1 1 1 0 0,-1 0 0 0 0,1-1 0 0 0,0 1 0 0 0,-1 0 0 0 0,1-1 0 0 0,0 1 0 0 0,1 0 0 0 0,-1-4 0 0 0,10-43 31 0 0,-7 38 119 0 0,5-35 636 0 0,-2 0 0 0 0,0-70-1 0 0,0 3-278 0 0,29-347-156 0 0,-35 452-554 0 0,23-224 372 0 0,-13 167-308 0 0,25-126 57 0 0,-25 129-203 0 0,-7 40 426 0 0,8-33-1 0 0,-8 40-229 0 0,-3 13-104 0 0,0 1 0 0 0,1-1 1 0 0,-1 0-1 0 0,0 1 0 0 0,0-1 0 0 0,1 1 0 0 0,-1-1 0 0 0,1 0 0 0 0,0 1 0 0 0,-1-1 0 0 0,1 1 0 0 0,0-1 0 0 0,0 1 0 0 0,0 0 0 0 0,0-1 1 0 0,0 1-1 0 0,0 0 0 0 0,0 0 0 0 0,0 0 0 0 0,1-1 0 0 0,-1 1 0 0 0,0 0 0 0 0,1 1 0 0 0,-1-1 0 0 0,1 0 0 0 0,-1 0 0 0 0,1 1 0 0 0,-1-1 1 0 0,1 1-1 0 0,1-1 0 0 0,18-2-45 0 0,-1 2 1 0 0,0 0-1 0 0,35 3 1 0 0,0 0 6 0 0,471 31-38 0 0,-424-24 56 0 0,25 2 4 0 0,266 28 0 0 0,19 13 136 0 0,-295-44-144 0 0,144-10-1 0 0,-30-2 2 0 0,27-13 104 0 0,-49 0-26 0 0,149-10-71 0 0,-246 15 0 0 0,64-8 0 0 0,-172 19-25 0 0,-2 1 10 0 0,0 0 0 0 0,1 0 0 0 0,-1-1 0 0 0,0 1 0 0 0,0-1-1 0 0,0 1 1 0 0,0-1 0 0 0,0 0 0 0 0,0 0 0 0 0,0 0 0 0 0,0 0 0 0 0,0 0 0 0 0,0 0 0 0 0,0-1 0 0 0,-1 1 0 0 0,1-1 0 0 0,1-1 0 0 0,-6-2 19 0 0,3 5-6 0 0,0 0 0 0 0,-1 0 0 0 0,1 0 0 0 0,-1 0 0 0 0,1 0 0 0 0,-1 0 0 0 0,1 0 0 0 0,0 0 0 0 0,-1 0 0 0 0,1 0 0 0 0,-1 1 0 0 0,1-1 0 0 0,0 0 0 0 0,-1 0 0 0 0,1 0 0 0 0,0 0 0 0 0,-1 1 0 0 0,1-1 0 0 0,0 0 0 0 0,-1 0 0 0 0,1 1 0 0 0,0-1 0 0 0,-1 0 0 0 0,1 1 0 0 0,0-1 0 0 0,0 0 0 0 0,0 1 0 0 0,-1 0 0 0 0,-2 5-19 0 0,1 0 0 0 0,0 1-1 0 0,0 0 1 0 0,0 0 0 0 0,1-1-1 0 0,0 1 1 0 0,0 0 0 0 0,1 0-1 0 0,-1 0 1 0 0,2 8 0 0 0,4 234-107 0 0,10 56 440 0 0,-2-64-74 0 0,-10 292 601 0 0,-7-69-519 0 0,9-172-92 0 0,1 7 3 0 0,-20 255 334 0 0,24-279-268 0 0,-5-193-17 0 0,-4-72-248 0 0,0-5-22 0 0,-1-1 1 0 0,1 0 0 0 0,-1 1-1 0 0,0-1 1 0 0,-1 0 0 0 0,1 0-1 0 0,-1 1 1 0 0,0-1 0 0 0,0 0-1 0 0,-2 5 1 0 0,2-14-1475 0 0,1-1 605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0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2761 0 0,'-17'2'-753'0'0,"-10"0"10032"0"0,24-2-7827 0 0,15-1-899 0 0,-1 1 1 0 0,1 1-1 0 0,-1 0 1 0 0,20 4 0 0 0,2 0 278 0 0,139 9 1153 0 0,281-14-1 0 0,-389-3-1898 0 0,423-4 1221 0 0,-468 9-1175 0 0,-18-1-42 0 0,-11-2-48 0 0,-41-6-961 0 0,25 2-5064 0 0,8 3-502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9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84 8122 0 0,'0'0'68'0'0,"0"0"1"0"0,-1 0-1 0 0,1 0 1 0 0,0 0-1 0 0,-1 0 1 0 0,1 0 0 0 0,0 0-1 0 0,0 0 1 0 0,-1 0-1 0 0,1 0 1 0 0,0 0-1 0 0,-1 0 1 0 0,1-1-1 0 0,0 1 1 0 0,0 0-1 0 0,-1 0 1 0 0,1 0-1 0 0,0 0 1 0 0,0-1 0 0 0,0 1-1 0 0,-1 0 1 0 0,1 0-1 0 0,0-1 1 0 0,0 1-1 0 0,0 0 1 0 0,-1 0-1 0 0,1-1 1 0 0,0 1-1 0 0,0 0 1 0 0,0 0-1 0 0,0-1 1 0 0,0 1 0 0 0,0 0-1 0 0,0 0 1 0 0,0-1-1 0 0,-1 1 1 0 0,1 0-1 0 0,0-1 1 0 0,0 1-1 0 0,0 0 1 0 0,1-1-1 0 0,-1 1 1 0 0,0 0-1 0 0,0 0 1 0 0,0-1 0 0 0,0 1-1 0 0,0 0 1 0 0,0-1-1 0 0,0 1 1 0 0,0 0-1 0 0,1 0 1 0 0,-1-1-1 0 0,0 1 1 0 0,0 0-1 0 0,0 0 1 0 0,0-1 0 0 0,1 1-1 0 0,-1 0 1 0 0,0 0-1 0 0,0 0 1 0 0,1 0-1 0 0,-1-1 1 0 0,0 1-1 0 0,0 0 1 0 0,2-1 1181 0 0,89-4 1335 0 0,-6 8-1442 0 0,124-12 1 0 0,-116 0-916 0 0,0 4 0 0 0,0 4 1 0 0,118 14-1 0 0,-160-11-573 0 0,-51-4-48 0 0,0 0 1 0 0,0 0 0 0 0,0-1-1 0 0,-1 1 1 0 0,1 0 0 0 0,-1 0-1 0 0,1 0 1 0 0,-2-4 0 0 0,1 4 65 0 0,-7-19-1762 0 0,4 8 940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9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43 6193 0 0,'-1'-2'121'0'0,"0"-2"539"0"0,-1 1 0 0 0,1-1 0 0 0,0 0 0 0 0,0 0 1 0 0,1 1-1 0 0,-1-1 0 0 0,1 0 0 0 0,-1-7 0 0 0,12 25 3210 0 0,-3-5-3586 0 0,1-1 1 0 0,0-1-1 0 0,0 0 1 0 0,1 0-1 0 0,0-1 0 0 0,1 0 1 0 0,-1 0-1 0 0,23 7 1 0 0,5-1 24 0 0,55 10 0 0 0,-55-15-3 0 0,57 20 1 0 0,-93-26-285 0 0,0-1-1 0 0,0 1 0 0 0,0 0 1 0 0,0 0-1 0 0,-1-1 1 0 0,1 1-1 0 0,0 0 0 0 0,-1 1 1 0 0,1-1-1 0 0,0 0 1 0 0,-1 0-1 0 0,1 1 0 0 0,-1-1 1 0 0,0 1-1 0 0,1-1 1 0 0,-1 1-1 0 0,2 3 0 0 0,-3-3 4 0 0,0-1-1 0 0,0 0 0 0 0,0 1 0 0 0,0-1 0 0 0,0 1 0 0 0,-1-1 1 0 0,1 1-1 0 0,0-1 0 0 0,-1 1 0 0 0,1-1 0 0 0,-1 0 1 0 0,1 1-1 0 0,-1-1 0 0 0,0 0 0 0 0,0 1 0 0 0,1-1 0 0 0,-1 0 1 0 0,0 0-1 0 0,0 0 0 0 0,0 0 0 0 0,0 0 0 0 0,0 0 0 0 0,-1 0 1 0 0,-1 1-1 0 0,-26 20 322 0 0,0-1 0 0 0,-2-2 0 0 0,-59 28 0 0 0,-14 7-321 0 0,79-40-37 0 0,3-1-1134 0 0,8-4-4260 0 0,6-3-1367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1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98 4609 0 0,'-12'-18'3755'0'0,"-26"-30"739"0"0,35 45-4372 0 0,0 0 1 0 0,0 0 0 0 0,-1 0 0 0 0,1 0 0 0 0,-1 1-1 0 0,1-1 1 0 0,-1 1 0 0 0,0 0 0 0 0,0 0-1 0 0,0 1 1 0 0,-6-2 0 0 0,7 2-45 0 0,0 1 0 0 0,0 0 0 0 0,0 0 0 0 0,0 0 0 0 0,0 1 0 0 0,0-1 0 0 0,0 1 0 0 0,0 0 0 0 0,0-1 0 0 0,0 1 0 0 0,0 1 0 0 0,0-1 0 0 0,1 0-1 0 0,-1 1 1 0 0,-3 2 0 0 0,-40 32 445 0 0,32-24-389 0 0,-1 1 47 0 0,0 1-1 0 0,1 0 0 0 0,-13 17 0 0 0,24-27-132 0 0,-1-1 0 0 0,2 1 0 0 0,-1 1 0 0 0,0-1 0 0 0,1 0 0 0 0,0 1 0 0 0,0-1 0 0 0,0 1 0 0 0,0 0 0 0 0,1 0 0 0 0,0-1 0 0 0,0 1 0 0 0,0 0 0 0 0,0 0 0 0 0,1 0 0 0 0,0 0 0 0 0,1 10 0 0 0,0-13-33 0 0,0 1 0 0 0,0 0 0 0 0,1-1 0 0 0,-1 1 1 0 0,1-1-1 0 0,0 1 0 0 0,-1-1 0 0 0,1 0 0 0 0,0 0 0 0 0,0 0 0 0 0,1 0 1 0 0,-1 0-1 0 0,0 0 0 0 0,1-1 0 0 0,-1 1 0 0 0,1-1 0 0 0,-1 1 0 0 0,1-1 1 0 0,3 1-1 0 0,9 4 13 0 0,1-1 1 0 0,19 3 0 0 0,-20-5 30 0 0,102 32 52 0 0,-60-18-110 0 0,-55-16-1 0 0,1 0 0 0 0,-1-1 1 0 0,0 1-1 0 0,0 0 0 0 0,1 0 0 0 0,-1 0 1 0 0,0 1-1 0 0,0-1 0 0 0,0 0 0 0 0,0 1 1 0 0,0-1-1 0 0,-1 1 0 0 0,1 0 0 0 0,0 0 1 0 0,-1-1-1 0 0,3 5 0 0 0,-3-4 11 0 0,0 0 0 0 0,-1 0 1 0 0,1 0-1 0 0,-1 0 0 0 0,1 0 0 0 0,-1 0 0 0 0,0-1 0 0 0,0 1 1 0 0,0 0-1 0 0,0 0 0 0 0,0 0 0 0 0,0 0 0 0 0,-1 0 0 0 0,1 0 0 0 0,-1 0 1 0 0,0 3-1 0 0,-2 1 42 0 0,0-1-1 0 0,0 0 1 0 0,0 0 0 0 0,0 0 0 0 0,-1 0 0 0 0,0 0-1 0 0,0-1 1 0 0,0 1 0 0 0,-1-1 0 0 0,1 0 0 0 0,-1 0-1 0 0,-6 3 1 0 0,-3 1 23 0 0,0 0 0 0 0,0-1 0 0 0,-1 0 0 0 0,-29 8 0 0 0,43-15-115 0 0,-1 1 0 0 0,0-1 0 0 0,0 0 0 0 0,0 0 0 0 0,0 0 0 0 0,0 0 0 0 0,1 0 0 0 0,-1 0 0 0 0,0 0 0 0 0,0-1 0 0 0,0 1 0 0 0,-3-2 0 0 0,5 2-63 0 0,-1-1-1 0 0,0 1 0 0 0,0-1 0 0 0,1 1 1 0 0,-1-1-1 0 0,0 1 0 0 0,1-1 1 0 0,-1 0-1 0 0,0 1 0 0 0,1-1 0 0 0,-1 0 1 0 0,1 1-1 0 0,-1-1 0 0 0,1 0 0 0 0,0 0 1 0 0,-1 0-1 0 0,1 1 0 0 0,0-1 0 0 0,0 0 1 0 0,-1 0-1 0 0,1 0 0 0 0,0 0 1 0 0,0 0-1 0 0,0 1 0 0 0,0-1 0 0 0,0 0 1 0 0,0 0-1 0 0,0 0 0 0 0,1-1 0 0 0,1-9-1785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1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6913 0 0,'0'0'104'0'0,"1"0"0"0"0,-1 0 0 0 0,0 0 0 0 0,0 0 0 0 0,0 0 0 0 0,0-1 0 0 0,1 1 0 0 0,-1 0 0 0 0,0 0 0 0 0,0 0 0 0 0,0 0 0 0 0,0 0 0 0 0,1 0 0 0 0,-1 0 0 0 0,0 0 0 0 0,0 0 0 0 0,0 0 0 0 0,1 0 0 0 0,-1 0 0 0 0,0 0 0 0 0,0 0 0 0 0,0 0 0 0 0,0 0 0 0 0,1 0 0 0 0,-1 1 0 0 0,0-1-1 0 0,0 0 1 0 0,0 0 0 0 0,0 0 0 0 0,1 0 0 0 0,-1 0 0 0 0,0 0 0 0 0,0 0 0 0 0,0 1 0 0 0,0-1 0 0 0,0 0 0 0 0,0 0 0 0 0,1 0 0 0 0,-1 0 0 0 0,0 0 0 0 0,0 1 0 0 0,0-1 0 0 0,0 0 0 0 0,0 0 0 0 0,0 0 0 0 0,0 1 0 0 0,0-1 0 0 0,0 0 0 0 0,0 0 0 0 0,0 0 0 0 0,0 0 0 0 0,0 1-1 0 0,8 19 1493 0 0,3 25-940 0 0,-7-23-330 0 0,-2 0 1 0 0,-1 0-1 0 0,-1 1 0 0 0,-3 30 1 0 0,-21 88 2031 0 0,21-127-1956 0 0,17-116 863 0 0,-11 63-1276 0 0,3 1-1 0 0,17-67 1 0 0,-22 99 19 0 0,1 0 0 0 0,1 0 0 0 0,-1 1 0 0 0,1-1 0 0 0,0 1 1 0 0,0-1-1 0 0,1 1 0 0 0,-1 0 0 0 0,10-9 0 0 0,-11 13-10 0 0,0-1 1 0 0,0 1-1 0 0,0 0 0 0 0,0-1 1 0 0,0 1-1 0 0,0 0 0 0 0,1 1 1 0 0,-1-1-1 0 0,0 0 0 0 0,1 1 1 0 0,-1-1-1 0 0,1 1 0 0 0,-1 0 1 0 0,0-1-1 0 0,1 1 0 0 0,-1 1 1 0 0,1-1-1 0 0,-1 0 0 0 0,1 0 1 0 0,-1 1-1 0 0,0 0 0 0 0,1-1 1 0 0,-1 1-1 0 0,0 0 0 0 0,0 0 1 0 0,1 0-1 0 0,2 2 0 0 0,2 1 30 0 0,-1 1-1 0 0,0-1 1 0 0,0 1-1 0 0,0 0 0 0 0,-1 1 1 0 0,0-1-1 0 0,0 1 1 0 0,0 0-1 0 0,0 0 0 0 0,-1 0 1 0 0,0 1-1 0 0,-1 0 1 0 0,1 0-1 0 0,2 8 1 0 0,-3-7 22 0 0,-1-1 1 0 0,0 1-1 0 0,0 1 1 0 0,0-1 0 0 0,-1 0-1 0 0,0 0 1 0 0,-1 0 0 0 0,1 1-1 0 0,-2-1 1 0 0,1 0 0 0 0,-1 0-1 0 0,-4 15 1 0 0,3-14-8 0 0,2-7-21 0 0,-1 0-1 0 0,0 0 1 0 0,1 0-1 0 0,-1 0 1 0 0,0 0 0 0 0,0 0-1 0 0,0 0 1 0 0,0 0-1 0 0,-2 3 1 0 0,2-24 122 0 0,5-10-173 0 0,14-50-1 0 0,-11 51 13 0 0,-8 24-107 0 0,0 6-100 0 0,1-1 152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2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1 150 4145 0 0,'0'-11'9837'0'0,"6"-32"-7808"0"0,-4 38-1915 0 0,-1 0 0 0 0,0 1 0 0 0,1-1 0 0 0,0 0 0 0 0,0 1 0 0 0,0-1 0 0 0,0 1-1 0 0,1-1 1 0 0,0 1 0 0 0,0 0 0 0 0,0 0 0 0 0,0 1 0 0 0,1-1 0 0 0,0 1-1 0 0,-1-1 1 0 0,1 1 0 0 0,0 0 0 0 0,1 1 0 0 0,-1-1 0 0 0,0 1 0 0 0,1-1 0 0 0,0 1-1 0 0,-1 1 1 0 0,1-1 0 0 0,9-1 0 0 0,-9 2-68 0 0,0 0 0 0 0,-1 0 1 0 0,1 0-1 0 0,0 1 0 0 0,-1 0 0 0 0,1 0 0 0 0,0 0 0 0 0,-1 1 1 0 0,1 0-1 0 0,0 0 0 0 0,-1 0 0 0 0,1 0 0 0 0,7 4 0 0 0,-9-3-23 0 0,1 0 0 0 0,-1 1-1 0 0,1-1 1 0 0,-1 1-1 0 0,0 0 1 0 0,0 0 0 0 0,0 0-1 0 0,0 0 1 0 0,-1 1 0 0 0,0-1-1 0 0,1 1 1 0 0,-1 0-1 0 0,0-1 1 0 0,-1 1 0 0 0,3 7-1 0 0,-2-6 6 0 0,-1 0 1 0 0,0 0-1 0 0,0 0 0 0 0,0 0 0 0 0,-1 0 0 0 0,0 0 1 0 0,0 0-1 0 0,0 0 0 0 0,-2 10 0 0 0,-15 43 209 0 0,6-25-312 0 0,11-32-66 0 0,0 0-1 0 0,0 0 0 0 0,0 0 1 0 0,0 0-1 0 0,0 0 0 0 0,0 0 1 0 0,0 0-1 0 0,0 0 0 0 0,0 0 1 0 0,0 0-1 0 0,1 0 0 0 0,-1 0 1 0 0,0 0-1 0 0,1 0 0 0 0,-1 0 1 0 0,1 0-1 0 0,-1 0 0 0 0,1 0 1 0 0,-1 0-1 0 0,1 0 1 0 0,0-1-1 0 0,-1 1 0 0 0,1 0 1 0 0,0-1-1 0 0,0 1 0 0 0,0 0 1 0 0,-1-1-1 0 0,1 1 0 0 0,0-1 1 0 0,0 1-1 0 0,0-1 0 0 0,0 1 1 0 0,0-1-1 0 0,0 0 0 0 0,1 1 1 0 0,5-1-1925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3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125 443 9074 0 0,'0'-2'215'0'0,"0"-1"0"0"0,0 1 0 0 0,0 0 0 0 0,0 0 0 0 0,-1-1 0 0 0,1 1 1 0 0,0 0-1 0 0,-1 0 0 0 0,0 0 0 0 0,0-1 0 0 0,0 1 0 0 0,0 0 0 0 0,0 0 0 0 0,0 0 0 0 0,0 0 0 0 0,0 1 0 0 0,-1-1 0 0 0,1 0 1 0 0,-3-1-1 0 0,3 2-129 0 0,-1 0 0 0 0,1 1 0 0 0,0-1 0 0 0,-1 1 0 0 0,1-1 0 0 0,-1 1 0 0 0,1 0 0 0 0,-1 0 0 0 0,1 0 0 0 0,-1 0 1 0 0,0 0-1 0 0,1 0 0 0 0,-1 0 0 0 0,1 0 0 0 0,-1 0 0 0 0,1 1 0 0 0,-1-1 0 0 0,1 1 0 0 0,0-1 0 0 0,-1 1 0 0 0,1 0 0 0 0,-1-1 1 0 0,1 1-1 0 0,0 0 0 0 0,0 0 0 0 0,-1 0 0 0 0,1 0 0 0 0,0 0 0 0 0,-2 2 0 0 0,-3 3 109 0 0,0 1-1 0 0,0 0 0 0 0,1 0 1 0 0,0 1-1 0 0,0-1 1 0 0,0 1-1 0 0,1 0 1 0 0,0 0-1 0 0,1 0 1 0 0,0 1-1 0 0,0 0 1 0 0,1-1-1 0 0,0 1 1 0 0,0 0-1 0 0,0 9 0 0 0,2-17-185 0 0,0 0 0 0 0,0 1 0 0 0,0-1-1 0 0,0 0 1 0 0,0 1 0 0 0,0-1-1 0 0,0 0 1 0 0,0 0 0 0 0,0 1 0 0 0,1-1-1 0 0,-1 0 1 0 0,0 0 0 0 0,1 1-1 0 0,-1-1 1 0 0,1 0 0 0 0,1 2 0 0 0,-1-2 3 0 0,-1-1 0 0 0,1 1 0 0 0,-1-1 0 0 0,1 0 0 0 0,0 1 0 0 0,-1-1 0 0 0,1 0 0 0 0,0 1 1 0 0,-1-1-1 0 0,1 0 0 0 0,0 0 0 0 0,-1 1 0 0 0,1-1 0 0 0,0 0 0 0 0,0 0 0 0 0,-1 0 0 0 0,1 0 0 0 0,0 0 1 0 0,0 0-1 0 0,-1 0 0 0 0,2-1 0 0 0,2 0 25 0 0,-1 0 0 0 0,1 0-1 0 0,-1 0 1 0 0,0-1 0 0 0,1 0 0 0 0,-1 0 0 0 0,0 0 0 0 0,0 0-1 0 0,5-5 1 0 0,29-35-273 0 0,-30 32 136 0 0,1 0 0 0 0,16-15 0 0 0,-24 25 98 0 0,0 0 1 0 0,1-1-1 0 0,-1 1 1 0 0,0 0-1 0 0,1 0 0 0 0,-1-1 1 0 0,0 1-1 0 0,1 0 0 0 0,-1 0 1 0 0,0 0-1 0 0,1 0 1 0 0,-1 0-1 0 0,1-1 0 0 0,-1 1 1 0 0,0 0-1 0 0,1 0 0 0 0,-1 0 1 0 0,0 0-1 0 0,1 0 0 0 0,-1 0 1 0 0,1 0-1 0 0,-1 0 1 0 0,0 1-1 0 0,1-1 0 0 0,-1 0 1 0 0,1 0-1 0 0,-1 0 0 0 0,0 0 1 0 0,1 0-1 0 0,0 1 1 0 0,9 12-24 0 0,4 25 77 0 0,-12-30-9 0 0,7 28 109 0 0,-8-30-126 0 0,0 1 0 0 0,1 0 0 0 0,-1-1 0 0 0,1 1-1 0 0,1 0 1 0 0,-1-1 0 0 0,1 0 0 0 0,0 0 0 0 0,1 0-1 0 0,6 9 1 0 0,-10-15-32 0 0,1 1-1 0 0,-1-1 1 0 0,1 1-1 0 0,-1 0 0 0 0,1-1 1 0 0,-1 0-1 0 0,1 1 1 0 0,0-1-1 0 0,-1 1 1 0 0,1-1-1 0 0,0 0 1 0 0,-1 1-1 0 0,1-1 0 0 0,0 0 1 0 0,0 0-1 0 0,-1 0 1 0 0,1 0-1 0 0,0 1 1 0 0,0-1-1 0 0,-1 0 1 0 0,1 0-1 0 0,0 0 0 0 0,0-1 1 0 0,-1 1-1 0 0,2 0 1 0 0,-1-1-37 0 0,1 1 1 0 0,-1-1-1 0 0,0 0 1 0 0,0 0 0 0 0,0 0-1 0 0,0 0 1 0 0,0 0-1 0 0,0 0 1 0 0,0 0-1 0 0,0 0 1 0 0,0 0 0 0 0,1-2-1 0 0,2-5-330 0 0,0 0 1 0 0,0 0-1 0 0,3-12 0 0 0,-6 17 220 0 0,12-46-1674 0 0,-2 1 0 0 0,-3-1 0 0 0,5-85 0 0 0,7-51-211 0 0,-18 175 2270 0 0,-1 1-1 0 0,1 0 0 0 0,1 0 0 0 0,0 0 1 0 0,0 1-1 0 0,1-1 0 0 0,0 1 1 0 0,0-1-1 0 0,1 1 0 0 0,0 0 0 0 0,8-8 1 0 0,-13 15-180 0 0,1 1 1 0 0,-1 0 0 0 0,0-1 0 0 0,1 1 0 0 0,-1 0 0 0 0,0 0-1 0 0,1-1 1 0 0,-1 1 0 0 0,0 0 0 0 0,1 0 0 0 0,-1-1 0 0 0,0 1-1 0 0,1 0 1 0 0,-1 0 0 0 0,1 0 0 0 0,-1 0 0 0 0,0 0 0 0 0,1 0 0 0 0,-1 0-1 0 0,1 0 1 0 0,-1 0 0 0 0,0 0 0 0 0,1 0 0 0 0,-1 0 0 0 0,1 0-1 0 0,-1 0 1 0 0,0 0 0 0 0,1 0 0 0 0,-1 0 0 0 0,1 0 0 0 0,-1 0-1 0 0,0 1 1 0 0,1-1 0 0 0,-1 0 0 0 0,0 0 0 0 0,1 1 0 0 0,-1-1-1 0 0,0 0 1 0 0,1 0 0 0 0,-1 1 0 0 0,0-1 0 0 0,0 0 0 0 0,1 1-1 0 0,-1-1 1 0 0,0 0 0 0 0,0 1 0 0 0,1-1 0 0 0,-1 0 0 0 0,0 1-1 0 0,0-1 1 0 0,0 1 0 0 0,0-1 0 0 0,0 0 0 0 0,0 1 0 0 0,0-1-1 0 0,0 1 1 0 0,0-1 0 0 0,0 0 0 0 0,0 1 0 0 0,5 30 1382 0 0,-5-27-1193 0 0,5 70 1541 0 0,-10 129-1 0 0,-2-37-467 0 0,11-95-961 0 0,-3-63-354 0 0,0 0 0 0 0,1 0 0 0 0,0-1 0 0 0,0 1 0 0 0,0-1 0 0 0,1 1 0 0 0,4 6-1 0 0,-6-13-81 0 0,-1 1 0 0 0,1-1 0 0 0,0 0 0 0 0,-1 0 0 0 0,1 0-1 0 0,0 0 1 0 0,0-1 0 0 0,0 1 0 0 0,0 0 0 0 0,0 0-1 0 0,0 0 1 0 0,0-1 0 0 0,0 1 0 0 0,0 0 0 0 0,0-1-1 0 0,0 1 1 0 0,0-1 0 0 0,1 1 0 0 0,-1-1 0 0 0,0 0 0 0 0,0 0-1 0 0,0 1 1 0 0,1-1 0 0 0,-1 0 0 0 0,0 0 0 0 0,0 0-1 0 0,1 0 1 0 0,-1 0 0 0 0,0 0 0 0 0,0-1 0 0 0,1 1-1 0 0,-1 0 1 0 0,0-1 0 0 0,0 1 0 0 0,0-1 0 0 0,0 1-1 0 0,0-1 1 0 0,1 1 0 0 0,-1-1 0 0 0,1-1 0 0 0,2-1-391 0 0,0 0 1 0 0,0-1-1 0 0,-1 1 1 0 0,0 0-1 0 0,1-1 1 0 0,-1 0-1 0 0,0 0 0 0 0,-1 0 1 0 0,4-6-1 0 0,4-14-1476 0 0,1-5-17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3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9850 0 0,'2'-10'509'0'0,"2"1"341"0"0,4 19 601 0 0,-5-1-1044 0 0,0-1 0 0 0,0 1 0 0 0,-1 0 0 0 0,0 0 1 0 0,0 0-1 0 0,1 18 0 0 0,-4 59 1034 0 0,0-64-1070 0 0,-6 113 1285 0 0,-1 65 552 0 0,8-184-2428 0 0,0 0 0 0 0,1 0 0 0 0,1-1 0 0 0,0 1 1 0 0,1 0-1 0 0,5 15 0 0 0,-5-24-783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12499 0 0,'-3'0'158'0'0,"1"0"0"0"0,0 0 0 0 0,-1 0 0 0 0,1 0 0 0 0,0 0 1 0 0,-1 1-1 0 0,1-1 0 0 0,0 1 0 0 0,0 0 0 0 0,-1 0 0 0 0,1 0 0 0 0,0 0 1 0 0,0 0-1 0 0,0 0 0 0 0,0 0 0 0 0,-2 2 0 0 0,-1 1-2 0 0,1 1 0 0 0,-1-1-1 0 0,1 0 1 0 0,0 1 0 0 0,1 0 0 0 0,-1 0-1 0 0,1 0 1 0 0,0 0 0 0 0,0 1 0 0 0,1-1-1 0 0,-4 12 1 0 0,-1 6 477 0 0,-5 39-1 0 0,8-44-293 0 0,0 7 79 0 0,0 0 0 0 0,2 0 0 0 0,0 0 0 0 0,3 29 0 0 0,0-44-330 0 0,0-1-1 0 0,0 0 0 0 0,1 0 1 0 0,0 1-1 0 0,1-1 0 0 0,0-1 1 0 0,1 1-1 0 0,0 0 1 0 0,0-1-1 0 0,0 0 0 0 0,1 0 1 0 0,1 0-1 0 0,-1 0 0 0 0,9 8 1 0 0,-13-15-81 0 0,0 0 0 0 0,1 0 0 0 0,-1 0 0 0 0,0 0-1 0 0,0 0 1 0 0,0 0 0 0 0,0 0 0 0 0,1-1 0 0 0,-1 1 0 0 0,0-1 0 0 0,1 1 0 0 0,-1-1 0 0 0,1 1 0 0 0,-1-1 0 0 0,0 0 0 0 0,1 1 0 0 0,-1-1 0 0 0,1 0 0 0 0,-1 0 0 0 0,1 0 0 0 0,-1 0 0 0 0,2-1-1 0 0,0 1-5 0 0,0-1-1 0 0,-1 0 0 0 0,1-1 0 0 0,-1 1 0 0 0,0 0 0 0 0,1-1 0 0 0,-1 1 0 0 0,0-1 0 0 0,0 0 0 0 0,0 1 0 0 0,2-4 0 0 0,5-5-71 0 0,-1-1 1 0 0,0 0-1 0 0,11-21 1 0 0,-19 31 64 0 0,13-24-116 0 0,-2 0 1 0 0,-1-1 0 0 0,-1 0-1 0 0,-2-1 1 0 0,6-35 0 0 0,-9 43 38 0 0,0 3 36 0 0,-1-1 0 0 0,2-29-1 0 0,-6 45 48 0 0,0 1 0 0 0,-1 4 0 0 0,0 0-401 0 0,-3 5 873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5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9794 0 0,'-5'3'291'0'0,"1"1"-1"0"0,0 0 0 0 0,-1 0 1 0 0,2 0-1 0 0,-1 1 1 0 0,0-1-1 0 0,1 1 1 0 0,0 0-1 0 0,0 0 1 0 0,1 0-1 0 0,-1 1 1 0 0,-1 5-1 0 0,1-4-20 0 0,1-1 0 0 0,0 0 0 0 0,0 0 0 0 0,1 1 0 0 0,0-1 0 0 0,0 1 0 0 0,1 0 0 0 0,0-1 0 0 0,0 1 0 0 0,1 10 0 0 0,0-15-174 0 0,-1 0 1 0 0,1 0-1 0 0,-1 0 1 0 0,1 0 0 0 0,0 0-1 0 0,0 0 1 0 0,0 0-1 0 0,0 0 1 0 0,0 0 0 0 0,0-1-1 0 0,1 1 1 0 0,-1 0-1 0 0,1-1 1 0 0,-1 1 0 0 0,1-1-1 0 0,0 1 1 0 0,-1-1 0 0 0,1 0-1 0 0,0 0 1 0 0,2 2-1 0 0,0-2 6 0 0,-1 0 0 0 0,0-1 0 0 0,0 1-1 0 0,0 0 1 0 0,0-1 0 0 0,0 0-1 0 0,0 0 1 0 0,1 0 0 0 0,-1 0 0 0 0,0 0-1 0 0,0-1 1 0 0,6-1 0 0 0,-4 1-48 0 0,0 0 0 0 0,0-1 0 0 0,-1 0 0 0 0,1 0 0 0 0,0 0 0 0 0,-1-1 0 0 0,1 0 1 0 0,-1 0-1 0 0,0 0 0 0 0,0 0 0 0 0,0 0 0 0 0,0-1 0 0 0,-1 0 0 0 0,0 0 0 0 0,1 0 0 0 0,-1 0 0 0 0,3-5 0 0 0,-5 7-26 0 0,-1 0 0 0 0,1 0 0 0 0,0 0 0 0 0,-1 0 0 0 0,1-1 0 0 0,-1 1 0 0 0,1 0 0 0 0,-1 0 0 0 0,0 0 0 0 0,0 0 0 0 0,0-1 0 0 0,0 1 0 0 0,0 0 0 0 0,-1 0 0 0 0,1 0 0 0 0,-1 0 0 0 0,1 0 0 0 0,-1 0 0 0 0,0 0 0 0 0,0 0 0 0 0,0 0-1 0 0,-2-3 1 0 0,1 2-1 0 0,-1 0 0 0 0,0 0-1 0 0,0 0 1 0 0,0 1-1 0 0,0-1 1 0 0,-1 1-1 0 0,1 0 1 0 0,-1 0-1 0 0,1 0 1 0 0,-1 0-1 0 0,-6-1 1 0 0,-14-3 105 0 0,-5-2-3015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5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3 2761 0 0,'0'-1'215'0'0,"0"1"1"0"0,0 0 0 0 0,0 0 0 0 0,0 0-1 0 0,-1-1 1 0 0,1 1 0 0 0,0 0 0 0 0,0 0 0 0 0,-1 0-1 0 0,1 0 1 0 0,0 0 0 0 0,0 0 0 0 0,-1-1-1 0 0,1 1 1 0 0,0 0 0 0 0,0 0 0 0 0,-1 0-1 0 0,1 0 1 0 0,0 0 0 0 0,0 0 0 0 0,-1 0 0 0 0,1 0-1 0 0,0 0 1 0 0,0 0 0 0 0,-1 0 0 0 0,1 0-1 0 0,0 0 1 0 0,0 1 0 0 0,-1-1 0 0 0,1 0-1 0 0,0 0 1 0 0,0 0 0 0 0,-1 0 0 0 0,1 0 0 0 0,0 1-1 0 0,-8 9 2239 0 0,0 15-1201 0 0,0 13-29 0 0,3 1 0 0 0,-2 48 0 0 0,2-16-519 0 0,-16 167 863 0 0,18-215-1499 0 0,0-8-94 0 0,1 0 0 0 0,1 1 0 0 0,0-1 0 0 0,1 0 0 0 0,2 21 0 0 0,-2-36-72 0 0,1 1 0 0 0,-1 0-1 0 0,0 0 1 0 0,0-1 0 0 0,0 1 0 0 0,0 0-1 0 0,0 0 1 0 0,1-1 0 0 0,-1 1 0 0 0,0 0-1 0 0,1-1 1 0 0,-1 1 0 0 0,0 0 0 0 0,1-1 0 0 0,-1 1-1 0 0,1-1 1 0 0,-1 1 0 0 0,1-1 0 0 0,-1 1-1 0 0,1-1 1 0 0,0 1 0 0 0,-1-1 0 0 0,1 1-1 0 0,0-1 1 0 0,-1 0 0 0 0,1 1 0 0 0,0-1 0 0 0,-1 0-1 0 0,1 0 1 0 0,0 1 0 0 0,0-1 0 0 0,-1 0-1 0 0,1 0 1 0 0,0 0 0 0 0,0 0 0 0 0,-1 0-1 0 0,1 0 1 0 0,0 0 0 0 0,0 0 0 0 0,-1 0 0 0 0,1 0-1 0 0,1-1 1 0 0,3-3-5755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6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2761 0 0,'-6'13'839'0'0,"2"0"1"0"0,0 0 0 0 0,1 1-1 0 0,-3 24 1 0 0,0 58 6782 0 0,4-54-7681 0 0,0-5 447 0 0,-2 62 1514 0 0,-24 131-1 0 0,26-215-1522 0 0,-1-3-1070 0 0,-3-28-710 0 0,-23-92-2895 0 0,-10-53 4313 0 0,34 142 441 0 0,4 15-225 0 0,0 1 0 0 0,0-1-1 0 0,0 0 1 0 0,0 0 0 0 0,0 0 0 0 0,1 0 0 0 0,0 0 0 0 0,0 0-1 0 0,0-5 1 0 0,0 9-213 0 0,0 0 0 0 0,0 0 0 0 0,0-1 0 0 0,0 1 0 0 0,0 0 0 0 0,1 0 0 0 0,-1 0 0 0 0,0 0 0 0 0,0 0 0 0 0,0 0-1 0 0,0-1 1 0 0,0 1 0 0 0,0 0 0 0 0,0 0 0 0 0,0 0 0 0 0,0 0 0 0 0,0 0 0 0 0,1 0 0 0 0,-1 0 0 0 0,0 0 0 0 0,0 0 0 0 0,0 0 0 0 0,0 0-1 0 0,0-1 1 0 0,0 1 0 0 0,1 0 0 0 0,-1 0 0 0 0,0 0 0 0 0,0 0 0 0 0,0 0 0 0 0,0 0 0 0 0,0 0 0 0 0,0 0 0 0 0,1 0 0 0 0,-1 0 0 0 0,0 0-1 0 0,0 0 1 0 0,0 0 0 0 0,0 0 0 0 0,0 0 0 0 0,1 1 0 0 0,-1-1 0 0 0,0 0 0 0 0,9 5 276 0 0,11 13-371 0 0,-15-13 183 0 0,6 3-243 0 0,1 0 0 0 0,0-1 0 0 0,0 0 0 0 0,0-1 0 0 0,1 0 0 0 0,0-1 1 0 0,0 0-1 0 0,0-1 0 0 0,1 0 0 0 0,-1-2 0 0 0,1 1 0 0 0,19 0 0 0 0,-21-2 72 0 0,-1-1 0 0 0,1 0 0 0 0,0-1-1 0 0,-1 0 1 0 0,1-1 0 0 0,-1 0 0 0 0,0-1 0 0 0,1 0 0 0 0,-1-1-1 0 0,-1 0 1 0 0,1-1 0 0 0,0 0 0 0 0,-1-1 0 0 0,0 0-1 0 0,11-9 1 0 0,-17 11 130 0 0,0 0 0 0 0,-1 0 0 0 0,0 0 0 0 0,0-1 0 0 0,0 1 0 0 0,0-1 0 0 0,-1 0-1 0 0,3-6 1 0 0,-4 10-20 0 0,-1 0 0 0 0,1 0 0 0 0,-1 0-1 0 0,1 0 1 0 0,-1 0 0 0 0,0 0 0 0 0,0 0 0 0 0,1 0-1 0 0,-1 0 1 0 0,0 0 0 0 0,0 0 0 0 0,0 0 0 0 0,0 0-1 0 0,0 0 1 0 0,0 0 0 0 0,0 0 0 0 0,0 0 0 0 0,-1 0-1 0 0,1 0 1 0 0,0 0 0 0 0,-1 0 0 0 0,1 0 0 0 0,0 1-1 0 0,-1-1 1 0 0,1 0 0 0 0,-1 0 0 0 0,1 0 0 0 0,-1 0-1 0 0,0 1 1 0 0,1-1 0 0 0,-1 0 0 0 0,0 0 0 0 0,0 1-1 0 0,1-1 1 0 0,-1 1 0 0 0,0-1 0 0 0,0 1 0 0 0,0-1-1 0 0,0 1 1 0 0,0-1 0 0 0,0 1 0 0 0,0 0-1 0 0,0-1 1 0 0,0 1 0 0 0,0 0 0 0 0,0 0 0 0 0,0 0-1 0 0,0 0 1 0 0,0 0 0 0 0,0 0 0 0 0,-2 0 0 0 0,0 1 41 0 0,0-1 0 0 0,0 1 0 0 0,0-1 0 0 0,0 1 0 0 0,0 0 0 0 0,0 1 0 0 0,0-1 0 0 0,0 0 0 0 0,0 1 1 0 0,1 0-1 0 0,-1-1 0 0 0,0 1 0 0 0,1 0 0 0 0,-1 0 0 0 0,1 1 0 0 0,0-1 0 0 0,0 0 0 0 0,0 1 0 0 0,-2 3 0 0 0,-6 9 170 0 0,1-1-1 0 0,-10 24 0 0 0,8-16 62 0 0,3-6-110 0 0,0 2 0 0 0,0-1-1 0 0,-8 36 1 0 0,14-45-193 0 0,0-1-1 0 0,1 1 1 0 0,0 0-1 0 0,0 0 1 0 0,1 0 0 0 0,0 0-1 0 0,1-1 1 0 0,0 1-1 0 0,0 0 1 0 0,0 0 0 0 0,1-1-1 0 0,3 9 1 0 0,-4-15-24 0 0,-1 0 0 0 0,1 0 0 0 0,-1 0 0 0 0,1 0 0 0 0,-1 0 0 0 0,1-1 0 0 0,0 1 0 0 0,-1 0 0 0 0,1 0 0 0 0,0-1 0 0 0,0 1 0 0 0,0 0 0 0 0,0-1 0 0 0,0 1 0 0 0,-1-1 0 0 0,1 1 0 0 0,0-1 0 0 0,0 1 0 0 0,0-1 0 0 0,0 0 0 0 0,0 0 0 0 0,0 1 0 0 0,0-1 0 0 0,1 0 0 0 0,-1 0 0 0 0,0 0 0 0 0,0 0 0 0 0,0 0 0 0 0,0 0 0 0 0,0-1 0 0 0,0 1 0 0 0,0 0 0 0 0,0 0 0 0 0,0-1 0 0 0,0 1 0 0 0,0 0 0 0 0,0-1 0 0 0,0 1 0 0 0,0-1 0 0 0,-1 0 0 0 0,1 1 0 0 0,1-2 1 0 0,4-2-108 0 0,0 1 0 0 0,-1-2 1 0 0,0 1-1 0 0,0 0 1 0 0,5-6-1 0 0,35-52-1683 0 0,-45 62 1796 0 0,0 0-1 0 0,1 0 1 0 0,-1-1 0 0 0,0 1-1 0 0,1 0 1 0 0,-1 0 0 0 0,0 0-1 0 0,1 0 1 0 0,-1-1 0 0 0,0 1-1 0 0,1 0 1 0 0,-1 0-1 0 0,0 0 1 0 0,1 0 0 0 0,-1 0-1 0 0,0 0 1 0 0,1 0 0 0 0,-1 0-1 0 0,0 0 1 0 0,1 0-1 0 0,-1 0 1 0 0,0 0 0 0 0,1 0-1 0 0,-1 0 1 0 0,0 0 0 0 0,1 0-1 0 0,-1 1 1 0 0,0-1-1 0 0,0 0 1 0 0,1 0 0 0 0,-1 0-1 0 0,0 0 1 0 0,1 1 0 0 0,-1-1-1 0 0,0 0 1 0 0,0 0 0 0 0,1 1-1 0 0,-1-1 1 0 0,0 0-1 0 0,0 0 1 0 0,0 1 0 0 0,1-1-1 0 0,-1 0 1 0 0,0 1 0 0 0,0-1-1 0 0,0 0 1 0 0,0 1-1 0 0,0-1 1 0 0,0 0 0 0 0,0 1-1 0 0,1-1 1 0 0,6 25-53 0 0,-4-17 48 0 0,-2-5 1 0 0,2 4-379 0 0,0 0 0 0 0,0-1 1 0 0,1 1-1 0 0,0-1 0 0 0,7 10 0 0 0,-10-14 262 0 0,0-1 0 0 0,1 0 0 0 0,-1 0 0 0 0,0 1 0 0 0,1-1 0 0 0,-1 0 0 0 0,1 0 0 0 0,0 0 0 0 0,-1-1 0 0 0,1 1 0 0 0,0 0-1 0 0,-1-1 1 0 0,1 1 0 0 0,0-1 0 0 0,0 1 0 0 0,-1-1 0 0 0,1 0 0 0 0,0 0 0 0 0,0 0 0 0 0,0 0 0 0 0,-1 0 0 0 0,1 0 0 0 0,0 0 0 0 0,0-1 0 0 0,0 1-1 0 0,-1-1 1 0 0,1 1 0 0 0,0-1 0 0 0,2-1 0 0 0,4-2-4320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6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30 4609 0 0,'0'-1'228'0'0,"0"-1"-1"0"0,0 1 1 0 0,0 0-1 0 0,0 0 1 0 0,0-1-1 0 0,-1 1 1 0 0,1 0-1 0 0,-1 0 1 0 0,1 0 0 0 0,0 0-1 0 0,-1 0 1 0 0,0 0-1 0 0,1 0 1 0 0,-1 0-1 0 0,0 0 1 0 0,0 0-1 0 0,1 0 1 0 0,-1 0 0 0 0,0 0-1 0 0,0 0 1 0 0,0 0-1 0 0,0 1 1 0 0,0-1-1 0 0,0 0 1 0 0,0 1-1 0 0,0-1 1 0 0,0 1 0 0 0,-1-1-1 0 0,1 1 1 0 0,0 0-1 0 0,0-1 1 0 0,0 1-1 0 0,-3 0 1 0 0,2 0 17 0 0,-1 0 1 0 0,1 0-1 0 0,0 0 1 0 0,-1 0-1 0 0,1 0 0 0 0,0 0 1 0 0,-1 1-1 0 0,1-1 1 0 0,0 1-1 0 0,-1 0 1 0 0,1 0-1 0 0,0 0 0 0 0,0 0 1 0 0,0 0-1 0 0,-1 0 1 0 0,1 1-1 0 0,-2 1 1 0 0,-4 6-58 0 0,1 0 1 0 0,0 1 0 0 0,1 0 0 0 0,-1 0 0 0 0,2 1 0 0 0,0 0-1 0 0,0 0 1 0 0,1 0 0 0 0,0 0 0 0 0,1 1 0 0 0,0 0 0 0 0,1-1 0 0 0,0 1-1 0 0,0 13 1 0 0,2-23-190 0 0,0 0 0 0 0,1 1 1 0 0,-1-1-1 0 0,0 0 0 0 0,1 0 0 0 0,-1 1 0 0 0,1-1 0 0 0,-1 0 0 0 0,1 0 0 0 0,0 0 0 0 0,0 0 1 0 0,0 0-1 0 0,0 0 0 0 0,1 0 0 0 0,-1 0 0 0 0,3 3 0 0 0,-3-4-13 0 0,0-1 0 0 0,0 1 0 0 0,0-1 0 0 0,0 1-1 0 0,0-1 1 0 0,0 1 0 0 0,1-1 0 0 0,-1 1 0 0 0,0-1 0 0 0,0 0-1 0 0,0 0 1 0 0,0 0 0 0 0,0 0 0 0 0,1 0 0 0 0,-1 0 0 0 0,0 0 0 0 0,0 0-1 0 0,0 0 1 0 0,1 0 0 0 0,-1 0 0 0 0,0-1 0 0 0,0 1 0 0 0,0-1 0 0 0,0 1-1 0 0,0-1 1 0 0,0 1 0 0 0,0-1 0 0 0,0 1 0 0 0,0-1 0 0 0,0 0 0 0 0,0 0-1 0 0,0 0 1 0 0,1 0 0 0 0,4-5-165 0 0,-1 0 0 0 0,1 0 0 0 0,-1 0 0 0 0,0-1 0 0 0,0 1 0 0 0,0-1 0 0 0,5-13 0 0 0,0-3-528 0 0,8-29-1 0 0,-3 8 533 0 0,-15 44 190 0 0,0 0-1 0 0,0 0 0 0 0,0-1 1 0 0,0 1-1 0 0,0 0 1 0 0,0 0-1 0 0,0 0 1 0 0,0 0-1 0 0,0-1 1 0 0,0 1-1 0 0,0 0 1 0 0,0 0-1 0 0,0 0 1 0 0,0-1-1 0 0,0 1 1 0 0,1 0-1 0 0,-1 0 0 0 0,0 0 1 0 0,0 0-1 0 0,0 0 1 0 0,0-1-1 0 0,0 1 1 0 0,0 0-1 0 0,1 0 1 0 0,-1 0-1 0 0,0 0 1 0 0,0 0-1 0 0,0 0 1 0 0,0 0-1 0 0,1-1 0 0 0,-1 1 1 0 0,0 0-1 0 0,0 0 1 0 0,0 0-1 0 0,0 0 1 0 0,1 0-1 0 0,-1 0 1 0 0,0 0-1 0 0,0 0 1 0 0,0 0-1 0 0,1 0 1 0 0,-1 0-1 0 0,0 0 1 0 0,0 0-1 0 0,1 0 0 0 0,4 11 532 0 0,3 19 331 0 0,-8-27-758 0 0,8 37 619 0 0,-2 1 0 0 0,-2 0 0 0 0,-2 0 0 0 0,-4 74 0 0 0,-1-88-394 0 0,-1 0 0 0 0,-1 0 0 0 0,-1 0 0 0 0,-1-1-1 0 0,-2 0 1 0 0,0 0 0 0 0,-2-1 0 0 0,-17 29-1 0 0,22-45-235 0 0,0 0-1 0 0,-1 0 0 0 0,0-1 1 0 0,0 1-1 0 0,-17 12 1 0 0,21-18-96 0 0,1-1 1 0 0,-1 0 0 0 0,0 0 0 0 0,0 0 0 0 0,-1 0 0 0 0,1 0 0 0 0,0 0 0 0 0,-1-1 0 0 0,1 0 0 0 0,-1 0 0 0 0,1 0-1 0 0,-1 0 1 0 0,1 0 0 0 0,-1-1 0 0 0,0 1 0 0 0,1-1 0 0 0,-1 0 0 0 0,0 0 0 0 0,1 0 0 0 0,-1-1 0 0 0,-4-1 0 0 0,6 2-26 0 0,1-1 0 0 0,-1 1 1 0 0,1-1-1 0 0,0 0 0 0 0,-1 0 1 0 0,1 0-1 0 0,0 0 0 0 0,0 0 1 0 0,-1 0-1 0 0,1 0 1 0 0,0 0-1 0 0,0-1 0 0 0,0 1 1 0 0,0 0-1 0 0,1-1 0 0 0,-1 1 1 0 0,0 0-1 0 0,0-3 0 0 0,-1 0-110 0 0,1 0-1 0 0,1 0 1 0 0,-1 0-1 0 0,1 1 0 0 0,-1-1 1 0 0,1 0-1 0 0,1-6 1 0 0,0-2-788 0 0,1-1 0 0 0,1 1 0 0 0,6-21 0 0 0,25-55-4084 0 0,-20 55 3164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7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17 236 6913 0 0,'16'-5'1574'0'0,"-1"-1"0"0"0,0 0 0 0 0,0-1-1 0 0,24-15 1 0 0,-21 9-372 0 0,0 0 0 0 0,31-29 0 0 0,-44 36-929 0 0,0 1 1 0 0,-1-1-1 0 0,1 0 1 0 0,-1 0-1 0 0,0 0 1 0 0,5-12-1 0 0,-8 16-199 0 0,0 0 0 0 0,0 0 0 0 0,-1-1 0 0 0,1 1 0 0 0,0 0 0 0 0,-1-1 0 0 0,1 1 0 0 0,-1 0 0 0 0,0-1 0 0 0,0 1 0 0 0,0 0 0 0 0,0-1 0 0 0,0 1 0 0 0,-1 0 0 0 0,1-1 0 0 0,-1 1 0 0 0,1 0 0 0 0,-1-1 0 0 0,0 1 0 0 0,0 0 0 0 0,0 0 0 0 0,0 0-1 0 0,0 0 1 0 0,-2-3 0 0 0,1 4-13 0 0,0 0-1 0 0,1 0 1 0 0,-1 0-1 0 0,0 0 1 0 0,0 0-1 0 0,1 1 1 0 0,-1-1-1 0 0,0 0 1 0 0,0 1-1 0 0,0-1 1 0 0,0 1-1 0 0,0 0 1 0 0,0 0-1 0 0,0 0 1 0 0,0 0-1 0 0,0 0 1 0 0,0 0-1 0 0,0 0 1 0 0,0 0-1 0 0,0 1 1 0 0,0-1-1 0 0,0 1 1 0 0,0 0-1 0 0,-2 1 1 0 0,-5 1 135 0 0,-1 1-1 0 0,1 1 1 0 0,-12 7 0 0 0,10-5-115 0 0,1 1 1 0 0,-1 0 0 0 0,1 1 0 0 0,1 0 0 0 0,0 0 0 0 0,0 1 0 0 0,1 0 0 0 0,0 1 0 0 0,1 0-1 0 0,0 0 1 0 0,-8 20 0 0 0,11-22-24 0 0,1-1-1 0 0,0 1 1 0 0,0 0-1 0 0,1 1 0 0 0,1-1 1 0 0,-1 0-1 0 0,1 1 1 0 0,1-1-1 0 0,0 0 1 0 0,0 1-1 0 0,1-1 0 0 0,0 0 1 0 0,1 1-1 0 0,0-1 1 0 0,0 0-1 0 0,8 17 1 0 0,-7-19-55 0 0,1-1 1 0 0,0 0 0 0 0,1 0 0 0 0,-1 0-1 0 0,1-1 1 0 0,0 1 0 0 0,0-1 0 0 0,1 0-1 0 0,0-1 1 0 0,0 1 0 0 0,0-1-1 0 0,0 0 1 0 0,0-1 0 0 0,1 1 0 0 0,0-1-1 0 0,0-1 1 0 0,0 1 0 0 0,8 1 0 0 0,-8-2 2 0 0,0 0 0 0 0,0-1 0 0 0,1 0 0 0 0,-1 0 0 0 0,0-1 0 0 0,1 0 1 0 0,-1 0-1 0 0,1-1 0 0 0,-1 1 0 0 0,0-2 0 0 0,1 1 0 0 0,-1-1 0 0 0,0 0 0 0 0,0-1 1 0 0,0 1-1 0 0,0-1 0 0 0,11-8 0 0 0,-6 3 96 0 0,-2-1 0 0 0,1 0 0 0 0,10-13 1 0 0,-18 19-340 0 0,-1 1 1 0 0,0-1 0 0 0,1 0 0 0 0,-2 0 0 0 0,1 0 0 0 0,0 0 0 0 0,0 0 0 0 0,-1 0 0 0 0,0 0 0 0 0,1 0 0 0 0,-1-1 0 0 0,0 1 0 0 0,-1 0 0 0 0,1-1-1 0 0,-1 1 1 0 0,1-1 0 0 0,-1 1 0 0 0,-1-6 0 0 0,-1-1-1494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18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7375 6825 0 0,'-3'2'1547'0'0,"7"-7"1143"0"0,-2 2-2330 0 0,1-5 63 0 0,0 1 0 0 0,-1-1 0 0 0,0 0-1 0 0,-1 0 1 0 0,1 0 0 0 0,-1-12-1 0 0,-2-57 1426 0 0,0 30-1377 0 0,-1-66 301 0 0,-19-119 0 0 0,0 54-301 0 0,-15-102-438 0 0,0 32 359 0 0,-7-380 0 0 0,54 204-194 0 0,-10 390-121 0 0,9-160 268 0 0,7-183 51 0 0,0 71-66 0 0,-6 137-288 0 0,18-202 17 0 0,-5 83 7 0 0,-14-178-45 0 0,-10 370 22 0 0,-2-430 85 0 0,12 149-88 0 0,-6 293-27 0 0,3-65-2 0 0,5-207-11 0 0,-13 255 5 0 0,-22-379 54 0 0,5 343-43 0 0,-19-145 32 0 0,32 177-271 0 0,0 0-3534 0 0,4 89 2035 0 0,1 11 1017 0 0,-1-1 0 0 0,1 0 0 0 0,-1 1 0 0 0,-1-1 1 0 0,1 1-1 0 0,-4-9 0 0 0,1 6-382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18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16 2304 0 0,'-23'-5'5020'0'0,"-32"3"-910"0"0,45 2-1465 0 0,83-8-307 0 0,406 48-501 0 0,-59-1-1775 0 0,204-6-62 0 0,-398-12 0 0 0,56 3 0 0 0,-198-19-3 0 0,-5 0 294 0 0,133-7 0 0 0,-193 0 91 0 0,0-1 0 0 0,0-1 1 0 0,0 0-1 0 0,-1-1 1 0 0,1-1-1 0 0,27-13 0 0 0,-45 18-333 0 0,0 1 0 0 0,0-1-1 0 0,0 1 1 0 0,0-1 0 0 0,0 1 0 0 0,0-1-1 0 0,0 0 1 0 0,0 0 0 0 0,0 1-1 0 0,-1-1 1 0 0,1 0 0 0 0,0 0 0 0 0,0 0-1 0 0,-1 0 1 0 0,1 0 0 0 0,-1 0-1 0 0,1 0 1 0 0,0-2 0 0 0,-1 2-5 0 0,0 1 0 0 0,0-1-1 0 0,0 0 1 0 0,0 0 0 0 0,0 1 0 0 0,-1-1 0 0 0,1 0 0 0 0,0 0-1 0 0,0 1 1 0 0,-1-1 0 0 0,1 0 0 0 0,0 1 0 0 0,-1-1 0 0 0,1 1-1 0 0,-1-1 1 0 0,1 0 0 0 0,-1 1 0 0 0,1-1 0 0 0,-1 1 0 0 0,1-1-1 0 0,-2 0 1 0 0,0-1-25 0 0,-1 1 1 0 0,0-1-1 0 0,0 0 0 0 0,0 1 0 0 0,0 0 0 0 0,0 0 1 0 0,0 0-1 0 0,0 0 0 0 0,0 0 0 0 0,0 1 1 0 0,-6-1-1 0 0,3 1-801 0 0,0 0 0 0 0,-1 1 1 0 0,1 0-1 0 0,0 0 0 0 0,-1 0 1 0 0,-9 4-1 0 0,7 0-1042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1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3784 6913 0 0,'-31'10'1670'0'0,"26"-8"-1265"0"0,0 0 0 0 0,0 0 0 0 0,0-1 0 0 0,-1 1-1 0 0,1-1 1 0 0,0 0 0 0 0,-1-1 0 0 0,-9 1 0 0 0,13-2-310 0 0,0 1 0 0 0,0-1 0 0 0,1 0 1 0 0,-1 1-1 0 0,0-1 0 0 0,0 0 0 0 0,1 0 0 0 0,-1 0 1 0 0,1-1-1 0 0,-1 1 0 0 0,1 0 0 0 0,-1 0 1 0 0,1-1-1 0 0,0 1 0 0 0,0-1 0 0 0,0 1 0 0 0,0-1 1 0 0,0 0-1 0 0,0 1 0 0 0,0-1 0 0 0,0 0 1 0 0,1 0-1 0 0,-1 0 0 0 0,0 1 0 0 0,1-1 1 0 0,-1-3-1 0 0,0-6 394 0 0,-1-1 1 0 0,1 1 0 0 0,2-16-1 0 0,-1 15-345 0 0,9-250 1386 0 0,-2 95-1260 0 0,12-168-82 0 0,-1 32-184 0 0,-12-303 76 0 0,-51-97-17 0 0,0-6-166 0 0,45 690 92 0 0,-5-307-578 0 0,6 304 242 0 0,-2 1 0 0 0,0-1 0 0 0,-1 0 0 0 0,-1 1 0 0 0,-1 0 0 0 0,-1-1 1 0 0,-15-39-1 0 0,18 56 242 0 0,-1 1 1 0 0,0-1-1 0 0,0 1 1 0 0,0 0-1 0 0,0 0 1 0 0,-1 0-1 0 0,0 0 1 0 0,1 0-1 0 0,-2 1 1 0 0,1 0 0 0 0,-8-5-1 0 0,37 11 3192 0 0,88 1-2397 0 0,51-2-469 0 0,238 13 170 0 0,104 22-338 0 0,-320-27-42 0 0,51-5 196 0 0,-91-5-86 0 0,-119-1-46 0 0,28-3 1 0 0,18-2 237 0 0,-87 5-1041 0 0,2 0-4145 0 0,-1 1-1120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1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1948 9730 0 0,'-9'-14'604'0'0,"1"-1"0"0"0,0 0 1 0 0,1-1-1 0 0,1 1 0 0 0,0-1 0 0 0,1-1 0 0 0,-6-32 1 0 0,-6-127 1092 0 0,13 123-1194 0 0,-2-184 826 0 0,1 15-355 0 0,-56-439-658 0 0,56 584-258 0 0,7-111 1 0 0,-1 176-59 0 0,0-138-440 0 0,0 136-511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2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6913 0 0,'0'-2'201'0'0,"1"0"0"0"0,0 0 0 0 0,-1 0 0 0 0,1 0 0 0 0,0 0-1 0 0,0 0 1 0 0,0 0 0 0 0,1 0 0 0 0,-1 1 0 0 0,0-1 0 0 0,1 0-1 0 0,-1 1 1 0 0,1-1 0 0 0,0 1 0 0 0,-1 0 0 0 0,1-1 0 0 0,0 1-1 0 0,0 0 1 0 0,0 0 0 0 0,0 0 0 0 0,-1 0 0 0 0,2 1 0 0 0,1-2-1 0 0,6-2 144 0 0,0 1-1 0 0,0 0 0 0 0,17-2 1 0 0,11 2 281 0 0,0 2-1 0 0,68 7 1 0 0,-32 0-227 0 0,569-2 1237 0 0,-341-7-924 0 0,145 13 539 0 0,-264-5-1024 0 0,-181-5-226 0 0,15 1 31 0 0,-1-1 0 0 0,0-1 0 0 0,28-4 0 0 0,-52 4-2638 0 0,-2 2 1204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3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13 116 10594 0 0,'-12'-15'1657'0'0,"12"15"-1572"0"0,0 0 0 0 0,0 0 0 0 0,-1-1 0 0 0,1 1 0 0 0,0 0 0 0 0,0-1 0 0 0,0 1 0 0 0,0 0 0 0 0,0 0 0 0 0,0-1 0 0 0,0 1 1 0 0,1 0-1 0 0,-1-1 0 0 0,0 1 0 0 0,0 0 0 0 0,0 0 0 0 0,0-1 0 0 0,0 1 0 0 0,0 0 0 0 0,0-1 0 0 0,1 1 0 0 0,-1 0 0 0 0,0 0 0 0 0,0 0 0 0 0,0-1 0 0 0,1 1 0 0 0,-1 0 0 0 0,0 0 0 0 0,0 0 0 0 0,1-1 1 0 0,-1 1-1 0 0,4-1 112 0 0,-1 0 0 0 0,1 0 0 0 0,0 0 0 0 0,-1 0 0 0 0,1 1 0 0 0,0-1 0 0 0,5 1 0 0 0,39-2-198 0 0,222-14 441 0 0,717-40 2516 0 0,-890 53-2583 0 0,408 3 811 0 0,-481 4-785 0 0,-23-4-73 0 0,-4-1-44 0 0,-7-4-121 0 0,-6-1-1912 0 0,9 4 725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4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29 238 5529 0 0,'-5'9'538'0'0,"1"1"1"0"0,0-1-1 0 0,0 1 0 0 0,1 0 1 0 0,1 0-1 0 0,0 1 0 0 0,0-1 1 0 0,1 0-1 0 0,0 1 0 0 0,1 20 0 0 0,0-31-522 0 0,0 18 240 0 0,0 0 0 0 0,1 0-1 0 0,0 0 1 0 0,2 0 0 0 0,5 20-1 0 0,-7-33-177 0 0,0-1-1 0 0,1 1 1 0 0,0-1-1 0 0,0 0 1 0 0,0 1 0 0 0,0-1-1 0 0,1 0 1 0 0,0 0-1 0 0,-1 0 1 0 0,1-1-1 0 0,1 1 1 0 0,-1-1-1 0 0,0 0 1 0 0,1 0 0 0 0,0 0-1 0 0,0 0 1 0 0,0 0-1 0 0,0-1 1 0 0,0 0-1 0 0,0 0 1 0 0,1 0 0 0 0,-1 0-1 0 0,1-1 1 0 0,8 3-1 0 0,2-3 133 0 0,0 0 1 0 0,1 0-1 0 0,-1-2 0 0 0,0 0 0 0 0,1 0 1 0 0,-1-2-1 0 0,0 1 0 0 0,23-9 0 0 0,-3-1 181 0 0,-1-2 0 0 0,47-25 0 0 0,-58 26-190 0 0,-2-1 0 0 0,1 0 1 0 0,-2-2-1 0 0,28-26 0 0 0,-36 30-49 0 0,-1 0-1 0 0,-1 0 1 0 0,0-1-1 0 0,-1 0 1 0 0,0-1-1 0 0,-1 0 1 0 0,0-1-1 0 0,6-19 1 0 0,-12 28-55 0 0,0-1 1 0 0,-1 1-1 0 0,0-1 1 0 0,0 1 0 0 0,0-1-1 0 0,-1 1 1 0 0,0-1-1 0 0,0 0 1 0 0,-1 1-1 0 0,0-1 1 0 0,0 1-1 0 0,-1-1 1 0 0,1 1 0 0 0,-2 0-1 0 0,1 0 1 0 0,0 0-1 0 0,-1 0 1 0 0,0 0-1 0 0,-1 0 1 0 0,1 0 0 0 0,-1 1-1 0 0,-9-10 1 0 0,5 6 77 0 0,-1 1 1 0 0,-1-1-1 0 0,1 1 1 0 0,-1 1-1 0 0,-1 0 1 0 0,1 0-1 0 0,-1 1 1 0 0,0 1-1 0 0,-1-1 1 0 0,1 2-1 0 0,-16-5 1 0 0,-2 2 104 0 0,0 2 1 0 0,-1 0 0 0 0,1 2-1 0 0,-41 1 1 0 0,56 2-240 0 0,0 1 1 0 0,0 0-1 0 0,-1 1 1 0 0,1 1 0 0 0,1 0-1 0 0,-1 1 1 0 0,0 1-1 0 0,1 0 1 0 0,0 0 0 0 0,0 1-1 0 0,-14 10 1 0 0,24-14-153 0 0,0 0 1 0 0,0 1-1 0 0,0-1 1 0 0,0 1-1 0 0,1 0 1 0 0,-1-1-1 0 0,1 1 1 0 0,0 0-1 0 0,0 0 1 0 0,0 1-1 0 0,0-1 1 0 0,0 0-1 0 0,1 1 0 0 0,-1-1 1 0 0,0 5-1 0 0,1-2-818 0 0,0-1-1 0 0,0 1 0 0 0,1 0 0 0 0,0 0 1 0 0,1 8-1 0 0,0 1-6306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5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31 158 3225 0 0,'-5'-34'3782'0'0,"-3"61"-443"0"0,0 27-2433 0 0,2 0 1 0 0,2 1-1 0 0,7 94 0 0 0,-2-136-795 0 0,0-1 1 0 0,1 1-1 0 0,0-1 0 0 0,0 0 1 0 0,2 0-1 0 0,0 0 0 0 0,6 14 1 0 0,-8-21-75 0 0,1 0 0 0 0,0 0 0 0 0,1 0 1 0 0,-1 0-1 0 0,1-1 0 0 0,0 0 1 0 0,0 1-1 0 0,0-1 0 0 0,1-1 0 0 0,-1 1 1 0 0,1-1-1 0 0,0 0 0 0 0,0 0 1 0 0,0 0-1 0 0,0-1 0 0 0,1 1 0 0 0,10 2 1 0 0,-7-4 43 0 0,0 1 1 0 0,0-1 0 0 0,1-1 0 0 0,-1 0-1 0 0,0 0 1 0 0,0-1 0 0 0,1 0-1 0 0,-1-1 1 0 0,0 1 0 0 0,0-2 0 0 0,-1 1-1 0 0,1-2 1 0 0,0 1 0 0 0,-1-1-1 0 0,0 0 1 0 0,11-7 0 0 0,3-3 251 0 0,-1-1 0 0 0,-1-1 1 0 0,0-1-1 0 0,29-32 0 0 0,-40 39-166 0 0,-1 0 0 0 0,0-1 0 0 0,0-1-1 0 0,-1 1 1 0 0,-1-1 0 0 0,0 0 0 0 0,0 0 0 0 0,-1-1 0 0 0,-1 0 0 0 0,0 0-1 0 0,-1 0 1 0 0,0 0 0 0 0,-1-1 0 0 0,-1 1 0 0 0,0-20 0 0 0,-1 22-72 0 0,-1-1 1 0 0,0 1-1 0 0,-1 0 1 0 0,-1-1-1 0 0,0 1 1 0 0,0 0-1 0 0,-1 1 1 0 0,0-1 0 0 0,-1 1-1 0 0,0 0 1 0 0,-1 0-1 0 0,0 0 1 0 0,0 1-1 0 0,-1-1 1 0 0,-1 2-1 0 0,1-1 1 0 0,-1 1-1 0 0,-14-11 1 0 0,6 8-46 0 0,-1 1-1 0 0,0 0 1 0 0,0 1-1 0 0,-1 1 1 0 0,0 1 0 0 0,-1 0-1 0 0,0 1 1 0 0,0 1-1 0 0,0 1 1 0 0,0 1-1 0 0,-1 1 1 0 0,1 0 0 0 0,-1 1-1 0 0,0 1 1 0 0,-27 4-1 0 0,44-4-191 0 0,-1 1-1 0 0,1-1 0 0 0,0 1 0 0 0,-1 0 0 0 0,1 0 0 0 0,0 0 0 0 0,-1 0 0 0 0,1 1 0 0 0,0-1 0 0 0,0 1 0 0 0,-3 2 0 0 0,0 3-835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6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117 455 9938 0 0,'0'2'115'0'0,"-1"0"0"0"0,1 0 0 0 0,0 0 1 0 0,-1 0-1 0 0,1-1 0 0 0,0 1 0 0 0,0 0 0 0 0,0 0 0 0 0,1 0 0 0 0,-1 0 0 0 0,0 0 0 0 0,1 0 0 0 0,-1 0 1 0 0,1 0-1 0 0,0 0 0 0 0,1 3 0 0 0,16 30 1066 0 0,-13-26-1005 0 0,1-1-1 0 0,1 0 1 0 0,-1 0 0 0 0,1 0 0 0 0,1-1-1 0 0,-1 0 1 0 0,1 0 0 0 0,0-1-1 0 0,1 0 1 0 0,11 5 0 0 0,-16-9 48 0 0,0-1 0 0 0,-1 0 0 0 0,1-1 1 0 0,0 1-1 0 0,0-1 0 0 0,0 0 0 0 0,0 0 1 0 0,0 0-1 0 0,0 0 0 0 0,0 0 1 0 0,0-1-1 0 0,0 0 0 0 0,-1 0 0 0 0,6-2 1 0 0,26-3 585 0 0,-27 6-788 0 0,-1-1 1 0 0,0 0-1 0 0,0 0 1 0 0,0-1-1 0 0,0 0 1 0 0,0 0 0 0 0,0-1-1 0 0,-1 1 1 0 0,1-2-1 0 0,-1 1 1 0 0,0-1-1 0 0,10-6 1 0 0,-9 4 64 0 0,0 0 1 0 0,0 0-1 0 0,-1-1 0 0 0,0 0 1 0 0,0 0-1 0 0,0 0 1 0 0,-1-1-1 0 0,0 1 0 0 0,5-13 1 0 0,-4 6 89 0 0,-2 1 0 0 0,0 0 0 0 0,-1-1 0 0 0,0 0 0 0 0,-1 0 0 0 0,0 0 0 0 0,-1 0 0 0 0,-1 0 0 0 0,0 0 0 0 0,-1 0 0 0 0,-3-17 0 0 0,-1 7-62 0 0,-1 0 0 0 0,-1 0 1 0 0,-1 0-1 0 0,-1 1 0 0 0,-19-34 0 0 0,23 46-97 0 0,-2 1 0 0 0,1 0 0 0 0,-1 0 0 0 0,-1 1 0 0 0,0 0-1 0 0,0 0 1 0 0,0 1 0 0 0,-1 0 0 0 0,-15-10 0 0 0,18 14-8 0 0,0 1 0 0 0,0 0-1 0 0,0 0 1 0 0,0 0 0 0 0,-1 1 0 0 0,0-1-1 0 0,1 2 1 0 0,-1-1 0 0 0,0 1 0 0 0,0 0-1 0 0,0 0 1 0 0,0 1 0 0 0,0 0 0 0 0,0 0-1 0 0,0 1 1 0 0,1 0 0 0 0,-13 3 0 0 0,9-1-17 0 0,-1 1 1 0 0,1 1 0 0 0,0 0-1 0 0,0 0 1 0 0,1 0-1 0 0,0 2 1 0 0,0-1 0 0 0,0 1-1 0 0,1 0 1 0 0,0 1-1 0 0,0 0 1 0 0,1 0 0 0 0,0 0-1 0 0,0 1 1 0 0,-7 14 0 0 0,0 2-50 0 0,2 0 1 0 0,0 1 0 0 0,2 0-1 0 0,-14 53 1 0 0,21-68-16 0 0,1 1 0 0 0,0 0-1 0 0,1 1 1 0 0,1-1 0 0 0,-1 0 0 0 0,2 0-1 0 0,0 0 1 0 0,0 0 0 0 0,5 15 0 0 0,-5-21-164 0 0,1 0 1 0 0,0 0-1 0 0,0 0 0 0 0,0 0 1 0 0,1-1-1 0 0,0 1 1 0 0,0-1-1 0 0,1 1 1 0 0,-1-1-1 0 0,1 0 0 0 0,0-1 1 0 0,1 1-1 0 0,-1-1 1 0 0,1 1-1 0 0,0-1 0 0 0,0-1 1 0 0,0 1-1 0 0,0-1 1 0 0,10 5-1 0 0,0-3-1619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7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279 815 11202 0 0,'10'-1'461'0'0,"0"0"-1"0"0,0 0 0 0 0,-1-1 0 0 0,1-1 0 0 0,0 0 0 0 0,-1 0 0 0 0,0-1 0 0 0,0 0 1 0 0,0 0-1 0 0,16-12 0 0 0,-7 4 60 0 0,-1-1-1 0 0,0-1 1 0 0,29-32 0 0 0,-31 30-289 0 0,-1-1 1 0 0,-1-1 0 0 0,-1 0 0 0 0,0-1 0 0 0,-1 0-1 0 0,-1-1 1 0 0,-1 0 0 0 0,-1-1 0 0 0,-1 0 0 0 0,0 0-1 0 0,-2 0 1 0 0,0-1 0 0 0,-2 0 0 0 0,0 0 0 0 0,-2 0-1 0 0,0 0 1 0 0,-1 0 0 0 0,-1 0 0 0 0,-2 0-1 0 0,-5-26 1 0 0,4 30-112 0 0,0 0-1 0 0,-2 0 1 0 0,0 0 0 0 0,-1 1-1 0 0,-1 0 1 0 0,-11-19-1 0 0,15 29-88 0 0,-1 1-1 0 0,1-1 1 0 0,-2 1 0 0 0,1 0-1 0 0,0 1 1 0 0,-1-1-1 0 0,0 1 1 0 0,-1 0-1 0 0,1 1 1 0 0,-1-1-1 0 0,0 1 1 0 0,0 0 0 0 0,0 1-1 0 0,0 0 1 0 0,-1 0-1 0 0,1 1 1 0 0,-10-2-1 0 0,5 1-4 0 0,-1 2-1 0 0,0 0 1 0 0,0 0-1 0 0,1 1 0 0 0,-1 1 1 0 0,0 0-1 0 0,1 1 1 0 0,-1 0-1 0 0,1 1 0 0 0,-1 0 1 0 0,1 1-1 0 0,0 0 1 0 0,0 1-1 0 0,1 1 1 0 0,-16 9-1 0 0,12-5-31 0 0,1 0 1 0 0,0 1-1 0 0,1 1 1 0 0,0 1-1 0 0,1 0 1 0 0,0 0-1 0 0,1 1 0 0 0,1 0 1 0 0,0 1-1 0 0,-12 25 1 0 0,7-7-30 0 0,0 1 1 0 0,3 1 0 0 0,1 0-1 0 0,-11 59 1 0 0,17-66 23 0 0,2-1 0 0 0,1 1 0 0 0,1 0 0 0 0,1 0-1 0 0,2 0 1 0 0,8 47 0 0 0,-8-63-54 0 0,2-1 0 0 0,-1 1 0 0 0,2-1-1 0 0,-1 0 1 0 0,1 0 0 0 0,1-1 0 0 0,0 1-1 0 0,1-1 1 0 0,0-1 0 0 0,0 1 0 0 0,1-1 0 0 0,0 0-1 0 0,0-1 1 0 0,1 0 0 0 0,1 0 0 0 0,-1-1-1 0 0,1 0 1 0 0,0-1 0 0 0,1 0 0 0 0,-1 0 0 0 0,1-1-1 0 0,0-1 1 0 0,1 0 0 0 0,-1 0 0 0 0,1-1-1 0 0,-1-1 1 0 0,1 0 0 0 0,0 0 0 0 0,0-1-1 0 0,0-1 1 0 0,0 0 0 0 0,24-3 0 0 0,-20-1-211 0 0,0 1-1 0 0,0-2 1 0 0,0 0 0 0 0,-1-1-1 0 0,0-1 1 0 0,22-12 0 0 0,-7 1-1078 0 0,54-45 1 0 0,-57 39 521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2:34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44 3225 0 0,'0'1'1201'0'0,"5"-7"2773"0"0,-3 3-3892 0 0,-1 2-25 0 0,0 0 0 0 0,0 0 0 0 0,0 0 0 0 0,-1 0 0 0 0,1 0 1 0 0,-1 0-1 0 0,1 0 0 0 0,-1 0 0 0 0,1-1 0 0 0,-1 1 0 0 0,1 0 1 0 0,-1 0-1 0 0,0-2 0 0 0,11-13 1359 0 0,-10 13-1213 0 0,-1 6 270 0 0,-4 19 548 0 0,-1 0-965 0 0,4-19-53 0 0,1-2-22 0 0,-5 3 272 0 0,-9 11-256 0 0,13-14 2 0 0,0 0 0 0 0,0 1 0 0 0,0-1 0 0 0,1 0 0 0 0,-1 1 0 0 0,0-1 0 0 0,1 0 0 0 0,-1 1 0 0 0,1-1 0 0 0,0 1-1 0 0,-1-1 1 0 0,1 1 0 0 0,0-1 0 0 0,0 1 0 0 0,0-1 0 0 0,0 3 0 0 0,-1 13 14 0 0,-2-1 16 0 0,-3 9 133 0 0,2 0 0 0 0,-2 42 0 0 0,4 15 414 0 0,2-73-491 0 0,0 0 1 0 0,-1-1-1 0 0,-1 1 0 0 0,1-1 1 0 0,-5 13-1 0 0,4-11-72 0 0,0 0 0 0 0,1-1 0 0 0,1 1 0 0 0,-1 0 1 0 0,1 0-1 0 0,3 13 0 0 0,-1 14 39 0 0,-3-7 13 0 0,0-16-65 0 0,0 0 0 0 0,2 0-1 0 0,2 16 1 0 0,-2 0-3 0 0,-1-15 138 0 0,0-7-61 0 0,-1-4-73 0 0,1 0 1 0 0,0 0 0 0 0,1 0-1 0 0,-1-1 1 0 0,1 1 0 0 0,-1 0-1 0 0,1 0 1 0 0,0 0 0 0 0,1-1-1 0 0,1 6 1 0 0,-1-3-494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3:05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2304 0 0,'0'5'321'0'0,"0"-1"-1"0"0,1 0 0 0 0,0 0 0 0 0,0 0 1 0 0,0 1-1 0 0,1-1 0 0 0,0 0 0 0 0,-1 0 1 0 0,4 3-1 0 0,-3-3-298 0 0,0 0 1 0 0,-1 0-1 0 0,1 0 0 0 0,0 0 1 0 0,-1 0-1 0 0,0 0 0 0 0,0 0 1 0 0,0 0-1 0 0,0 5 1 0 0,-1 19 785 0 0,1 37 576 0 0,-3 0 1 0 0,-20 126-1 0 0,8-150-289 0 0,10-34-1008 0 0,1 0 0 0 0,1 1 0 0 0,-1-1 0 0 0,1 1 0 0 0,-1 12 0 0 0,2-5 1 0 0,2 0 1 0 0,0 0-1 0 0,3 20 0 0 0,3 32 740 0 0,-7-71-1003 0 0,6-21-326 0 0,-4 23-641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3:59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106 990 4609 0 0,'-1'-4'138'0'0,"-1"1"0"0"0,0-1 0 0 0,1 0 0 0 0,0 1 1 0 0,0-1-1 0 0,0 0 0 0 0,1 0 0 0 0,-1 0 0 0 0,1 0 0 0 0,0 0 0 0 0,1-7 0 0 0,-2-6 461 0 0,-9-186 2347 0 0,5 100-2592 0 0,3 69-267 0 0,-1 0 0 0 0,-12-50 0 0 0,-11-54-23 0 0,18 96-24 0 0,6 28-11 0 0,0 1 0 0 0,-1 0-1 0 0,-8-22 1 0 0,9 31 125 0 0,1-1 1 0 0,0 1-1 0 0,0 0 1 0 0,0-1-1 0 0,0 1 1 0 0,0-1-1 0 0,1 1 1 0 0,0-1-1 0 0,0 0 1 0 0,0 1-1 0 0,2-7 1 0 0,6-36-155 0 0,-9 20 2 0 0,0 23-7 0 0,0 1 0 0 0,1 0 0 0 0,-1 0 0 0 0,1-1 0 0 0,0 1 0 0 0,0 0 0 0 0,0 0 0 0 0,1-1-1 0 0,-1 1 1 0 0,2-5 0 0 0,3-14-52 0 0,-5 13-2528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7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99 6913 0 0,'-12'-19'3959'0'0,"5"5"-2244"0"0,2 8-1302 0 0,0 1 0 0 0,0 0-1 0 0,0 0 1 0 0,0 0 0 0 0,-1 0 0 0 0,0 1 0 0 0,0 0 0 0 0,0 0 0 0 0,-1 0 0 0 0,1 1 0 0 0,-1 0 0 0 0,0 0 0 0 0,0 1 0 0 0,0 0 0 0 0,-13-2-1 0 0,14 3-325 0 0,-1 1-1 0 0,1-1 0 0 0,0 1 0 0 0,-1 1 1 0 0,1-1-1 0 0,-1 1 0 0 0,1 0 0 0 0,0 1 1 0 0,-1-1-1 0 0,1 1 0 0 0,0 0 1 0 0,0 1-1 0 0,-6 3 0 0 0,8-4-36 0 0,0 1-1 0 0,0-1 1 0 0,1 1 0 0 0,0-1-1 0 0,-1 1 1 0 0,1 0 0 0 0,0 0 0 0 0,0 1-1 0 0,1-1 1 0 0,-1 1 0 0 0,1-1-1 0 0,0 1 1 0 0,-1 0 0 0 0,2 0-1 0 0,-1 0 1 0 0,0 0 0 0 0,1 0 0 0 0,0 0-1 0 0,0 0 1 0 0,-1 6 0 0 0,2-6-53 0 0,1-1 0 0 0,-1 0 1 0 0,1 0-1 0 0,0 1 0 0 0,0-1 1 0 0,0 0-1 0 0,0 0 0 0 0,0 0 1 0 0,1 0-1 0 0,-1 0 0 0 0,1 0 1 0 0,0 0-1 0 0,0-1 0 0 0,4 5 1 0 0,3 3-12 0 0,0-1 1 0 0,13 12 0 0 0,29 18-17 0 0,-29-23 6 0 0,-1 0-1 0 0,-1 1 0 0 0,27 30 1 0 0,-46-46 33 0 0,0 0 0 0 0,0 0 0 0 0,0 0 0 0 0,0 1 0 0 0,0-1 0 0 0,0 0 0 0 0,-1 1 0 0 0,1-1 0 0 0,0 1 0 0 0,-1-1 0 0 0,1 1 0 0 0,-1-1 0 0 0,1 1 0 0 0,-1-1 0 0 0,0 1 0 0 0,1 0 0 0 0,-1-1 0 0 0,0 1 0 0 0,0-1 0 0 0,0 1 0 0 0,-1 0 0 0 0,1-1 1 0 0,0 1-1 0 0,-1-1 0 0 0,1 1 0 0 0,0 0 0 0 0,-1-1 0 0 0,0 1 0 0 0,1-1 0 0 0,-1 0 0 0 0,0 1 0 0 0,0-1 0 0 0,0 0 0 0 0,0 1 0 0 0,0-1 0 0 0,0 0 0 0 0,0 0 0 0 0,0 0 0 0 0,-1 0 0 0 0,1 0 0 0 0,0 0 0 0 0,-1 0 0 0 0,1 0 0 0 0,-3 0 0 0 0,-8 6 105 0 0,0-2-1 0 0,0 1 0 0 0,-1-2 1 0 0,-18 5-1 0 0,17-5-62 0 0,-1 1-55 0 0,1-2 1 0 0,-1 1-1 0 0,0-2 1 0 0,1 0 0 0 0,-1-1-1 0 0,-18 0 1 0 0,32-1-57 0 0,1 0 1 0 0,-1 0 0 0 0,1 0-1 0 0,-1 0 1 0 0,1 0 0 0 0,-1 0-1 0 0,0 0 1 0 0,1 0 0 0 0,-1 0-1 0 0,1-1 1 0 0,-1 1-1 0 0,1 0 1 0 0,-1 0 0 0 0,1 0-1 0 0,-1-1 1 0 0,1 1 0 0 0,-1 0-1 0 0,1-1 1 0 0,-1 1 0 0 0,1 0-1 0 0,0-1 1 0 0,-1 1 0 0 0,1-1-1 0 0,-1 1 1 0 0,1-1-1 0 0,0 1 1 0 0,0-1 0 0 0,-1 1-1 0 0,1-1 1 0 0,0 1 0 0 0,0-1-1 0 0,-1 1 1 0 0,1-1 0 0 0,0 1-1 0 0,0-1 1 0 0,0 1 0 0 0,0-1-1 0 0,0 0 1 0 0,0 1-1 0 0,0-1 1 0 0,0 1 0 0 0,0-1-1 0 0,0 1 1 0 0,0-1 0 0 0,0 1-1 0 0,1-2 1 0 0,11-22-7499 0 0,-12 24 7401 0 0,7-10-4926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8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13 7370 0 0,'-1'0'295'0'0,"1"0"0"0"0,-1 0 0 0 0,0-1 0 0 0,1 1 0 0 0,-1 0 1 0 0,1 0-1 0 0,-1 0 0 0 0,1 0 0 0 0,-1 0 0 0 0,0 0 0 0 0,1 0 1 0 0,-1 0-1 0 0,0 0 0 0 0,1 0 0 0 0,-1 0 0 0 0,1 0 1 0 0,-1 0-1 0 0,1 0 0 0 0,-1 1 0 0 0,0-1 0 0 0,1 0 0 0 0,-1 0 1 0 0,1 1-1 0 0,-1-1 0 0 0,1 0 0 0 0,-1 1 0 0 0,1-1 0 0 0,-1 0 1 0 0,1 1-1 0 0,0-1 0 0 0,-1 1 0 0 0,1-1 0 0 0,-1 1 1 0 0,1 0-1 0 0,-16 19 1879 0 0,12-10-1843 0 0,0 0-1 0 0,1 0 1 0 0,0 0 0 0 0,0 1 0 0 0,1-1-1 0 0,1 0 1 0 0,-1 18 0 0 0,-1-4-175 0 0,1 0 92 0 0,0 0 0 0 0,4 46 1 0 0,-1-59-203 0 0,0-1 0 0 0,1 0 1 0 0,0 0-1 0 0,1 0 0 0 0,0 0 1 0 0,1 0-1 0 0,0-1 0 0 0,0 1 1 0 0,9 11-1 0 0,-12-19-42 0 0,0 0-1 0 0,0-1 1 0 0,0 1 0 0 0,0-1-1 0 0,1 1 1 0 0,-1-1-1 0 0,0 1 1 0 0,1-1 0 0 0,0 0-1 0 0,-1 0 1 0 0,1 0-1 0 0,0 0 1 0 0,-1 0 0 0 0,1 0-1 0 0,0 0 1 0 0,3 0-1 0 0,-3-1 3 0 0,-1 0 0 0 0,1 0-1 0 0,-1 0 1 0 0,1 0-1 0 0,-1 0 1 0 0,1 0 0 0 0,-1-1-1 0 0,1 1 1 0 0,-1-1 0 0 0,1 1-1 0 0,-1-1 1 0 0,0 1-1 0 0,1-1 1 0 0,-1 0 0 0 0,0 0-1 0 0,3-2 1 0 0,3-3 17 0 0,-1-1 0 0 0,0 0 0 0 0,0 0 0 0 0,-1-1 0 0 0,8-12 0 0 0,-11 16-22 0 0,16-30 26 0 0,-1-1 0 0 0,-2-1 1 0 0,-2 0-1 0 0,15-63 0 0 0,-23 81-20 0 0,-5 17-4 0 0,1-1 3 0 0,0 0 0 0 0,0 0 0 0 0,-1-1-1 0 0,1 1 1 0 0,-1 0 0 0 0,0-1 0 0 0,1 1-1 0 0,-1 0 1 0 0,0-1 0 0 0,-1 1 0 0 0,1 0-1 0 0,0-1 1 0 0,-2-4 0 0 0,-8 32 111 0 0,5-4-121 0 0,1 0 0 0 0,1 1 0 0 0,-1 32 0 0 0,4-48 4 0 0,0-1 0 0 0,0 0 0 0 0,0 0 0 0 0,1 1 0 0 0,0-1 1 0 0,0 0-1 0 0,0 0 0 0 0,1 0 0 0 0,-1 0 0 0 0,1 0 0 0 0,1 0 0 0 0,-1-1 1 0 0,0 1-1 0 0,1-1 0 0 0,0 1 0 0 0,0-1 0 0 0,1 0 0 0 0,-1 0 1 0 0,1 0-1 0 0,5 4 0 0 0,-7-7 0 0 0,0 1 1 0 0,-1-1-1 0 0,1 0 1 0 0,0-1-1 0 0,0 1 0 0 0,0 0 1 0 0,0 0-1 0 0,0-1 1 0 0,0 1-1 0 0,0-1 0 0 0,0 0 1 0 0,0 0-1 0 0,0 0 1 0 0,0 0-1 0 0,0 0 1 0 0,0 0-1 0 0,0 0 0 0 0,1 0 1 0 0,2-2-1 0 0,-1 0 1 0 0,0 1 1 0 0,-1-1-1 0 0,0 0 0 0 0,1 0 0 0 0,-1 0 0 0 0,0-1 0 0 0,0 1 0 0 0,0-1 1 0 0,-1 0-1 0 0,4-3 0 0 0,0-2 20 0 0,0-1 0 0 0,0 0 0 0 0,-1 0 0 0 0,0 0 0 0 0,-1 0 0 0 0,1-1 0 0 0,2-13 0 0 0,-2 7-11 0 0,-2 0 0 0 0,0 0 0 0 0,-1 0 0 0 0,0 0 0 0 0,-1 0 0 0 0,-1-1 0 0 0,-3-28 0 0 0,-6 22 230 0 0,2 15-75 0 0,6 8-162 0 0,1 0-1 0 0,0 0 0 0 0,0 0 0 0 0,-1 0 0 0 0,1 0 1 0 0,0 0-1 0 0,0 0 0 0 0,-1 0 0 0 0,1 1 0 0 0,0-1 1 0 0,-1 0-1 0 0,1 0 0 0 0,0 0 0 0 0,0 0 0 0 0,0 0 1 0 0,-1 1-1 0 0,1-1 0 0 0,0 0 0 0 0,0 0 1 0 0,-1 0-1 0 0,1 1 0 0 0,0-1 0 0 0,0 0 0 0 0,0 0 1 0 0,0 1-1 0 0,0-1 0 0 0,-1 0 0 0 0,1 0 0 0 0,0 1 1 0 0,0-1-1 0 0,0 0 0 0 0,0 0 0 0 0,0 1 0 0 0,-2 3-121 0 0,1 1 0 0 0,-1-1 0 0 0,1 0 0 0 0,0 0-1 0 0,0 1 1 0 0,1-1 0 0 0,-1 1 0 0 0,1-1 0 0 0,0 1-1 0 0,0-1 1 0 0,0 1 0 0 0,1-1 0 0 0,0 0-1 0 0,0 1 1 0 0,0-1 0 0 0,0 0 0 0 0,1 1 0 0 0,-1-1-1 0 0,5 7 1 0 0,-4-9 15 0 0,0 1 0 0 0,0 0 0 0 0,0-1 0 0 0,1 1 0 0 0,-1-1 0 0 0,1 0 0 0 0,0 0 0 0 0,-1 0-1 0 0,1 0 1 0 0,0-1 0 0 0,0 1 0 0 0,0-1 0 0 0,1 1 0 0 0,-1-1 0 0 0,0 0 0 0 0,0 0 0 0 0,1-1 0 0 0,-1 1 0 0 0,0-1 0 0 0,1 1-1 0 0,-1-1 1 0 0,1 0 0 0 0,-1 0 0 0 0,0-1 0 0 0,1 1 0 0 0,3-2 0 0 0,5-1-891 0 0,1-1 0 0 0,-1 0-1 0 0,0-1 1 0 0,0-1 0 0 0,0 0 0 0 0,-1 0-1 0 0,20-16 1 0 0,-20 13-204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8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42 6913 0 0,'27'-36'529'0'0,"-27"35"-422"0"0,0 1 0 0 0,0 0 1 0 0,0 0-1 0 0,0-1 1 0 0,0 1-1 0 0,0 0 0 0 0,0 0 1 0 0,1-1-1 0 0,-1 1 1 0 0,0 0-1 0 0,0 0 0 0 0,0 0 1 0 0,0-1-1 0 0,1 1 1 0 0,-1 0-1 0 0,0 0 0 0 0,0 0 1 0 0,1 0-1 0 0,-1-1 1 0 0,0 1-1 0 0,0 0 0 0 0,0 0 1 0 0,1 0-1 0 0,-1 0 1 0 0,0 0-1 0 0,1 0 0 0 0,-1 0 1 0 0,0 0-1 0 0,0 0 1 0 0,1 0-1 0 0,-1 0 1 0 0,0 0-1 0 0,0 0 0 0 0,1 0 1 0 0,-1 0-1 0 0,0 0 1 0 0,1 0-1 0 0,2 11 1506 0 0,-4 15-383 0 0,-15 68 881 0 0,10-69-1702 0 0,1 0-1 0 0,2 0 1 0 0,0 0 0 0 0,2 1 0 0 0,2 35-1 0 0,-1-53-457 0 0,-3-17-887 0 0,-3-18-2237 0 0,4 10 1285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8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6737 0 0,'1'1'297'0'0,"-1"0"63"0"0,2 2-288 0 0,-2 0-72 0 0,1 0 0 0 0,-1 1 0 0 0,2 1 0 0 0,0 3 0 0 0,4 10 0 0 0,-1-1 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9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79 5529 0 0,'0'0'26'0'0,"0"0"-1"0"0,-1 0 1 0 0,1 0 0 0 0,0 0-1 0 0,-1 0 1 0 0,1 0-1 0 0,0 0 1 0 0,0 0-1 0 0,-1 1 1 0 0,1-1 0 0 0,0 0-1 0 0,0 0 1 0 0,-1 0-1 0 0,1 0 1 0 0,0 1 0 0 0,0-1-1 0 0,-1 0 1 0 0,1 0-1 0 0,0 0 1 0 0,0 1 0 0 0,0-1-1 0 0,0 0 1 0 0,-1 0-1 0 0,1 1 1 0 0,0-1 0 0 0,0 0-1 0 0,0 1 1 0 0,0-1-1 0 0,0 0 1 0 0,0 0-1 0 0,0 1 1 0 0,0-1 0 0 0,0 0-1 0 0,0 1 1 0 0,0-1-1 0 0,0 0 1 0 0,0 1 0 0 0,0-1-1 0 0,-4 19 2021 0 0,3-16-1358 0 0,-6 34 1611 0 0,-3 47 1 0 0,6 99-722 0 0,2-22 2117 0 0,1-158-3568 0 0,1 1-1 0 0,0 0 0 0 0,-1 0 0 0 0,1-1 0 0 0,-1 1 0 0 0,0 0 0 0 0,-2 4 0 0 0,2-8-105 0 0,1 1 0 0 0,0-1 0 0 0,0 1 1 0 0,-1-1-1 0 0,1 0 0 0 0,0 1 0 0 0,0-1 0 0 0,-1 0 0 0 0,1 1 1 0 0,0-1-1 0 0,-1 0 0 0 0,1 0 0 0 0,-1 1 0 0 0,1-1 0 0 0,0 0 1 0 0,-1 0-1 0 0,1 0 0 0 0,-1 1 0 0 0,1-1 0 0 0,0 0 0 0 0,-1 0 1 0 0,1 0-1 0 0,-1 0 0 0 0,1 0 0 0 0,-1 0 0 0 0,0 0-4 0 0,-1-1 1 0 0,1 1-1 0 0,0 0 0 0 0,0-1 0 0 0,0 0 0 0 0,-1 1 0 0 0,1-1 1 0 0,0 0-1 0 0,0 1 0 0 0,0-1 0 0 0,0 0 0 0 0,0 0 0 0 0,-1-1 0 0 0,-5-7-30 0 0,-1 0 0 0 0,1 0 0 0 0,1-1 0 0 0,0 0 0 0 0,0 0 0 0 0,1 0 0 0 0,0-1 0 0 0,-5-15-1 0 0,-20-95-138 0 0,22 80 148 0 0,6 34 24 0 0,1 3-2 0 0,0 1-1 0 0,0-1 1 0 0,0 1-1 0 0,0-1 1 0 0,1 0 0 0 0,-1 1-1 0 0,1-1 1 0 0,0 0-1 0 0,0 1 1 0 0,0-1 0 0 0,1 0-1 0 0,0 1 1 0 0,1-6-1 0 0,-2 8-14 0 0,1 1 0 0 0,0-1 0 0 0,-1 1 0 0 0,1 0 0 0 0,0-1 0 0 0,-1 1-1 0 0,1 0 1 0 0,0 0 0 0 0,-1 0 0 0 0,1-1 0 0 0,0 1 0 0 0,-1 0-1 0 0,1 0 1 0 0,0 0 0 0 0,0 0 0 0 0,-1 0 0 0 0,1 0 0 0 0,0 0 0 0 0,0 1-1 0 0,-1-1 1 0 0,1 0 0 0 0,0 0 0 0 0,-1 1 0 0 0,1-1 0 0 0,0 0 0 0 0,0 1-1 0 0,21 11-136 0 0,-18-10 159 0 0,24 15-268 0 0,2 1-180 0 0,60 27-1 0 0,-79-41 395 0 0,0-1-1 0 0,0 1 1 0 0,0-2 0 0 0,1 1-1 0 0,-1-2 1 0 0,1 0-1 0 0,-1 0 1 0 0,1-1 0 0 0,20-2-1 0 0,-24 1 36 0 0,0 0 0 0 0,0-1 0 0 0,0 0 1 0 0,0 0-1 0 0,8-5 0 0 0,-12 6 71 0 0,-1-1 0 0 0,0 0 0 0 0,0 0-1 0 0,0 0 1 0 0,0-1 0 0 0,0 1 0 0 0,0-1 0 0 0,-1 1 0 0 0,1-1 0 0 0,-1 0 0 0 0,0 0 0 0 0,0 0 0 0 0,3-5 0 0 0,-5 7-57 0 0,0 1 1 0 0,1 0-1 0 0,-1 0 1 0 0,0-1-1 0 0,0 1 1 0 0,0 0-1 0 0,0 0 0 0 0,0-1 1 0 0,0 1-1 0 0,1 0 1 0 0,-1 0-1 0 0,0-1 1 0 0,0 1-1 0 0,0 0 1 0 0,0-1-1 0 0,0 1 1 0 0,0 0-1 0 0,0 0 1 0 0,0-1-1 0 0,0 1 0 0 0,0 0 1 0 0,0-1-1 0 0,0 1 1 0 0,-1 0-1 0 0,1 0 1 0 0,0-1-1 0 0,0 1 1 0 0,0 0-1 0 0,0 0 1 0 0,0-1-1 0 0,0 1 1 0 0,-1 0-1 0 0,1 0 0 0 0,0-1 1 0 0,0 1-1 0 0,0 0 1 0 0,-1 0-1 0 0,1 0 1 0 0,0-1-1 0 0,0 1 1 0 0,-1 0-1 0 0,1 0 1 0 0,0 0-1 0 0,0 0 1 0 0,-1 0-1 0 0,1 0 0 0 0,0 0 1 0 0,-1-1-1 0 0,1 1 1 0 0,0 0-1 0 0,0 0 1 0 0,-1 0-1 0 0,1 0 1 0 0,0 0-1 0 0,-1 0 1 0 0,1 0-1 0 0,0 1 1 0 0,0-1-1 0 0,-1 0 0 0 0,1 0 1 0 0,0 0-1 0 0,-1 0 1 0 0,1 0-1 0 0,0 0 1 0 0,0 0-1 0 0,-1 1 1 0 0,1-1-1 0 0,-21 9 779 0 0,14-2-671 0 0,0 1 1 0 0,0 1 0 0 0,1-1 0 0 0,0 1 0 0 0,0 0 0 0 0,1 1 0 0 0,-7 18 0 0 0,2-3-53 0 0,-11 51-1 0 0,18-64-78 0 0,1-1 0 0 0,1 1 0 0 0,0 0 0 0 0,0 0-1 0 0,2-1 1 0 0,0 15 0 0 0,0-22 0 0 0,-1 0 0 0 0,1 0 0 0 0,0 1 0 0 0,1-1 0 0 0,-1 0 0 0 0,0 0 0 0 0,1 0 0 0 0,0 0 1 0 0,0 0-1 0 0,0-1 0 0 0,1 1 0 0 0,-1 0 0 0 0,1-1 0 0 0,0 0 0 0 0,0 0 0 0 0,0 0 0 0 0,0 0 0 0 0,1 0 0 0 0,6 4 0 0 0,-9-6 0 0 0,1-1 1 0 0,-1 1-1 0 0,0-1 0 0 0,0 1 1 0 0,1-1-1 0 0,-1 0 0 0 0,0 0 0 0 0,1 1 1 0 0,-1-1-1 0 0,0 0 0 0 0,0 0 0 0 0,1 0 1 0 0,-1 0-1 0 0,0-1 0 0 0,1 1 1 0 0,-1 0-1 0 0,0-1 0 0 0,1 1 0 0 0,-1 0 1 0 0,1-2-1 0 0,2 1-2 0 0,-1-1 0 0 0,0 0-1 0 0,0 0 1 0 0,0-1 0 0 0,0 1 0 0 0,-1-1-1 0 0,4-3 1 0 0,3-5-12 0 0,-1 0 0 0 0,13-23-1 0 0,-7 5-32 0 0,0-1 0 0 0,-2 0 0 0 0,-1-1 0 0 0,8-40 0 0 0,16-130-350 0 0,-8 39 245 0 0,-25 151 153 0 0,-2 6 5 0 0,1 0 0 0 0,0 1 0 0 0,0-1 0 0 0,0 0 0 0 0,0 1 0 0 0,1-1 0 0 0,0 1 0 0 0,5-8 0 0 0,-8 42 584 0 0,2-14-559 0 0,-27 266 285 0 0,2-43-16 0 0,24-237-287 0 0,-1 6 46 0 0,0 1-1 0 0,1-1 0 0 0,0 0 1 0 0,0 1-1 0 0,1-1 0 0 0,0 0 1 0 0,1 0-1 0 0,0 0 0 0 0,3 11 1 0 0,-4-19-53 0 0,-1 0 0 0 0,0 1 0 0 0,0-1 0 0 0,0 0 0 0 0,0 0 0 0 0,0 0 0 0 0,0 0 0 0 0,0 0 0 0 0,1 0 0 0 0,-1 0 0 0 0,0 0 0 0 0,0 0 0 0 0,0 0 0 0 0,0 0 0 0 0,0 0 0 0 0,1 0 0 0 0,-1 0 1 0 0,0 0-1 0 0,0 0 0 0 0,0 0 0 0 0,0 0 0 0 0,0 0 0 0 0,1 0 0 0 0,-1 0 0 0 0,0 0 0 0 0,0 0 0 0 0,0 0 0 0 0,0 0 0 0 0,0 0 0 0 0,0 0 0 0 0,1 0 0 0 0,-1 0 0 0 0,0-1 0 0 0,0 1 0 0 0,0 0 0 0 0,0 0 0 0 0,0 0 0 0 0,0 0 1 0 0,0 0-1 0 0,0 0 0 0 0,1 0 0 0 0,-1 0 0 0 0,0-1 0 0 0,0 1 0 0 0,0 0 0 0 0,0 0 0 0 0,8-12 31 0 0,3-13-41 0 0,16-53-91 0 0,2-9-107 0 0,-25 77 189 0 0,1 1 0 0 0,0 0 0 0 0,0 0-1 0 0,1 1 1 0 0,0-1 0 0 0,12-12 0 0 0,-17 20 21 0 0,0 0-1 0 0,0 0 0 0 0,0 0 1 0 0,0 0-1 0 0,0 0 1 0 0,1 0-1 0 0,-1 1 0 0 0,0-1 1 0 0,1 0-1 0 0,-1 1 1 0 0,0-1-1 0 0,1 1 0 0 0,-1 0 1 0 0,1-1-1 0 0,-1 1 1 0 0,0 0-1 0 0,1 0 0 0 0,-1 0 1 0 0,1 0-1 0 0,-1 0 1 0 0,3 0-1 0 0,-1 1 16 0 0,0 0-1 0 0,-1 0 1 0 0,1 0-1 0 0,0 0 1 0 0,-1 1-1 0 0,1-1 1 0 0,-1 1 0 0 0,1-1-1 0 0,-1 1 1 0 0,3 3-1 0 0,2 1 29 0 0,-1 1 0 0 0,0-1 0 0 0,-1 2 0 0 0,1-1 0 0 0,-1 1 0 0 0,4 8 0 0 0,13 36 90 0 0,20 71 0 0 0,-36-104-15 0 0,-1 1 0 0 0,0 0 0 0 0,-2 1 0 0 0,2 35 0 0 0,-5-55-138 0 0,0-1 0 0 0,0 0 0 0 0,0 1 1 0 0,0-1-1 0 0,0 0 0 0 0,0 1 0 0 0,0-1 0 0 0,0 0 0 0 0,0 1 0 0 0,0-1 0 0 0,0 0 0 0 0,0 1 0 0 0,0-1 0 0 0,0 0 0 0 0,0 1 0 0 0,0-1 1 0 0,0 0-1 0 0,0 1 0 0 0,0-1 0 0 0,-1 0 0 0 0,1 1 0 0 0,0-1 0 0 0,0 0 0 0 0,0 1 0 0 0,-1-1 0 0 0,1 0 0 0 0,0 0 0 0 0,0 1 0 0 0,-1-1 1 0 0,1 0-1 0 0,0 0 0 0 0,0 1 0 0 0,-1-1 0 0 0,1 0 0 0 0,0 0 0 0 0,-1 0 0 0 0,1 0 0 0 0,0 1 0 0 0,-1-1 0 0 0,1 0 0 0 0,0 0 0 0 0,-1 0 1 0 0,1 0-1 0 0,0 0 0 0 0,-1 0 0 0 0,1 0 0 0 0,0 0 0 0 0,-1 0 0 0 0,1 0 0 0 0,-1 0 0 0 0,1 0 0 0 0,0 0 0 0 0,-1 0 0 0 0,1-1 0 0 0,0 1 1 0 0,-1 0-1 0 0,1 0 0 0 0,0 0 0 0 0,0 0 0 0 0,-1-1 0 0 0,0 1 0 0 0,-17-17-5225 0 0,11 6 3121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1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1 844 8290 0 0,'4'-10'2813'0'0,"1"-3"2448"0"0,1 4-4925 0 0,28-26 1909 0 0,2 0 1 0 0,77-56 0 0 0,-10 9-1327 0 0,45-54-200 0 0,50-43-285 0 0,-91 96-214 0 0,72-61 449 0 0,-177 142-648 0 0,0 0 0 0 0,0 1 0 0 0,0-1 0 0 0,0 0 0 0 0,-1 0 0 0 0,1 0 0 0 0,-1 0 0 0 0,3-5 0 0 0,-4 7-31 0 0,0 0 1 0 0,0 0-1 0 0,0 0 0 0 0,0-1 1 0 0,0 1-1 0 0,0 0 0 0 0,0 0 0 0 0,0 0 1 0 0,0 0-1 0 0,0 0 0 0 0,0-1 1 0 0,0 1-1 0 0,0 0 0 0 0,0 0 0 0 0,0 0 1 0 0,0 0-1 0 0,0 0 0 0 0,0-1 1 0 0,0 1-1 0 0,0 0 0 0 0,-1 0 0 0 0,1 0 1 0 0,0 0-1 0 0,0 0 0 0 0,0 0 1 0 0,0 0-1 0 0,0 0 0 0 0,0-1 0 0 0,-1 1 1 0 0,1 0-1 0 0,0 0 0 0 0,0 0 1 0 0,0 0-1 0 0,0 0 0 0 0,0 0 1 0 0,-1 0-1 0 0,1 0 0 0 0,0 0 0 0 0,0 0 1 0 0,0 0-1 0 0,-15 1-1346 0 0,7 1-680 0 0,1 1-3323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2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19 270 18004 0 0,'-6'-6'786'0'0,"-4"0"392"0"0,10 6-1166 0 0,0 0 0 0 0,0 0 0 0 0,-1 1 0 0 0,1-1-1 0 0,0 0 1 0 0,0 1 0 0 0,0-1 0 0 0,-1 0 0 0 0,1 0 0 0 0,0 1 0 0 0,0-1 0 0 0,0 0 0 0 0,0 1 0 0 0,0-1-1 0 0,0 0 1 0 0,0 1 0 0 0,0-1 0 0 0,0 0 0 0 0,0 1 0 0 0,0-1 0 0 0,0 0 0 0 0,0 1 0 0 0,0-1-1 0 0,0 0 1 0 0,0 1 0 0 0,0-1 0 0 0,0 0 0 0 0,0 1 0 0 0,0-1 0 0 0,0 0 0 0 0,0 1 0 0 0,1-1-1 0 0,-1 1 1 0 0,7 26 210 0 0,1 1 0 0 0,21 47 0 0 0,-15-41 106 0 0,9 35-1 0 0,20 79 681 0 0,-43-156-885 0 0,0-1 0 0 0,0 1 0 0 0,1-1 0 0 0,3-12 0 0 0,0-11-70 0 0,14-115-41 0 0,-12 118-9 0 0,0 0-1 0 0,2 0 1 0 0,12-27 0 0 0,-18 50 3 0 0,0 1 1 0 0,1-1-1 0 0,0 1 1 0 0,0 0 0 0 0,0 0-1 0 0,1 0 1 0 0,-1 1-1 0 0,1-1 1 0 0,1 1-1 0 0,5-5 1 0 0,-9 8-2 0 0,1 0 1 0 0,0 0-1 0 0,0 0 1 0 0,0 0-1 0 0,0 0 1 0 0,0 0-1 0 0,0 0 1 0 0,0 1-1 0 0,0-1 1 0 0,0 1-1 0 0,0 0 1 0 0,0 0-1 0 0,0-1 1 0 0,0 1-1 0 0,0 0 1 0 0,0 1-1 0 0,0-1 1 0 0,0 0-1 0 0,1 1 1 0 0,-1-1-1 0 0,0 1 1 0 0,0 0-1 0 0,0-1 1 0 0,-1 1-1 0 0,1 0 1 0 0,0 0-1 0 0,0 0 1 0 0,0 1-1 0 0,-1-1 1 0 0,1 0-1 0 0,2 3 1 0 0,4 4 1 0 0,0 0 1 0 0,-1 0 0 0 0,0 0 0 0 0,-1 1-1 0 0,0 0 1 0 0,0 1 0 0 0,-1-1 0 0 0,0 1-1 0 0,0 0 1 0 0,3 13 0 0 0,-5-16 7 0 0,-1 1 0 0 0,-1-1-1 0 0,1 1 1 0 0,-1-1 0 0 0,0 1 0 0 0,-1 0 0 0 0,0-1 0 0 0,0 1 0 0 0,0-1-1 0 0,-1 1 1 0 0,0 0 0 0 0,-1-1 0 0 0,0 1 0 0 0,0-1 0 0 0,-4 10-1 0 0,27-67-52 0 0,-1-1 0 0 0,15-63-1 0 0,-13 37 13 0 0,-20 70 26 0 0,9-23 0 0 0,-10 28 0 0 0,-1 1 0 0 0,1 0 0 0 0,0-1 0 0 0,-1 1 0 0 0,1 0 0 0 0,0 0 0 0 0,0 0 0 0 0,0-1 0 0 0,0 1 0 0 0,0 0 0 0 0,0 0 0 0 0,0 0 0 0 0,1 1 0 0 0,-1-1 0 0 0,0 0 0 0 0,3-1 0 0 0,-3 2 0 0 0,0 0 0 0 0,-1 0 0 0 0,1 1 0 0 0,0-1 0 0 0,0 0 0 0 0,-1 0 0 0 0,1 1 0 0 0,0-1 0 0 0,0 0 0 0 0,-1 1 0 0 0,1-1 0 0 0,0 1 0 0 0,-1-1 0 0 0,1 1 0 0 0,0-1 0 0 0,-1 1 0 0 0,1-1 0 0 0,-1 1 0 0 0,1 0 0 0 0,-1-1 0 0 0,1 1 0 0 0,-1 0 0 0 0,0-1 0 0 0,1 1 0 0 0,0 1 0 0 0,10 23 0 0 0,-10-22 0 0 0,4 7-8 0 0,0-1 0 0 0,1 1 0 0 0,0-1 0 0 0,0-1-1 0 0,1 1 1 0 0,12 12 0 0 0,8 9-7 0 0,-23-23 2 0 0,1 0-1 0 0,-2 0 0 0 0,1 0 1 0 0,-1 1-1 0 0,0-1 1 0 0,0 1-1 0 0,-1 0 1 0 0,0-1-1 0 0,1 14 0 0 0,-2-14 3 0 0,0 0-1 0 0,0 0 0 0 0,1 0 1 0 0,0 0-1 0 0,0 0 0 0 0,0 0 0 0 0,1-1 1 0 0,0 1-1 0 0,0-1 0 0 0,1 0 0 0 0,0 0 1 0 0,5 6-1 0 0,-8-11 7 0 0,1 0-1 0 0,-1 0 1 0 0,0 1 0 0 0,1-1 0 0 0,0 0-1 0 0,-1 0 1 0 0,1 0 0 0 0,0 0 0 0 0,0-1-1 0 0,-1 1 1 0 0,1 0 0 0 0,0-1-1 0 0,0 1 1 0 0,0-1 0 0 0,0 0 0 0 0,0 1-1 0 0,0-1 1 0 0,3 0 0 0 0,-2-1 2 0 0,1 0 0 0 0,-1 1 0 0 0,0-1 1 0 0,0 0-1 0 0,1-1 0 0 0,-1 1 0 0 0,0-1 0 0 0,0 1 0 0 0,-1-1 1 0 0,5-2-1 0 0,-2-1 4 0 0,1 1 1 0 0,-1-1-1 0 0,0-1 0 0 0,0 1 1 0 0,0-1-1 0 0,-1 1 1 0 0,0-1-1 0 0,0-1 0 0 0,4-9 1 0 0,-4 5 22 0 0,0 0 1 0 0,-1 0 0 0 0,-1 0 0 0 0,0-1-1 0 0,0 1 1 0 0,-1-1 0 0 0,0 0-1 0 0,-1 1 1 0 0,-2-17 0 0 0,-1 9 68 0 0,-1 0 1 0 0,0 0-1 0 0,-2 0 1 0 0,-13-32-1 0 0,16 46-69 0 0,1 0-1 0 0,-1 0 0 0 0,0 1 0 0 0,0-1 0 0 0,0 1 1 0 0,0 0-1 0 0,-1 0 0 0 0,0 0 0 0 0,0 1 0 0 0,0-1 1 0 0,0 1-1 0 0,-7-4 0 0 0,9 6-15 0 0,1 0 0 0 0,-1 0 0 0 0,0 0 0 0 0,0 1 0 0 0,0-1-1 0 0,0 0 1 0 0,0 1 0 0 0,0 0 0 0 0,0-1 0 0 0,0 1 0 0 0,0 0 0 0 0,0 0 0 0 0,0 0 0 0 0,0 0 0 0 0,0 0 0 0 0,1 1 0 0 0,-1-1 0 0 0,0 1-1 0 0,0-1 1 0 0,0 1 0 0 0,0 0 0 0 0,0-1 0 0 0,0 1 0 0 0,1 0 0 0 0,-1 0 0 0 0,0 0 0 0 0,1 1 0 0 0,-1-1 0 0 0,1 0 0 0 0,-1 1 0 0 0,1-1 0 0 0,0 1-1 0 0,-1-1 1 0 0,1 1 0 0 0,-2 3 0 0 0,1-2-64 0 0,0 0 0 0 0,1 1 0 0 0,-1-1 0 0 0,1 1 0 0 0,-1 0-1 0 0,1-1 1 0 0,0 1 0 0 0,0 0 0 0 0,1 0 0 0 0,-1 0 0 0 0,1 0 0 0 0,0 0-1 0 0,0 0 1 0 0,0 0 0 0 0,1-1 0 0 0,-1 1 0 0 0,3 6 0 0 0,-3-8 26 0 0,1 0 1 0 0,0 0 0 0 0,0 0-1 0 0,0 0 1 0 0,0-1 0 0 0,0 1 0 0 0,0 0-1 0 0,0-1 1 0 0,0 1 0 0 0,1-1-1 0 0,-1 0 1 0 0,0 1 0 0 0,1-1-1 0 0,0 0 1 0 0,-1 0 0 0 0,1 0-1 0 0,0 0 1 0 0,-1 0 0 0 0,1 0-1 0 0,0 0 1 0 0,0 0 0 0 0,0-1 0 0 0,0 1-1 0 0,0-1 1 0 0,0 0 0 0 0,0 1-1 0 0,0-1 1 0 0,0 0 0 0 0,0 0-1 0 0,-1 0 1 0 0,1 0 0 0 0,0-1-1 0 0,0 1 1 0 0,0 0 0 0 0,0-1-1 0 0,3-1 1 0 0,5-1-146 0 0,1 0 0 0 0,-1-1-1 0 0,0-1 1 0 0,0 0 0 0 0,11-8-1 0 0,-17 11 122 0 0,0-1 0 0 0,0 0-1 0 0,0 0 1 0 0,0 0-1 0 0,-1 0 1 0 0,0-1-1 0 0,1 0 1 0 0,-1 1-1 0 0,-1-1 1 0 0,1 0 0 0 0,-1-1-1 0 0,1 1 1 0 0,-1 0-1 0 0,2-7 1 0 0,-1 1 6 0 0,5-30-263 0 0,-8 38 316 0 0,0 0 0 0 0,0 0 0 0 0,0 1 0 0 0,0-1 0 0 0,-1 0 0 0 0,1 0 0 0 0,0 0 0 0 0,-1 0 0 0 0,1 0 0 0 0,-1 0 0 0 0,0 0 0 0 0,0 1 0 0 0,1-1 0 0 0,-1 0 0 0 0,0 1-1 0 0,-1-1 1 0 0,-1-2 0 0 0,0 4-86 0 0,-3 7 22 0 0,-7 11 48 0 0,1 0-1 0 0,1 0 0 0 0,-9 22 0 0 0,15-31 9 0 0,2 1 0 0 0,-1 0 0 0 0,2 0-1 0 0,-1 0 1 0 0,1 0 0 0 0,1 1 0 0 0,0-1 0 0 0,0 20-1 0 0,1-7-214 0 0,-1-20 123 0 0,1 1 1 0 0,-1 0 0 0 0,1 0 0 0 0,0-1 0 0 0,1 1 0 0 0,-1 0 0 0 0,0 0 0 0 0,1-1 0 0 0,0 1 0 0 0,0 0 0 0 0,0-1 0 0 0,1 1 0 0 0,2 4 0 0 0,-3-7-130 0 0,0-1 0 0 0,0 1 0 0 0,0-1 0 0 0,0 1-1 0 0,0-1 1 0 0,1 1 0 0 0,-1-1 0 0 0,0 0 0 0 0,1 1 0 0 0,-1-1-1 0 0,0 0 1 0 0,0 0 0 0 0,1 0 0 0 0,-1 0 0 0 0,0 0 0 0 0,1-1-1 0 0,-1 1 1 0 0,0 0 0 0 0,0 0 0 0 0,2-1 0 0 0,7-2-1023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3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60 5065 0 0,'13'-19'1639'0'0,"-10"11"1352"0"0,-6 13-197 0 0,3-5-2328 0 0,-2 4-15 0 0,-7 10 11 0 0,2 1 1 0 0,0 0 0 0 0,1 0 0 0 0,0 1 0 0 0,1 0-1 0 0,1 0 1 0 0,1 0 0 0 0,-2 20 0 0 0,2-2 63 0 0,1-1 0 0 0,2 0 0 0 0,5 41 0 0 0,-4-66-455 0 0,0-1 0 0 0,0 0 0 0 0,1 1 0 0 0,0-1-1 0 0,0 0 1 0 0,1 0 0 0 0,5 10 0 0 0,-7-15-52 0 0,0-1-1 0 0,0 1 1 0 0,0-1-1 0 0,0 0 1 0 0,0 1-1 0 0,0-1 1 0 0,0 0-1 0 0,1 0 1 0 0,-1 0-1 0 0,0 0 1 0 0,1 0-1 0 0,-1 0 1 0 0,1 0-1 0 0,-1 0 1 0 0,1 0-1 0 0,0-1 1 0 0,-1 1-1 0 0,1-1 1 0 0,0 1-1 0 0,-1-1 1 0 0,1 1-1 0 0,0-1 1 0 0,0 0 0 0 0,-1 0-1 0 0,1 0 1 0 0,0 0-1 0 0,0 0 1 0 0,-1-1-1 0 0,1 1 1 0 0,0 0-1 0 0,0-1 1 0 0,-1 1-1 0 0,1-1 1 0 0,-1 0-1 0 0,1 1 1 0 0,2-3-1 0 0,6-3 20 0 0,-1 0-1 0 0,0 0 1 0 0,0-1-1 0 0,-1-1 1 0 0,0 1-1 0 0,0-1 1 0 0,-1-1-1 0 0,0 1 1 0 0,0-1-1 0 0,-1 0 1 0 0,0-1-1 0 0,-1 1 1 0 0,6-15-1 0 0,2-7 55 0 0,-1-1 0 0 0,-2-1 0 0 0,7-33-1 0 0,-12 44 1 0 0,-2 11 45 0 0,0 0 0 0 0,-1 0-1 0 0,0 0 1 0 0,-1-1 0 0 0,0 1-1 0 0,0 0 1 0 0,-3-20 0 0 0,2 29-100 0 0,0 1 0 0 0,-1 0 0 0 0,1-1 0 0 0,0 1 0 0 0,-1-1 1 0 0,1 1-1 0 0,-1 0 0 0 0,0 0 0 0 0,1-1 0 0 0,-1 1 0 0 0,0 0 0 0 0,0 0 0 0 0,0 0 0 0 0,0 0 1 0 0,0 0-1 0 0,-2-2 0 0 0,-2-2 15 0 0,2 3-39 0 0,-1 1-1 0 0,1 0 1 0 0,0-1 0 0 0,-1 1 0 0 0,1 0 0 0 0,-1 0 0 0 0,1 1 0 0 0,-1-1-1 0 0,1 1 1 0 0,-1 0 0 0 0,1 0 0 0 0,-1 0 0 0 0,-6 1 0 0 0,-2 0 4 0 0,7-1-441 0 0,0 0-1 0 0,0 0 1 0 0,-1 1-1 0 0,-8 2 1 0 0,13-3 371 0 0,1 0 0 0 0,0 0 0 0 0,-1 0 0 0 0,1 0-1 0 0,0 0 1 0 0,-1 1 0 0 0,1-1 0 0 0,0 0 0 0 0,-1 0 0 0 0,1 0 0 0 0,0 1 0 0 0,-1-1 0 0 0,1 0-1 0 0,0 0 1 0 0,0 1 0 0 0,-1-1 0 0 0,1 0 0 0 0,0 0 0 0 0,0 1 0 0 0,0-1 0 0 0,-1 0-1 0 0,1 1 1 0 0,0-1 0 0 0,0 0 0 0 0,0 1 0 0 0,0-1 0 0 0,0 0 0 0 0,0 1 0 0 0,0 0 0 0 0,0 0-10 0 0,0 0 0 0 0,1 0 0 0 0,-1 0 0 0 0,1 0 0 0 0,0 0 0 0 0,-1-1 0 0 0,1 1 0 0 0,0 0 0 0 0,0 0 0 0 0,-1 0 0 0 0,1-1 0 0 0,0 1 1 0 0,0 0-1 0 0,0-1 0 0 0,2 2 0 0 0,5 2-6015 0 0,-1-3 427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4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9218 0 0,'0'30'6993'0'0,"1"2"-3793"0"0,-1 97-2343 0 0,-2-80-609 0 0,6 80 0 0 0,-4-128-236 0 0,0 1-1 0 0,0-1 0 0 0,0 0 0 0 0,0 1 0 0 0,1-1 0 0 0,-1 1 0 0 0,0-1 0 0 0,1 0 0 0 0,-1 1 0 0 0,0-1 0 0 0,1 0 0 0 0,0 1 0 0 0,-1-1 0 0 0,1 0 1 0 0,0 1-1 0 0,1 0 0 0 0,-1-2 27 0 0,0 0-1 0 0,-1 0 1 0 0,1 0 0 0 0,0 0 0 0 0,0-1 0 0 0,0 1 0 0 0,0 0-1 0 0,0 0 1 0 0,0-1 0 0 0,0 1 0 0 0,0 0 0 0 0,0-1 0 0 0,0 1-1 0 0,-1-1 1 0 0,1 1 0 0 0,0-1 0 0 0,0 0 0 0 0,0 1 0 0 0,-1-1-1 0 0,1 0 1 0 0,0 0 0 0 0,-1 1 0 0 0,2-3 0 0 0,0 1 3 0 0,1 1 0 0 0,-1-1 1 0 0,1 0-1 0 0,0 1 1 0 0,-1-1-1 0 0,1 1 0 0 0,0 0 1 0 0,0 0-1 0 0,0 0 0 0 0,6-1 1 0 0,15-5 76 0 0,-23 7-71 0 0,1 0 0 0 0,-1 0 0 0 0,0 0 0 0 0,1 1 0 0 0,-1-1 0 0 0,1 0 0 0 0,-1 1 0 0 0,0 0 0 0 0,1-1 0 0 0,-1 1 0 0 0,0 0-1 0 0,0-1 1 0 0,1 1 0 0 0,-1 0 0 0 0,0 0 0 0 0,0 0 0 0 0,0 0 0 0 0,0 0 0 0 0,1 2 0 0 0,6 6-38 0 0,0 0 0 0 0,-1 1 0 0 0,0 0 1 0 0,0 0-1 0 0,-1 1 0 0 0,7 16 0 0 0,-12-25-5 0 0,-1 0-1 0 0,1-1 1 0 0,-1 1 0 0 0,0 0 0 0 0,0-1-1 0 0,1 1 1 0 0,-1 0 0 0 0,0-1 0 0 0,0 1-1 0 0,0 0 1 0 0,-1-1 0 0 0,1 1 0 0 0,0 0-1 0 0,-1-1 1 0 0,1 1 0 0 0,-1 0 0 0 0,0-1-1 0 0,1 1 1 0 0,-2 1 0 0 0,0 0 14 0 0,-1 0 1 0 0,1 0-1 0 0,-1 0 1 0 0,1 0-1 0 0,-1 0 1 0 0,0-1-1 0 0,0 0 1 0 0,-5 4-1 0 0,-1-1 25 0 0,0 0 0 0 0,-1-1 1 0 0,1 0-1 0 0,-1 0 0 0 0,-16 3 0 0 0,15-4-15 0 0,-1-1-1 0 0,1-1 1 0 0,-13 1 0 0 0,21-2-29 0 0,0 0-1 0 0,0 0 1 0 0,0 0 0 0 0,1-1 0 0 0,-1 1 0 0 0,0-1 0 0 0,0 0 0 0 0,0 1 0 0 0,0-1 0 0 0,1 0 0 0 0,-1-1 0 0 0,0 1 0 0 0,1 0 0 0 0,-1-1 0 0 0,1 0 0 0 0,0 1 0 0 0,-5-5 0 0 0,7 5-39 0 0,0 1-1 0 0,-1-1 1 0 0,1 0 0 0 0,-1 0-1 0 0,1 0 1 0 0,0 0-1 0 0,-1 0 1 0 0,1 0 0 0 0,0 0-1 0 0,0 0 1 0 0,0 1-1 0 0,0-1 1 0 0,0 0 0 0 0,0 0-1 0 0,0 0 1 0 0,0 0 0 0 0,0 0-1 0 0,0 0 1 0 0,1 0-1 0 0,-1 0 1 0 0,0 0 0 0 0,1 0-1 0 0,-1 1 1 0 0,1-1-1 0 0,-1 0 1 0 0,0 0 0 0 0,1 0-1 0 0,0 1 1 0 0,-1-1-1 0 0,1 0 1 0 0,0 0 0 0 0,-1 1-1 0 0,1-1 1 0 0,0 1-1 0 0,-1-1 1 0 0,3 0 0 0 0,32-22-1245 0 0,-31 21 1096 0 0,80-39-1858 0 0,-53 28 1686 0 0,54-34 0 0 0,-43 19 673 0 0,74-66 1 0 0,-103 82-26 0 0,-1-1 0 0 0,0 0 0 0 0,-1-1 0 0 0,0 0 1 0 0,-1-1-1 0 0,0 0 0 0 0,-1-1 0 0 0,-1 0 0 0 0,6-18 1 0 0,-13 32-231 0 0,0 0 0 0 0,0 0 0 0 0,-1 0 1 0 0,1 0-1 0 0,-1 0 0 0 0,1 0 0 0 0,-1 0 1 0 0,0 0-1 0 0,0 0 0 0 0,0 0 0 0 0,0 0 1 0 0,0 0-1 0 0,0 0 0 0 0,-1 0 0 0 0,1 0 1 0 0,-1 0-1 0 0,1 0 0 0 0,-1 0 0 0 0,0 0 1 0 0,0 0-1 0 0,1 0 0 0 0,-1 0 0 0 0,-3-2 0 0 0,2 2-12 0 0,0 1-1 0 0,0-1 0 0 0,0 1 0 0 0,0 0 0 0 0,-1 0 0 0 0,1 0 0 0 0,0 0 1 0 0,-1 0-1 0 0,1 1 0 0 0,-1-1 0 0 0,1 1 0 0 0,-1 0 0 0 0,1-1 0 0 0,-1 1 0 0 0,1 0 1 0 0,-1 0-1 0 0,1 1 0 0 0,-1-1 0 0 0,-2 1 0 0 0,-2 1-23 0 0,0 0 1 0 0,0 0-1 0 0,0 1 1 0 0,0 0-1 0 0,0 0 0 0 0,1 0 1 0 0,0 1-1 0 0,0 0 0 0 0,0 0 1 0 0,0 1-1 0 0,0-1 1 0 0,-9 12-1 0 0,6-5 11 0 0,-1 0 0 0 0,2 1 0 0 0,-1 0 0 0 0,2 0 0 0 0,-10 21 0 0 0,10-18-21 0 0,2 0 0 0 0,-1 0 1 0 0,2 0-1 0 0,0 0 0 0 0,1 1 1 0 0,1 0-1 0 0,0-1 0 0 0,1 1 1 0 0,2 23-1 0 0,-1-33-8 0 0,1 0 1 0 0,0 0-1 0 0,0 0 0 0 0,0-1 1 0 0,1 1-1 0 0,0 0 0 0 0,0-1 1 0 0,0 0-1 0 0,1 1 1 0 0,0-1-1 0 0,0 0 0 0 0,0 0 1 0 0,0-1-1 0 0,1 1 0 0 0,0-1 1 0 0,0 1-1 0 0,0-1 0 0 0,1 0 1 0 0,-1-1-1 0 0,1 1 0 0 0,0-1 1 0 0,0 0-1 0 0,0 0 1 0 0,0-1-1 0 0,1 1 0 0 0,-1-1 1 0 0,1 0-1 0 0,8 2 0 0 0,-1-2 20 0 0,0 0 0 0 0,0 0 0 0 0,0-2 0 0 0,0 1 0 0 0,0-2 0 0 0,0 0 0 0 0,0 0 0 0 0,0-1 0 0 0,0-1-1 0 0,23-7 1 0 0,-20 4 9 0 0,-1 0-1 0 0,0-2 1 0 0,0 1 0 0 0,-1-2-1 0 0,0 0 1 0 0,-1 0-1 0 0,0-1 1 0 0,15-16-1 0 0,-25 24-91 0 0,-1-1-1 0 0,0 1 1 0 0,0-1-1 0 0,0 0 1 0 0,0 0-1 0 0,0 0 1 0 0,0 0-1 0 0,-1 0 0 0 0,1 0 1 0 0,-1 0-1 0 0,0-1 1 0 0,0 1-1 0 0,0 0 1 0 0,-1-1-1 0 0,1 1 1 0 0,-1 0-1 0 0,1-1 1 0 0,-1 1-1 0 0,0-1 0 0 0,-1 1 1 0 0,1-1-1 0 0,-1 1 1 0 0,1-1-1 0 0,-1 1 1 0 0,0 0-1 0 0,0-1 1 0 0,-1 1-1 0 0,1 0 1 0 0,0 0-1 0 0,-1 0 0 0 0,0 0 1 0 0,0 0-1 0 0,0 0 1 0 0,0 1-1 0 0,0-1 1 0 0,-1 1-1 0 0,1-1 1 0 0,-1 1-1 0 0,-3-2 1 0 0,-5-5-1792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5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557 21 13363 0 0,'0'-1'146'0'0,"0"0"1"0"0,-1 0 0 0 0,1 0-1 0 0,0 0 1 0 0,0 0-1 0 0,-1 0 1 0 0,1 0-1 0 0,-1 0 1 0 0,1 0-1 0 0,-1 0 1 0 0,1 0 0 0 0,-1 0-1 0 0,0 0 1 0 0,1 0-1 0 0,-1 0 1 0 0,0 1-1 0 0,0-1 1 0 0,0 0-1 0 0,1 1 1 0 0,-1-1 0 0 0,0 0-1 0 0,-2 0 1 0 0,2 1-103 0 0,0 0 0 0 0,0 0 0 0 0,0 0 0 0 0,0 1 0 0 0,0-1-1 0 0,0 0 1 0 0,0 0 0 0 0,0 1 0 0 0,0-1 0 0 0,0 1 0 0 0,0-1 0 0 0,0 1 0 0 0,1-1 0 0 0,-1 1 0 0 0,0-1 0 0 0,0 1 0 0 0,0 0 0 0 0,1-1 0 0 0,-2 2 0 0 0,-4 6-106 0 0,0-1 1 0 0,0 1-1 0 0,-7 15 1 0 0,11-20 191 0 0,-31 60 168 0 0,-29 80 0 0 0,-15 73 268 0 0,42-114-245 0 0,-61 165 250 0 0,-37 107-195 0 0,120-334-481 0 0,1 0 1 0 0,2 1-1 0 0,2 0 1 0 0,-3 50-1 0 0,11-89 5 0 0,1 17-269 0 0,-1-19 331 0 0,0 1 0 0 0,0-1 0 0 0,0 0 1 0 0,0 0-1 0 0,0 0 0 0 0,0 1 0 0 0,0-1 0 0 0,0 0 0 0 0,0 0 0 0 0,0 1 0 0 0,0-1 0 0 0,1 0 0 0 0,-1 0 0 0 0,0 0 0 0 0,0 0 0 0 0,0 1 0 0 0,0-1 0 0 0,0 0 0 0 0,1 0 0 0 0,-1 0 0 0 0,0 0 0 0 0,0 1 0 0 0,0-1 0 0 0,1 0 0 0 0,-1 0 0 0 0,0 0 0 0 0,0 0 0 0 0,0 0 0 0 0,1 0 0 0 0,-1 0 0 0 0,0 0 0 0 0,0 0 0 0 0,1 0 0 0 0,-1 0 0 0 0,0 0 0 0 0,0 0 0 0 0,0 0 0 0 0,1 0 0 0 0,-1 0 0 0 0,0 0 0 0 0,0 0 0 0 0,1 0 0 0 0,-1 0 0 0 0,0 0 0 0 0,0 0 0 0 0,0 0 0 0 0,1 0 0 0 0,-1 0 0 0 0,0-1 0 0 0,0 1 0 0 0,0 0 1 0 0,1 0-1 0 0,-1 0 0 0 0,0 0 0 0 0,0-1 0 0 0,0 1 0 0 0,0 0 0 0 0,0 0 0 0 0,1 0 0 0 0,-1-1 0 0 0,0 1 0 0 0,0 0 0 0 0,0 0 0 0 0,0 0 0 0 0,0-1 0 0 0,7-5-1628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5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0 11779 0 0,'-1'1'72'0'0,"1"-1"1"0"0,-1 1-1 0 0,0-1 1 0 0,1 1-1 0 0,-1 0 1 0 0,0-1-1 0 0,1 1 1 0 0,-1 0-1 0 0,1-1 1 0 0,-1 1-1 0 0,1 0 1 0 0,0 0-1 0 0,-1-1 1 0 0,1 1-1 0 0,0 0 1 0 0,-1 0-1 0 0,1 0 1 0 0,0-1-1 0 0,0 1 1 0 0,0 0-1 0 0,0 0 1 0 0,0 1-1 0 0,-4 29 332 0 0,3-22-195 0 0,-70 336 4666 0 0,31-177-2991 0 0,-46 133-25 0 0,78-276-1890 0 0,0-7-66 0 0,7-15-434 0 0,-1 1 0 0 0,0-1 0 0 0,1 0 0 0 0,0 1 0 0 0,0-1 0 0 0,0 1 0 0 0,-1 5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6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 9074 0 0,'0'0'57'0'0,"0"0"0"0"0,0 0 0 0 0,1 0 0 0 0,-1 0 0 0 0,0 1 0 0 0,0-1 0 0 0,0 0 0 0 0,0 0 1 0 0,1 0-1 0 0,-1 0 0 0 0,0 1 0 0 0,0-1 0 0 0,0 0 0 0 0,0 0 0 0 0,0 0 0 0 0,0 1 0 0 0,1-1 0 0 0,-1 0 0 0 0,0 0 0 0 0,0 0 0 0 0,0 1 0 0 0,0-1 0 0 0,0 0 1 0 0,0 0-1 0 0,0 1 0 0 0,0-1 0 0 0,0 0 0 0 0,0 0 0 0 0,0 0 0 0 0,0 1 0 0 0,0-1 0 0 0,0 0 0 0 0,0 0 0 0 0,0 1 0 0 0,-1-1 0 0 0,1 0 0 0 0,-8 11 1285 0 0,-17 12-121 0 0,19-19-1009 0 0,-16 13 922 0 0,-43 25 0 0 0,43-30-119 0 0,0 2 0 0 0,-26 22 0 0 0,44-32-805 0 0,0 0 0 0 0,0 0 0 0 0,0 0 0 0 0,0 0 0 0 0,1 1 0 0 0,-5 8 0 0 0,7-12-175 0 0,0 0 1 0 0,1 0-1 0 0,-1 0 1 0 0,1 0-1 0 0,0 1 1 0 0,-1-1 0 0 0,1 0-1 0 0,0 0 1 0 0,0 0-1 0 0,0 1 1 0 0,0-1-1 0 0,0 0 1 0 0,0 0-1 0 0,0 0 1 0 0,0 0-1 0 0,0 1 1 0 0,0-1-1 0 0,1 0 1 0 0,-1 0-1 0 0,1 0 1 0 0,-1 0-1 0 0,0 0 1 0 0,1 1-1 0 0,0-1 1 0 0,-1 0-1 0 0,1 0 1 0 0,0-1-1 0 0,-1 1 1 0 0,1 0 0 0 0,0 0-1 0 0,0 0 1 0 0,0 0-1 0 0,0-1 1 0 0,0 1-1 0 0,0 0 1 0 0,0-1-1 0 0,2 2 1 0 0,27 11 213 0 0,1 0 1 0 0,0-2 0 0 0,44 9 0 0 0,-54-15-269 0 0,4 0-97 0 0,0-1 0 0 0,1-2 0 0 0,-1 0 0 0 0,1-2 0 0 0,-1-1 0 0 0,1-1 0 0 0,-1-1 0 0 0,42-11 0 0 0,-57 12 145 0 0,0-1 1 0 0,0 0-1 0 0,0-1 0 0 0,0 0 1 0 0,0 0-1 0 0,-1-1 1 0 0,0-1-1 0 0,0 1 0 0 0,10-9 1 0 0,-14 9-8 0 0,-1 1-1 0 0,0-1 1 0 0,1 0 0 0 0,-2 0 0 0 0,1 0-1 0 0,0-1 1 0 0,-1 0 0 0 0,0 1 0 0 0,-1-1-1 0 0,1 0 1 0 0,-1 0 0 0 0,0 0 0 0 0,0-1 0 0 0,-1 1-1 0 0,0 0 1 0 0,0-8 0 0 0,0 9 52 0 0,-1 1 0 0 0,0-1 1 0 0,0 0-1 0 0,-1 1 0 0 0,1-1 0 0 0,-1 1 0 0 0,0-1 1 0 0,0 1-1 0 0,-1-1 0 0 0,0 1 0 0 0,1 0 1 0 0,-1-1-1 0 0,0 1 0 0 0,-1 0 0 0 0,1 0 0 0 0,-1 1 1 0 0,0-1-1 0 0,-6-6 0 0 0,6 8-40 0 0,1 0-1 0 0,-1 0 1 0 0,0 0-1 0 0,0 1 1 0 0,0-1-1 0 0,1 1 1 0 0,-1 0-1 0 0,-1 0 1 0 0,1 0-1 0 0,0 0 1 0 0,0 0-1 0 0,0 1 1 0 0,0-1-1 0 0,-1 1 1 0 0,1 0-1 0 0,0 0 1 0 0,0 0-1 0 0,-1 0 1 0 0,1 1-1 0 0,0-1 1 0 0,0 1-1 0 0,0 0 1 0 0,0 0-1 0 0,0 0 1 0 0,0 0-1 0 0,0 1 1 0 0,-5 2-1 0 0,-3 4-24 0 0,0-1 0 0 0,1 1 0 0 0,-1 1-1 0 0,2 0 1 0 0,0 1 0 0 0,0 0 0 0 0,0 0-1 0 0,1 0 1 0 0,1 1 0 0 0,0 1 0 0 0,0-1 0 0 0,-7 20-1 0 0,10-21-22 0 0,0 0 0 0 0,0 0 0 0 0,1 0 0 0 0,1 1 0 0 0,-1-1 0 0 0,2 1-1 0 0,0 0 1 0 0,0 0 0 0 0,1 0 0 0 0,0-1 0 0 0,0 1 0 0 0,2 0 0 0 0,-1 0 0 0 0,1-1-1 0 0,6 19 1 0 0,-7-26 0 0 0,0 0 0 0 0,1-1 0 0 0,-1 1 0 0 0,1 0 0 0 0,0 0 0 0 0,-1-1-1 0 0,1 1 1 0 0,0-1 0 0 0,0 0 0 0 0,1 1 0 0 0,-1-1 0 0 0,0 0 0 0 0,1 0-1 0 0,0 0 1 0 0,-1-1 0 0 0,1 1 0 0 0,0-1 0 0 0,0 1 0 0 0,3 0 0 0 0,-2-1-7 0 0,1 0 0 0 0,0 0 1 0 0,0-1-1 0 0,-1 0 0 0 0,1 0 1 0 0,0 0-1 0 0,0 0 0 0 0,-1-1 1 0 0,1 0-1 0 0,0 0 0 0 0,6-2 1 0 0,3-2-86 0 0,0-1 0 0 0,0 0 0 0 0,-1-1 1 0 0,0-1-1 0 0,-1 0 0 0 0,1-1 1 0 0,10-10-1 0 0,-6 3-49 0 0,-1 0 1 0 0,28-36-1 0 0,-37 42 164 0 0,-1 0 0 0 0,0 0 1 0 0,0-1-1 0 0,-1 1 0 0 0,0-1 0 0 0,-1-1 0 0 0,5-16 0 0 0,-11 48 284 0 0,1 36 0 0 0,0-17-220 0 0,1-21-48 0 0,0 0 0 0 0,1-1 0 0 0,1 1 0 0 0,0-1 0 0 0,5 18 0 0 0,-5-30-26 0 0,0 1 0 0 0,0-1 0 0 0,0 0 0 0 0,1 1 0 0 0,0-1-1 0 0,0 0 1 0 0,0 0 0 0 0,5 5 0 0 0,-5-7 1 0 0,-1-1 0 0 0,1 1 1 0 0,0-1-1 0 0,0 0 0 0 0,-1 0 0 0 0,1 0 1 0 0,0-1-1 0 0,1 1 0 0 0,-1-1 1 0 0,0 1-1 0 0,0-1 0 0 0,1 0 0 0 0,-1 0 1 0 0,1-1-1 0 0,3 1 0 0 0,-2-1 4 0 0,0 0 0 0 0,0-1 0 0 0,0 0 0 0 0,0 0 0 0 0,0 0 0 0 0,0 0 0 0 0,0-1 0 0 0,0 0 0 0 0,0 0 0 0 0,-1 0 0 0 0,1-1 0 0 0,-1 1 0 0 0,0-1 0 0 0,0 0 0 0 0,0-1 0 0 0,5-4 0 0 0,0 0 19 0 0,0-1-1 0 0,0-1 1 0 0,-1 0 0 0 0,0 0-1 0 0,9-17 1 0 0,-10 13 38 0 0,-1 0-1 0 0,-1-1 0 0 0,0 0 1 0 0,0 0-1 0 0,-2 0 0 0 0,0 0 1 0 0,2-31-1 0 0,-8-110 525 0 0,1 142-269 0 0,0 19 144 0 0,-2 23-83 0 0,4-28-377 0 0,-14 245 191 0 0,7-177-199 0 0,-26 107 1 0 0,19-119 20 0 0,-34 86 1 0 0,41-126 1 0 0,0 0 1 0 0,-1 0-1 0 0,-1-1 1 0 0,-1 0-1 0 0,0-1 0 0 0,-1 0 1 0 0,0 0-1 0 0,-1-1 1 0 0,-23 20-1 0 0,30-30-32 0 0,0 1 0 0 0,0-1 1 0 0,-1 0-1 0 0,0 0 0 0 0,1-1 0 0 0,-1 1 1 0 0,0-1-1 0 0,0-1 0 0 0,0 1 0 0 0,0-1 0 0 0,0 0 1 0 0,-1 0-1 0 0,1-1 0 0 0,0 0 0 0 0,0 0 0 0 0,0 0 1 0 0,-1-1-1 0 0,1 0 0 0 0,0 0 0 0 0,-7-2 0 0 0,9 1-144 0 0,-1 0 0 0 0,1 0 0 0 0,-1 0-1 0 0,1 0 1 0 0,0-1 0 0 0,0 1 0 0 0,0-1-1 0 0,0 0 1 0 0,1-1 0 0 0,-1 1 0 0 0,1 0-1 0 0,0-1 1 0 0,0 0 0 0 0,0 0 0 0 0,0 0-1 0 0,1 0 1 0 0,0 0 0 0 0,-1-1 0 0 0,2 1-1 0 0,-1-1 1 0 0,0 1 0 0 0,1-1 0 0 0,0 1-1 0 0,0-1 1 0 0,0 0 0 0 0,0-8 0 0 0,1-3-2239 0 0,1 1 0 0 0,4-26 1 0 0,4-6-4025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7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9674 0 0,'1'0'35'0'0,"-1"0"-1"0"0,0 0 1 0 0,0 0 0 0 0,0 0 0 0 0,0 0-1 0 0,1 0 1 0 0,-1 0 0 0 0,0 0-1 0 0,0 0 1 0 0,0 0 0 0 0,0 0-1 0 0,1 0 1 0 0,-1 0 0 0 0,0 0 0 0 0,0 0-1 0 0,0 0 1 0 0,0 0 0 0 0,1 0-1 0 0,-1 0 1 0 0,0 0 0 0 0,0 0-1 0 0,0 0 1 0 0,0 0 0 0 0,1 0 0 0 0,-1 0-1 0 0,0 0 1 0 0,0 0 0 0 0,0 0-1 0 0,0 0 1 0 0,1 0 0 0 0,-1 1-1 0 0,0-1 1 0 0,0 0 0 0 0,0 0 0 0 0,0 0-1 0 0,0 0 1 0 0,0 0 0 0 0,0 1-1 0 0,1-1 1 0 0,-1 0 0 0 0,0 0-1 0 0,0 0 1 0 0,6 13 1959 0 0,2 12 364 0 0,-4-2-1669 0 0,-1 0 0 0 0,-1 1 1 0 0,-1-1-1 0 0,-4 42 0 0 0,-21 96 1237 0 0,15-109-1445 0 0,-20 94 569 0 0,-5 36-290 0 0,32-173-696 0 0,1 1 0 0 0,1 0 0 0 0,-1 0 0 0 0,3 17 0 0 0,4-38 21 0 0,-1 0 1 0 0,6-21-1 0 0,-10 27-63 0 0,9-39 153 0 0,2-1 0 0 0,2 2 1 0 0,28-63-1 0 0,-39 101-173 0 0,0-1-1 0 0,1 0 1 0 0,-1 1 0 0 0,1 0-1 0 0,1 0 1 0 0,-1 0 0 0 0,1 1-1 0 0,-1-1 1 0 0,10-5 0 0 0,-13 9-3 0 0,1 0 1 0 0,0 0 0 0 0,-1 0 0 0 0,1 0 0 0 0,0 1 0 0 0,0-1 0 0 0,0 0 0 0 0,0 1 0 0 0,-1-1 0 0 0,1 1 0 0 0,0 0 0 0 0,0 0-1 0 0,0 0 1 0 0,0 0 0 0 0,0 0 0 0 0,0 0 0 0 0,0 0 0 0 0,0 1 0 0 0,0-1 0 0 0,-1 1 0 0 0,1-1 0 0 0,0 1 0 0 0,0 0-1 0 0,0 0 1 0 0,-1 0 0 0 0,1 0 0 0 0,0 0 0 0 0,-1 0 0 0 0,1 0 0 0 0,-1 0 0 0 0,0 1 0 0 0,1-1 0 0 0,-1 0 0 0 0,0 1-1 0 0,0-1 1 0 0,2 3 0 0 0,4 7-1 0 0,1 1-1 0 0,-1 0 0 0 0,-1 0 0 0 0,0 1 1 0 0,-1 0-1 0 0,0 0 0 0 0,-1 0 1 0 0,-1 1-1 0 0,0-1 0 0 0,1 17 1 0 0,-4-27 14 0 0,0 0 0 0 0,0-1 0 0 0,0 1 0 0 0,-1 0 1 0 0,0-1-1 0 0,1 1 0 0 0,-1-1 0 0 0,0 1 1 0 0,0 0-1 0 0,0-1 0 0 0,-1 0 0 0 0,1 1 1 0 0,-1-1-1 0 0,1 0 0 0 0,-1 0 0 0 0,0 0 0 0 0,0 0 1 0 0,0 0-1 0 0,0 0 0 0 0,0 0 0 0 0,0-1 1 0 0,0 1-1 0 0,-1-1 0 0 0,-3 3 0 0 0,-8 3 39 0 0,0-1-1 0 0,-1 0 0 0 0,-17 4 0 0 0,11-3-48 0 0,15-5-29 0 0,-30 13 63 0 0,34-15-77 0 0,1 1 1 0 0,-1 0 0 0 0,1 0-1 0 0,-1 0 1 0 0,1 0 0 0 0,-1 0-1 0 0,1 0 1 0 0,0 0 0 0 0,-1 1-1 0 0,1-1 1 0 0,0 0 0 0 0,0 1-1 0 0,0-1 1 0 0,0 1 0 0 0,0-1 0 0 0,0 1-1 0 0,-1 2 1 0 0,2-4 3 0 0,0 1 0 0 0,0-1-1 0 0,0 0 1 0 0,0 1 0 0 0,0-1 0 0 0,0 0 0 0 0,0 1 0 0 0,1-1 0 0 0,-1 0 0 0 0,0 1-1 0 0,0-1 1 0 0,0 0 0 0 0,0 1 0 0 0,0-1 0 0 0,0 0 0 0 0,1 1 0 0 0,-1-1-1 0 0,0 0 1 0 0,0 1 0 0 0,1-1 0 0 0,-1 0 0 0 0,0 0 0 0 0,0 1 0 0 0,1-1-1 0 0,-1 0 1 0 0,0 0 0 0 0,0 0 0 0 0,1 1 0 0 0,-1-1 0 0 0,0 0 0 0 0,1 0 0 0 0,-1 0-1 0 0,0 0 1 0 0,1 0 0 0 0,-1 0 0 0 0,1 0 0 0 0,-1 0 0 0 0,0 0 0 0 0,1 0-1 0 0,-1 0 1 0 0,0 0 0 0 0,1 0 0 0 0,-1 0 0 0 0,0 0 0 0 0,1 0 0 0 0,-1 0-1 0 0,0 0 1 0 0,1 0 0 0 0,-1 0 0 0 0,0 0 0 0 0,1-1 0 0 0,-1 1 0 0 0,0 0 0 0 0,1 0-1 0 0,-1-1 1 0 0,21-7-1331 0 0,-21 8 1333 0 0,141-84-5680 0 0,-16 9 2722 0 0,-123 73 2986 0 0,1 1-1 0 0,-1 0 1 0 0,0 0-1 0 0,0 0 1 0 0,1 0 0 0 0,-1 1-1 0 0,0-1 1 0 0,1 0-1 0 0,-1 1 1 0 0,1 0-1 0 0,-1 0 1 0 0,1-1-1 0 0,-1 1 1 0 0,1 1-1 0 0,-1-1 1 0 0,0 0-1 0 0,1 1 1 0 0,3 0 0 0 0,-5 0 61 0 0,1 0 0 0 0,-1 0 0 0 0,1 0 0 0 0,-1 1 0 0 0,0-1 0 0 0,1 0 1 0 0,-1 1-1 0 0,0-1 0 0 0,0 0 0 0 0,0 1 0 0 0,0-1 0 0 0,0 1 0 0 0,0 0 1 0 0,0-1-1 0 0,-1 1 0 0 0,1 0 0 0 0,-1 0 0 0 0,1-1 0 0 0,-1 1 0 0 0,0 0 1 0 0,1 0-1 0 0,-1 0 0 0 0,0-1 0 0 0,0 1 0 0 0,-1 2 0 0 0,-4 31 750 0 0,4-31-681 0 0,0 0 0 0 0,0 1 0 0 0,0-1 0 0 0,0 1 1 0 0,1-1-1 0 0,0 1 0 0 0,0-1 0 0 0,0 1 1 0 0,0 0-1 0 0,1-1 0 0 0,-1 1 0 0 0,4 8 0 0 0,-3-12-41 0 0,0 0-1 0 0,0 0 1 0 0,0 0-1 0 0,1 0 1 0 0,-1 0-1 0 0,0 0 0 0 0,1 0 1 0 0,-1 0-1 0 0,1 0 1 0 0,-1-1-1 0 0,1 1 0 0 0,-1 0 1 0 0,1-1-1 0 0,0 0 1 0 0,-1 1-1 0 0,1-1 1 0 0,0 0-1 0 0,-1 0 0 0 0,1 0 1 0 0,0 0-1 0 0,-1 0 1 0 0,1 0-1 0 0,-1 0 0 0 0,1 0 1 0 0,0-1-1 0 0,-1 1 1 0 0,3-1-1 0 0,5-2 283 0 0,0 0 1 0 0,0 0-1 0 0,11-6 0 0 0,-15 6-270 0 0,-1 0-1 0 0,0 0 0 0 0,1 0 1 0 0,-1 0-1 0 0,-1-1 1 0 0,1 1-1 0 0,0-1 0 0 0,-1 0 1 0 0,0-1-1 0 0,0 1 0 0 0,0 0 1 0 0,0-1-1 0 0,-1 0 1 0 0,0 1-1 0 0,0-1 0 0 0,0 0 1 0 0,0 0-1 0 0,-1 0 1 0 0,0 0-1 0 0,0-1 0 0 0,0 1 1 0 0,-1 0-1 0 0,1 0 1 0 0,-1 0-1 0 0,-1-1 0 0 0,1 1 1 0 0,-1 0-1 0 0,0 0 0 0 0,0-1 1 0 0,0 1-1 0 0,-1 0 1 0 0,0 0-1 0 0,0 1 0 0 0,0-1 1 0 0,0 0-1 0 0,-1 1 1 0 0,0-1-1 0 0,0 1 0 0 0,0 0 1 0 0,0 0-1 0 0,-1 0 0 0 0,0 0 1 0 0,0 1-1 0 0,0-1 1 0 0,0 1-1 0 0,0 0 0 0 0,0 0 1 0 0,-9-4-1 0 0,10 6-87 0 0,0 1 1 0 0,0-1-1 0 0,0 1 0 0 0,0-1 0 0 0,0 1 0 0 0,0 0 0 0 0,0 0 1 0 0,0 1-1 0 0,-1-1 0 0 0,1 0 0 0 0,1 1 0 0 0,-1 0 0 0 0,0 0 1 0 0,0 0-1 0 0,0 0 0 0 0,0 0 0 0 0,0 0 0 0 0,1 1 0 0 0,-1 0 1 0 0,1-1-1 0 0,-1 1 0 0 0,1 0 0 0 0,0 0 0 0 0,-1 0 0 0 0,-1 4 1 0 0,0-3-57 0 0,1 1 0 0 0,-1 0 0 0 0,1 0 0 0 0,1 0 0 0 0,-1 1 0 0 0,0-1 0 0 0,1 1 1 0 0,0-1-1 0 0,0 1 0 0 0,0 0 0 0 0,1 0 0 0 0,-1-1 0 0 0,1 1 0 0 0,0 8 0 0 0,1-11-68 0 0,0 1-1 0 0,0 0 0 0 0,0 0 1 0 0,1 0-1 0 0,-1 0 1 0 0,1 0-1 0 0,0-1 0 0 0,0 1 1 0 0,0 0-1 0 0,0-1 0 0 0,1 1 1 0 0,-1-1-1 0 0,0 1 0 0 0,1-1 1 0 0,0 1-1 0 0,0-1 0 0 0,0 0 1 0 0,0 0-1 0 0,0 0 0 0 0,0 0 1 0 0,5 3-1 0 0,-4-3-272 0 0,1 0-1 0 0,0 0 1 0 0,0 0-1 0 0,0 0 1 0 0,8 1-1 0 0,23 1-5512 0 0,-21-4 321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8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211 417 9362 0 0,'1'-1'77'0'0,"-1"1"0"0"0,0-1 0 0 0,0 1 0 0 0,0-1 0 0 0,0 1 0 0 0,0-1 0 0 0,0 0 0 0 0,0 1 0 0 0,0-1 0 0 0,0 1 0 0 0,0-1 0 0 0,0 1 0 0 0,0-1 0 0 0,0 1 0 0 0,0-1 1 0 0,0 1-1 0 0,-1-1 0 0 0,1 1 0 0 0,0-1 0 0 0,0 1 0 0 0,-1-1 0 0 0,1 1 0 0 0,0 0 0 0 0,-1-1 0 0 0,1 1 0 0 0,0-1 0 0 0,-1 1 0 0 0,1 0 0 0 0,0-1 0 0 0,-2 1 0 0 0,-18-7 1978 0 0,13 6-1505 0 0,1 1 0 0 0,-1 0 0 0 0,0 0 0 0 0,-10 2 1 0 0,10 1-380 0 0,-1-1 0 0 0,1 2 0 0 0,0-1 0 0 0,0 1 0 0 0,0 0 0 0 0,0 0 0 0 0,1 1 0 0 0,0 0 0 0 0,0 0 0 0 0,0 0 0 0 0,0 1 0 0 0,1 0 0 0 0,0 0 0 0 0,0 0 0 0 0,-6 12 0 0 0,6-10 8 0 0,0 0-1 0 0,1 0 1 0 0,0 1-1 0 0,1 0 1 0 0,-1 0-1 0 0,2 0 1 0 0,-1 0-1 0 0,1 0 1 0 0,1 1-1 0 0,-1-1 1 0 0,2 0-1 0 0,0 19 1 0 0,0-26-179 0 0,0-1 0 0 0,0 0 0 0 0,0 1 0 0 0,0-1 0 0 0,1 1 0 0 0,-1-1 1 0 0,0 1-1 0 0,1-1 0 0 0,-1 0 0 0 0,1 1 0 0 0,-1-1 0 0 0,1 0 1 0 0,0 0-1 0 0,0 1 0 0 0,-1-1 0 0 0,1 0 0 0 0,0 0 0 0 0,0 0 0 0 0,0 0 1 0 0,0 0-1 0 0,1 0 0 0 0,-1 0 0 0 0,2 1 0 0 0,-1-2 0 0 0,-1 0 1 0 0,1 1-1 0 0,0-1 0 0 0,0 0 0 0 0,-1 0 0 0 0,1 0 1 0 0,0-1-1 0 0,-1 1 0 0 0,1 0 0 0 0,0-1 0 0 0,-1 1 1 0 0,1-1-1 0 0,-1 1 0 0 0,1-1 0 0 0,0 0 0 0 0,2-1 1 0 0,4-4-7 0 0,1 0 0 0 0,-1-1 0 0 0,0 1 0 0 0,0-2 0 0 0,7-9 1 0 0,10-16-101 0 0,11-11-8 0 0,-36 43 114 0 0,0 1 1 0 0,0 0 0 0 0,0 0 0 0 0,0-1 0 0 0,1 1 0 0 0,-1 0-1 0 0,0 0 1 0 0,0 0 0 0 0,0-1 0 0 0,0 1 0 0 0,1 0 0 0 0,-1 0-1 0 0,0 0 1 0 0,0-1 0 0 0,1 1 0 0 0,-1 0 0 0 0,0 0 0 0 0,0 0-1 0 0,1 0 1 0 0,-1 0 0 0 0,0 0 0 0 0,0 0 0 0 0,1 0 0 0 0,-1 0-1 0 0,0 0 1 0 0,0 0 0 0 0,1 0 0 0 0,-1 0 0 0 0,0 0 0 0 0,1 0-1 0 0,-1 0 1 0 0,0 0 0 0 0,0 0 0 0 0,1 0 0 0 0,-1 0 0 0 0,0 0-1 0 0,0 0 1 0 0,1 0 0 0 0,-1 0 0 0 0,0 1 0 0 0,0-1 0 0 0,1 0-1 0 0,-1 0 1 0 0,0 0 0 0 0,3 16 82 0 0,-5 20 37 0 0,0-30-140 0 0,-3 31-235 0 0,5-36 248 0 0,0 0 0 0 0,0 0 1 0 0,-1 0-1 0 0,1 0 0 0 0,0 0 1 0 0,0 0-1 0 0,1 0 0 0 0,-1 0 0 0 0,0 0 1 0 0,0 0-1 0 0,0 0 0 0 0,1 0 1 0 0,-1 0-1 0 0,0 0 0 0 0,1 0 0 0 0,-1 0 1 0 0,1-1-1 0 0,-1 1 0 0 0,1 0 1 0 0,-1 0-1 0 0,1 0 0 0 0,-1-1 1 0 0,1 1-1 0 0,0 0 0 0 0,0-1 0 0 0,-1 1 1 0 0,1-1-1 0 0,0 1 0 0 0,0-1 1 0 0,1 1-1 0 0,-1-1-1 0 0,0 0 0 0 0,0 0 0 0 0,0 0 1 0 0,0 0-1 0 0,0 0 0 0 0,0 0 0 0 0,0-1 0 0 0,0 1 1 0 0,0 0-1 0 0,0-1 0 0 0,0 1 0 0 0,0-1 0 0 0,0 1 0 0 0,0-1 1 0 0,0 0-1 0 0,0 1 0 0 0,0-1 0 0 0,-1 0 0 0 0,2-1 1 0 0,17-20-82 0 0,-10 11-14 0 0,3-4-20 0 0,20-32 0 0 0,-26 36 76 0 0,1 1-1 0 0,0 0 1 0 0,0 0-1 0 0,1 0 1 0 0,1 1-1 0 0,-1 0 1 0 0,14-10-1 0 0,-22 19 49 0 0,0 0 0 0 0,1-1-1 0 0,-1 1 1 0 0,0 0 0 0 0,0 0-1 0 0,1 0 1 0 0,-1 0 0 0 0,0 0-1 0 0,1-1 1 0 0,-1 1 0 0 0,0 0 0 0 0,0 0-1 0 0,1 0 1 0 0,-1 0 0 0 0,0 0-1 0 0,1 0 1 0 0,-1 0 0 0 0,0 0-1 0 0,0 0 1 0 0,1 0 0 0 0,-1 0-1 0 0,0 0 1 0 0,1 0 0 0 0,-1 0-1 0 0,0 1 1 0 0,1-1 0 0 0,-1 0-1 0 0,0 0 1 0 0,0 0 0 0 0,1 0 0 0 0,-1 0-1 0 0,0 1 1 0 0,0-1 0 0 0,1 0-1 0 0,-1 0 1 0 0,0 0 0 0 0,0 1-1 0 0,6 13 60 0 0,-4 19 53 0 0,-2-33-112 0 0,-1 38 122 0 0,0-16-63 0 0,1 0 1 0 0,6 43-1 0 0,3-39-89 0 0,-9-25 53 0 0,0 0-1 0 0,1 0 1 0 0,-1 0-1 0 0,1 0 1 0 0,-1 0-1 0 0,1 0 1 0 0,0 0-1 0 0,-1 0 1 0 0,1 0-1 0 0,0 0 1 0 0,0 0-1 0 0,-1 0 1 0 0,1 0-1 0 0,0 0 1 0 0,0-1-1 0 0,0 1 1 0 0,0 0-1 0 0,2 0 1 0 0,-2-2 34 0 0,0 0 1 0 0,-1 0 0 0 0,1 0-1 0 0,-1 0 1 0 0,0 0 0 0 0,1 0-1 0 0,-1-1 1 0 0,0 1 0 0 0,0 0-1 0 0,0 0 1 0 0,0 0 0 0 0,0-1-1 0 0,0 1 1 0 0,0 0 0 0 0,0 0-1 0 0,0 0 1 0 0,-1-2 0 0 0,0-4 126 0 0,2-2 69 0 0,-2 0-1 0 0,1 0 0 0 0,-4-15 0 0 0,3 17-155 0 0,0-1-1 0 0,0 1 1 0 0,1-1-1 0 0,-1 0 1 0 0,3-12-1 0 0,-2 18-114 0 0,1 1-1 0 0,-1-1 1 0 0,1 1 0 0 0,-1-1 0 0 0,1 1-1 0 0,0 0 1 0 0,-1-1 0 0 0,1 1-1 0 0,0 0 1 0 0,0 0 0 0 0,0 0-1 0 0,0-1 1 0 0,0 1 0 0 0,1 0-1 0 0,-1 0 1 0 0,0 1 0 0 0,0-1 0 0 0,1 0-1 0 0,-1 0 1 0 0,0 1 0 0 0,1-1-1 0 0,-1 0 1 0 0,1 1 0 0 0,-1 0-1 0 0,1-1 1 0 0,-1 1 0 0 0,1 0-1 0 0,2-1 1 0 0,7 1-311 0 0,-1 0 1 0 0,1 0-1 0 0,14 2 0 0 0,0 0-363 0 0,2-1-66 0 0,34-2-1040 0 0,-55 1 1650 0 0,-1-1 1 0 0,1 0-1 0 0,0 0 1 0 0,-1 0-1 0 0,0-1 0 0 0,1 0 1 0 0,-1 0-1 0 0,6-3 1 0 0,-10 4 123 0 0,1 1 0 0 0,-1-1 0 0 0,0 0 0 0 0,0 1 0 0 0,0-1 0 0 0,0 0 0 0 0,0 0 0 0 0,-1 0 0 0 0,1 0 0 0 0,0 0 0 0 0,0 0 0 0 0,0 0 0 0 0,-1 0 0 0 0,1 0 0 0 0,0-2 0 0 0,-1 2 34 0 0,0 0-1 0 0,0 1 0 0 0,1-1 1 0 0,-1 0-1 0 0,0 1 1 0 0,-1-1-1 0 0,1 0 1 0 0,0 1-1 0 0,0-1 0 0 0,0 0 1 0 0,0 1-1 0 0,0-1 1 0 0,-1 0-1 0 0,1 1 0 0 0,0-1 1 0 0,0 1-1 0 0,-1-1 1 0 0,1 0-1 0 0,-1 1 1 0 0,1-1-1 0 0,-1 0 0 0 0,-1 0 74 0 0,1-1-1 0 0,-1 1 1 0 0,0 0-1 0 0,0 0 1 0 0,1 0-1 0 0,-1 0 1 0 0,0 0-1 0 0,0 1 1 0 0,0-1 0 0 0,0 0-1 0 0,0 1 1 0 0,0-1-1 0 0,0 1 1 0 0,0 0-1 0 0,0 0 1 0 0,0 0-1 0 0,0 0 1 0 0,-2 0-1 0 0,-1 1 41 0 0,0 1 0 0 0,0 0-1 0 0,0 0 1 0 0,1 0 0 0 0,-1 0 0 0 0,1 0-1 0 0,-1 1 1 0 0,1 0 0 0 0,0 0 0 0 0,0 0-1 0 0,0 0 1 0 0,1 1 0 0 0,-1 0 0 0 0,1 0 0 0 0,-5 7-1 0 0,-2 3 12 0 0,1 0 0 0 0,1 1 0 0 0,-10 22-1 0 0,16-31-114 0 0,0-1 0 0 0,0 1 0 0 0,0 0-1 0 0,1 0 1 0 0,0-1 0 0 0,0 1 0 0 0,1 0-1 0 0,0 0 1 0 0,0 0 0 0 0,1 10 0 0 0,-1-14-20 0 0,1 0 1 0 0,-1 0 0 0 0,1-1-1 0 0,-1 1 1 0 0,1 0 0 0 0,0 0-1 0 0,-1 0 1 0 0,1-1 0 0 0,0 1-1 0 0,0 0 1 0 0,1-1 0 0 0,-1 1-1 0 0,0-1 1 0 0,0 1 0 0 0,1-1-1 0 0,-1 0 1 0 0,1 1 0 0 0,-1-1-1 0 0,1 0 1 0 0,-1 0 0 0 0,1 0-1 0 0,0 0 1 0 0,0 0 0 0 0,-1-1-1 0 0,1 1 1 0 0,0 0 0 0 0,0-1-1 0 0,0 1 1 0 0,0-1 0 0 0,0 0-1 0 0,0 0 1 0 0,0 0 0 0 0,0 0-1 0 0,-1 0 1 0 0,5 0 0 0 0,-1-1 1 0 0,-1 0 1 0 0,1 0-1 0 0,0 0 1 0 0,0 0-1 0 0,-1-1 1 0 0,1 0-1 0 0,-1 0 1 0 0,1 0-1 0 0,-1 0 1 0 0,0-1-1 0 0,6-4 1 0 0,-2 1 8 0 0,-1-1 0 0 0,0 1 0 0 0,-1-2 0 0 0,0 1 0 0 0,8-12 0 0 0,1-7 21 0 0,-1 0 0 0 0,18-50 0 0 0,-15 26-18 0 0,-3-1 0 0 0,12-83 0 0 0,6-21 8 0 0,-25 121 98 0 0,-6 24-35 0 0,1 0 1 0 0,1 0-1 0 0,-1 1 0 0 0,2-1 1 0 0,6-14-1 0 0,-13 57 959 0 0,-20 91-721 0 0,-36 233-66 0 0,23-115-942 0 0,35-240 612 0 0,-8 32-519 0 0,9-32 473 0 0,-1 0 0 0 0,0-1 0 0 0,1 1 0 0 0,-1 0 0 0 0,0-1 0 0 0,0 1 0 0 0,0-1 0 0 0,0 1 0 0 0,0-1 0 0 0,0 0 0 0 0,0 1 0 0 0,0-1 0 0 0,0 0 0 0 0,-1 0 0 0 0,1 0 0 0 0,-3 2 0 0 0,0-3-1141 0 0,-2-1-284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5:31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61 5961 0 0,'-9'-9'892'0'0,"0"0"0"0"0,0 1-1 0 0,-1 1 1 0 0,0-1-1 0 0,-1 2 1 0 0,-10-6 0 0 0,20 11-854 0 0,1 1 1 0 0,0 0 0 0 0,0 0 0 0 0,0 0 0 0 0,0 0 0 0 0,0 0 0 0 0,0 0 0 0 0,0 0-1 0 0,-1 0 1 0 0,1 0 0 0 0,0-1 0 0 0,0 1 0 0 0,0 0 0 0 0,0 0 0 0 0,0 0-1 0 0,0 0 1 0 0,-1 0 0 0 0,1 0 0 0 0,0 0 0 0 0,0 0 0 0 0,0 0 0 0 0,0 0 0 0 0,-1 0-1 0 0,1 0 1 0 0,0 0 0 0 0,0 0 0 0 0,0 0 0 0 0,0 0 0 0 0,0 0 0 0 0,-1 0-1 0 0,1 0 1 0 0,0 1 0 0 0,0-1 0 0 0,0 0 0 0 0,0 0 0 0 0,0 0 0 0 0,0 0 0 0 0,0 0-1 0 0,-1 0 1 0 0,1 0 0 0 0,0 0 0 0 0,0 0 0 0 0,0 1 0 0 0,0-1 0 0 0,0 0-1 0 0,0 0 1 0 0,0 0 0 0 0,0 0 0 0 0,0 0 0 0 0,0 0 0 0 0,-1 1 0 0 0,3 11 1063 0 0,11 22-237 0 0,-9-24-539 0 0,78 269 816 0 0,-65-209-829 0 0,-12-50-114 0 0,-2-6-109 0 0,0-1 0 0 0,0 1 1 0 0,2-1-1 0 0,0 0 0 0 0,0 0 0 0 0,1 0 0 0 0,14 20 0 0 0,-18-31-63 0 0,-1-1 0 0 0,1 1 1 0 0,0 0-1 0 0,0-1 0 0 0,0 0 0 0 0,1 1 0 0 0,-1-1 1 0 0,0 0-1 0 0,0 0 0 0 0,1 0 0 0 0,-1-1 0 0 0,0 1 0 0 0,1 0 1 0 0,-1-1-1 0 0,1 0 0 0 0,-1 1 0 0 0,1-1 0 0 0,-1 0 1 0 0,1 0-1 0 0,-1-1 0 0 0,1 1 0 0 0,-1 0 0 0 0,1-1 0 0 0,-1 1 1 0 0,0-1-1 0 0,1 0 0 0 0,-1 0 0 0 0,0 0 0 0 0,4-2 1 0 0,7-4 159 0 0,0 0 0 0 0,-1-1 0 0 0,19-16 0 0 0,-30 24-169 0 0,41-39 191 0 0,-1-1 0 0 0,-2-2 0 0 0,40-56 0 0 0,-60 74-208 0 0,-13 17 9 0 0,0-1 0 0 0,1 1 1 0 0,-1 0-1 0 0,2 0 0 0 0,-1 1 0 0 0,13-8 0 0 0,-18 13-8 0 0,0 0-1 0 0,0-1 1 0 0,0 2 0 0 0,0-1-1 0 0,0 0 1 0 0,0 0 0 0 0,0 1-1 0 0,1-1 1 0 0,-1 1-1 0 0,0-1 1 0 0,0 1 0 0 0,1 0-1 0 0,-1 0 1 0 0,0 0 0 0 0,0 0-1 0 0,1 1 1 0 0,-1-1 0 0 0,0 0-1 0 0,0 1 1 0 0,0 0 0 0 0,0-1-1 0 0,1 1 1 0 0,-1 0 0 0 0,0 0-1 0 0,0 0 1 0 0,-1 1 0 0 0,1-1-1 0 0,0 0 1 0 0,0 1 0 0 0,0-1-1 0 0,-1 1 1 0 0,3 3 0 0 0,38 50 169 0 0,-32-40-12 0 0,1 0 1 0 0,23 25 0 0 0,-29-36-137 0 0,0 1 0 0 0,1-1 0 0 0,-1 0 0 0 0,1-1 1 0 0,0 1-1 0 0,0-1 0 0 0,0 0 0 0 0,0-1 0 0 0,0 1 0 0 0,1-1 1 0 0,10 2-1 0 0,-5-2-16 0 0,-1-1 0 0 0,1-1 1 0 0,-1 0-1 0 0,1 0 0 0 0,-1-1 0 0 0,0-1 1 0 0,1 0-1 0 0,-1 0 0 0 0,0-1 1 0 0,0 0-1 0 0,0-1 0 0 0,16-8 0 0 0,7-7 31 0 0,-1-1-1 0 0,42-33 1 0 0,-17 11 27 0 0,-52 38-61 0 0,0 1 0 0 0,0 0 0 0 0,1 0-1 0 0,-1 0 1 0 0,1 1 0 0 0,0 0 0 0 0,0 0 0 0 0,0 1 0 0 0,-1 0 0 0 0,1 0 0 0 0,0 1 0 0 0,1-1 0 0 0,-1 2 0 0 0,0-1-1 0 0,8 2 1 0 0,11 3-28 0 0,0 1 0 0 0,44 17 0 0 0,-19-5 26 0 0,-24-10-2 0 0,0-1 0 0 0,1-1 0 0 0,29 2 0 0 0,-44-7 0 0 0,1-1 0 0 0,0 0 0 0 0,-1-1 0 0 0,1 0 0 0 0,-1-1 0 0 0,1-1 0 0 0,-1 0 0 0 0,18-7 0 0 0,26-16 45 0 0,-1-2 1 0 0,90-62-1 0 0,-136 84-40 0 0,0 0 1 0 0,1 1-1 0 0,-1 0 0 0 0,1 0 1 0 0,16-3-1 0 0,-21 6-2 0 0,1 0 0 0 0,-1 1 0 0 0,1 0 0 0 0,0 1-1 0 0,0-1 1 0 0,-1 1 0 0 0,1 1 0 0 0,0-1 0 0 0,0 1 0 0 0,10 3 0 0 0,1 3-8 0 0,0 1 0 0 0,-1 0 0 0 0,0 1-1 0 0,-1 1 1 0 0,25 19 0 0 0,-24-16 3 0 0,1-1-1 0 0,0-1 1 0 0,0 0 0 0 0,30 11-1 0 0,-30-16 10 0 0,0-2 1 0 0,0 0-1 0 0,0-1 0 0 0,1-1 0 0 0,-1 0 1 0 0,1-2-1 0 0,0 0 0 0 0,-1-1 0 0 0,23-4 1 0 0,-9-1-8 0 0,-1-1 0 0 0,1-1 1 0 0,-2-2-1 0 0,45-21 1 0 0,-66 27 2 0 0,1 0 0 0 0,0 1 0 0 0,0 0 1 0 0,0 0-1 0 0,0 1 0 0 0,0 1 0 0 0,0-1 0 0 0,1 2 1 0 0,19 0-1 0 0,-17 2 1 0 0,1 0 1 0 0,-1 0 0 0 0,1 2-1 0 0,-1 0 1 0 0,0 0-1 0 0,24 13 1 0 0,-19-9-16 0 0,-1-1 0 0 0,2-1 1 0 0,-1 0-1 0 0,1-1 0 0 0,0-1 0 0 0,0-1 1 0 0,0-1-1 0 0,0 0 0 0 0,0-1 1 0 0,1-1-1 0 0,-1-1 0 0 0,0-1 0 0 0,0-1 1 0 0,0 0-1 0 0,0-2 0 0 0,0 0 0 0 0,-1-1 1 0 0,25-12-1 0 0,-15 7-13 0 0,0 0-1 0 0,0 2 1 0 0,1 1 0 0 0,30-4-1 0 0,-44 10 17 0 0,1 0 0 0 0,-1 1-1 0 0,0 1 1 0 0,1 1 0 0 0,-1 0 0 0 0,0 1 0 0 0,0 1-1 0 0,0 0 1 0 0,24 9 0 0 0,-36-12 8 0 0,87 30-33 0 0,-79-27 29 0 0,0-1-1 0 0,0-1 1 0 0,0 0-1 0 0,0 0 1 0 0,0-1-1 0 0,16-2 1 0 0,10-5 4 0 0,0-2 0 0 0,-1-1 0 0 0,62-27 1 0 0,-19 6-13 0 0,-28 12-62 0 0,43-14 154 0 0,-81 29-123 0 0,0 1 0 0 0,0 0 0 0 0,0 1 0 0 0,0 1 0 0 0,18 0 0 0 0,-26 2 27 0 0,0-1 0 0 0,0 1 0 0 0,0 0 0 0 0,0 0 0 0 0,0 1 0 0 0,-1-1 1 0 0,1 1-1 0 0,0 0 0 0 0,-1 0 0 0 0,0 1 0 0 0,1 0 0 0 0,-1-1 0 0 0,5 6 0 0 0,3 3-1 0 0,0 1 0 0 0,17 24 0 0 0,-17-21 45 0 0,24 24 1 0 0,-32-35-19 0 0,1 0 0 0 0,-1-1 1 0 0,1 1-1 0 0,0-1 0 0 0,0 0 1 0 0,0-1-1 0 0,0 1 0 0 0,0-1 0 0 0,1 0 1 0 0,6 1-1 0 0,3 0 9 0 0,0-1-1 0 0,0-1 1 0 0,0 0-1 0 0,0-1 1 0 0,0-1-1 0 0,0 0 1 0 0,0-1-1 0 0,19-5 1 0 0,8-5-122 0 0,64-27-1 0 0,-82 31-461 0 0,-8 4-5313 0 0,-8 2-835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6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6211 1461 11058 0 0,'-1'0'86'0'0,"1"-1"0"0"0,0 0 0 0 0,0 1 0 0 0,-1-1 0 0 0,1 0 0 0 0,0 1 0 0 0,0-1 0 0 0,0 1 0 0 0,0-1 0 0 0,0 0 0 0 0,0 1 0 0 0,0-1 0 0 0,0 0 0 0 0,0 1 0 0 0,0-1-1 0 0,0 0 1 0 0,1 1 0 0 0,-1-1 0 0 0,0 0 0 0 0,0 1 0 0 0,1-1 0 0 0,-1 0 0 0 0,12-21 1421 0 0,-5 9-1306 0 0,-2 0-19 0 0,1 0 0 0 0,-2-1 0 0 0,0 0 0 0 0,-1 0 0 0 0,0 0 0 0 0,-1 0 0 0 0,-1 0 0 0 0,0 0 0 0 0,-1 0 0 0 0,0-1 0 0 0,-1 1 0 0 0,-1 0 0 0 0,0 0 0 0 0,-1 0-1 0 0,-7-23 1 0 0,-2 10 206 0 0,0 0 0 0 0,-2 0 1 0 0,-1 2-1 0 0,-1 0 0 0 0,-37-45 0 0 0,-114-100 481 0 0,102 112-730 0 0,-4 3 0 0 0,-1 4-1 0 0,-124-69 1 0 0,59 50 183 0 0,-176-64 0 0 0,121 68-282 0 0,-2 8 0 0 0,-3 9 0 0 0,-333-40 0 0 0,187 58 17 0 0,-458 18 0 0 0,519 27-89 0 0,-314 54 0 0 0,20 39 390 0 0,384-63-145 0 0,-183 70 0 0 0,294-85-75 0 0,1 3 0 0 0,3 4 0 0 0,-126 79 0 0 0,136-72-87 0 0,-109 79 169 0 0,148-101-169 0 0,1 0 1 0 0,0 3-1 0 0,2 0 1 0 0,-25 34-1 0 0,44-53-45 0 0,0 1 1 0 0,0 0-1 0 0,1-1 1 0 0,0 2-1 0 0,0-1 0 0 0,1 0 1 0 0,-1 0-1 0 0,1 1 0 0 0,1 0 1 0 0,-1-1-1 0 0,0 13 0 0 0,2-9-44 0 0,1 0-1 0 0,0 1 0 0 0,0-1 0 0 0,1 0 0 0 0,1 0 0 0 0,-1-1 0 0 0,5 11 0 0 0,-6-19-1 0 0,-1 0-1 0 0,0 0 0 0 0,1 0 0 0 0,-1 0 1 0 0,1 0-1 0 0,-1 0 0 0 0,1 0 0 0 0,-1 0 1 0 0,1 0-1 0 0,-1 0 0 0 0,1-1 0 0 0,0 1 1 0 0,0 0-1 0 0,-1 0 0 0 0,1-1 0 0 0,0 1 1 0 0,0-1-1 0 0,0 1 0 0 0,1 0 0 0 0,-1-1-74 0 0,-1 0 0 0 0,1 0 0 0 0,0 0 0 0 0,0-1 0 0 0,-1 1 0 0 0,1 0-1 0 0,0 0 1 0 0,-1-1 0 0 0,1 1 0 0 0,0 0 0 0 0,-1-1 0 0 0,1 1 0 0 0,0-1 0 0 0,-1 1-1 0 0,1-1 1 0 0,-1 1 0 0 0,1-1 0 0 0,-1 1 0 0 0,1-1 0 0 0,-1 1 0 0 0,1-1 0 0 0,-1 0-1 0 0,0 1 1 0 0,1-1 0 0 0,-1 0 0 0 0,0 1 0 0 0,1-1 0 0 0,-1 0 0 0 0,0-1 0 0 0,5-10-2015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7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1 11522 0 0,'-4'0'209'0'0,"-1"1"0"0"0,0 0-1 0 0,0 0 1 0 0,1 0-1 0 0,-1 1 1 0 0,0 0-1 0 0,1 0 1 0 0,0 0-1 0 0,-1 0 1 0 0,1 1-1 0 0,0-1 1 0 0,0 1-1 0 0,0 0 1 0 0,1 1-1 0 0,-1-1 1 0 0,1 0 0 0 0,0 1-1 0 0,-5 6 1 0 0,-16 29 227 0 0,1 1 0 0 0,2 1-1 0 0,1 1 1 0 0,-13 45 0 0 0,-2 0 176 0 0,10-29 30 0 0,2 2 0 0 0,3 1-1 0 0,-20 99 1 0 0,39-154-548 0 0,0 0 1 0 0,0 1-1 0 0,1-1 0 0 0,0 1 1 0 0,0-1-1 0 0,1 1 0 0 0,0-1 1 0 0,1 7-1 0 0,-1-11-65 0 0,0 0-1 0 0,0 0 1 0 0,-1 1 0 0 0,1-1 0 0 0,1 0 0 0 0,-1 0-1 0 0,0-1 1 0 0,0 1 0 0 0,1 0 0 0 0,-1 0 0 0 0,1-1 0 0 0,0 1-1 0 0,-1-1 1 0 0,1 1 0 0 0,0-1 0 0 0,0 0 0 0 0,0 0-1 0 0,0 1 1 0 0,0-1 0 0 0,0-1 0 0 0,0 1 0 0 0,0 0-1 0 0,0 0 1 0 0,0-1 0 0 0,5 1 0 0 0,2 0 5 0 0,0-1 1 0 0,0 0-1 0 0,0 0 0 0 0,1-1 1 0 0,-1 0-1 0 0,0 0 1 0 0,0-1-1 0 0,0-1 0 0 0,0 1 1 0 0,12-7-1 0 0,11-6 135 0 0,43-27 0 0 0,-24 12-68 0 0,136-84 70 0 0,-180 107-1135 0 0,-6 7 910 0 0,-1 0 0 0 0,0 0 0 0 0,0 0 0 0 0,0 0-1 0 0,0 0 1 0 0,0 0 0 0 0,0 0 0 0 0,1 0 0 0 0,-1 0 0 0 0,0-1 0 0 0,0 1-1 0 0,0 0 1 0 0,0 0 0 0 0,0 0 0 0 0,0 0 0 0 0,0 0 0 0 0,0 0 0 0 0,0 0 0 0 0,1 0-1 0 0,-1 0 1 0 0,0-1 0 0 0,0 1 0 0 0,0 0 0 0 0,0 0 0 0 0,0 0 0 0 0,0 0-1 0 0,0 0 1 0 0,0 0 0 0 0,0-1 0 0 0,0 1 0 0 0,0 0 0 0 0,0 0 0 0 0,0 0-1 0 0,0 0 1 0 0,0 0 0 0 0,0 0 0 0 0,0-1 0 0 0,0 1 0 0 0,0 0 0 0 0,0 0 0 0 0,0 0-1 0 0,0 0 1 0 0,0 0 0 0 0,0 0 0 0 0,0-1 0 0 0,-1 1 0 0 0,1 0 0 0 0,0 0-1 0 0,0 0 1 0 0,0 0 0 0 0,0 0 0 0 0,0 0 0 0 0,0 0 0 0 0,0 0 0 0 0,0 0-1 0 0,-1 0 1 0 0,1-1 0 0 0,0 1 0 0 0,0 0 0 0 0,0 0 0 0 0,-6 0-7010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7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16 15059 0 0,'-5'-3'204'0'0,"-22"-9"887"0"0,26 12-1080 0 0,1 0 1 0 0,-1 0-1 0 0,0 0 0 0 0,1 0 0 0 0,-1-1 0 0 0,0 1 0 0 0,1 0 0 0 0,-1 0 0 0 0,0 0 0 0 0,1 0 0 0 0,-1 0 0 0 0,0 0 0 0 0,1 1 0 0 0,-1-1 0 0 0,0 0 0 0 0,1 0 0 0 0,-1 0 0 0 0,1 1 0 0 0,-1-1 0 0 0,0 0 0 0 0,1 1 0 0 0,-1-1 0 0 0,1 0 0 0 0,-1 1 0 0 0,1-1 0 0 0,-1 1 0 0 0,1-1 0 0 0,-1 1 0 0 0,1-1 0 0 0,-1 1 0 0 0,1-1 0 0 0,0 1 0 0 0,-1-1 1 0 0,1 1-1 0 0,-1 1 0 0 0,-11 39 87 0 0,1 1-1 0 0,-5 47 1 0 0,-2 88 157 0 0,5-49-33 0 0,-1-16 104 0 0,-16 174 479 0 0,26-219-657 0 0,3 0 0 0 0,10 85 0 0 0,-8-146-230 0 0,0 1-140 0 0,-1-1-1 0 0,2 1 1 0 0,-1 0-1 0 0,1-1 0 0 0,-1 0 1 0 0,4 7-1 0 0,-1-10-1193 0 0,-1-5-2482 0 0,1-4-1340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8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 11979 0 0,'-4'-14'996'0'0,"4"14"-985"0"0,0 1 1 0 0,0-1-1 0 0,0 0 0 0 0,0 0 0 0 0,0 0 1 0 0,0 0-1 0 0,0 0 0 0 0,0 0 0 0 0,0 0 1 0 0,0 0-1 0 0,0 0 0 0 0,1 0 1 0 0,-1 0-1 0 0,0 0 0 0 0,0 0 0 0 0,0 0 1 0 0,0 0-1 0 0,0 0 0 0 0,0 0 1 0 0,0 0-1 0 0,0 0 0 0 0,0 0 0 0 0,0 0 1 0 0,0 0-1 0 0,0 0 0 0 0,0 0 0 0 0,0 0 1 0 0,0 0-1 0 0,0 0 0 0 0,0 0 1 0 0,1 0-1 0 0,-1 0 0 0 0,0 0 0 0 0,0 0 1 0 0,0 0-1 0 0,0 0 0 0 0,0 0 1 0 0,0 0-1 0 0,0 0 0 0 0,0 0 0 0 0,0 0 1 0 0,0 0-1 0 0,0 0 0 0 0,0 0 1 0 0,0 0-1 0 0,0 0 0 0 0,0-1 0 0 0,0 1 1 0 0,0 0-1 0 0,0 0 0 0 0,0 0 0 0 0,0 0 1 0 0,0 0-1 0 0,0 0 0 0 0,0 0 1 0 0,0 0-1 0 0,0 0 0 0 0,0 0 0 0 0,0 0 1 0 0,0 0-1 0 0,0 0 0 0 0,0 0 1 0 0,15 18 689 0 0,-4-3-658 0 0,416 568 3195 0 0,-343-443-2077 0 0,-15-21-714 0 0,-62-108-507 0 0,0 0 1 0 0,-1 1-1 0 0,-1 0 0 0 0,1 0 0 0 0,-2 0 1 0 0,0 1-1 0 0,0-1 0 0 0,-1 1 0 0 0,1 18 0 0 0,-3-24-160 0 0,-1-1-1 0 0,-1 0 1 0 0,1 1 0 0 0,-1-1-1 0 0,0 1 1 0 0,0-1-1 0 0,-1 0 1 0 0,0 1-1 0 0,0-1 1 0 0,0 0-1 0 0,-1 0 1 0 0,0-1-1 0 0,0 1 1 0 0,-1-1-1 0 0,1 1 1 0 0,-1-1-1 0 0,0 0 1 0 0,-1 0-1 0 0,1-1 1 0 0,-11 9-1 0 0,11-10-57 0 0,-1 0 0 0 0,0 0 0 0 0,0-1-1 0 0,0 1 1 0 0,0-1 0 0 0,0 0 0 0 0,0 0-1 0 0,0-1 1 0 0,-1 0 0 0 0,1 0 0 0 0,-1 0 0 0 0,1 0-1 0 0,-1-1 1 0 0,1 0 0 0 0,-1 0 0 0 0,0-1-1 0 0,1 1 1 0 0,-1-1 0 0 0,1 0 0 0 0,0-1-1 0 0,-7-2 1 0 0,-10-4 244 0 0,1-1 0 0 0,1-1 0 0 0,-35-22 0 0 0,18 8 2022 0 0,-40-33 1 0 0,63 46-1054 0 0,1-1 0 0 0,0 0 0 0 0,2-1 0 0 0,-1-1 0 0 0,1 1 0 0 0,-8-17 0 0 0,18 29-843 0 0,0 0-1 0 0,1 0 0 0 0,-1 0 1 0 0,1-1-1 0 0,-1 1 1 0 0,1 0-1 0 0,0-1 0 0 0,-1 1 1 0 0,1 0-1 0 0,0-1 0 0 0,0 1 1 0 0,0 0-1 0 0,0-1 1 0 0,0 1-1 0 0,0 0 0 0 0,0 0 1 0 0,1-1-1 0 0,-1 1 0 0 0,0 0 1 0 0,1-1-1 0 0,-1 1 1 0 0,1 0-1 0 0,0 0 0 0 0,-1 0 1 0 0,1-1-1 0 0,0 1 0 0 0,-1 0 1 0 0,1 0-1 0 0,0 0 1 0 0,0 0-1 0 0,0 0 0 0 0,0 0 1 0 0,0 1-1 0 0,2-3 0 0 0,5-1 55 0 0,-1-1 0 0 0,1 1-1 0 0,0 0 1 0 0,11-3-1 0 0,-4 0-63 0 0,125-47 173 0 0,-1 0-1606 0 0,-106 38 42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6429 13363 0 0,'-9'-3'286'0'0,"0"-1"0"0"0,0 0 0 0 0,0 0 0 0 0,1-1 0 0 0,0 0 0 0 0,0 0 0 0 0,0-1 0 0 0,0 0 0 0 0,-6-7 0 0 0,-1-2-353 0 0,1 0 0 0 0,0-1 0 0 0,-13-19 0 0 0,14 13 130 0 0,1 0-1 0 0,1-1 1 0 0,1 0-1 0 0,1 0 0 0 0,1-1 1 0 0,1-1-1 0 0,1 1 0 0 0,-3-33 1 0 0,0-26 175 0 0,3-93 1 0 0,6 168-237 0 0,38-590 576 0 0,54 5 179 0 0,59-54-461 0 0,51 12-156 0 0,43 46 149 0 0,47 18 331 0 0,-196 402-457 0 0,192-257 0 0 0,-179 284-2 0 0,194-192 0 0 0,-299 330-157 0 0,251-233 98 0 0,-178 171-140 0 0,123-79 0 0 0,113-54 78 0 0,-238 154-35 0 0,122-54 1 0 0,89-16-7 0 0,-170 76 35 0 0,137-25 0 0 0,-185 48-30 0 0,139-25 163 0 0,-172 37-121 0 0,1 1-1 0 0,-1 2 1 0 0,68 5 0 0 0,-102-4-37 0 0,0 0 0 0 0,-1 0 0 0 0,1 0 0 0 0,0 0 0 0 0,0 0 0 0 0,0 0 0 0 0,0 0 0 0 0,0 1 0 0 0,0-1 0 0 0,0 0 0 0 0,-1 0 0 0 0,1 1 0 0 0,0-1 0 0 0,0 1 0 0 0,0-1 0 0 0,-1 1 1 0 0,1-1-1 0 0,0 1 0 0 0,0-1 0 0 0,0 2 0 0 0,-1-1-2 0 0,0-1 0 0 0,-1 1-1 0 0,1 0 1 0 0,0-1 0 0 0,-1 1 0 0 0,1-1 0 0 0,-1 1 0 0 0,1-1 0 0 0,-1 1 0 0 0,1-1 0 0 0,-1 1 0 0 0,1-1 0 0 0,-1 0 0 0 0,0 1 0 0 0,1-1 0 0 0,-1 0-1 0 0,0 0 1 0 0,1 1 0 0 0,-2-1 0 0 0,-41 13-1459 0 0,-9-4-1497 0 0,18-1 1423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9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 17972 0 0,'-1'0'22'0'0,"1"0"1"0"0,0 0-1 0 0,0-1 1 0 0,0 1-1 0 0,0 0 1 0 0,0 0-1 0 0,0 0 1 0 0,0-1-1 0 0,0 1 1 0 0,0 0-1 0 0,0 0 1 0 0,0-1-1 0 0,0 1 1 0 0,0 0-1 0 0,0 0 1 0 0,0 0-1 0 0,0-1 1 0 0,0 1-1 0 0,0 0 1 0 0,0 0-1 0 0,0 0 1 0 0,0-1-1 0 0,0 1 1 0 0,0 0-1 0 0,1 0 1 0 0,-1 0-1 0 0,0 0 1 0 0,0-1-1 0 0,0 1 1 0 0,0 0-1 0 0,0 0 1 0 0,1 0-1 0 0,-1 0 1 0 0,0-1-1 0 0,0 1 1 0 0,0 0-1 0 0,1 0 1 0 0,-1 0-1 0 0,0 0 1 0 0,0 0-1 0 0,0 0 1 0 0,1 0-1 0 0,-1 0 1 0 0,0 0-1 0 0,0 0 1 0 0,0 0-1 0 0,1 0 1 0 0,-1 0-1 0 0,0 0 1 0 0,1 0-1 0 0,19 0-734 0 0,22 9-530 0 0,273 107 1958 0 0,-175-59-713 0 0,-104-43 179 0 0,60 32 1 0 0,-87-40-84 0 0,1-1 0 0 0,-1 2 0 0 0,0-1 0 0 0,-1 1 0 0 0,1 1 0 0 0,-1-1 0 0 0,-1 1-1 0 0,1 1 1 0 0,-2-1 0 0 0,1 1 0 0 0,5 10 0 0 0,-11-14-24 0 0,0-1 0 0 0,1 0 0 0 0,-2 1 0 0 0,1-1 0 0 0,0 0-1 0 0,-1 1 1 0 0,0-1 0 0 0,0 1 0 0 0,-1-1 0 0 0,1 1 0 0 0,-1-1 0 0 0,0 0 0 0 0,0 1-1 0 0,0-1 1 0 0,0 0 0 0 0,-1 0 0 0 0,0 0 0 0 0,0 0 0 0 0,-4 7 0 0 0,-4 5 166 0 0,0 0 1 0 0,-1-1 0 0 0,-16 17 0 0 0,-22 18 356 0 0,-104 81 0 0 0,78-70-295 0 0,30-17-149 0 0,41-40-398 0 0,1 0 1 0 0,-1 0 0 0 0,1 0-1 0 0,0 1 1 0 0,1 0 0 0 0,-1 0-1 0 0,1-1 1 0 0,0 1 0 0 0,-2 7 0 0 0,3-3-962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9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16131 0 0,'10'24'273'0'0,"-2"1"0"0"0,0 0-1 0 0,-2 1 1 0 0,0-1 0 0 0,-2 1-1 0 0,1 41 1 0 0,-2 179-80 0 0,-3-243-173 0 0,-3 83 77 0 0,0 7 89 0 0,3 0 0 0 0,14 93 0 0 0,-6-103-2772 0 0,-8-81 1085 0 0,0-5-61 0 0,0-4-7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2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20 112 12899 0 0,'-20'-69'1400'0'0,"21"67"-1236"0"0,0-1 1 0 0,0 1-1 0 0,1 0 0 0 0,-1-1 0 0 0,0 1 1 0 0,1 0-1 0 0,0 0 0 0 0,-1 0 1 0 0,1 0-1 0 0,0 0 0 0 0,0 1 0 0 0,0-1 1 0 0,0 0-1 0 0,0 1 0 0 0,5-3 1 0 0,-2 2-100 0 0,0 1 0 0 0,0-1 0 0 0,0 1 0 0 0,0 0 1 0 0,0 1-1 0 0,1-1 0 0 0,-1 1 0 0 0,10 0 0 0 0,48 8 340 0 0,-37-4-240 0 0,345 37 1457 0 0,-343-38-1401 0 0,-4-1 64 0 0,0 1 0 0 0,25 6 0 0 0,-43-7-228 0 0,-1-1 1 0 0,0 1-1 0 0,1 0 0 0 0,-1 0 1 0 0,0 0-1 0 0,0 1 0 0 0,0 0 1 0 0,-1 0-1 0 0,1 0 0 0 0,-1 0 1 0 0,1 1-1 0 0,-1 0 0 0 0,0 0 1 0 0,5 6-1 0 0,-7-6-33 0 0,-1 0-1 0 0,1-1 1 0 0,-1 1-1 0 0,0 0 1 0 0,0 0 0 0 0,0 0-1 0 0,-1 0 1 0 0,1 0-1 0 0,-1 0 1 0 0,0 0 0 0 0,0 0-1 0 0,0 0 1 0 0,-1 0-1 0 0,1 0 1 0 0,-1 0 0 0 0,0 0-1 0 0,0 0 1 0 0,0 0-1 0 0,-4 6 1 0 0,-2 5 19 0 0,0 0-1 0 0,-1 0 1 0 0,-13 17 0 0 0,1-5 9 0 0,0-2 0 0 0,-2-1 0 0 0,-45 39 0 0 0,-83 54 177 0 0,117-93-218 0 0,-88 57 252 0 0,101-69-206 0 0,-1-1 0 0 0,-1-1-1 0 0,1-1 1 0 0,-25 6 0 0 0,163 14 257 0 0,-24-1-327 0 0,-1 4 0 0 0,-1 4-1 0 0,169 96 1 0 0,-248-126 94 0 0,-1 1-1 0 0,0 1 1 0 0,0 0-1 0 0,0 1 1 0 0,-1 0-1 0 0,-1 0 1 0 0,11 13-1 0 0,-17-18-46 0 0,0-1 0 0 0,-1 1 0 0 0,0 0 0 0 0,0 0 0 0 0,0 0 0 0 0,0 0 0 0 0,0 0 0 0 0,-1 0 0 0 0,0 1 0 0 0,0-1 0 0 0,0 0 0 0 0,0 1 0 0 0,-1-1 0 0 0,0 1 0 0 0,0-1 0 0 0,0 1 0 0 0,0-1 0 0 0,-1 0 0 0 0,0 1 0 0 0,0-1 0 0 0,0 0 0 0 0,0 1 0 0 0,0-1 0 0 0,-1 0 0 0 0,-3 5 0 0 0,-1 2 103 0 0,0-1 0 0 0,-1 0 0 0 0,-1-1 0 0 0,0 0 0 0 0,0 0 0 0 0,-1 0 0 0 0,0-1 0 0 0,-10 7 0 0 0,-87 53 479 0 0,71-48-335 0 0,-169 87 505 0 0,164-90-709 0 0,-1-2 0 0 0,0-1 1 0 0,-57 10-1 0 0,74-21-160 0 0,0-1-1 0 0,-1-1 0 0 0,-33-3 1 0 0,-4 0-3072 0 0,40 2 1459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25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332 452 7138 0 0,'0'0'56'0'0,"0"-1"0"0"0,-1 1 0 0 0,1 0 1 0 0,0 0-1 0 0,0-1 0 0 0,-1 1 1 0 0,1 0-1 0 0,0 0 0 0 0,-1 0 1 0 0,1 0-1 0 0,0 0 0 0 0,-1-1 1 0 0,1 1-1 0 0,0 0 0 0 0,-1 0 1 0 0,1 0-1 0 0,0 0 0 0 0,0 0 1 0 0,-1 0-1 0 0,1 0 0 0 0,0 0 0 0 0,-1 0 1 0 0,1 0-1 0 0,0 0 0 0 0,-1 0 1 0 0,1 0-1 0 0,0 0 0 0 0,-1 1 1 0 0,1-1-1 0 0,0 0 0 0 0,-1 0 1 0 0,1 0-1 0 0,-5 3 958 0 0,5-3-487 0 0,-3 3-250 0 0,1-2-250 0 0,-22 15 863 0 0,24-16-851 0 0,-1 0 1 0 0,0 1-1 0 0,1-1 0 0 0,-1 0 0 0 0,0 1 0 0 0,1-1 1 0 0,-1 0-1 0 0,0 0 0 0 0,0 0 0 0 0,1 0 1 0 0,-1 0-1 0 0,0 0 0 0 0,0 0 0 0 0,1 0 1 0 0,-1 0-1 0 0,0 0 0 0 0,0 0 0 0 0,1 0 1 0 0,-1 0-1 0 0,0-1 0 0 0,0 1 0 0 0,1 0 0 0 0,-1-1 1 0 0,0 1-1 0 0,1 0 0 0 0,-1-1 0 0 0,1 1 1 0 0,-1-1-1 0 0,0 1 0 0 0,1-1 0 0 0,-1 1 1 0 0,1-1-1 0 0,-1 1 0 0 0,1-1 0 0 0,-1 0 1 0 0,0 0-1 0 0,2-1-24 0 0,0 1 1 0 0,0 0 0 0 0,1 0-1 0 0,-1 0 1 0 0,0-1 0 0 0,0 1-1 0 0,1 1 1 0 0,-1-1 0 0 0,0 0-1 0 0,1 0 1 0 0,2-1 0 0 0,-4 2-16 0 0,16-9-238 0 0,0-1 1 0 0,-1 0 0 0 0,-1-1-1 0 0,0-1 1 0 0,18-19 0 0 0,-16 7 761 0 0,-15 23-500 0 0,0 0 1 0 0,-1 0-1 0 0,1 0 1 0 0,-1 0-1 0 0,1 0 1 0 0,-1 0-1 0 0,0 0 1 0 0,1 0-1 0 0,-1 0 1 0 0,0 0-1 0 0,0 0 1 0 0,0 0-1 0 0,1 0 1 0 0,-1 0-1 0 0,0 0 1 0 0,0-1-1 0 0,-1 1 1 0 0,1 0-1 0 0,0 0 1 0 0,0 0-1 0 0,0 0 1 0 0,-1 0-1 0 0,0-1 1 0 0,1 2 5 0 0,0 0 1 0 0,0 0-1 0 0,1 0 1 0 0,-1 0-1 0 0,0 0 1 0 0,0-1-1 0 0,0 1 1 0 0,0 0-1 0 0,0 0 1 0 0,0 0-1 0 0,0 0 1 0 0,-1 0-1 0 0,1 0 1 0 0,0 0-1 0 0,0 0 1 0 0,0 0-1 0 0,0-1 1 0 0,0 1-1 0 0,0 0 1 0 0,0 0-1 0 0,0 0 1 0 0,0 0-1 0 0,0 0 1 0 0,0 0-1 0 0,0 0 0 0 0,0 0 1 0 0,0 0-1 0 0,0 0 1 0 0,0 0-1 0 0,0 0 1 0 0,-1 0-1 0 0,1 0 1 0 0,0 0-1 0 0,0-1 1 0 0,0 1-1 0 0,0 0 1 0 0,0 0-1 0 0,0 0 1 0 0,0 0-1 0 0,0 0 1 0 0,0 0-1 0 0,0 0 1 0 0,-1 0-1 0 0,1 0 1 0 0,0 0-1 0 0,0 0 1 0 0,0 0-1 0 0,0 0 1 0 0,0 0-1 0 0,0 0 1 0 0,0 0-1 0 0,0 0 1 0 0,0 1-1 0 0,0-1 1 0 0,-1 0-1 0 0,1 0 1 0 0,0 0-1 0 0,0 0 1 0 0,0 0-1 0 0,0 0 1 0 0,0 0-1 0 0,0 0 1 0 0,0 0-1 0 0,0 0 1 0 0,-17 22-34 0 0,22-20 2433 0 0,-4-1-2437 0 0,-1 0 1 0 0,1-1-1 0 0,0 1 1 0 0,-1-1-1 0 0,1 0 1 0 0,0 1-1 0 0,0-1 1 0 0,-1 1-1 0 0,1-1 1 0 0,0 0-1 0 0,0 0 1 0 0,-1 1 0 0 0,1-1-1 0 0,0 0 1 0 0,0 0-1 0 0,0 0 1 0 0,-1 0-1 0 0,1 0 1 0 0,0 0-1 0 0,1 0 1 0 0,16-17 130 0 0,-17 16-120 0 0,0 1 0 0 0,-1-1 0 0 0,1 1 0 0 0,-1-1 0 0 0,1 1 1 0 0,-1-1-1 0 0,1 1 0 0 0,-1-1 0 0 0,1 0 0 0 0,-1 1 0 0 0,0-1 0 0 0,1 0 0 0 0,-1 1 1 0 0,0-1-1 0 0,0 0 0 0 0,0 1 0 0 0,1-1 0 0 0,-1 0 0 0 0,0 0 0 0 0,0 1 1 0 0,0-1-1 0 0,0 0 0 0 0,0 0 0 0 0,0 1 0 0 0,0-1 0 0 0,0 0 0 0 0,-1 0 1 0 0,1 1-1 0 0,0-2 0 0 0,-2 2-4 0 0,0-15 9 0 0,1 2 11 0 0,-15-30 89 0 0,15 39-100 0 0,-1 1-1 0 0,0-1 1 0 0,0 1-1 0 0,0 0 1 0 0,0 0-1 0 0,0 0 1 0 0,-1 0-1 0 0,1 0 1 0 0,-1 0-1 0 0,-4-3 1 0 0,6 5-9 0 0,0 0 0 0 0,-1 0 0 0 0,0 0 0 0 0,1 1 0 0 0,-1-1 0 0 0,1 0 0 0 0,-1 1 0 0 0,0-1 0 0 0,1 1 0 0 0,-1-1 0 0 0,0 1 0 0 0,0 0 0 0 0,0 0 0 0 0,1 0 0 0 0,-1 0 0 0 0,0 0 0 0 0,0 0 0 0 0,1 0 0 0 0,-1 0 0 0 0,0 1 0 0 0,0-1 0 0 0,-1 2 0 0 0,1-1 0 0 0,0 0 0 0 0,0 1 0 0 0,0-1 0 0 0,0 1 0 0 0,1 0 0 0 0,-1 0 0 0 0,1-1 0 0 0,-1 1 0 0 0,1 0 0 0 0,0 0 0 0 0,-1 1 0 0 0,1-1 0 0 0,0 0 0 0 0,0 3 0 0 0,-3 8 0 0 0,0 1 0 0 0,1 0 0 0 0,1 0 0 0 0,-1 18 0 0 0,3-31 0 0 0,-3 38 5 0 0,4 57 1 0 0,0-82-7 0 0,1 0 0 0 0,0 0 0 0 0,1-1 0 0 0,0 1 0 0 0,1 0 0 0 0,1-1 0 0 0,9 20-1 0 0,-11-27 14 0 0,1-1-1 0 0,0 1 0 0 0,0-1 1 0 0,0 0-1 0 0,0 0 0 0 0,1 0 1 0 0,-1-1-1 0 0,1 1 0 0 0,1-1 1 0 0,-1 0-1 0 0,1-1 0 0 0,-1 1 1 0 0,1-1-1 0 0,0 0 0 0 0,0 0 1 0 0,0-1-1 0 0,1 0 0 0 0,-1 0 0 0 0,0-1 1 0 0,1 1-1 0 0,-1-1 0 0 0,1-1 1 0 0,0 1-1 0 0,-1-1 0 0 0,1 0 1 0 0,-1-1-1 0 0,13-2 0 0 0,-5 0 185 0 0,0 0 1 0 0,0-1-1 0 0,-1-1 0 0 0,1 0 0 0 0,-1-1 0 0 0,0 0 0 0 0,0-1 0 0 0,-1 0 0 0 0,0-1 0 0 0,0-1 0 0 0,19-18 0 0 0,-15 11 118 0 0,0-1-1 0 0,-1-1 0 0 0,-1 0 0 0 0,-1-1 0 0 0,0 0 0 0 0,17-38 1 0 0,-26 49-242 0 0,-1 1 1 0 0,-1-1 0 0 0,1 0 0 0 0,-1 0-1 0 0,0-1 1 0 0,-1 1 0 0 0,0 0 0 0 0,-1-1-1 0 0,1 1 1 0 0,-1 0 0 0 0,-1-1 0 0 0,0 1-1 0 0,0 0 1 0 0,-1-1 0 0 0,0 1 0 0 0,0 0-1 0 0,-1 0 1 0 0,1 0 0 0 0,-2 1 0 0 0,1-1-1 0 0,-10-12 1 0 0,1 3 16 0 0,-2 0 1 0 0,0 2-1 0 0,-1 0 0 0 0,-1 0 0 0 0,0 2 0 0 0,0 0 0 0 0,-2 0 1 0 0,1 2-1 0 0,-2 0 0 0 0,1 1 0 0 0,-2 1 0 0 0,-31-11 1 0 0,28 13-88 0 0,-1 0 1 0 0,0 2 0 0 0,-1 0 0 0 0,1 2 0 0 0,-1 0 0 0 0,0 2 0 0 0,1 1 0 0 0,-1 1-1 0 0,0 1 1 0 0,-37 8 0 0 0,48-7-25 0 0,1 1-1 0 0,0 1 1 0 0,-1 0-1 0 0,1 0 1 0 0,1 1-1 0 0,-1 1 1 0 0,1 1-1 0 0,1-1 1 0 0,-1 2-1 0 0,-16 15 1 0 0,21-17 7 0 0,0 1 0 0 0,0 1 1 0 0,0-1-1 0 0,1 1 0 0 0,0 0 0 0 0,1 1 1 0 0,0-1-1 0 0,1 1 0 0 0,0 0 1 0 0,0 0-1 0 0,1 1 0 0 0,0-1 0 0 0,1 1 1 0 0,-1 15-1 0 0,2-5-846 0 0,1-1 0 0 0,2 1 0 0 0,0-1 0 0 0,9 41 0 0 0,2-11-6759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25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585 849 10138 0 0,'0'-1'168'0'0,"0"0"1"0"0,-1 0-1 0 0,1 0 0 0 0,0 0 0 0 0,-1 0 1 0 0,1 0-1 0 0,0 0 0 0 0,0 0 0 0 0,0 0 1 0 0,0 0-1 0 0,0 0 0 0 0,0-1 0 0 0,0 1 1 0 0,1 0-1 0 0,-1 0 0 0 0,0 0 0 0 0,0 0 1 0 0,1 0-1 0 0,-1 0 0 0 0,1 0 0 0 0,-1 0 1 0 0,1 1-1 0 0,-1-1 0 0 0,1 0 0 0 0,0 0 1 0 0,1-1-1 0 0,24-25 278 0 0,-16 17-428 0 0,49-49 621 0 0,69-77 1531 0 0,-106 109-1498 0 0,-1 0-1 0 0,-1-1 1 0 0,22-42-1 0 0,-37 60-532 0 0,-1 0 0 0 0,0 0 0 0 0,0 0 0 0 0,-1-1 0 0 0,0 1 0 0 0,-1-1 0 0 0,0 0 0 0 0,-1 0-1 0 0,0 0 1 0 0,-1 0 0 0 0,0 0 0 0 0,-1 0 0 0 0,0 1 0 0 0,0-1 0 0 0,-6-17 0 0 0,2 13-71 0 0,0 0 1 0 0,-1 1 0 0 0,-1 0 0 0 0,-1 0 0 0 0,0 0 0 0 0,-1 1-1 0 0,0 0 1 0 0,-1 0 0 0 0,0 1 0 0 0,-15-12 0 0 0,16 15-69 0 0,0 0 1 0 0,-1 1-1 0 0,0 1 0 0 0,0-1 1 0 0,-1 2-1 0 0,0-1 1 0 0,0 2-1 0 0,0-1 1 0 0,-1 2-1 0 0,0-1 1 0 0,0 2-1 0 0,0-1 1 0 0,0 2-1 0 0,-1 0 0 0 0,1 0 1 0 0,-1 1-1 0 0,1 1 1 0 0,-1 0-1 0 0,1 0 1 0 0,-1 1-1 0 0,1 1 1 0 0,-1 0-1 0 0,-16 6 0 0 0,-9 6-28 0 0,1 2 0 0 0,2 2 0 0 0,-1 1 0 0 0,2 2 0 0 0,1 1 0 0 0,0 1 0 0 0,2 2 0 0 0,-44 44 0 0 0,54-45 33 0 0,0 0-1 0 0,1 2 1 0 0,2 0-1 0 0,0 0 1 0 0,2 2-1 0 0,-15 36 1 0 0,22-44 47 0 0,2-1 0 0 0,0 2 0 0 0,1-1 0 0 0,1 0 0 0 0,1 1-1 0 0,1 0 1 0 0,1 0 0 0 0,1 0 0 0 0,0 0 0 0 0,4 30 0 0 0,-2-44-37 0 0,0 0-1 0 0,1-1 1 0 0,0 1-1 0 0,0 0 1 0 0,1 0-1 0 0,-1-1 1 0 0,1 1 0 0 0,1-1-1 0 0,-1 0 1 0 0,1 0-1 0 0,0 0 1 0 0,1-1-1 0 0,-1 1 1 0 0,1-1 0 0 0,0 0-1 0 0,0 0 1 0 0,12 7-1 0 0,-6-5 7 0 0,1-1 0 0 0,0 0-1 0 0,0-1 1 0 0,0 0 0 0 0,0-1-1 0 0,1-1 1 0 0,0 0 0 0 0,24 3-1 0 0,9-3-105 0 0,0-1 0 0 0,-1-3 0 0 0,1-1 0 0 0,-1-3 0 0 0,64-14 0 0 0,-17-3-403 0 0,141-56-1 0 0,-199 64-1781 0 0,-4 0-5303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4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270 122 6913 0 0,'-19'-17'2389'0'0,"-4"-5"3067"0"0,10 5-5496 0 0,3 1 648 0 0,7 10-244 0 0,-1 0 0 0 0,0 0 1 0 0,0 1-1 0 0,-9-10 0 0 0,11 14-297 0 0,1 0-1 0 0,0 0 1 0 0,-1 0 0 0 0,1 0-1 0 0,-1 0 1 0 0,1 0 0 0 0,-1 0-1 0 0,1 1 1 0 0,-1-1 0 0 0,0 1-1 0 0,1-1 1 0 0,-1 1-1 0 0,0-1 1 0 0,0 1 0 0 0,1 0-1 0 0,-1 0 1 0 0,0 0 0 0 0,0 0-1 0 0,1 0 1 0 0,-1 0 0 0 0,0 1-1 0 0,0-1 1 0 0,-2 1 0 0 0,-3 2-2 0 0,0 0 1 0 0,0 0-1 0 0,1 0 1 0 0,-1 1-1 0 0,1 0 1 0 0,0 0-1 0 0,0 0 1 0 0,0 1-1 0 0,1 0 1 0 0,0 0-1 0 0,-9 11 1 0 0,7-7-65 0 0,2 0 1 0 0,-1 0 0 0 0,1 1-1 0 0,1 0 1 0 0,0 0-1 0 0,0 0 1 0 0,-3 16 0 0 0,3-7-28 0 0,1 1 1 0 0,1-1-1 0 0,1 0 1 0 0,1 1-1 0 0,0-1 1 0 0,1 0-1 0 0,2 1 1 0 0,7 33-1 0 0,-6-40 52 0 0,0 0-1 0 0,0 0 1 0 0,1 0 0 0 0,11 19-1 0 0,-13-26-16 0 0,1-2 0 0 0,-1 1 1 0 0,1 0-1 0 0,0-1 0 0 0,0 0 0 0 0,0 0 0 0 0,1 0 0 0 0,0 0 0 0 0,-1-1 1 0 0,1 1-1 0 0,1-1 0 0 0,-1-1 0 0 0,6 3 0 0 0,-8-3-110 0 0,0-1 0 0 0,0 0 0 0 0,0 0 0 0 0,0 0 0 0 0,0 0 0 0 0,0-1 0 0 0,0 1 0 0 0,1-1 0 0 0,-1 0 0 0 0,0 0 0 0 0,0 0 0 0 0,0 0 0 0 0,0 0-1 0 0,0-1 1 0 0,0 0 0 0 0,0 1 0 0 0,0-1 0 0 0,0 0 0 0 0,0 0 0 0 0,0-1 0 0 0,4-1 0 0 0,3-4-1133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4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72 10594 0 0,'-10'-7'588'0'0,"1"-1"-1"0"0,-1 0 0 0 0,2 0 1 0 0,-14-16-1 0 0,22 23-584 0 0,-1 0 102 0 0,0 0 1 0 0,0-1-1 0 0,-1 1 1 0 0,1 0-1 0 0,0 0 1 0 0,0 0-1 0 0,0 0 1 0 0,-1 0-1 0 0,1 0 1 0 0,-1 1-1 0 0,1-1 1 0 0,0 0-1 0 0,-1 1 1 0 0,1-1-1 0 0,-1 1 1 0 0,0-1-1 0 0,1 1 1 0 0,-1 0-1 0 0,1 0 1 0 0,-1 0-1 0 0,0 0 1 0 0,1 0 0 0 0,-3 0-1 0 0,1 1 4 0 0,1 0 0 0 0,-1 0 0 0 0,1 0 0 0 0,-1 0 0 0 0,1 1 0 0 0,-1-1 0 0 0,1 1 0 0 0,0-1 0 0 0,0 1 0 0 0,-1 0 0 0 0,1 0 0 0 0,-2 3 0 0 0,-4 5 56 0 0,1 0 1 0 0,0 0-1 0 0,1 1 0 0 0,0 0 0 0 0,-4 11 1 0 0,2-3-35 0 0,2 0 0 0 0,0 0 0 0 0,-4 32 0 0 0,8-40-62 0 0,1 0 0 0 0,0 0 0 0 0,1 1 0 0 0,0-1 0 0 0,0 0 0 0 0,2 0 0 0 0,-1 0 0 0 0,4 11 0 0 0,-4-19-51 0 0,-1-1 0 0 0,1 0 0 0 0,0 1 0 0 0,0-1 0 0 0,0 0 0 0 0,0 0-1 0 0,0 0 1 0 0,1 0 0 0 0,-1 0 0 0 0,1 0 0 0 0,-1 0 0 0 0,1 0 0 0 0,0-1 0 0 0,-1 1-1 0 0,1-1 1 0 0,0 1 0 0 0,0-1 0 0 0,0 0 0 0 0,0 1 0 0 0,0-1 0 0 0,1 0 0 0 0,-1 0 0 0 0,0-1-1 0 0,0 1 1 0 0,1 0 0 0 0,-1-1 0 0 0,0 0 0 0 0,1 1 0 0 0,-1-1 0 0 0,1 0 0 0 0,-1 0-1 0 0,5-1 1 0 0,-2 0-5 0 0,-1 0 0 0 0,1 0-1 0 0,-1 0 1 0 0,0-1 0 0 0,1 0-1 0 0,-1 0 1 0 0,0 0 0 0 0,0 0-1 0 0,0-1 1 0 0,0 0 0 0 0,-1 0-1 0 0,1 0 1 0 0,-1 0 0 0 0,0 0-1 0 0,0-1 1 0 0,4-4 0 0 0,9-19-11 0 0,-1-1 1 0 0,-2-1 0 0 0,20-59 0 0 0,-32 88-4 0 0,-1-1 5 0 0,6-16-25 0 0,-3 11 66 0 0,-1 8 183 0 0,-2 34-23 0 0,2 1-1 0 0,11 64 1 0 0,-12-97-318 0 0,0 0 1 0 0,0 0 0 0 0,1 0-1 0 0,0 1 1 0 0,0-1-1 0 0,0-1 1 0 0,0 1-1 0 0,0 0 1 0 0,5 4-1 0 0,-7-7 30 0 0,1-1 0 0 0,-1 1 0 0 0,1 0 0 0 0,-1-1 0 0 0,1 0 0 0 0,0 1 0 0 0,-1-1-1 0 0,1 1 1 0 0,0-1 0 0 0,-1 0 0 0 0,1 1 0 0 0,0-1 0 0 0,0 0 0 0 0,-1 0 0 0 0,1 1 0 0 0,0-1 0 0 0,0 0 0 0 0,-1 0-1 0 0,1 0 1 0 0,0 0 0 0 0,0 0 0 0 0,1 0 0 0 0,-1-1-52 0 0,0 0-1 0 0,1 0 0 0 0,-1 1 1 0 0,0-1-1 0 0,0 0 1 0 0,0 0-1 0 0,0 0 1 0 0,1 0-1 0 0,-1 0 1 0 0,-1 0-1 0 0,1 0 1 0 0,0-1-1 0 0,0 1 1 0 0,0 0-1 0 0,-1 0 1 0 0,2-3-1 0 0,20-52-3339 0 0,-13 31 2258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5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8930 0 0,'14'75'4039'0'0,"-3"-17"-2954"0"0,8 64 2074 0 0,-17-111-572 0 0,-5-24-617 0 0,3 12-1647 0 0,-1-4-3 0 0,-6-28 337 0 0,-4-42-1 0 0,10 59-631 0 0,0 0-1 0 0,1 0 0 0 0,1 0 0 0 0,0 0 1 0 0,5-19-1 0 0,-6 33-100 0 0,0 1 0 0 0,1 0 0 0 0,-1 0 1 0 0,1 0-1 0 0,-1-1 0 0 0,1 1 0 0 0,-1 0 0 0 0,1 0 1 0 0,0 0-1 0 0,0 0 0 0 0,0 0 0 0 0,-1 0 1 0 0,1 0-1 0 0,0 1 0 0 0,0-1 0 0 0,0 0 0 0 0,0 0 1 0 0,0 1-1 0 0,1-1 0 0 0,-1 1 0 0 0,0-1 0 0 0,0 1 1 0 0,0-1-1 0 0,1 1 0 0 0,1-1 0 0 0,4 0-683 0 0,-1 1 0 0 0,1 0-1 0 0,-1 0 1 0 0,9 1-1 0 0,16 0-1606 0 0,-19-3 1575 0 0,-5 2 168 0 0,0 0 0 0 0,-1-1 0 0 0,1-1-1 0 0,0 1 1 0 0,0-1 0 0 0,-1 0 0 0 0,11-5 0 0 0,-16 7 637 0 0,-1 0 0 0 0,0 0 1 0 0,0-1-1 0 0,1 1 0 0 0,-1 0 0 0 0,0 0 0 0 0,0 0 0 0 0,0-1 1 0 0,0 1-1 0 0,0 0 0 0 0,1 0 0 0 0,-1-1 0 0 0,0 1 0 0 0,0 0 1 0 0,0 0-1 0 0,0-1 0 0 0,0 1 0 0 0,0 0 0 0 0,0-1 0 0 0,0 1 0 0 0,0 0 1 0 0,0 0-1 0 0,0-1 0 0 0,0 1 0 0 0,0 0 0 0 0,0-1 0 0 0,0 1 1 0 0,0 0-1 0 0,0 0 0 0 0,0-1 0 0 0,0 1 0 0 0,-1 0 0 0 0,1 0 1 0 0,0-1-1 0 0,0 1 0 0 0,0 0 0 0 0,-1-1 0 0 0,1 1 200 0 0,0 0-1 0 0,-1 0 0 0 0,1 0 1 0 0,-1-1-1 0 0,1 1 1 0 0,-1 0-1 0 0,1 0 0 0 0,0 0 1 0 0,-1 0-1 0 0,1 0 1 0 0,-1 0-1 0 0,1 0 0 0 0,-1 0 1 0 0,1 0-1 0 0,0 0 1 0 0,-1 0-1 0 0,1 0 1 0 0,-1 0-1 0 0,1 0 0 0 0,-1 1 1 0 0,1-1-1 0 0,0 0 1 0 0,-1 0-1 0 0,0 1 0 0 0,-1-1-86 0 0,0 1 1 0 0,1 0-1 0 0,-1 0 0 0 0,0 0 0 0 0,0 1 0 0 0,0-1 0 0 0,1 0 0 0 0,-1 1 0 0 0,1-1 0 0 0,-1 1 1 0 0,1-1-1 0 0,-1 1 0 0 0,1 0 0 0 0,0-1 0 0 0,0 1 0 0 0,0 0 0 0 0,0 0 0 0 0,0 0 0 0 0,0 0 0 0 0,1 0 1 0 0,-1 0-1 0 0,0 0 0 0 0,1 0 0 0 0,0 0 0 0 0,-1 4 0 0 0,-2 32 399 0 0,1 1-1 0 0,3 42 0 0 0,-1-78-480 0 0,3 23 26 0 0,-3-24-58 0 0,0-1 0 0 0,0 0 0 0 0,1 0 1 0 0,-1 0-1 0 0,0 1 0 0 0,1-1 0 0 0,-1 0 0 0 0,1 0 0 0 0,-1 0 0 0 0,1 0 0 0 0,-1 0 1 0 0,1 1-1 0 0,0-1 0 0 0,-1-1 0 0 0,1 1 0 0 0,1 1 0 0 0,-1-2 4 0 0,-1 0 0 0 0,1 0 0 0 0,-1 0 0 0 0,1 0 0 0 0,-1-1 0 0 0,1 1 1 0 0,-1 0-1 0 0,0 0 0 0 0,1-1 0 0 0,-1 1 0 0 0,1 0 0 0 0,-1-1 0 0 0,0 1 0 0 0,1 0 0 0 0,-1-1 0 0 0,0 1 0 0 0,0 0 0 0 0,1-1 0 0 0,-1 1 0 0 0,0-1 0 0 0,0 1 0 0 0,1-1 0 0 0,-1 1 0 0 0,0-1 0 0 0,0 1 1 0 0,0-1-1 0 0,0 1 0 0 0,0-1 0 0 0,0 1 0 0 0,0-1 0 0 0,0 0 0 0 0,5-20 117 0 0,-5 19-136 0 0,3-41 34 0 0,-3 31-5 0 0,1 0-1 0 0,0 1 0 0 0,5-22 0 0 0,-5 30-23 0 0,0 0 0 0 0,0 1 0 0 0,0-1 0 0 0,0 1-1 0 0,0-1 1 0 0,0 1 0 0 0,1 0 0 0 0,-1-1 0 0 0,1 1 0 0 0,0 0-1 0 0,0 0 1 0 0,0 0 0 0 0,0 0 0 0 0,0 0 0 0 0,0 1 0 0 0,0-1 0 0 0,0 1-1 0 0,1-1 1 0 0,-1 1 0 0 0,1 0 0 0 0,2-2 0 0 0,2 2-22 0 0,0-1 0 0 0,1 1 0 0 0,-1 0 1 0 0,0 0-1 0 0,0 1 0 0 0,13 0 0 0 0,-16 0 9 0 0,0 1-1 0 0,0-1 0 0 0,-1 1 0 0 0,1 0 0 0 0,0 0 0 0 0,0 0 1 0 0,0 0-1 0 0,0 1 0 0 0,-1-1 0 0 0,1 1 0 0 0,-1 0 1 0 0,1 0-1 0 0,4 4 0 0 0,9 27-664 0 0,-11-66-232 0 0,-5 16 729 0 0,-1 12 169 0 0,1 0 1 0 0,-1-1-1 0 0,0 1 0 0 0,-1 0 0 0 0,0-1 0 0 0,-1-7 0 0 0,2 13 12 0 0,0 0-1 0 0,0 0 1 0 0,0 0-1 0 0,0 0 1 0 0,0 0-1 0 0,0 0 1 0 0,0 0-1 0 0,0 0 1 0 0,0 0-1 0 0,0 0 1 0 0,0 0-1 0 0,0 0 1 0 0,0-1-1 0 0,0 1 1 0 0,0 0-1 0 0,0 0 1 0 0,0 0-1 0 0,0 0 0 0 0,0 0 1 0 0,-1 0-1 0 0,1 0 1 0 0,0 0-1 0 0,0 0 1 0 0,0 0-1 0 0,0 0 1 0 0,0 0-1 0 0,0 0 1 0 0,0 0-1 0 0,0 0 1 0 0,0 0-1 0 0,0 0 1 0 0,0 0-1 0 0,0 0 1 0 0,0 0-1 0 0,-1-1 1 0 0,1 1-1 0 0,0 0 1 0 0,0 0-1 0 0,0 0 1 0 0,0 0-1 0 0,0 0 1 0 0,0 0-1 0 0,0 0 1 0 0,0 1-1 0 0,0-1 1 0 0,0 0-1 0 0,0 0 1 0 0,0 0-1 0 0,-1 0 1 0 0,1 0-1 0 0,0 0 1 0 0,0 0-1 0 0,0 0 1 0 0,0 0-1 0 0,0 0 0 0 0,0 0 1 0 0,0 0-1 0 0,0 0 1 0 0,0 0-1 0 0,0 0 1 0 0,0 0-1 0 0,0 0 1 0 0,0 0-1 0 0,0 0 1 0 0,0 0-1 0 0,0 1 1 0 0,0-1-1 0 0,0 0 1 0 0,0 0-1 0 0,-5 9 140 0 0,0 12-36 0 0,3-6-47 0 0,-1 16-13 0 0,0 53 0 0 0,3-76-41 0 0,0 0 0 0 0,1 0 0 0 0,0 0 0 0 0,1 0 0 0 0,0 0 0 0 0,0 0 0 0 0,1-1 0 0 0,0 1 0 0 0,0-1-1 0 0,0 0 1 0 0,10 14 0 0 0,-12-20 4 0 0,-1 0-1 0 0,1 0 0 0 0,0 0 1 0 0,0 1-1 0 0,0-1 0 0 0,1 0 1 0 0,-1 0-1 0 0,0 0 0 0 0,0-1 1 0 0,0 1-1 0 0,1 0 0 0 0,-1 0 1 0 0,0-1-1 0 0,1 1 0 0 0,-1-1 1 0 0,1 1-1 0 0,-1-1 0 0 0,0 1 1 0 0,1-1-1 0 0,-1 0 0 0 0,1 0 0 0 0,1 0 1 0 0,-1 0 4 0 0,0-1 0 0 0,0 1 0 0 0,0-1-1 0 0,0 0 1 0 0,0 0 0 0 0,0 0 0 0 0,0 0 0 0 0,0 0 0 0 0,-1 0 0 0 0,1 0 0 0 0,0-1 0 0 0,-1 1 0 0 0,1 0 0 0 0,0-3-1 0 0,6-6 3 0 0,0 0-1 0 0,-1 0 1 0 0,-1-1-1 0 0,6-14 0 0 0,-9 20-52 0 0,6-17 56 0 0,0 0 0 0 0,-2-1 0 0 0,-1 1 0 0 0,-1-1 0 0 0,0-1 0 0 0,1-35-1 0 0,-5 56 635 0 0,2 8-250 0 0,4 21-125 0 0,7 37-229 0 0,3 18-30 0 0,4 16 8 0 0,10 124 0 0 0,-30-194 126 0 0,-1 1 1 0 0,-2 0 0 0 0,-1-1-1 0 0,-1 0 1 0 0,-1 0 0 0 0,-1 0-1 0 0,-2 0 1 0 0,-1-1 0 0 0,0 0-1 0 0,-21 37 1 0 0,24-53-96 0 0,-1 0 0 0 0,1 0 0 0 0,-2 0 1 0 0,0-1-1 0 0,0 0 0 0 0,0 0 0 0 0,-1-1 0 0 0,0 0 1 0 0,-1 0-1 0 0,0-1 0 0 0,0-1 0 0 0,-11 6 0 0 0,13-8-13 0 0,1-1-1 0 0,-1 0 1 0 0,0 0-1 0 0,0-1 1 0 0,0 0-1 0 0,0-1 1 0 0,-1 0-1 0 0,1 0 1 0 0,0 0-1 0 0,-1-1 1 0 0,1-1-1 0 0,0 1 1 0 0,0-1-1 0 0,-1-1 1 0 0,1 1-1 0 0,0-1 1 0 0,0-1-1 0 0,-10-4 0 0 0,3 0-24 0 0,1 0-1 0 0,-1-2 1 0 0,1 0-1 0 0,0 0 1 0 0,1-1-1 0 0,0-1 0 0 0,1 0 1 0 0,-18-21-1 0 0,22 22-336 0 0,1 0 1 0 0,0 0-1 0 0,0-1 0 0 0,1 0 0 0 0,1 0 1 0 0,0 0-1 0 0,1-1 0 0 0,0 1 1 0 0,0-1-1 0 0,1 0 0 0 0,1-1 0 0 0,-2-14 1 0 0,3-2-1816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6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1 15059 0 0,'-7'0'177'0'0,"0"0"0"0"0,0 0-1 0 0,0 1 1 0 0,0 0 0 0 0,1 0 0 0 0,-1 1-1 0 0,0 0 1 0 0,0 0 0 0 0,1 1-1 0 0,-1-1 1 0 0,1 2 0 0 0,0-1 0 0 0,-10 7-1 0 0,6-3-50 0 0,0 1 0 0 0,0 1 0 0 0,1 0 0 0 0,0 0 0 0 0,1 0 0 0 0,-13 19 0 0 0,20-26-117 0 0,0-1 0 0 0,0 1-1 0 0,0 0 1 0 0,0 0 0 0 0,0-1 0 0 0,1 1 0 0 0,-1 0 0 0 0,1 0 0 0 0,-1 0 0 0 0,1 0 0 0 0,0 0 0 0 0,-1 0 0 0 0,1 0 0 0 0,0 0 0 0 0,0 0 0 0 0,1 0 0 0 0,-1 0 0 0 0,0 0 0 0 0,1 0 0 0 0,-1 0 0 0 0,1 0 0 0 0,-1 0 0 0 0,1 0 0 0 0,0 0 0 0 0,0-1 0 0 0,0 1 0 0 0,0 0 0 0 0,0 0 0 0 0,0-1 0 0 0,1 1 0 0 0,-1-1 0 0 0,1 1-1 0 0,-1-1 1 0 0,1 0 0 0 0,-1 1 0 0 0,1-1 0 0 0,2 1 0 0 0,8 6 47 0 0,0-1 0 0 0,0-1 0 0 0,0 0 1 0 0,18 6-1 0 0,-26-10-45 0 0,21 7 27 0 0,0 0-4 0 0,39 20 1 0 0,-58-26-30 0 0,-1 0 1 0 0,1 1-1 0 0,0 0 0 0 0,-1 0 0 0 0,0 0 1 0 0,0 1-1 0 0,0 0 0 0 0,-1 0 1 0 0,1 0-1 0 0,-1 1 0 0 0,5 9 0 0 0,-8-13 10 0 0,0 0 0 0 0,0 0 0 0 0,0 0-1 0 0,-1 0 1 0 0,1 0 0 0 0,-1 0-1 0 0,1 0 1 0 0,-1 0 0 0 0,0 1 0 0 0,0-1-1 0 0,0 0 1 0 0,0 0 0 0 0,0 0 0 0 0,-1 1-1 0 0,1-1 1 0 0,-1 0 0 0 0,0 3-1 0 0,-1-1 57 0 0,0 0-1 0 0,0 0 0 0 0,0-1 0 0 0,-1 1 1 0 0,1 0-1 0 0,-1-1 0 0 0,0 1 1 0 0,-4 2-1 0 0,-5 5 280 0 0,-2 0 1 0 0,1-1-1 0 0,-22 11 0 0 0,30-18-272 0 0,-9 5-1 0 0,0-1-1 0 0,0 0 1 0 0,-1 0-1 0 0,1-2 1 0 0,-2 0 0 0 0,1-1-1 0 0,0 0 1 0 0,-32 3-1 0 0,61-31-5910 0 0,-4 9 3369 0 0,2-3-21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6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6913 0 0,'-2'3'402'0'0,"1"-1"-1"0"0,-1 1 0 0 0,0 0 0 0 0,1-1 0 0 0,0 1 0 0 0,-1 0 0 0 0,1 0 0 0 0,0 0 0 0 0,1 0 0 0 0,-2 5 1 0 0,-3 35 2121 0 0,4-33-2448 0 0,-3 22 380 0 0,-3 72 634 0 0,6-90-832 0 0,2 1 0 0 0,0-1 1 0 0,1 1-1 0 0,0-1 0 0 0,5 15 1 0 0,-7-26-180 0 0,1-1 0 0 0,0 1 1 0 0,0-1-1 0 0,0 0 0 0 0,0 1 1 0 0,0-1-1 0 0,0 0 0 0 0,0 0 1 0 0,1 0-1 0 0,-1 0 0 0 0,1 0 1 0 0,0 0-1 0 0,-1 0 0 0 0,1 0 1 0 0,0-1-1 0 0,0 1 0 0 0,0-1 0 0 0,4 3 1 0 0,-4-4-6 0 0,0 1 0 0 0,1-1 0 0 0,-1 1 0 0 0,0-1 1 0 0,0 0-1 0 0,1 0 0 0 0,-1 0 0 0 0,0 0 0 0 0,0 0 0 0 0,1 0 1 0 0,-1-1-1 0 0,0 1 0 0 0,0-1 0 0 0,1 0 0 0 0,-1 1 1 0 0,3-3-1 0 0,3-1 56 0 0,-1 0 0 0 0,0-1 0 0 0,0 0 0 0 0,0-1 0 0 0,-1 1 1 0 0,0-1-1 0 0,0 0 0 0 0,0-1 0 0 0,7-11 0 0 0,-7 10-27 0 0,0-2 1 0 0,-1 1-1 0 0,0 0 0 0 0,0-1 1 0 0,-1 0-1 0 0,0 0 0 0 0,-1-1 1 0 0,0 1-1 0 0,-1-1 0 0 0,0 1 0 0 0,-1-1 1 0 0,0 0-1 0 0,0 1 0 0 0,-1-1 1 0 0,-1 0-1 0 0,-2-16 0 0 0,3 26-74 0 0,0 0 0 0 0,0 0-1 0 0,0 1 1 0 0,-1-1 0 0 0,1 0 0 0 0,0 0-1 0 0,0 0 1 0 0,-1 0 0 0 0,1 0-1 0 0,0 1 1 0 0,-1-1 0 0 0,1 0 0 0 0,-1 0-1 0 0,1 1 1 0 0,-1-1 0 0 0,0 0-1 0 0,1 0 1 0 0,-1 1 0 0 0,0-1 0 0 0,0 0-1 0 0,0 1 5 0 0,0 0-1 0 0,1 0 1 0 0,-1 0-1 0 0,1 0 1 0 0,-1 0-1 0 0,1 0 0 0 0,-1 0 1 0 0,1 1-1 0 0,-1-1 1 0 0,1 0-1 0 0,-1 0 1 0 0,1 1-1 0 0,-1-1 1 0 0,1 0-1 0 0,-1 0 0 0 0,1 1 1 0 0,-1-1-1 0 0,1 1 1 0 0,0-1-1 0 0,-1 0 1 0 0,1 1-1 0 0,0-1 1 0 0,-1 2-1 0 0,-2 1 47 0 0,1 1-1 0 0,-1 0 0 0 0,1 0 1 0 0,0 1-1 0 0,1-1 1 0 0,-3 7-1 0 0,-2 16-41 0 0,1 0-1 0 0,-2 32 1 0 0,7-51-173 0 0,0 0 0 0 0,0 0 0 0 0,0-1 0 0 0,1 1 1 0 0,0 0-1 0 0,0 0 0 0 0,1-1 0 0 0,0 1 0 0 0,1-1 0 0 0,-1 1 1 0 0,2-1-1 0 0,5 11 0 0 0,-8-16-151 0 0,1 0 1 0 0,0 0-1 0 0,0 1 1 0 0,0-1-1 0 0,0 0 1 0 0,1-1-1 0 0,-1 1 1 0 0,5 3-1 0 0,-6-5-46 0 0,0 1-1 0 0,0-1 1 0 0,0 0-1 0 0,0 1 1 0 0,0-1-1 0 0,0 0 1 0 0,0 0-1 0 0,0 1 1 0 0,0-1-1 0 0,0 0 1 0 0,1 0-1 0 0,-1 0 1 0 0,0 0-1 0 0,0-1 1 0 0,0 1-1 0 0,0 0 1 0 0,2-1-1 0 0,3-2-5155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7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5529 0 0,'1'0'220'0'0,"-1"-1"-1"0"0,0 1 0 0 0,0 0 1 0 0,0-1-1 0 0,0 1 0 0 0,0 0 1 0 0,0 0-1 0 0,0-1 0 0 0,1 1 1 0 0,-1 0-1 0 0,0-1 0 0 0,0 1 1 0 0,0 0-1 0 0,1 0 0 0 0,-1-1 1 0 0,0 1-1 0 0,0 0 0 0 0,1 0 1 0 0,-1 0-1 0 0,0 0 0 0 0,0-1 1 0 0,1 1-1 0 0,-1 0 0 0 0,0 0 1 0 0,1 0-1 0 0,-1 0 0 0 0,0 0 1 0 0,1 0-1 0 0,-1 0 1 0 0,0 0-1 0 0,1 0 0 0 0,5 8 1841 0 0,1 20-2227 0 0,-7-26 656 0 0,5 31 220 0 0,0 66 0 0 0,1 9 1271 0 0,-6-93-1302 0 0,0-13-464 0 0,0 0-1 0 0,0 0 1 0 0,0 1-1 0 0,0-1 1 0 0,0 0-1 0 0,0 0 1 0 0,0 1-1 0 0,1-1 1 0 0,-1 0-1 0 0,1 0 1 0 0,0 0-1 0 0,1 4 1 0 0,-1-6-179 0 0,-1 0 0 0 0,1 0-1 0 0,-1 0 1 0 0,1 0 0 0 0,-1 0 0 0 0,1 0-1 0 0,-1 0 1 0 0,1-1 0 0 0,-1 1 0 0 0,1 0 0 0 0,-1 0-1 0 0,1 0 1 0 0,-1 0 0 0 0,1-1 0 0 0,-1 1 0 0 0,1 0-1 0 0,-1 0 1 0 0,1-1 0 0 0,-1 1 0 0 0,0 0-1 0 0,1-1 1 0 0,-1 1 0 0 0,0-1 0 0 0,1 1 0 0 0,-1 0-1 0 0,0-1 1 0 0,1 1 0 0 0,-1-1 0 0 0,0 0 0 0 0,12-16 122 0 0,-11 16-111 0 0,9-18 63 0 0,-1-1-1 0 0,0 0 1 0 0,-2 0 0 0 0,10-39-1 0 0,-12 39-64 0 0,1-1-1 0 0,0 1 0 0 0,2 1 1 0 0,18-35-1 0 0,-26 53-16 0 0,0 0 0 0 0,1 0-1 0 0,-1 0 1 0 0,1 0 0 0 0,-1 0 0 0 0,1 1-1 0 0,0-1 1 0 0,-1 0 0 0 0,1 0 0 0 0,0 0-1 0 0,-1 1 1 0 0,1-1 0 0 0,0 0 0 0 0,0 1 0 0 0,0-1-1 0 0,0 1 1 0 0,-1-1 0 0 0,1 1 0 0 0,0-1-1 0 0,0 1 1 0 0,0 0 0 0 0,0-1 0 0 0,0 1-1 0 0,0 0 1 0 0,0 0 0 0 0,2 0 0 0 0,-2 0-6 0 0,0 1 0 0 0,0 0 1 0 0,1-1-1 0 0,-1 1 1 0 0,0 0-1 0 0,0 0 0 0 0,0 0 1 0 0,-1 0-1 0 0,1 0 1 0 0,0 0-1 0 0,0 0 0 0 0,0 0 1 0 0,-1 0-1 0 0,1 0 1 0 0,0 0-1 0 0,-1 0 0 0 0,1 2 1 0 0,3 7 59 0 0,-1 1 0 0 0,0-1 0 0 0,2 20 0 0 0,-3 1-11 0 0,-1 0 0 0 0,-3 34 0 0 0,0-31-27 0 0,3 47 0 0 0,-2-81-43 0 0,1 1 0 0 0,0-1 0 0 0,0 1 0 0 0,0 0 0 0 0,0-1-1 0 0,0 1 1 0 0,0-1 0 0 0,1 1 0 0 0,-1-1 0 0 0,0 1-1 0 0,0-1 1 0 0,0 1 0 0 0,0-1 0 0 0,1 1 0 0 0,-1 0 0 0 0,0-1-1 0 0,0 0 1 0 0,1 1 0 0 0,-1-1 0 0 0,0 1 0 0 0,1-1-1 0 0,-1 1 1 0 0,1-1 0 0 0,-1 0 0 0 0,0 1 0 0 0,1-1-1 0 0,-1 0 1 0 0,1 1 0 0 0,0-1-4 0 0,0 0 0 0 0,0-1 0 0 0,-1 1 0 0 0,1 0 0 0 0,0 0 0 0 0,-1-1-1 0 0,1 1 1 0 0,0-1 0 0 0,-1 1 0 0 0,1 0 0 0 0,0-1 0 0 0,-1 1 0 0 0,1-1 0 0 0,-1 1 0 0 0,1-1 0 0 0,-1 0 0 0 0,1 0-1 0 0,18-30-110 0 0,64-180 24 0 0,-79 202 127 0 0,0 1 0 0 0,0-1-1 0 0,1 1 1 0 0,0 0 0 0 0,0 1 0 0 0,1-1 0 0 0,0 1-1 0 0,8-7 1 0 0,-11 11-10 0 0,-1 1 0 0 0,1 1 0 0 0,0-1 0 0 0,0 0 0 0 0,0 1 0 0 0,0-1-1 0 0,0 1 1 0 0,0 0 0 0 0,0 0 0 0 0,0 0 0 0 0,1 0 0 0 0,-1 1 0 0 0,0-1 0 0 0,1 1 0 0 0,-1 0 0 0 0,0 0 0 0 0,1 0-1 0 0,-1 1 1 0 0,0-1 0 0 0,0 1 0 0 0,1-1 0 0 0,-1 1 0 0 0,0 0 0 0 0,0 0 0 0 0,0 1 0 0 0,4 1 0 0 0,1 1 32 0 0,0 1 1 0 0,-1 1 0 0 0,1-1 0 0 0,-1 1 0 0 0,0 0-1 0 0,-1 1 1 0 0,1 0 0 0 0,-1 0 0 0 0,0 0 0 0 0,-1 1-1 0 0,8 14 1 0 0,-4-6 10 0 0,-2 0 0 0 0,0 1 0 0 0,0 0 1 0 0,-2 0-1 0 0,5 22 0 0 0,-8-26-8 0 0,-1 0 1 0 0,0 0-1 0 0,0 1 0 0 0,-2-1 1 0 0,-1 18-1 0 0,-18 64 275 0 0,20-94-532 0 0,0 0 1 0 0,0 0-1 0 0,-1 0 1 0 0,1 0-1 0 0,0 0 0 0 0,-1 0 1 0 0,1 0-1 0 0,-1 0 1 0 0,1 0-1 0 0,-1-1 0 0 0,1 1 1 0 0,-1 0-1 0 0,0 0 1 0 0,1 0-1 0 0,-1-1 0 0 0,0 1 1 0 0,0 0-1 0 0,1-1 1 0 0,-1 1-1 0 0,0-1 0 0 0,0 1 1 0 0,0-1-1 0 0,-1 1 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0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13763 0 0,'-1'9'854'0'0,"0"-1"0"0"0,-1 1 1 0 0,0 0-1 0 0,-3 9 0 0 0,-2 5-55 0 0,-87 253 2151 0 0,85-253-3404 0 0,1-2-831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1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 14771 0 0,'0'5'1312'0'0,"0"2"-1048"0"0,0 2-264 0 0,-1-3 0 0 0,1 0 569 0 0,-1-1 55 0 0,-2 1 16 0 0,-1 5 0 0 0,-3 7-160 0 0,-1 7-32 0 0,-2 3-8 0 0,-1 3 0 0 0,1-2-440 0 0,2 0-104 0 0,-4-2-16 0 0,-2-1-8057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2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9218 0 0,'5'23'8946'0'0,"-5"11"-5668"0"0,-5 35-2379 0 0,-12 32-1301 0 0,9-63-5374 0 0,3-14-1161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3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 10594 0 0,'-3'6'5649'0'0,"-9"9"-3503"0"0,2-3-1267 0 0,-89 141 493 0 0,37-48-5032 0 0,47-76 2315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3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5529 0 0,'-4'6'878'0'0,"-6"4"6033"0"0,1-1-2729 0 0,5-4-4725 0 0,3-3 624 0 0,-48 65 1077 0 0,-53 98 1 0 0,86-134-1462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4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2 14283 0 0,'0'-1'632'0'0,"0"3"136"0"0,0 4-616 0 0,-1-2-152 0 0,1-3 0 0 0,-1 2 0 0 0,-1 1 649 0 0,-2 6 103 0 0,-1 4 16 0 0,-5 6 8 0 0,-2 9-240 0 0,-4 1-56 0 0,3 5 0 0 0,-5 1-8 0 0,-1 1-472 0 0,-5 0 0 0 0,-2 1-96 0 0,-3 4-8177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E1344B7-0F09-4F92-9A44-784D065DED1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DA61845-5B11-45E1-A96F-59C52542A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0:notes"/>
          <p:cNvSpPr txBox="1">
            <a:spLocks noGrp="1"/>
          </p:cNvSpPr>
          <p:nvPr>
            <p:ph type="body" idx="1"/>
          </p:nvPr>
        </p:nvSpPr>
        <p:spPr>
          <a:xfrm>
            <a:off x="725382" y="4422246"/>
            <a:ext cx="5809544" cy="3616881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endParaRPr/>
          </a:p>
        </p:txBody>
      </p:sp>
      <p:sp>
        <p:nvSpPr>
          <p:cNvPr id="757" name="Google Shape;75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4713" y="1149350"/>
            <a:ext cx="5511800" cy="3100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B2C4-10CE-3CCD-E7C7-0ABE8D84D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E56B2-A526-0CF7-7A09-6F610FF73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D9C06-C4D3-5547-2F7D-9AD74D7A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D80DC-61B0-DFE1-06B0-0BD91CD9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2E2A5-B37A-020A-D03C-CC7C1385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87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5EFC-71B8-37E2-2B2F-1BC58A8F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75973-C70E-BA98-37BB-16984B2EA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D04C7-3FE9-4367-19AD-C0DF0CD87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BC87D-2060-B3BF-3CE9-F8626C4B4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E7895-4DD0-EE60-A699-36F938677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1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6E7C-C0A2-1FBA-275C-64A4E605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B94B8-A3B3-A468-BDA9-59F45D60B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A03AD-F30F-3603-673F-D0E66E0D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12193-0C81-F02A-EF9A-E56DA75F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25053-44A4-37BD-8F5B-9181BCE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66E81-F6E0-4FF1-88CE-06B97517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36B22-1F3E-ABF2-D471-16D66ADC5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74A19-A624-FAF1-70AB-06D58762A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7A979-7AA4-3EE7-EF96-B89B8E2A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294F6-54D6-478F-B5C9-E191AAB7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4FA3C-3820-4DBE-57C6-6136EACE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5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5B90-6C26-9EA4-7156-A41577AD2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1A390-2353-02E6-6A51-7FCF7C34C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9FBC9-234A-4846-A088-C8D9AD46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DAA8F-9EF4-5661-D9DA-26DEDAC0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E33C06-B521-523C-6BF5-1B13B72B3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2EFDAD-CE31-2F26-A27C-0A6F9CD8E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0E4C9-CAB8-86E7-3309-945035C8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43B59B-834F-9A95-E7A0-B0BC1FBC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4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15C54-030D-A929-F605-E7B32AA8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F9EE3-71F6-6D4E-55DE-BF192028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6A95-8596-2F03-C334-68C13E1F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8977B-BDDC-11E2-56B5-3AAB31FF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D7C3D-4D6B-51E7-C898-E238B0B7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759189-776A-1222-E1F8-28C14CEC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11FD4-AF4C-83E8-0AB9-C52EAC4D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8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4C820-7282-8E2C-9E8C-B9956EEE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CE431-C3C8-B643-9CF7-1A3D7524B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6FF46-E0FB-9B37-50B7-286DA4271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92902-3A6D-5B6E-6CFE-EC637A58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F2DDE-D8A3-5F1A-FFA7-850A8D59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D4B35-A3A4-CB4F-FFC6-F304A690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4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3CE1-5044-31CE-E81B-F95B25D38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6B3E8-0EB2-E3AA-87B4-1E3F1B56A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29832-51E5-1222-8B11-93F1DAD79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FC9DC-C681-47DD-8FD6-47849601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C0F5F-95A9-C0D3-2AB4-1C80D0BCD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C12FB-F799-1EA2-1AE3-6FB867A8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0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3EE86-5435-3E5C-38F1-AE228E6F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7F1DE-DB67-D5BE-733E-CB412970A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505A1-EA39-C94A-2758-5EC951B0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F675B-13CA-B5C3-CA9F-10D265CD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D91B7-1E2D-FFB5-D3EC-A7439861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0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1A8079-ACD4-EFDF-A0BD-62DAF64D9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B673D-0F22-3FC1-76B4-DD0A8FF40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7161C-91B7-73E7-00DC-50982ED3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053B2-B029-2AB8-7F35-66C2E2C43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34C8-DF66-200E-08AE-F34BFF5A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0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CE6B3-EE2B-9D87-9930-C117E81B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A441D-EACF-12D7-0921-2B0ABB02B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EB2C0-36C5-5E54-488E-680CDA2ED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5F902-242D-45E3-8B9C-71BAEF34B8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5CC8C-CFBD-A8ED-3693-26C19CA12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080A-5043-2464-332E-9F272DC50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1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MIDSpiyalong/Advanced-Concepts-in-Machine-Learning-for-Energy" TargetMode="External"/><Relationship Id="rId2" Type="http://schemas.openxmlformats.org/officeDocument/2006/relationships/hyperlink" Target="https://www.kaggle.com/datasets/piyalong/dataset-for-icpe-63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TAMIDSpiyalong/Advanced-Concepts-in-Machine-Learning-for-Energy/tree/main/Final%20Projec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MIDSpiyalong/Advanced-Concepts-in-Machine-Learning-for-Energy/blob/main/Lecure%201/Excel_Machine_Learning.pdf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4" Type="http://schemas.openxmlformats.org/officeDocument/2006/relationships/customXml" Target="../ink/ink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image" Target="../media/image608.png"/><Relationship Id="rId50" Type="http://schemas.openxmlformats.org/officeDocument/2006/relationships/image" Target="../media/image624.png"/><Relationship Id="rId55" Type="http://schemas.openxmlformats.org/officeDocument/2006/relationships/customXml" Target="../ink/ink14.xml"/><Relationship Id="rId63" Type="http://schemas.openxmlformats.org/officeDocument/2006/relationships/customXml" Target="../ink/ink18.xml"/><Relationship Id="rId68" Type="http://schemas.openxmlformats.org/officeDocument/2006/relationships/image" Target="../media/image633.png"/><Relationship Id="rId76" Type="http://schemas.openxmlformats.org/officeDocument/2006/relationships/image" Target="../media/image637.png"/><Relationship Id="rId7" Type="http://schemas.openxmlformats.org/officeDocument/2006/relationships/customXml" Target="../ink/ink4.xml"/><Relationship Id="rId71" Type="http://schemas.openxmlformats.org/officeDocument/2006/relationships/customXml" Target="../ink/ink22.xml"/><Relationship Id="rId2" Type="http://schemas.openxmlformats.org/officeDocument/2006/relationships/image" Target="../media/image20.png"/><Relationship Id="rId16" Type="http://schemas.openxmlformats.org/officeDocument/2006/relationships/image" Target="../media/image607.png"/><Relationship Id="rId11" Type="http://schemas.openxmlformats.org/officeDocument/2006/relationships/customXml" Target="../ink/ink6.xml"/><Relationship Id="rId53" Type="http://schemas.openxmlformats.org/officeDocument/2006/relationships/customXml" Target="../ink/ink13.xml"/><Relationship Id="rId58" Type="http://schemas.openxmlformats.org/officeDocument/2006/relationships/image" Target="../media/image628.png"/><Relationship Id="rId66" Type="http://schemas.openxmlformats.org/officeDocument/2006/relationships/image" Target="../media/image632.png"/><Relationship Id="rId74" Type="http://schemas.openxmlformats.org/officeDocument/2006/relationships/image" Target="../media/image636.png"/><Relationship Id="rId79" Type="http://schemas.openxmlformats.org/officeDocument/2006/relationships/customXml" Target="../ink/ink26.xml"/><Relationship Id="rId5" Type="http://schemas.openxmlformats.org/officeDocument/2006/relationships/customXml" Target="../ink/ink3.xml"/><Relationship Id="rId61" Type="http://schemas.openxmlformats.org/officeDocument/2006/relationships/customXml" Target="../ink/ink17.xml"/><Relationship Id="rId82" Type="http://schemas.openxmlformats.org/officeDocument/2006/relationships/image" Target="../media/image640.png"/><Relationship Id="rId10" Type="http://schemas.openxmlformats.org/officeDocument/2006/relationships/image" Target="../media/image604.png"/><Relationship Id="rId19" Type="http://schemas.openxmlformats.org/officeDocument/2006/relationships/customXml" Target="../ink/ink10.xml"/><Relationship Id="rId52" Type="http://schemas.openxmlformats.org/officeDocument/2006/relationships/image" Target="../media/image625.png"/><Relationship Id="rId60" Type="http://schemas.openxmlformats.org/officeDocument/2006/relationships/image" Target="../media/image629.png"/><Relationship Id="rId65" Type="http://schemas.openxmlformats.org/officeDocument/2006/relationships/customXml" Target="../ink/ink19.xml"/><Relationship Id="rId73" Type="http://schemas.openxmlformats.org/officeDocument/2006/relationships/customXml" Target="../ink/ink23.xml"/><Relationship Id="rId78" Type="http://schemas.openxmlformats.org/officeDocument/2006/relationships/image" Target="../media/image638.png"/><Relationship Id="rId81" Type="http://schemas.openxmlformats.org/officeDocument/2006/relationships/customXml" Target="../ink/ink27.xml"/><Relationship Id="rId4" Type="http://schemas.openxmlformats.org/officeDocument/2006/relationships/image" Target="../media/image601.png"/><Relationship Id="rId9" Type="http://schemas.openxmlformats.org/officeDocument/2006/relationships/customXml" Target="../ink/ink5.xml"/><Relationship Id="rId14" Type="http://schemas.openxmlformats.org/officeDocument/2006/relationships/image" Target="../media/image606.png"/><Relationship Id="rId48" Type="http://schemas.openxmlformats.org/officeDocument/2006/relationships/image" Target="../media/image623.png"/><Relationship Id="rId56" Type="http://schemas.openxmlformats.org/officeDocument/2006/relationships/image" Target="../media/image627.png"/><Relationship Id="rId64" Type="http://schemas.openxmlformats.org/officeDocument/2006/relationships/image" Target="../media/image631.png"/><Relationship Id="rId69" Type="http://schemas.openxmlformats.org/officeDocument/2006/relationships/customXml" Target="../ink/ink21.xml"/><Relationship Id="rId77" Type="http://schemas.openxmlformats.org/officeDocument/2006/relationships/customXml" Target="../ink/ink25.xml"/><Relationship Id="rId8" Type="http://schemas.openxmlformats.org/officeDocument/2006/relationships/image" Target="../media/image603.png"/><Relationship Id="rId51" Type="http://schemas.openxmlformats.org/officeDocument/2006/relationships/customXml" Target="../ink/ink12.xml"/><Relationship Id="rId72" Type="http://schemas.openxmlformats.org/officeDocument/2006/relationships/image" Target="../media/image635.png"/><Relationship Id="rId80" Type="http://schemas.openxmlformats.org/officeDocument/2006/relationships/image" Target="../media/image639.png"/><Relationship Id="rId3" Type="http://schemas.openxmlformats.org/officeDocument/2006/relationships/customXml" Target="../ink/ink2.xml"/><Relationship Id="rId12" Type="http://schemas.openxmlformats.org/officeDocument/2006/relationships/image" Target="../media/image605.png"/><Relationship Id="rId17" Type="http://schemas.openxmlformats.org/officeDocument/2006/relationships/customXml" Target="../ink/ink9.xml"/><Relationship Id="rId59" Type="http://schemas.openxmlformats.org/officeDocument/2006/relationships/customXml" Target="../ink/ink16.xml"/><Relationship Id="rId67" Type="http://schemas.openxmlformats.org/officeDocument/2006/relationships/customXml" Target="../ink/ink20.xml"/><Relationship Id="rId54" Type="http://schemas.openxmlformats.org/officeDocument/2006/relationships/image" Target="../media/image626.png"/><Relationship Id="rId62" Type="http://schemas.openxmlformats.org/officeDocument/2006/relationships/image" Target="../media/image630.png"/><Relationship Id="rId70" Type="http://schemas.openxmlformats.org/officeDocument/2006/relationships/image" Target="../media/image634.png"/><Relationship Id="rId75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2.png"/><Relationship Id="rId15" Type="http://schemas.openxmlformats.org/officeDocument/2006/relationships/customXml" Target="../ink/ink8.xml"/><Relationship Id="rId49" Type="http://schemas.openxmlformats.org/officeDocument/2006/relationships/customXml" Target="../ink/ink11.xml"/><Relationship Id="rId57" Type="http://schemas.openxmlformats.org/officeDocument/2006/relationships/customXml" Target="../ink/ink15.xml"/></Relationships>
</file>

<file path=ppt/slides/_rels/slide5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14.png"/><Relationship Id="rId21" Type="http://schemas.openxmlformats.org/officeDocument/2006/relationships/image" Target="../media/image666.png"/><Relationship Id="rId42" Type="http://schemas.openxmlformats.org/officeDocument/2006/relationships/customXml" Target="../ink/ink47.xml"/><Relationship Id="rId63" Type="http://schemas.openxmlformats.org/officeDocument/2006/relationships/image" Target="../media/image687.png"/><Relationship Id="rId84" Type="http://schemas.openxmlformats.org/officeDocument/2006/relationships/customXml" Target="../ink/ink68.xml"/><Relationship Id="rId138" Type="http://schemas.openxmlformats.org/officeDocument/2006/relationships/customXml" Target="../ink/ink95.xml"/><Relationship Id="rId159" Type="http://schemas.openxmlformats.org/officeDocument/2006/relationships/image" Target="../media/image735.png"/><Relationship Id="rId170" Type="http://schemas.openxmlformats.org/officeDocument/2006/relationships/customXml" Target="../ink/ink111.xml"/><Relationship Id="rId191" Type="http://schemas.openxmlformats.org/officeDocument/2006/relationships/image" Target="../media/image751.png"/><Relationship Id="rId205" Type="http://schemas.openxmlformats.org/officeDocument/2006/relationships/image" Target="../media/image758.png"/><Relationship Id="rId107" Type="http://schemas.openxmlformats.org/officeDocument/2006/relationships/image" Target="../media/image170.png"/><Relationship Id="rId11" Type="http://schemas.openxmlformats.org/officeDocument/2006/relationships/image" Target="../media/image661.png"/><Relationship Id="rId32" Type="http://schemas.openxmlformats.org/officeDocument/2006/relationships/customXml" Target="../ink/ink42.xml"/><Relationship Id="rId53" Type="http://schemas.openxmlformats.org/officeDocument/2006/relationships/image" Target="../media/image682.png"/><Relationship Id="rId74" Type="http://schemas.openxmlformats.org/officeDocument/2006/relationships/customXml" Target="../ink/ink63.xml"/><Relationship Id="rId128" Type="http://schemas.openxmlformats.org/officeDocument/2006/relationships/customXml" Target="../ink/ink90.xml"/><Relationship Id="rId149" Type="http://schemas.openxmlformats.org/officeDocument/2006/relationships/image" Target="../media/image730.png"/><Relationship Id="rId5" Type="http://schemas.openxmlformats.org/officeDocument/2006/relationships/image" Target="../media/image658.png"/><Relationship Id="rId95" Type="http://schemas.openxmlformats.org/officeDocument/2006/relationships/image" Target="../media/image703.png"/><Relationship Id="rId160" Type="http://schemas.openxmlformats.org/officeDocument/2006/relationships/customXml" Target="../ink/ink106.xml"/><Relationship Id="rId181" Type="http://schemas.openxmlformats.org/officeDocument/2006/relationships/image" Target="../media/image746.png"/><Relationship Id="rId237" Type="http://schemas.openxmlformats.org/officeDocument/2006/relationships/image" Target="../media/image774.png"/><Relationship Id="rId22" Type="http://schemas.openxmlformats.org/officeDocument/2006/relationships/customXml" Target="../ink/ink37.xml"/><Relationship Id="rId43" Type="http://schemas.openxmlformats.org/officeDocument/2006/relationships/image" Target="../media/image677.png"/><Relationship Id="rId64" Type="http://schemas.openxmlformats.org/officeDocument/2006/relationships/customXml" Target="../ink/ink58.xml"/><Relationship Id="rId118" Type="http://schemas.openxmlformats.org/officeDocument/2006/relationships/customXml" Target="../ink/ink85.xml"/><Relationship Id="rId139" Type="http://schemas.openxmlformats.org/officeDocument/2006/relationships/image" Target="../media/image725.png"/><Relationship Id="rId85" Type="http://schemas.openxmlformats.org/officeDocument/2006/relationships/image" Target="../media/image698.png"/><Relationship Id="rId150" Type="http://schemas.openxmlformats.org/officeDocument/2006/relationships/customXml" Target="../ink/ink101.xml"/><Relationship Id="rId171" Type="http://schemas.openxmlformats.org/officeDocument/2006/relationships/image" Target="../media/image741.png"/><Relationship Id="rId192" Type="http://schemas.openxmlformats.org/officeDocument/2006/relationships/customXml" Target="../ink/ink122.xml"/><Relationship Id="rId206" Type="http://schemas.openxmlformats.org/officeDocument/2006/relationships/customXml" Target="../ink/ink129.xml"/><Relationship Id="rId12" Type="http://schemas.openxmlformats.org/officeDocument/2006/relationships/customXml" Target="../ink/ink32.xml"/><Relationship Id="rId33" Type="http://schemas.openxmlformats.org/officeDocument/2006/relationships/image" Target="../media/image672.png"/><Relationship Id="rId108" Type="http://schemas.openxmlformats.org/officeDocument/2006/relationships/customXml" Target="../ink/ink80.xml"/><Relationship Id="rId129" Type="http://schemas.openxmlformats.org/officeDocument/2006/relationships/image" Target="../media/image720.png"/><Relationship Id="rId54" Type="http://schemas.openxmlformats.org/officeDocument/2006/relationships/customXml" Target="../ink/ink53.xml"/><Relationship Id="rId75" Type="http://schemas.openxmlformats.org/officeDocument/2006/relationships/image" Target="../media/image693.png"/><Relationship Id="rId96" Type="http://schemas.openxmlformats.org/officeDocument/2006/relationships/customXml" Target="../ink/ink74.xml"/><Relationship Id="rId140" Type="http://schemas.openxmlformats.org/officeDocument/2006/relationships/customXml" Target="../ink/ink96.xml"/><Relationship Id="rId161" Type="http://schemas.openxmlformats.org/officeDocument/2006/relationships/image" Target="../media/image736.png"/><Relationship Id="rId182" Type="http://schemas.openxmlformats.org/officeDocument/2006/relationships/customXml" Target="../ink/ink117.xml"/><Relationship Id="rId6" Type="http://schemas.openxmlformats.org/officeDocument/2006/relationships/customXml" Target="../ink/ink29.xml"/><Relationship Id="rId23" Type="http://schemas.openxmlformats.org/officeDocument/2006/relationships/image" Target="../media/image667.png"/><Relationship Id="rId119" Type="http://schemas.openxmlformats.org/officeDocument/2006/relationships/image" Target="../media/image715.png"/><Relationship Id="rId44" Type="http://schemas.openxmlformats.org/officeDocument/2006/relationships/customXml" Target="../ink/ink48.xml"/><Relationship Id="rId65" Type="http://schemas.openxmlformats.org/officeDocument/2006/relationships/image" Target="../media/image688.png"/><Relationship Id="rId86" Type="http://schemas.openxmlformats.org/officeDocument/2006/relationships/customXml" Target="../ink/ink69.xml"/><Relationship Id="rId130" Type="http://schemas.openxmlformats.org/officeDocument/2006/relationships/customXml" Target="../ink/ink91.xml"/><Relationship Id="rId151" Type="http://schemas.openxmlformats.org/officeDocument/2006/relationships/image" Target="../media/image39.png"/><Relationship Id="rId172" Type="http://schemas.openxmlformats.org/officeDocument/2006/relationships/customXml" Target="../ink/ink112.xml"/><Relationship Id="rId193" Type="http://schemas.openxmlformats.org/officeDocument/2006/relationships/image" Target="../media/image752.png"/><Relationship Id="rId207" Type="http://schemas.openxmlformats.org/officeDocument/2006/relationships/image" Target="../media/image759.png"/><Relationship Id="rId13" Type="http://schemas.openxmlformats.org/officeDocument/2006/relationships/image" Target="../media/image662.png"/><Relationship Id="rId109" Type="http://schemas.openxmlformats.org/officeDocument/2006/relationships/image" Target="../media/image202.png"/><Relationship Id="rId34" Type="http://schemas.openxmlformats.org/officeDocument/2006/relationships/customXml" Target="../ink/ink43.xml"/><Relationship Id="rId55" Type="http://schemas.openxmlformats.org/officeDocument/2006/relationships/image" Target="../media/image683.png"/><Relationship Id="rId76" Type="http://schemas.openxmlformats.org/officeDocument/2006/relationships/customXml" Target="../ink/ink64.xml"/><Relationship Id="rId97" Type="http://schemas.openxmlformats.org/officeDocument/2006/relationships/image" Target="../media/image704.png"/><Relationship Id="rId120" Type="http://schemas.openxmlformats.org/officeDocument/2006/relationships/customXml" Target="../ink/ink86.xml"/><Relationship Id="rId141" Type="http://schemas.openxmlformats.org/officeDocument/2006/relationships/image" Target="../media/image726.png"/><Relationship Id="rId7" Type="http://schemas.openxmlformats.org/officeDocument/2006/relationships/image" Target="../media/image659.png"/><Relationship Id="rId162" Type="http://schemas.openxmlformats.org/officeDocument/2006/relationships/customXml" Target="../ink/ink107.xml"/><Relationship Id="rId183" Type="http://schemas.openxmlformats.org/officeDocument/2006/relationships/image" Target="../media/image747.png"/><Relationship Id="rId24" Type="http://schemas.openxmlformats.org/officeDocument/2006/relationships/customXml" Target="../ink/ink38.xml"/><Relationship Id="rId45" Type="http://schemas.openxmlformats.org/officeDocument/2006/relationships/image" Target="../media/image678.png"/><Relationship Id="rId66" Type="http://schemas.openxmlformats.org/officeDocument/2006/relationships/customXml" Target="../ink/ink59.xml"/><Relationship Id="rId87" Type="http://schemas.openxmlformats.org/officeDocument/2006/relationships/image" Target="../media/image699.png"/><Relationship Id="rId110" Type="http://schemas.openxmlformats.org/officeDocument/2006/relationships/customXml" Target="../ink/ink81.xml"/><Relationship Id="rId131" Type="http://schemas.openxmlformats.org/officeDocument/2006/relationships/image" Target="../media/image721.png"/><Relationship Id="rId152" Type="http://schemas.openxmlformats.org/officeDocument/2006/relationships/customXml" Target="../ink/ink102.xml"/><Relationship Id="rId173" Type="http://schemas.openxmlformats.org/officeDocument/2006/relationships/image" Target="../media/image742.png"/><Relationship Id="rId194" Type="http://schemas.openxmlformats.org/officeDocument/2006/relationships/customXml" Target="../ink/ink123.xml"/><Relationship Id="rId208" Type="http://schemas.openxmlformats.org/officeDocument/2006/relationships/customXml" Target="../ink/ink130.xml"/><Relationship Id="rId19" Type="http://schemas.openxmlformats.org/officeDocument/2006/relationships/image" Target="../media/image665.png"/><Relationship Id="rId14" Type="http://schemas.openxmlformats.org/officeDocument/2006/relationships/customXml" Target="../ink/ink33.xml"/><Relationship Id="rId30" Type="http://schemas.openxmlformats.org/officeDocument/2006/relationships/customXml" Target="../ink/ink41.xml"/><Relationship Id="rId35" Type="http://schemas.openxmlformats.org/officeDocument/2006/relationships/image" Target="../media/image673.png"/><Relationship Id="rId56" Type="http://schemas.openxmlformats.org/officeDocument/2006/relationships/customXml" Target="../ink/ink54.xml"/><Relationship Id="rId77" Type="http://schemas.openxmlformats.org/officeDocument/2006/relationships/image" Target="../media/image694.png"/><Relationship Id="rId100" Type="http://schemas.openxmlformats.org/officeDocument/2006/relationships/customXml" Target="../ink/ink76.xml"/><Relationship Id="rId105" Type="http://schemas.openxmlformats.org/officeDocument/2006/relationships/image" Target="../media/image160.png"/><Relationship Id="rId126" Type="http://schemas.openxmlformats.org/officeDocument/2006/relationships/customXml" Target="../ink/ink89.xml"/><Relationship Id="rId147" Type="http://schemas.openxmlformats.org/officeDocument/2006/relationships/image" Target="../media/image729.png"/><Relationship Id="rId168" Type="http://schemas.openxmlformats.org/officeDocument/2006/relationships/customXml" Target="../ink/ink110.xml"/><Relationship Id="rId8" Type="http://schemas.openxmlformats.org/officeDocument/2006/relationships/customXml" Target="../ink/ink30.xml"/><Relationship Id="rId51" Type="http://schemas.openxmlformats.org/officeDocument/2006/relationships/image" Target="../media/image681.png"/><Relationship Id="rId72" Type="http://schemas.openxmlformats.org/officeDocument/2006/relationships/customXml" Target="../ink/ink62.xml"/><Relationship Id="rId93" Type="http://schemas.openxmlformats.org/officeDocument/2006/relationships/image" Target="../media/image702.png"/><Relationship Id="rId98" Type="http://schemas.openxmlformats.org/officeDocument/2006/relationships/customXml" Target="../ink/ink75.xml"/><Relationship Id="rId121" Type="http://schemas.openxmlformats.org/officeDocument/2006/relationships/image" Target="../media/image716.png"/><Relationship Id="rId142" Type="http://schemas.openxmlformats.org/officeDocument/2006/relationships/customXml" Target="../ink/ink97.xml"/><Relationship Id="rId163" Type="http://schemas.openxmlformats.org/officeDocument/2006/relationships/image" Target="../media/image737.png"/><Relationship Id="rId184" Type="http://schemas.openxmlformats.org/officeDocument/2006/relationships/customXml" Target="../ink/ink118.xml"/><Relationship Id="rId189" Type="http://schemas.openxmlformats.org/officeDocument/2006/relationships/image" Target="../media/image750.png"/><Relationship Id="rId3" Type="http://schemas.openxmlformats.org/officeDocument/2006/relationships/image" Target="../media/image657.png"/><Relationship Id="rId235" Type="http://schemas.openxmlformats.org/officeDocument/2006/relationships/image" Target="../media/image773.png"/><Relationship Id="rId25" Type="http://schemas.openxmlformats.org/officeDocument/2006/relationships/image" Target="../media/image668.png"/><Relationship Id="rId46" Type="http://schemas.openxmlformats.org/officeDocument/2006/relationships/customXml" Target="../ink/ink49.xml"/><Relationship Id="rId67" Type="http://schemas.openxmlformats.org/officeDocument/2006/relationships/image" Target="../media/image689.png"/><Relationship Id="rId116" Type="http://schemas.openxmlformats.org/officeDocument/2006/relationships/customXml" Target="../ink/ink84.xml"/><Relationship Id="rId137" Type="http://schemas.openxmlformats.org/officeDocument/2006/relationships/image" Target="../media/image724.png"/><Relationship Id="rId158" Type="http://schemas.openxmlformats.org/officeDocument/2006/relationships/customXml" Target="../ink/ink105.xml"/><Relationship Id="rId20" Type="http://schemas.openxmlformats.org/officeDocument/2006/relationships/customXml" Target="../ink/ink36.xml"/><Relationship Id="rId41" Type="http://schemas.openxmlformats.org/officeDocument/2006/relationships/image" Target="../media/image676.png"/><Relationship Id="rId62" Type="http://schemas.openxmlformats.org/officeDocument/2006/relationships/customXml" Target="../ink/ink57.xml"/><Relationship Id="rId83" Type="http://schemas.openxmlformats.org/officeDocument/2006/relationships/image" Target="../media/image697.png"/><Relationship Id="rId88" Type="http://schemas.openxmlformats.org/officeDocument/2006/relationships/customXml" Target="../ink/ink70.xml"/><Relationship Id="rId111" Type="http://schemas.openxmlformats.org/officeDocument/2006/relationships/image" Target="../media/image29.png"/><Relationship Id="rId132" Type="http://schemas.openxmlformats.org/officeDocument/2006/relationships/customXml" Target="../ink/ink92.xml"/><Relationship Id="rId153" Type="http://schemas.openxmlformats.org/officeDocument/2006/relationships/image" Target="../media/image732.png"/><Relationship Id="rId174" Type="http://schemas.openxmlformats.org/officeDocument/2006/relationships/customXml" Target="../ink/ink113.xml"/><Relationship Id="rId179" Type="http://schemas.openxmlformats.org/officeDocument/2006/relationships/image" Target="../media/image745.png"/><Relationship Id="rId195" Type="http://schemas.openxmlformats.org/officeDocument/2006/relationships/image" Target="../media/image753.png"/><Relationship Id="rId190" Type="http://schemas.openxmlformats.org/officeDocument/2006/relationships/customXml" Target="../ink/ink121.xml"/><Relationship Id="rId204" Type="http://schemas.openxmlformats.org/officeDocument/2006/relationships/customXml" Target="../ink/ink128.xml"/><Relationship Id="rId15" Type="http://schemas.openxmlformats.org/officeDocument/2006/relationships/image" Target="../media/image663.png"/><Relationship Id="rId36" Type="http://schemas.openxmlformats.org/officeDocument/2006/relationships/customXml" Target="../ink/ink44.xml"/><Relationship Id="rId57" Type="http://schemas.openxmlformats.org/officeDocument/2006/relationships/image" Target="../media/image684.png"/><Relationship Id="rId106" Type="http://schemas.openxmlformats.org/officeDocument/2006/relationships/customXml" Target="../ink/ink79.xml"/><Relationship Id="rId127" Type="http://schemas.openxmlformats.org/officeDocument/2006/relationships/image" Target="../media/image719.png"/><Relationship Id="rId10" Type="http://schemas.openxmlformats.org/officeDocument/2006/relationships/customXml" Target="../ink/ink31.xml"/><Relationship Id="rId31" Type="http://schemas.openxmlformats.org/officeDocument/2006/relationships/image" Target="../media/image671.png"/><Relationship Id="rId52" Type="http://schemas.openxmlformats.org/officeDocument/2006/relationships/customXml" Target="../ink/ink52.xml"/><Relationship Id="rId73" Type="http://schemas.openxmlformats.org/officeDocument/2006/relationships/image" Target="../media/image692.png"/><Relationship Id="rId78" Type="http://schemas.openxmlformats.org/officeDocument/2006/relationships/customXml" Target="../ink/ink65.xml"/><Relationship Id="rId94" Type="http://schemas.openxmlformats.org/officeDocument/2006/relationships/customXml" Target="../ink/ink73.xml"/><Relationship Id="rId99" Type="http://schemas.openxmlformats.org/officeDocument/2006/relationships/image" Target="../media/image705.png"/><Relationship Id="rId101" Type="http://schemas.openxmlformats.org/officeDocument/2006/relationships/image" Target="../media/image706.png"/><Relationship Id="rId122" Type="http://schemas.openxmlformats.org/officeDocument/2006/relationships/customXml" Target="../ink/ink87.xml"/><Relationship Id="rId143" Type="http://schemas.openxmlformats.org/officeDocument/2006/relationships/image" Target="../media/image727.png"/><Relationship Id="rId148" Type="http://schemas.openxmlformats.org/officeDocument/2006/relationships/customXml" Target="../ink/ink100.xml"/><Relationship Id="rId164" Type="http://schemas.openxmlformats.org/officeDocument/2006/relationships/customXml" Target="../ink/ink108.xml"/><Relationship Id="rId169" Type="http://schemas.openxmlformats.org/officeDocument/2006/relationships/image" Target="../media/image740.png"/><Relationship Id="rId185" Type="http://schemas.openxmlformats.org/officeDocument/2006/relationships/image" Target="../media/image748.png"/><Relationship Id="rId4" Type="http://schemas.openxmlformats.org/officeDocument/2006/relationships/customXml" Target="../ink/ink28.xml"/><Relationship Id="rId9" Type="http://schemas.openxmlformats.org/officeDocument/2006/relationships/image" Target="../media/image660.png"/><Relationship Id="rId180" Type="http://schemas.openxmlformats.org/officeDocument/2006/relationships/customXml" Target="../ink/ink116.xml"/><Relationship Id="rId236" Type="http://schemas.openxmlformats.org/officeDocument/2006/relationships/customXml" Target="../ink/ink133.xml"/><Relationship Id="rId26" Type="http://schemas.openxmlformats.org/officeDocument/2006/relationships/customXml" Target="../ink/ink39.xml"/><Relationship Id="rId231" Type="http://schemas.openxmlformats.org/officeDocument/2006/relationships/image" Target="../media/image771.png"/><Relationship Id="rId47" Type="http://schemas.openxmlformats.org/officeDocument/2006/relationships/image" Target="../media/image679.png"/><Relationship Id="rId68" Type="http://schemas.openxmlformats.org/officeDocument/2006/relationships/customXml" Target="../ink/ink60.xml"/><Relationship Id="rId89" Type="http://schemas.openxmlformats.org/officeDocument/2006/relationships/image" Target="../media/image700.png"/><Relationship Id="rId112" Type="http://schemas.openxmlformats.org/officeDocument/2006/relationships/customXml" Target="../ink/ink82.xml"/><Relationship Id="rId133" Type="http://schemas.openxmlformats.org/officeDocument/2006/relationships/image" Target="../media/image722.png"/><Relationship Id="rId154" Type="http://schemas.openxmlformats.org/officeDocument/2006/relationships/customXml" Target="../ink/ink103.xml"/><Relationship Id="rId175" Type="http://schemas.openxmlformats.org/officeDocument/2006/relationships/image" Target="../media/image743.png"/><Relationship Id="rId196" Type="http://schemas.openxmlformats.org/officeDocument/2006/relationships/customXml" Target="../ink/ink124.xml"/><Relationship Id="rId200" Type="http://schemas.openxmlformats.org/officeDocument/2006/relationships/customXml" Target="../ink/ink126.xml"/><Relationship Id="rId16" Type="http://schemas.openxmlformats.org/officeDocument/2006/relationships/customXml" Target="../ink/ink34.xml"/><Relationship Id="rId37" Type="http://schemas.openxmlformats.org/officeDocument/2006/relationships/image" Target="../media/image674.png"/><Relationship Id="rId58" Type="http://schemas.openxmlformats.org/officeDocument/2006/relationships/customXml" Target="../ink/ink55.xml"/><Relationship Id="rId79" Type="http://schemas.openxmlformats.org/officeDocument/2006/relationships/image" Target="../media/image695.png"/><Relationship Id="rId102" Type="http://schemas.openxmlformats.org/officeDocument/2006/relationships/customXml" Target="../ink/ink77.xml"/><Relationship Id="rId123" Type="http://schemas.openxmlformats.org/officeDocument/2006/relationships/image" Target="../media/image717.png"/><Relationship Id="rId144" Type="http://schemas.openxmlformats.org/officeDocument/2006/relationships/customXml" Target="../ink/ink98.xml"/><Relationship Id="rId90" Type="http://schemas.openxmlformats.org/officeDocument/2006/relationships/customXml" Target="../ink/ink71.xml"/><Relationship Id="rId165" Type="http://schemas.openxmlformats.org/officeDocument/2006/relationships/image" Target="../media/image738.png"/><Relationship Id="rId186" Type="http://schemas.openxmlformats.org/officeDocument/2006/relationships/customXml" Target="../ink/ink119.xml"/><Relationship Id="rId232" Type="http://schemas.openxmlformats.org/officeDocument/2006/relationships/customXml" Target="../ink/ink131.xml"/><Relationship Id="rId27" Type="http://schemas.openxmlformats.org/officeDocument/2006/relationships/image" Target="../media/image669.png"/><Relationship Id="rId48" Type="http://schemas.openxmlformats.org/officeDocument/2006/relationships/customXml" Target="../ink/ink50.xml"/><Relationship Id="rId69" Type="http://schemas.openxmlformats.org/officeDocument/2006/relationships/image" Target="../media/image690.png"/><Relationship Id="rId113" Type="http://schemas.openxmlformats.org/officeDocument/2006/relationships/image" Target="../media/image30.png"/><Relationship Id="rId134" Type="http://schemas.openxmlformats.org/officeDocument/2006/relationships/customXml" Target="../ink/ink93.xml"/><Relationship Id="rId80" Type="http://schemas.openxmlformats.org/officeDocument/2006/relationships/customXml" Target="../ink/ink66.xml"/><Relationship Id="rId155" Type="http://schemas.openxmlformats.org/officeDocument/2006/relationships/image" Target="../media/image733.png"/><Relationship Id="rId176" Type="http://schemas.openxmlformats.org/officeDocument/2006/relationships/customXml" Target="../ink/ink114.xml"/><Relationship Id="rId197" Type="http://schemas.openxmlformats.org/officeDocument/2006/relationships/image" Target="../media/image754.png"/><Relationship Id="rId201" Type="http://schemas.openxmlformats.org/officeDocument/2006/relationships/image" Target="../media/image756.png"/><Relationship Id="rId17" Type="http://schemas.openxmlformats.org/officeDocument/2006/relationships/image" Target="../media/image664.png"/><Relationship Id="rId38" Type="http://schemas.openxmlformats.org/officeDocument/2006/relationships/customXml" Target="../ink/ink45.xml"/><Relationship Id="rId59" Type="http://schemas.openxmlformats.org/officeDocument/2006/relationships/image" Target="../media/image685.png"/><Relationship Id="rId103" Type="http://schemas.openxmlformats.org/officeDocument/2006/relationships/image" Target="../media/image707.png"/><Relationship Id="rId124" Type="http://schemas.openxmlformats.org/officeDocument/2006/relationships/customXml" Target="../ink/ink88.xml"/><Relationship Id="rId70" Type="http://schemas.openxmlformats.org/officeDocument/2006/relationships/customXml" Target="../ink/ink61.xml"/><Relationship Id="rId91" Type="http://schemas.openxmlformats.org/officeDocument/2006/relationships/image" Target="../media/image701.png"/><Relationship Id="rId145" Type="http://schemas.openxmlformats.org/officeDocument/2006/relationships/image" Target="../media/image728.png"/><Relationship Id="rId166" Type="http://schemas.openxmlformats.org/officeDocument/2006/relationships/customXml" Target="../ink/ink109.xml"/><Relationship Id="rId187" Type="http://schemas.openxmlformats.org/officeDocument/2006/relationships/image" Target="../media/image749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772.png"/><Relationship Id="rId28" Type="http://schemas.openxmlformats.org/officeDocument/2006/relationships/customXml" Target="../ink/ink40.xml"/><Relationship Id="rId49" Type="http://schemas.openxmlformats.org/officeDocument/2006/relationships/image" Target="../media/image680.png"/><Relationship Id="rId114" Type="http://schemas.openxmlformats.org/officeDocument/2006/relationships/customXml" Target="../ink/ink83.xml"/><Relationship Id="rId60" Type="http://schemas.openxmlformats.org/officeDocument/2006/relationships/customXml" Target="../ink/ink56.xml"/><Relationship Id="rId81" Type="http://schemas.openxmlformats.org/officeDocument/2006/relationships/image" Target="../media/image696.png"/><Relationship Id="rId135" Type="http://schemas.openxmlformats.org/officeDocument/2006/relationships/image" Target="../media/image723.png"/><Relationship Id="rId156" Type="http://schemas.openxmlformats.org/officeDocument/2006/relationships/customXml" Target="../ink/ink104.xml"/><Relationship Id="rId177" Type="http://schemas.openxmlformats.org/officeDocument/2006/relationships/image" Target="../media/image744.png"/><Relationship Id="rId198" Type="http://schemas.openxmlformats.org/officeDocument/2006/relationships/customXml" Target="../ink/ink125.xml"/><Relationship Id="rId202" Type="http://schemas.openxmlformats.org/officeDocument/2006/relationships/customXml" Target="../ink/ink127.xml"/><Relationship Id="rId18" Type="http://schemas.openxmlformats.org/officeDocument/2006/relationships/customXml" Target="../ink/ink35.xml"/><Relationship Id="rId39" Type="http://schemas.openxmlformats.org/officeDocument/2006/relationships/image" Target="../media/image675.png"/><Relationship Id="rId50" Type="http://schemas.openxmlformats.org/officeDocument/2006/relationships/customXml" Target="../ink/ink51.xml"/><Relationship Id="rId104" Type="http://schemas.openxmlformats.org/officeDocument/2006/relationships/customXml" Target="../ink/ink78.xml"/><Relationship Id="rId125" Type="http://schemas.openxmlformats.org/officeDocument/2006/relationships/image" Target="../media/image718.png"/><Relationship Id="rId146" Type="http://schemas.openxmlformats.org/officeDocument/2006/relationships/customXml" Target="../ink/ink99.xml"/><Relationship Id="rId167" Type="http://schemas.openxmlformats.org/officeDocument/2006/relationships/image" Target="../media/image739.png"/><Relationship Id="rId188" Type="http://schemas.openxmlformats.org/officeDocument/2006/relationships/customXml" Target="../ink/ink120.xml"/><Relationship Id="rId71" Type="http://schemas.openxmlformats.org/officeDocument/2006/relationships/image" Target="../media/image691.png"/><Relationship Id="rId92" Type="http://schemas.openxmlformats.org/officeDocument/2006/relationships/customXml" Target="../ink/ink72.xml"/><Relationship Id="rId234" Type="http://schemas.openxmlformats.org/officeDocument/2006/relationships/customXml" Target="../ink/ink132.xml"/><Relationship Id="rId2" Type="http://schemas.openxmlformats.org/officeDocument/2006/relationships/image" Target="../media/image656.png"/><Relationship Id="rId29" Type="http://schemas.openxmlformats.org/officeDocument/2006/relationships/image" Target="../media/image670.png"/><Relationship Id="rId40" Type="http://schemas.openxmlformats.org/officeDocument/2006/relationships/customXml" Target="../ink/ink46.xml"/><Relationship Id="rId115" Type="http://schemas.openxmlformats.org/officeDocument/2006/relationships/image" Target="../media/image31.png"/><Relationship Id="rId136" Type="http://schemas.openxmlformats.org/officeDocument/2006/relationships/customXml" Target="../ink/ink94.xml"/><Relationship Id="rId157" Type="http://schemas.openxmlformats.org/officeDocument/2006/relationships/image" Target="../media/image45.png"/><Relationship Id="rId178" Type="http://schemas.openxmlformats.org/officeDocument/2006/relationships/customXml" Target="../ink/ink115.xml"/><Relationship Id="rId61" Type="http://schemas.openxmlformats.org/officeDocument/2006/relationships/image" Target="../media/image686.png"/><Relationship Id="rId82" Type="http://schemas.openxmlformats.org/officeDocument/2006/relationships/customXml" Target="../ink/ink67.xml"/><Relationship Id="rId199" Type="http://schemas.openxmlformats.org/officeDocument/2006/relationships/image" Target="../media/image755.png"/><Relationship Id="rId203" Type="http://schemas.openxmlformats.org/officeDocument/2006/relationships/image" Target="../media/image757.png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9.xml"/><Relationship Id="rId18" Type="http://schemas.openxmlformats.org/officeDocument/2006/relationships/image" Target="../media/image813.png"/><Relationship Id="rId26" Type="http://schemas.openxmlformats.org/officeDocument/2006/relationships/image" Target="../media/image817.png"/><Relationship Id="rId39" Type="http://schemas.openxmlformats.org/officeDocument/2006/relationships/customXml" Target="../ink/ink152.xml"/><Relationship Id="rId21" Type="http://schemas.openxmlformats.org/officeDocument/2006/relationships/customXml" Target="../ink/ink143.xml"/><Relationship Id="rId34" Type="http://schemas.openxmlformats.org/officeDocument/2006/relationships/image" Target="../media/image821.png"/><Relationship Id="rId42" Type="http://schemas.openxmlformats.org/officeDocument/2006/relationships/image" Target="../media/image825.png"/><Relationship Id="rId47" Type="http://schemas.openxmlformats.org/officeDocument/2006/relationships/customXml" Target="../ink/ink156.xml"/><Relationship Id="rId50" Type="http://schemas.openxmlformats.org/officeDocument/2006/relationships/image" Target="../media/image829.png"/><Relationship Id="rId7" Type="http://schemas.openxmlformats.org/officeDocument/2006/relationships/customXml" Target="../ink/ink136.xml"/><Relationship Id="rId2" Type="http://schemas.openxmlformats.org/officeDocument/2006/relationships/image" Target="../media/image21.jpeg"/><Relationship Id="rId16" Type="http://schemas.openxmlformats.org/officeDocument/2006/relationships/image" Target="../media/image812.png"/><Relationship Id="rId29" Type="http://schemas.openxmlformats.org/officeDocument/2006/relationships/customXml" Target="../ink/ink147.xml"/><Relationship Id="rId11" Type="http://schemas.openxmlformats.org/officeDocument/2006/relationships/customXml" Target="../ink/ink138.xml"/><Relationship Id="rId24" Type="http://schemas.openxmlformats.org/officeDocument/2006/relationships/image" Target="../media/image816.png"/><Relationship Id="rId32" Type="http://schemas.openxmlformats.org/officeDocument/2006/relationships/image" Target="../media/image820.png"/><Relationship Id="rId37" Type="http://schemas.openxmlformats.org/officeDocument/2006/relationships/customXml" Target="../ink/ink151.xml"/><Relationship Id="rId40" Type="http://schemas.openxmlformats.org/officeDocument/2006/relationships/image" Target="../media/image824.png"/><Relationship Id="rId45" Type="http://schemas.openxmlformats.org/officeDocument/2006/relationships/customXml" Target="../ink/ink155.xml"/><Relationship Id="rId53" Type="http://schemas.openxmlformats.org/officeDocument/2006/relationships/customXml" Target="../ink/ink159.xml"/><Relationship Id="rId5" Type="http://schemas.openxmlformats.org/officeDocument/2006/relationships/customXml" Target="../ink/ink135.xml"/><Relationship Id="rId10" Type="http://schemas.openxmlformats.org/officeDocument/2006/relationships/image" Target="../media/image809.png"/><Relationship Id="rId19" Type="http://schemas.openxmlformats.org/officeDocument/2006/relationships/customXml" Target="../ink/ink142.xml"/><Relationship Id="rId31" Type="http://schemas.openxmlformats.org/officeDocument/2006/relationships/customXml" Target="../ink/ink148.xml"/><Relationship Id="rId44" Type="http://schemas.openxmlformats.org/officeDocument/2006/relationships/image" Target="../media/image826.png"/><Relationship Id="rId52" Type="http://schemas.openxmlformats.org/officeDocument/2006/relationships/image" Target="../media/image830.png"/><Relationship Id="rId4" Type="http://schemas.openxmlformats.org/officeDocument/2006/relationships/image" Target="../media/image806.png"/><Relationship Id="rId9" Type="http://schemas.openxmlformats.org/officeDocument/2006/relationships/customXml" Target="../ink/ink137.xml"/><Relationship Id="rId14" Type="http://schemas.openxmlformats.org/officeDocument/2006/relationships/image" Target="../media/image811.png"/><Relationship Id="rId22" Type="http://schemas.openxmlformats.org/officeDocument/2006/relationships/image" Target="../media/image815.png"/><Relationship Id="rId27" Type="http://schemas.openxmlformats.org/officeDocument/2006/relationships/customXml" Target="../ink/ink146.xml"/><Relationship Id="rId30" Type="http://schemas.openxmlformats.org/officeDocument/2006/relationships/image" Target="../media/image819.png"/><Relationship Id="rId35" Type="http://schemas.openxmlformats.org/officeDocument/2006/relationships/customXml" Target="../ink/ink150.xml"/><Relationship Id="rId43" Type="http://schemas.openxmlformats.org/officeDocument/2006/relationships/customXml" Target="../ink/ink154.xml"/><Relationship Id="rId48" Type="http://schemas.openxmlformats.org/officeDocument/2006/relationships/image" Target="../media/image828.png"/><Relationship Id="rId8" Type="http://schemas.openxmlformats.org/officeDocument/2006/relationships/image" Target="../media/image808.png"/><Relationship Id="rId51" Type="http://schemas.openxmlformats.org/officeDocument/2006/relationships/customXml" Target="../ink/ink158.xml"/><Relationship Id="rId3" Type="http://schemas.openxmlformats.org/officeDocument/2006/relationships/customXml" Target="../ink/ink134.xml"/><Relationship Id="rId12" Type="http://schemas.openxmlformats.org/officeDocument/2006/relationships/image" Target="../media/image810.png"/><Relationship Id="rId17" Type="http://schemas.openxmlformats.org/officeDocument/2006/relationships/customXml" Target="../ink/ink141.xml"/><Relationship Id="rId25" Type="http://schemas.openxmlformats.org/officeDocument/2006/relationships/customXml" Target="../ink/ink145.xml"/><Relationship Id="rId33" Type="http://schemas.openxmlformats.org/officeDocument/2006/relationships/customXml" Target="../ink/ink149.xml"/><Relationship Id="rId38" Type="http://schemas.openxmlformats.org/officeDocument/2006/relationships/image" Target="../media/image823.png"/><Relationship Id="rId46" Type="http://schemas.openxmlformats.org/officeDocument/2006/relationships/image" Target="../media/image827.png"/><Relationship Id="rId20" Type="http://schemas.openxmlformats.org/officeDocument/2006/relationships/image" Target="../media/image814.png"/><Relationship Id="rId41" Type="http://schemas.openxmlformats.org/officeDocument/2006/relationships/customXml" Target="../ink/ink153.xml"/><Relationship Id="rId54" Type="http://schemas.openxmlformats.org/officeDocument/2006/relationships/image" Target="../media/image8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7.png"/><Relationship Id="rId15" Type="http://schemas.openxmlformats.org/officeDocument/2006/relationships/customXml" Target="../ink/ink140.xml"/><Relationship Id="rId23" Type="http://schemas.openxmlformats.org/officeDocument/2006/relationships/customXml" Target="../ink/ink144.xml"/><Relationship Id="rId28" Type="http://schemas.openxmlformats.org/officeDocument/2006/relationships/image" Target="../media/image818.png"/><Relationship Id="rId36" Type="http://schemas.openxmlformats.org/officeDocument/2006/relationships/image" Target="../media/image822.png"/><Relationship Id="rId49" Type="http://schemas.openxmlformats.org/officeDocument/2006/relationships/customXml" Target="../ink/ink157.xml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5.xml"/><Relationship Id="rId18" Type="http://schemas.openxmlformats.org/officeDocument/2006/relationships/image" Target="../media/image840.png"/><Relationship Id="rId26" Type="http://schemas.openxmlformats.org/officeDocument/2006/relationships/image" Target="../media/image844.png"/><Relationship Id="rId39" Type="http://schemas.openxmlformats.org/officeDocument/2006/relationships/customXml" Target="../ink/ink178.xml"/><Relationship Id="rId21" Type="http://schemas.openxmlformats.org/officeDocument/2006/relationships/customXml" Target="../ink/ink169.xml"/><Relationship Id="rId34" Type="http://schemas.openxmlformats.org/officeDocument/2006/relationships/image" Target="../media/image848.png"/><Relationship Id="rId42" Type="http://schemas.openxmlformats.org/officeDocument/2006/relationships/image" Target="../media/image852.png"/><Relationship Id="rId47" Type="http://schemas.openxmlformats.org/officeDocument/2006/relationships/customXml" Target="../ink/ink182.xml"/><Relationship Id="rId50" Type="http://schemas.openxmlformats.org/officeDocument/2006/relationships/image" Target="../media/image856.png"/><Relationship Id="rId55" Type="http://schemas.openxmlformats.org/officeDocument/2006/relationships/customXml" Target="../ink/ink186.xml"/><Relationship Id="rId7" Type="http://schemas.openxmlformats.org/officeDocument/2006/relationships/customXml" Target="../ink/ink162.xml"/><Relationship Id="rId2" Type="http://schemas.openxmlformats.org/officeDocument/2006/relationships/image" Target="../media/image46.png"/><Relationship Id="rId16" Type="http://schemas.openxmlformats.org/officeDocument/2006/relationships/image" Target="../media/image839.png"/><Relationship Id="rId29" Type="http://schemas.openxmlformats.org/officeDocument/2006/relationships/customXml" Target="../ink/ink173.xml"/><Relationship Id="rId11" Type="http://schemas.openxmlformats.org/officeDocument/2006/relationships/customXml" Target="../ink/ink164.xml"/><Relationship Id="rId24" Type="http://schemas.openxmlformats.org/officeDocument/2006/relationships/image" Target="../media/image843.png"/><Relationship Id="rId32" Type="http://schemas.openxmlformats.org/officeDocument/2006/relationships/image" Target="../media/image847.png"/><Relationship Id="rId37" Type="http://schemas.openxmlformats.org/officeDocument/2006/relationships/customXml" Target="../ink/ink177.xml"/><Relationship Id="rId40" Type="http://schemas.openxmlformats.org/officeDocument/2006/relationships/image" Target="../media/image851.png"/><Relationship Id="rId45" Type="http://schemas.openxmlformats.org/officeDocument/2006/relationships/customXml" Target="../ink/ink181.xml"/><Relationship Id="rId53" Type="http://schemas.openxmlformats.org/officeDocument/2006/relationships/customXml" Target="../ink/ink185.xml"/><Relationship Id="rId58" Type="http://schemas.openxmlformats.org/officeDocument/2006/relationships/image" Target="../media/image860.png"/><Relationship Id="rId5" Type="http://schemas.openxmlformats.org/officeDocument/2006/relationships/customXml" Target="../ink/ink161.xml"/><Relationship Id="rId19" Type="http://schemas.openxmlformats.org/officeDocument/2006/relationships/customXml" Target="../ink/ink168.xml"/><Relationship Id="rId4" Type="http://schemas.openxmlformats.org/officeDocument/2006/relationships/image" Target="../media/image833.png"/><Relationship Id="rId9" Type="http://schemas.openxmlformats.org/officeDocument/2006/relationships/customXml" Target="../ink/ink163.xml"/><Relationship Id="rId14" Type="http://schemas.openxmlformats.org/officeDocument/2006/relationships/image" Target="../media/image838.png"/><Relationship Id="rId22" Type="http://schemas.openxmlformats.org/officeDocument/2006/relationships/image" Target="../media/image842.png"/><Relationship Id="rId27" Type="http://schemas.openxmlformats.org/officeDocument/2006/relationships/customXml" Target="../ink/ink172.xml"/><Relationship Id="rId30" Type="http://schemas.openxmlformats.org/officeDocument/2006/relationships/image" Target="../media/image846.png"/><Relationship Id="rId35" Type="http://schemas.openxmlformats.org/officeDocument/2006/relationships/customXml" Target="../ink/ink176.xml"/><Relationship Id="rId43" Type="http://schemas.openxmlformats.org/officeDocument/2006/relationships/customXml" Target="../ink/ink180.xml"/><Relationship Id="rId48" Type="http://schemas.openxmlformats.org/officeDocument/2006/relationships/image" Target="../media/image855.png"/><Relationship Id="rId56" Type="http://schemas.openxmlformats.org/officeDocument/2006/relationships/image" Target="../media/image859.png"/><Relationship Id="rId8" Type="http://schemas.openxmlformats.org/officeDocument/2006/relationships/image" Target="../media/image835.png"/><Relationship Id="rId51" Type="http://schemas.openxmlformats.org/officeDocument/2006/relationships/customXml" Target="../ink/ink184.xml"/><Relationship Id="rId3" Type="http://schemas.openxmlformats.org/officeDocument/2006/relationships/customXml" Target="../ink/ink160.xml"/><Relationship Id="rId12" Type="http://schemas.openxmlformats.org/officeDocument/2006/relationships/image" Target="../media/image837.png"/><Relationship Id="rId17" Type="http://schemas.openxmlformats.org/officeDocument/2006/relationships/customXml" Target="../ink/ink167.xml"/><Relationship Id="rId25" Type="http://schemas.openxmlformats.org/officeDocument/2006/relationships/customXml" Target="../ink/ink171.xml"/><Relationship Id="rId33" Type="http://schemas.openxmlformats.org/officeDocument/2006/relationships/customXml" Target="../ink/ink175.xml"/><Relationship Id="rId38" Type="http://schemas.openxmlformats.org/officeDocument/2006/relationships/image" Target="../media/image850.png"/><Relationship Id="rId46" Type="http://schemas.openxmlformats.org/officeDocument/2006/relationships/image" Target="../media/image854.png"/><Relationship Id="rId59" Type="http://schemas.openxmlformats.org/officeDocument/2006/relationships/customXml" Target="../ink/ink188.xml"/><Relationship Id="rId20" Type="http://schemas.openxmlformats.org/officeDocument/2006/relationships/image" Target="../media/image841.png"/><Relationship Id="rId41" Type="http://schemas.openxmlformats.org/officeDocument/2006/relationships/customXml" Target="../ink/ink179.xml"/><Relationship Id="rId54" Type="http://schemas.openxmlformats.org/officeDocument/2006/relationships/image" Target="../media/image8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4.png"/><Relationship Id="rId15" Type="http://schemas.openxmlformats.org/officeDocument/2006/relationships/customXml" Target="../ink/ink166.xml"/><Relationship Id="rId23" Type="http://schemas.openxmlformats.org/officeDocument/2006/relationships/customXml" Target="../ink/ink170.xml"/><Relationship Id="rId28" Type="http://schemas.openxmlformats.org/officeDocument/2006/relationships/image" Target="../media/image845.png"/><Relationship Id="rId36" Type="http://schemas.openxmlformats.org/officeDocument/2006/relationships/image" Target="../media/image849.png"/><Relationship Id="rId49" Type="http://schemas.openxmlformats.org/officeDocument/2006/relationships/customXml" Target="../ink/ink183.xml"/><Relationship Id="rId57" Type="http://schemas.openxmlformats.org/officeDocument/2006/relationships/customXml" Target="../ink/ink187.xml"/><Relationship Id="rId10" Type="http://schemas.openxmlformats.org/officeDocument/2006/relationships/image" Target="../media/image836.png"/><Relationship Id="rId31" Type="http://schemas.openxmlformats.org/officeDocument/2006/relationships/customXml" Target="../ink/ink174.xml"/><Relationship Id="rId44" Type="http://schemas.openxmlformats.org/officeDocument/2006/relationships/image" Target="../media/image853.png"/><Relationship Id="rId52" Type="http://schemas.openxmlformats.org/officeDocument/2006/relationships/image" Target="../media/image857.png"/><Relationship Id="rId60" Type="http://schemas.openxmlformats.org/officeDocument/2006/relationships/image" Target="../media/image86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9.xml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190.xml"/><Relationship Id="rId10" Type="http://schemas.openxmlformats.org/officeDocument/2006/relationships/image" Target="../media/image866.png"/><Relationship Id="rId4" Type="http://schemas.openxmlformats.org/officeDocument/2006/relationships/image" Target="../media/image863.png"/></Relationships>
</file>

<file path=ppt/slides/_rels/slide5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85.png"/><Relationship Id="rId39" Type="http://schemas.openxmlformats.org/officeDocument/2006/relationships/customXml" Target="../ink/ink200.xml"/><Relationship Id="rId3" Type="http://schemas.openxmlformats.org/officeDocument/2006/relationships/customXml" Target="../ink/ink191.xml"/><Relationship Id="rId34" Type="http://schemas.openxmlformats.org/officeDocument/2006/relationships/image" Target="../media/image889.png"/><Relationship Id="rId42" Type="http://schemas.openxmlformats.org/officeDocument/2006/relationships/image" Target="../media/image893.png"/><Relationship Id="rId47" Type="http://schemas.openxmlformats.org/officeDocument/2006/relationships/customXml" Target="../ink/ink204.xml"/><Relationship Id="rId50" Type="http://schemas.openxmlformats.org/officeDocument/2006/relationships/image" Target="../media/image897.png"/><Relationship Id="rId25" Type="http://schemas.openxmlformats.org/officeDocument/2006/relationships/customXml" Target="../ink/ink193.xml"/><Relationship Id="rId33" Type="http://schemas.openxmlformats.org/officeDocument/2006/relationships/customXml" Target="../ink/ink197.xml"/><Relationship Id="rId38" Type="http://schemas.openxmlformats.org/officeDocument/2006/relationships/image" Target="../media/image891.png"/><Relationship Id="rId46" Type="http://schemas.openxmlformats.org/officeDocument/2006/relationships/image" Target="../media/image895.png"/><Relationship Id="rId2" Type="http://schemas.openxmlformats.org/officeDocument/2006/relationships/image" Target="../media/image48.jpeg"/><Relationship Id="rId29" Type="http://schemas.openxmlformats.org/officeDocument/2006/relationships/customXml" Target="../ink/ink195.xml"/><Relationship Id="rId41" Type="http://schemas.openxmlformats.org/officeDocument/2006/relationships/customXml" Target="../ink/ink201.xml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884.png"/><Relationship Id="rId32" Type="http://schemas.openxmlformats.org/officeDocument/2006/relationships/image" Target="../media/image888.png"/><Relationship Id="rId37" Type="http://schemas.openxmlformats.org/officeDocument/2006/relationships/customXml" Target="../ink/ink199.xml"/><Relationship Id="rId40" Type="http://schemas.openxmlformats.org/officeDocument/2006/relationships/image" Target="../media/image892.png"/><Relationship Id="rId45" Type="http://schemas.openxmlformats.org/officeDocument/2006/relationships/customXml" Target="../ink/ink203.xml"/><Relationship Id="rId5" Type="http://schemas.openxmlformats.org/officeDocument/2006/relationships/customXml" Target="../ink/ink192.xml"/><Relationship Id="rId28" Type="http://schemas.openxmlformats.org/officeDocument/2006/relationships/image" Target="../media/image886.png"/><Relationship Id="rId36" Type="http://schemas.openxmlformats.org/officeDocument/2006/relationships/image" Target="../media/image890.png"/><Relationship Id="rId49" Type="http://schemas.openxmlformats.org/officeDocument/2006/relationships/customXml" Target="../ink/ink205.xml"/><Relationship Id="rId31" Type="http://schemas.openxmlformats.org/officeDocument/2006/relationships/customXml" Target="../ink/ink196.xml"/><Relationship Id="rId44" Type="http://schemas.openxmlformats.org/officeDocument/2006/relationships/image" Target="../media/image894.png"/><Relationship Id="rId4" Type="http://schemas.openxmlformats.org/officeDocument/2006/relationships/image" Target="../media/image874.png"/><Relationship Id="rId27" Type="http://schemas.openxmlformats.org/officeDocument/2006/relationships/customXml" Target="../ink/ink194.xml"/><Relationship Id="rId30" Type="http://schemas.openxmlformats.org/officeDocument/2006/relationships/image" Target="../media/image887.png"/><Relationship Id="rId35" Type="http://schemas.openxmlformats.org/officeDocument/2006/relationships/customXml" Target="../ink/ink198.xml"/><Relationship Id="rId43" Type="http://schemas.openxmlformats.org/officeDocument/2006/relationships/customXml" Target="../ink/ink202.xml"/><Relationship Id="rId48" Type="http://schemas.openxmlformats.org/officeDocument/2006/relationships/image" Target="../media/image89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6.xm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12.xml"/><Relationship Id="rId18" Type="http://schemas.openxmlformats.org/officeDocument/2006/relationships/image" Target="../media/image910.png"/><Relationship Id="rId26" Type="http://schemas.openxmlformats.org/officeDocument/2006/relationships/image" Target="../media/image914.png"/><Relationship Id="rId3" Type="http://schemas.openxmlformats.org/officeDocument/2006/relationships/customXml" Target="../ink/ink207.xml"/><Relationship Id="rId21" Type="http://schemas.openxmlformats.org/officeDocument/2006/relationships/customXml" Target="../ink/ink216.xml"/><Relationship Id="rId34" Type="http://schemas.openxmlformats.org/officeDocument/2006/relationships/image" Target="../media/image918.png"/><Relationship Id="rId7" Type="http://schemas.openxmlformats.org/officeDocument/2006/relationships/customXml" Target="../ink/ink209.xml"/><Relationship Id="rId12" Type="http://schemas.openxmlformats.org/officeDocument/2006/relationships/image" Target="../media/image907.png"/><Relationship Id="rId17" Type="http://schemas.openxmlformats.org/officeDocument/2006/relationships/customXml" Target="../ink/ink214.xml"/><Relationship Id="rId25" Type="http://schemas.openxmlformats.org/officeDocument/2006/relationships/customXml" Target="../ink/ink218.xml"/><Relationship Id="rId33" Type="http://schemas.openxmlformats.org/officeDocument/2006/relationships/customXml" Target="../ink/ink222.xml"/><Relationship Id="rId2" Type="http://schemas.openxmlformats.org/officeDocument/2006/relationships/image" Target="../media/image52.jpeg"/><Relationship Id="rId16" Type="http://schemas.openxmlformats.org/officeDocument/2006/relationships/image" Target="../media/image909.png"/><Relationship Id="rId20" Type="http://schemas.openxmlformats.org/officeDocument/2006/relationships/image" Target="../media/image911.png"/><Relationship Id="rId29" Type="http://schemas.openxmlformats.org/officeDocument/2006/relationships/customXml" Target="../ink/ink2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4.png"/><Relationship Id="rId11" Type="http://schemas.openxmlformats.org/officeDocument/2006/relationships/customXml" Target="../ink/ink211.xml"/><Relationship Id="rId24" Type="http://schemas.openxmlformats.org/officeDocument/2006/relationships/image" Target="../media/image913.png"/><Relationship Id="rId32" Type="http://schemas.openxmlformats.org/officeDocument/2006/relationships/image" Target="../media/image917.png"/><Relationship Id="rId5" Type="http://schemas.openxmlformats.org/officeDocument/2006/relationships/customXml" Target="../ink/ink208.xml"/><Relationship Id="rId15" Type="http://schemas.openxmlformats.org/officeDocument/2006/relationships/customXml" Target="../ink/ink213.xml"/><Relationship Id="rId23" Type="http://schemas.openxmlformats.org/officeDocument/2006/relationships/customXml" Target="../ink/ink217.xml"/><Relationship Id="rId28" Type="http://schemas.openxmlformats.org/officeDocument/2006/relationships/image" Target="../media/image915.png"/><Relationship Id="rId10" Type="http://schemas.openxmlformats.org/officeDocument/2006/relationships/image" Target="../media/image906.png"/><Relationship Id="rId19" Type="http://schemas.openxmlformats.org/officeDocument/2006/relationships/customXml" Target="../ink/ink215.xml"/><Relationship Id="rId31" Type="http://schemas.openxmlformats.org/officeDocument/2006/relationships/customXml" Target="../ink/ink221.xml"/><Relationship Id="rId4" Type="http://schemas.openxmlformats.org/officeDocument/2006/relationships/image" Target="../media/image903.png"/><Relationship Id="rId9" Type="http://schemas.openxmlformats.org/officeDocument/2006/relationships/customXml" Target="../ink/ink210.xml"/><Relationship Id="rId14" Type="http://schemas.openxmlformats.org/officeDocument/2006/relationships/image" Target="../media/image908.png"/><Relationship Id="rId22" Type="http://schemas.openxmlformats.org/officeDocument/2006/relationships/image" Target="../media/image912.png"/><Relationship Id="rId27" Type="http://schemas.openxmlformats.org/officeDocument/2006/relationships/customXml" Target="../ink/ink219.xml"/><Relationship Id="rId30" Type="http://schemas.openxmlformats.org/officeDocument/2006/relationships/image" Target="../media/image916.png"/><Relationship Id="rId8" Type="http://schemas.openxmlformats.org/officeDocument/2006/relationships/image" Target="../media/image90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3.png"/><Relationship Id="rId2" Type="http://schemas.openxmlformats.org/officeDocument/2006/relationships/image" Target="../media/image9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0.png"/><Relationship Id="rId13" Type="http://schemas.openxmlformats.org/officeDocument/2006/relationships/customXml" Target="../ink/ink228.xml"/><Relationship Id="rId3" Type="http://schemas.openxmlformats.org/officeDocument/2006/relationships/customXml" Target="../ink/ink223.xml"/><Relationship Id="rId7" Type="http://schemas.openxmlformats.org/officeDocument/2006/relationships/customXml" Target="../ink/ink225.xml"/><Relationship Id="rId12" Type="http://schemas.openxmlformats.org/officeDocument/2006/relationships/image" Target="../media/image97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9.png"/><Relationship Id="rId11" Type="http://schemas.openxmlformats.org/officeDocument/2006/relationships/customXml" Target="../ink/ink227.xml"/><Relationship Id="rId5" Type="http://schemas.openxmlformats.org/officeDocument/2006/relationships/customXml" Target="../ink/ink224.xml"/><Relationship Id="rId10" Type="http://schemas.openxmlformats.org/officeDocument/2006/relationships/image" Target="../media/image971.png"/><Relationship Id="rId4" Type="http://schemas.openxmlformats.org/officeDocument/2006/relationships/image" Target="../media/image968.png"/><Relationship Id="rId9" Type="http://schemas.openxmlformats.org/officeDocument/2006/relationships/customXml" Target="../ink/ink226.xml"/><Relationship Id="rId14" Type="http://schemas.openxmlformats.org/officeDocument/2006/relationships/image" Target="../media/image97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hprc.tamu.edu/apply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DE20-E231-4248-D7F3-A8126F1C5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Advanced Concepts in Machine Learning for Energy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478C7-0901-A4E4-29A2-7B00E9BB0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Time: March 26, 27, 30, April 1, 3</a:t>
            </a:r>
          </a:p>
          <a:p>
            <a:r>
              <a:rPr lang="en-US" dirty="0"/>
              <a:t>1:00 pm - 5:30 pm (in-person students)</a:t>
            </a:r>
          </a:p>
          <a:p>
            <a:r>
              <a:rPr lang="en-US" dirty="0"/>
              <a:t>(10 more days for distance students)</a:t>
            </a:r>
          </a:p>
          <a:p>
            <a:r>
              <a:rPr lang="en-US" dirty="0"/>
              <a:t>Location: GERB 315 and Zoom</a:t>
            </a:r>
          </a:p>
        </p:txBody>
      </p:sp>
    </p:spTree>
    <p:extLst>
      <p:ext uri="{BB962C8B-B14F-4D97-AF65-F5344CB8AC3E}">
        <p14:creationId xmlns:p14="http://schemas.microsoft.com/office/powerpoint/2010/main" val="45425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1679-8B36-13B3-EABE-B9506A77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37AC4-CEAE-B836-5CF0-7C706A186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Yalong Pi</a:t>
            </a:r>
          </a:p>
          <a:p>
            <a:r>
              <a:rPr lang="en-US"/>
              <a:t>Associate Research Scientist</a:t>
            </a:r>
          </a:p>
          <a:p>
            <a:r>
              <a:rPr lang="en-US"/>
              <a:t>Texas A&amp;M Institute of Data Science</a:t>
            </a:r>
          </a:p>
          <a:p>
            <a:r>
              <a:rPr lang="en-US"/>
              <a:t>Address: Office 221C, John R. Blocker Building</a:t>
            </a:r>
          </a:p>
          <a:p>
            <a:r>
              <a:rPr lang="en-US"/>
              <a:t>Email: piyalong@tamu.edu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7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516;p3">
            <a:extLst>
              <a:ext uri="{FF2B5EF4-FFF2-40B4-BE49-F238E27FC236}">
                <a16:creationId xmlns:a16="http://schemas.microsoft.com/office/drawing/2014/main" id="{0CB4CB1F-E381-58E5-09F1-83CD1CA2CF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4445898"/>
              </p:ext>
            </p:extLst>
          </p:nvPr>
        </p:nvGraphicFramePr>
        <p:xfrm>
          <a:off x="252663" y="481263"/>
          <a:ext cx="11851105" cy="594875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362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7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80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Lecture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Topic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Quiz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80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1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Neural network fundamentals and continuous optimization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 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2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Image classification, object detection, and pixel segmentation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#1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3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Autoencoder, </a:t>
                      </a:r>
                      <a:r>
                        <a:rPr lang="en-US" sz="2800" u="none" strike="noStrike" cap="none" dirty="0" err="1">
                          <a:latin typeface="+mn-lt"/>
                        </a:rPr>
                        <a:t>autodecoder</a:t>
                      </a:r>
                      <a:r>
                        <a:rPr lang="en-US" sz="2800" u="none" strike="noStrike" cap="none" dirty="0">
                          <a:latin typeface="+mn-lt"/>
                        </a:rPr>
                        <a:t>, and generative adversarial network (GAN)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#2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4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Attention mechanism, transformers (GPT) and reinforcement learning 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#3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80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5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Final project Q&amp;A, advanced topics review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#4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93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F746A-16E7-BA1F-124D-FD1CCED3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materials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FB6E0-CD2F-E0E7-DC7B-23BA9B9C0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Canvas (quiz and final project submission) </a:t>
            </a:r>
          </a:p>
          <a:p>
            <a:r>
              <a:rPr lang="en-US" dirty="0"/>
              <a:t>Dataset: </a:t>
            </a:r>
            <a:r>
              <a:rPr lang="en-US" dirty="0">
                <a:hlinkClick r:id="rId2"/>
              </a:rPr>
              <a:t>https://www.kaggle.com/datasets/piyalong/dataset-for-icpe-639</a:t>
            </a:r>
            <a:r>
              <a:rPr lang="en-US" dirty="0"/>
              <a:t> </a:t>
            </a:r>
          </a:p>
          <a:p>
            <a:r>
              <a:rPr lang="en-US" dirty="0"/>
              <a:t>Code: </a:t>
            </a:r>
            <a:r>
              <a:rPr lang="en-US" dirty="0">
                <a:hlinkClick r:id="rId3"/>
              </a:rPr>
              <a:t>https://github.com/TAMIDSpiyalong/Advanced-Concepts-in-Machine-Learning-for-Energy</a:t>
            </a:r>
            <a:r>
              <a:rPr lang="en-US" dirty="0"/>
              <a:t> </a:t>
            </a:r>
          </a:p>
          <a:p>
            <a:r>
              <a:rPr lang="en-US" dirty="0"/>
              <a:t>Howdy (syllabus and grade)</a:t>
            </a:r>
          </a:p>
        </p:txBody>
      </p:sp>
    </p:spTree>
    <p:extLst>
      <p:ext uri="{BB962C8B-B14F-4D97-AF65-F5344CB8AC3E}">
        <p14:creationId xmlns:p14="http://schemas.microsoft.com/office/powerpoint/2010/main" val="970756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7E9E-5FB5-120C-3E3A-1E0AA122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Quizzes and One Final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8FA2E-D63B-3D50-91CC-AD9498FD4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In-class quiz (10 points each)</a:t>
            </a:r>
          </a:p>
          <a:p>
            <a:pPr lvl="1"/>
            <a:r>
              <a:rPr lang="en-US" dirty="0"/>
              <a:t>Some calculation robust to AI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quiz.ipynb</a:t>
            </a:r>
            <a:r>
              <a:rPr lang="en-US" dirty="0"/>
              <a:t> on GitHub</a:t>
            </a:r>
          </a:p>
          <a:p>
            <a:pPr lvl="1"/>
            <a:r>
              <a:rPr lang="en-US" dirty="0"/>
              <a:t>Emphasis on fundamentals, no code test</a:t>
            </a:r>
          </a:p>
          <a:p>
            <a:r>
              <a:rPr lang="en-US" dirty="0"/>
              <a:t>Final project (60 points)</a:t>
            </a:r>
          </a:p>
          <a:p>
            <a:pPr lvl="1"/>
            <a:r>
              <a:rPr lang="en-US" dirty="0"/>
              <a:t>Track 1 </a:t>
            </a:r>
          </a:p>
          <a:p>
            <a:pPr lvl="1"/>
            <a:r>
              <a:rPr lang="en-US" dirty="0"/>
              <a:t>Track 2</a:t>
            </a:r>
          </a:p>
          <a:p>
            <a:r>
              <a:rPr lang="en-US" dirty="0"/>
              <a:t>Due April 5 (April 15 for remote students)</a:t>
            </a:r>
          </a:p>
          <a:p>
            <a:r>
              <a:rPr lang="en-US" dirty="0"/>
              <a:t>Total open book, including AI</a:t>
            </a:r>
          </a:p>
        </p:txBody>
      </p:sp>
    </p:spTree>
    <p:extLst>
      <p:ext uri="{BB962C8B-B14F-4D97-AF65-F5344CB8AC3E}">
        <p14:creationId xmlns:p14="http://schemas.microsoft.com/office/powerpoint/2010/main" val="279864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A556-5839-358F-80A0-05E7096D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9F39F-13CA-EB7E-C2A0-295869BF0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https://github.com/TAMIDSpiyalong/Advanced-Concepts-in-Machine-Learning-for-Energy/tree/main/Final%20Project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DB249-FFEF-73CC-52E8-63F5B49F3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429" y="2662512"/>
            <a:ext cx="4149768" cy="414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3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2ECB-7E24-A0BF-DC57-E61D70DE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A8F7-EB91-4CEC-8297-EBDBCCB44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 (1:00-1:30 pm)</a:t>
            </a:r>
          </a:p>
          <a:p>
            <a:r>
              <a:rPr lang="en-US" dirty="0"/>
              <a:t>Break</a:t>
            </a:r>
          </a:p>
          <a:p>
            <a:r>
              <a:rPr lang="en-US" dirty="0"/>
              <a:t>Neural network optimization 1 (1:40-2:40 pm)</a:t>
            </a:r>
          </a:p>
          <a:p>
            <a:r>
              <a:rPr lang="en-US" dirty="0"/>
              <a:t>Break </a:t>
            </a:r>
          </a:p>
          <a:p>
            <a:r>
              <a:rPr lang="en-US" dirty="0"/>
              <a:t>Neural network optimization 2 (2:40-3:40 pm)</a:t>
            </a:r>
          </a:p>
          <a:p>
            <a:r>
              <a:rPr lang="en-US" dirty="0"/>
              <a:t>Break</a:t>
            </a:r>
          </a:p>
          <a:p>
            <a:r>
              <a:rPr lang="en-US" dirty="0"/>
              <a:t>Excel machine learning (3:50-4:30 pm)</a:t>
            </a:r>
          </a:p>
          <a:p>
            <a:r>
              <a:rPr lang="en-US" dirty="0"/>
              <a:t>Break</a:t>
            </a:r>
          </a:p>
          <a:p>
            <a:r>
              <a:rPr lang="en-US" dirty="0"/>
              <a:t>Computing fundamentals and HPRC set up (4:40-5:30 pm)</a:t>
            </a:r>
          </a:p>
        </p:txBody>
      </p:sp>
    </p:spTree>
    <p:extLst>
      <p:ext uri="{BB962C8B-B14F-4D97-AF65-F5344CB8AC3E}">
        <p14:creationId xmlns:p14="http://schemas.microsoft.com/office/powerpoint/2010/main" val="289034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660F-1476-8769-DC0D-CE900AE1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8B5B0-9D6B-50F6-EC2A-EC81C4F82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Simplest example</a:t>
            </a:r>
          </a:p>
          <a:p>
            <a:r>
              <a:rPr lang="en-US" dirty="0"/>
              <a:t>Gradient</a:t>
            </a:r>
          </a:p>
          <a:p>
            <a:r>
              <a:rPr lang="en-US" dirty="0"/>
              <a:t>Weight update</a:t>
            </a:r>
          </a:p>
          <a:p>
            <a:r>
              <a:rPr lang="en-US" dirty="0"/>
              <a:t>Loss function</a:t>
            </a:r>
          </a:p>
          <a:p>
            <a:r>
              <a:rPr lang="en-US" dirty="0"/>
              <a:t>Metric</a:t>
            </a:r>
          </a:p>
        </p:txBody>
      </p:sp>
    </p:spTree>
    <p:extLst>
      <p:ext uri="{BB962C8B-B14F-4D97-AF65-F5344CB8AC3E}">
        <p14:creationId xmlns:p14="http://schemas.microsoft.com/office/powerpoint/2010/main" val="571650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60FE-0B1A-3D42-8F6A-0CB42E75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6C2BFE7-260C-0ABD-077F-E1B997416406}"/>
              </a:ext>
            </a:extLst>
          </p:cNvPr>
          <p:cNvGraphicFramePr>
            <a:graphicFrameLocks noGrp="1"/>
          </p:cNvGraphicFramePr>
          <p:nvPr/>
        </p:nvGraphicFramePr>
        <p:xfrm>
          <a:off x="8176483" y="4518914"/>
          <a:ext cx="2405744" cy="2072640"/>
        </p:xfrm>
        <a:graphic>
          <a:graphicData uri="http://schemas.openxmlformats.org/drawingml/2006/table">
            <a:tbl>
              <a:tblPr firstRow="1" bandRow="1"/>
              <a:tblGrid>
                <a:gridCol w="120287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120287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1C4EB36-B984-A225-3E68-0F8A642EFAEB}"/>
              </a:ext>
            </a:extLst>
          </p:cNvPr>
          <p:cNvCxnSpPr/>
          <p:nvPr/>
        </p:nvCxnSpPr>
        <p:spPr>
          <a:xfrm>
            <a:off x="6926422" y="3633453"/>
            <a:ext cx="496186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67C1A8-D232-5A3E-3CD8-848F0ACD1CE1}"/>
              </a:ext>
            </a:extLst>
          </p:cNvPr>
          <p:cNvCxnSpPr/>
          <p:nvPr/>
        </p:nvCxnSpPr>
        <p:spPr>
          <a:xfrm flipV="1">
            <a:off x="6940599" y="401648"/>
            <a:ext cx="0" cy="323938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2B15CD3-E28E-0701-0D70-60C13F6F3A24}"/>
              </a:ext>
            </a:extLst>
          </p:cNvPr>
          <p:cNvSpPr txBox="1"/>
          <p:nvPr/>
        </p:nvSpPr>
        <p:spPr>
          <a:xfrm>
            <a:off x="11091463" y="3659541"/>
            <a:ext cx="1018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C961F-4851-F970-E328-75AC1682FAF7}"/>
              </a:ext>
            </a:extLst>
          </p:cNvPr>
          <p:cNvSpPr txBox="1"/>
          <p:nvPr/>
        </p:nvSpPr>
        <p:spPr>
          <a:xfrm rot="16200000">
            <a:off x="6455025" y="297796"/>
            <a:ext cx="417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357E55-9EE2-EE0F-885F-68366CA13800}"/>
              </a:ext>
            </a:extLst>
          </p:cNvPr>
          <p:cNvCxnSpPr>
            <a:cxnSpLocks/>
          </p:cNvCxnSpPr>
          <p:nvPr/>
        </p:nvCxnSpPr>
        <p:spPr>
          <a:xfrm flipH="1">
            <a:off x="6433019" y="568805"/>
            <a:ext cx="4075822" cy="2826555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C6BA72E-AA5C-C22E-3462-78FE0E7F9ECA}"/>
              </a:ext>
            </a:extLst>
          </p:cNvPr>
          <p:cNvSpPr txBox="1"/>
          <p:nvPr/>
        </p:nvSpPr>
        <p:spPr>
          <a:xfrm>
            <a:off x="6334350" y="3716517"/>
            <a:ext cx="1018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B47C1E-CBC2-1819-B527-6A2E65685C8E}"/>
              </a:ext>
            </a:extLst>
          </p:cNvPr>
          <p:cNvSpPr txBox="1"/>
          <p:nvPr/>
        </p:nvSpPr>
        <p:spPr>
          <a:xfrm>
            <a:off x="7129133" y="3716517"/>
            <a:ext cx="1018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E33DC3-CFC7-210A-A24E-84C0B2AA6D28}"/>
              </a:ext>
            </a:extLst>
          </p:cNvPr>
          <p:cNvGrpSpPr/>
          <p:nvPr/>
        </p:nvGrpSpPr>
        <p:grpSpPr>
          <a:xfrm>
            <a:off x="602697" y="737457"/>
            <a:ext cx="5106527" cy="2740966"/>
            <a:chOff x="692681" y="631295"/>
            <a:chExt cx="5106527" cy="2740966"/>
          </a:xfrm>
        </p:grpSpPr>
        <p:sp>
          <p:nvSpPr>
            <p:cNvPr id="47" name="Flowchart: Connector 46">
              <a:extLst>
                <a:ext uri="{FF2B5EF4-FFF2-40B4-BE49-F238E27FC236}">
                  <a16:creationId xmlns:a16="http://schemas.microsoft.com/office/drawing/2014/main" id="{A7FF7D95-A816-DB6B-995F-A7E273A95BF5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416A61BC-1289-A0AB-1817-BA366221A43A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2FF151D-7C08-BF28-C432-6B718307B546}"/>
                </a:ext>
              </a:extLst>
            </p:cNvPr>
            <p:cNvCxnSpPr>
              <a:cxnSpLocks/>
              <a:stCxn id="47" idx="6"/>
              <a:endCxn id="51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6B8CD5-0935-68E0-A1A1-FE537EE01F63}"/>
                </a:ext>
              </a:extLst>
            </p:cNvPr>
            <p:cNvCxnSpPr>
              <a:cxnSpLocks/>
              <a:stCxn id="47" idx="6"/>
              <a:endCxn id="52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25FB7790-3288-4821-E3AA-F28F69CB562A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33EC057A-C43C-6669-1758-35EC3E9C3ABB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84C9617-1384-C401-E136-BF7A7D858D97}"/>
                </a:ext>
              </a:extLst>
            </p:cNvPr>
            <p:cNvCxnSpPr>
              <a:cxnSpLocks/>
              <a:stCxn id="52" idx="6"/>
              <a:endCxn id="48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8BCC08B-A1DD-05B0-C4E6-BBFD3B00045B}"/>
                </a:ext>
              </a:extLst>
            </p:cNvPr>
            <p:cNvCxnSpPr>
              <a:cxnSpLocks/>
              <a:stCxn id="51" idx="6"/>
              <a:endCxn id="48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F6275AD-0E5F-1F7B-5DCE-3CE6852D9E87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D711F1F-C50E-11BD-A112-F39EF23E8D91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7C077B1-A707-8634-3A36-07FA42BB6BB8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749CC27-8B74-CC7F-2757-F69A1BE330C9}"/>
                </a:ext>
              </a:extLst>
            </p:cNvPr>
            <p:cNvSpPr txBox="1"/>
            <p:nvPr/>
          </p:nvSpPr>
          <p:spPr>
            <a:xfrm rot="18900000">
              <a:off x="3632849" y="195542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2967A689-9521-E070-0B60-DAF09C1792CF}"/>
              </a:ext>
            </a:extLst>
          </p:cNvPr>
          <p:cNvSpPr txBox="1"/>
          <p:nvPr/>
        </p:nvSpPr>
        <p:spPr>
          <a:xfrm>
            <a:off x="8147604" y="3716517"/>
            <a:ext cx="1018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538335-B432-E919-A82F-F818FA9C5FD7}"/>
              </a:ext>
            </a:extLst>
          </p:cNvPr>
          <p:cNvSpPr txBox="1"/>
          <p:nvPr/>
        </p:nvSpPr>
        <p:spPr>
          <a:xfrm>
            <a:off x="10072992" y="3716517"/>
            <a:ext cx="1018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DA4A24-EBC9-A8AA-33D8-65924836DAF1}"/>
              </a:ext>
            </a:extLst>
          </p:cNvPr>
          <p:cNvSpPr txBox="1"/>
          <p:nvPr/>
        </p:nvSpPr>
        <p:spPr>
          <a:xfrm rot="16200000">
            <a:off x="6354096" y="2284652"/>
            <a:ext cx="619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032957-8C37-8C71-FCE2-AB27D56C9D4F}"/>
              </a:ext>
            </a:extLst>
          </p:cNvPr>
          <p:cNvSpPr txBox="1"/>
          <p:nvPr/>
        </p:nvSpPr>
        <p:spPr>
          <a:xfrm rot="16200000">
            <a:off x="6354097" y="1512183"/>
            <a:ext cx="619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A26E8D-678E-30A5-532F-3C92E1989EC4}"/>
              </a:ext>
            </a:extLst>
          </p:cNvPr>
          <p:cNvSpPr txBox="1"/>
          <p:nvPr/>
        </p:nvSpPr>
        <p:spPr>
          <a:xfrm rot="16200000">
            <a:off x="6354098" y="855302"/>
            <a:ext cx="619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B02AEEA-E1BD-D349-DF61-65CDD6AA37BB}"/>
              </a:ext>
            </a:extLst>
          </p:cNvPr>
          <p:cNvSpPr/>
          <p:nvPr/>
        </p:nvSpPr>
        <p:spPr>
          <a:xfrm>
            <a:off x="7517624" y="2980525"/>
            <a:ext cx="146771" cy="1467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FF6499D-F60A-A6C7-1185-E5367F0B642D}"/>
              </a:ext>
            </a:extLst>
          </p:cNvPr>
          <p:cNvSpPr/>
          <p:nvPr/>
        </p:nvSpPr>
        <p:spPr>
          <a:xfrm>
            <a:off x="8359023" y="1610638"/>
            <a:ext cx="146771" cy="1467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5646AD3-081E-EC7F-D0B6-9FA7CB0AB48C}"/>
              </a:ext>
            </a:extLst>
          </p:cNvPr>
          <p:cNvSpPr/>
          <p:nvPr/>
        </p:nvSpPr>
        <p:spPr>
          <a:xfrm>
            <a:off x="10435456" y="908457"/>
            <a:ext cx="146771" cy="1467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4" name="Table 73">
                <a:extLst>
                  <a:ext uri="{FF2B5EF4-FFF2-40B4-BE49-F238E27FC236}">
                    <a16:creationId xmlns:a16="http://schemas.microsoft.com/office/drawing/2014/main" id="{D3265FEE-F16C-631C-D288-59D9594EC1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674" y="4357430"/>
              <a:ext cx="7230859" cy="14131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30859">
                      <a:extLst>
                        <a:ext uri="{9D8B030D-6E8A-4147-A177-3AD203B41FA5}">
                          <a16:colId xmlns:a16="http://schemas.microsoft.com/office/drawing/2014/main" val="426412541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US" sz="2800" kern="100" dirty="0">
                              <a:effectLst/>
                              <a:latin typeface="Times New Roman" panose="02020603050405020304" pitchFamily="18" charset="0"/>
                              <a:ea typeface="Arial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oMath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69725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US" sz="2800" kern="100" dirty="0">
                              <a:effectLst/>
                              <a:latin typeface="Times New Roman" panose="02020603050405020304" pitchFamily="18" charset="0"/>
                              <a:ea typeface="Arial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oMath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441501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US" sz="2800" kern="100" dirty="0">
                              <a:effectLst/>
                              <a:latin typeface="Times New Roman" panose="02020603050405020304" pitchFamily="18" charset="0"/>
                              <a:ea typeface="Arial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𝑝𝑟𝑒𝑑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oMath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36208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4" name="Table 73">
                <a:extLst>
                  <a:ext uri="{FF2B5EF4-FFF2-40B4-BE49-F238E27FC236}">
                    <a16:creationId xmlns:a16="http://schemas.microsoft.com/office/drawing/2014/main" id="{D3265FEE-F16C-631C-D288-59D9594EC1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5759790"/>
                  </p:ext>
                </p:extLst>
              </p:nvPr>
            </p:nvGraphicFramePr>
            <p:xfrm>
              <a:off x="670674" y="4357430"/>
              <a:ext cx="7230859" cy="14131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30859">
                      <a:extLst>
                        <a:ext uri="{9D8B030D-6E8A-4147-A177-3AD203B41FA5}">
                          <a16:colId xmlns:a16="http://schemas.microsoft.com/office/drawing/2014/main" val="4264125411"/>
                        </a:ext>
                      </a:extLst>
                    </a:gridCol>
                  </a:tblGrid>
                  <a:tr h="4509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b="-2148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972566"/>
                      </a:ext>
                    </a:extLst>
                  </a:tr>
                  <a:tr h="4509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98667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415018"/>
                      </a:ext>
                    </a:extLst>
                  </a:tr>
                  <a:tr h="5113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77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6208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E294353-1CAE-86D1-0AFF-6DFA19ABFB9A}"/>
                  </a:ext>
                </a:extLst>
              </p:cNvPr>
              <p:cNvSpPr txBox="1"/>
              <p:nvPr/>
            </p:nvSpPr>
            <p:spPr>
              <a:xfrm>
                <a:off x="8083018" y="182776"/>
                <a:ext cx="4026916" cy="608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𝑎𝑥</m:t>
                    </m:r>
                    <m:r>
                      <a:rPr lang="en-US" sz="2800" b="0" i="1" baseline="-25000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800" i="1" baseline="-25000" dirty="0">
                  <a:effectLst/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E294353-1CAE-86D1-0AFF-6DFA19ABF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018" y="182776"/>
                <a:ext cx="4026916" cy="6086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53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FAB0-EB68-24C3-FDDE-34181F08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5D0FBBC-38D9-225A-B133-612C5CE2141E}"/>
              </a:ext>
            </a:extLst>
          </p:cNvPr>
          <p:cNvGraphicFramePr>
            <a:graphicFrameLocks noGrp="1"/>
          </p:cNvGraphicFramePr>
          <p:nvPr/>
        </p:nvGraphicFramePr>
        <p:xfrm>
          <a:off x="805058" y="330374"/>
          <a:ext cx="10095470" cy="3001865"/>
        </p:xfrm>
        <a:graphic>
          <a:graphicData uri="http://schemas.openxmlformats.org/drawingml/2006/table">
            <a:tbl>
              <a:tblPr firstRow="1" firstCol="1" bandRow="1"/>
              <a:tblGrid>
                <a:gridCol w="10095470">
                  <a:extLst>
                    <a:ext uri="{9D8B030D-6E8A-4147-A177-3AD203B41FA5}">
                      <a16:colId xmlns:a16="http://schemas.microsoft.com/office/drawing/2014/main" val="1010133478"/>
                    </a:ext>
                  </a:extLst>
                </a:gridCol>
              </a:tblGrid>
              <a:tr h="300186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i="1" baseline="30000" dirty="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91027" marR="9102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6024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4BE369C-77E4-3037-40EF-5A8480D28D2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73749" y="56301"/>
              <a:ext cx="9854746" cy="444908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854746">
                      <a:extLst>
                        <a:ext uri="{9D8B030D-6E8A-4147-A177-3AD203B41FA5}">
                          <a16:colId xmlns:a16="http://schemas.microsoft.com/office/drawing/2014/main" val="1243837507"/>
                        </a:ext>
                      </a:extLst>
                    </a:gridCol>
                  </a:tblGrid>
                  <a:tr h="1668671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baseline="0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baseline="0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baseline="0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𝑝𝑟𝑒𝑑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i="1" baseline="0" dirty="0">
                              <a:effectLst/>
                              <a:latin typeface="+mn-lt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  <m:r>
                                <a:rPr lang="en-US" sz="2800" b="0" i="1" baseline="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  <m:r>
                                <a:rPr lang="en-US" sz="2800" b="0" i="1" baseline="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oMath>
                          </a14:m>
                          <a:endParaRPr lang="en-US" sz="2800" i="1" baseline="-25000" dirty="0">
                            <a:effectLst/>
                            <a:latin typeface="+mn-lt"/>
                            <a:ea typeface="Malgun Gothic" panose="020B0503020000020004" pitchFamily="34" charset="-127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800" b="0" i="1" baseline="0" dirty="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loss</m:t>
                              </m:r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 (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𝑝𝑟𝑒𝑑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800" i="1" baseline="30000" dirty="0">
                              <a:effectLst/>
                              <a:latin typeface="+mn-lt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57260350"/>
                      </a:ext>
                    </a:extLst>
                  </a:tr>
                  <a:tr h="166867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𝑙𝑜𝑠𝑠</m:t>
                                </m:r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𝑡𝑟𝑢𝑒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11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+mn-lt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10−</m:t>
                                        </m:r>
                                        <m:d>
                                          <m:d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1∗1∗1+1∗1∗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8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+mn-lt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10−</m:t>
                                        </m:r>
                                        <m:d>
                                          <m:d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1+</m:t>
                                                </m:r>
                                                <m:r>
                                                  <a:rPr lang="en-US" sz="28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+mn-lt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9−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+mn-lt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=91−18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+mn-lt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8821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4BE369C-77E4-3037-40EF-5A8480D28D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4850807"/>
                  </p:ext>
                </p:extLst>
              </p:nvPr>
            </p:nvGraphicFramePr>
            <p:xfrm>
              <a:off x="873749" y="56301"/>
              <a:ext cx="9854746" cy="444908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854746">
                      <a:extLst>
                        <a:ext uri="{9D8B030D-6E8A-4147-A177-3AD203B41FA5}">
                          <a16:colId xmlns:a16="http://schemas.microsoft.com/office/drawing/2014/main" val="1243837507"/>
                        </a:ext>
                      </a:extLst>
                    </a:gridCol>
                  </a:tblGrid>
                  <a:tr h="16686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2" t="-365" r="-186" b="-167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7260350"/>
                      </a:ext>
                    </a:extLst>
                  </a:tr>
                  <a:tr h="27804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2" t="-60175" r="-186" b="-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88212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A01B68-80D3-E74C-B566-275C1D8EC724}"/>
              </a:ext>
            </a:extLst>
          </p:cNvPr>
          <p:cNvGraphicFramePr>
            <a:graphicFrameLocks noGrp="1"/>
          </p:cNvGraphicFramePr>
          <p:nvPr/>
        </p:nvGraphicFramePr>
        <p:xfrm>
          <a:off x="4598250" y="4679457"/>
          <a:ext cx="2405744" cy="2072640"/>
        </p:xfrm>
        <a:graphic>
          <a:graphicData uri="http://schemas.openxmlformats.org/drawingml/2006/table">
            <a:tbl>
              <a:tblPr firstRow="1" bandRow="1"/>
              <a:tblGrid>
                <a:gridCol w="120287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120287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23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18122-82F3-64DA-C364-805C3210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7CACFE5B-2EBC-DE53-7A3B-EAAB9DF8DDBB}"/>
              </a:ext>
            </a:extLst>
          </p:cNvPr>
          <p:cNvGrpSpPr/>
          <p:nvPr/>
        </p:nvGrpSpPr>
        <p:grpSpPr>
          <a:xfrm>
            <a:off x="6204089" y="401648"/>
            <a:ext cx="5684194" cy="3776534"/>
            <a:chOff x="3463918" y="1857154"/>
            <a:chExt cx="5684194" cy="3776534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CB083DF7-5D5C-4167-B34B-112721771446}"/>
                </a:ext>
              </a:extLst>
            </p:cNvPr>
            <p:cNvCxnSpPr/>
            <p:nvPr/>
          </p:nvCxnSpPr>
          <p:spPr>
            <a:xfrm>
              <a:off x="4186251" y="5088959"/>
              <a:ext cx="496186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5B34EF2-2A6D-C4B9-705B-8B6B559DCDA8}"/>
                </a:ext>
              </a:extLst>
            </p:cNvPr>
            <p:cNvCxnSpPr/>
            <p:nvPr/>
          </p:nvCxnSpPr>
          <p:spPr>
            <a:xfrm flipV="1">
              <a:off x="4200428" y="1857154"/>
              <a:ext cx="0" cy="32393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C62BF8-3B7D-4E17-89E8-A885ABFD2DB9}"/>
                </a:ext>
              </a:extLst>
            </p:cNvPr>
            <p:cNvSpPr txBox="1"/>
            <p:nvPr/>
          </p:nvSpPr>
          <p:spPr>
            <a:xfrm>
              <a:off x="7945728" y="5145072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C18636-FC9F-7D42-175F-EA8861FE7C0F}"/>
                </a:ext>
              </a:extLst>
            </p:cNvPr>
            <p:cNvSpPr txBox="1"/>
            <p:nvPr/>
          </p:nvSpPr>
          <p:spPr>
            <a:xfrm rot="16200000">
              <a:off x="3414445" y="222620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Loss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49F9D84-3EF5-3A79-3DC3-689370190CDA}"/>
                </a:ext>
              </a:extLst>
            </p:cNvPr>
            <p:cNvSpPr/>
            <p:nvPr/>
          </p:nvSpPr>
          <p:spPr>
            <a:xfrm>
              <a:off x="3486791" y="2916439"/>
              <a:ext cx="3325268" cy="1613653"/>
            </a:xfrm>
            <a:custGeom>
              <a:avLst/>
              <a:gdLst>
                <a:gd name="connsiteX0" fmla="*/ 0 w 2352311"/>
                <a:gd name="connsiteY0" fmla="*/ 20941 h 1752019"/>
                <a:gd name="connsiteX1" fmla="*/ 593313 w 2352311"/>
                <a:gd name="connsiteY1" fmla="*/ 1186626 h 1752019"/>
                <a:gd name="connsiteX2" fmla="*/ 1172666 w 2352311"/>
                <a:gd name="connsiteY2" fmla="*/ 1752019 h 1752019"/>
                <a:gd name="connsiteX3" fmla="*/ 1758998 w 2352311"/>
                <a:gd name="connsiteY3" fmla="*/ 1179646 h 1752019"/>
                <a:gd name="connsiteX4" fmla="*/ 2352311 w 2352311"/>
                <a:gd name="connsiteY4" fmla="*/ 0 h 1752019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1758998"/>
                <a:gd name="connsiteY0" fmla="*/ 1186626 h 1752022"/>
                <a:gd name="connsiteX1" fmla="*/ 579353 w 1758998"/>
                <a:gd name="connsiteY1" fmla="*/ 1752019 h 1752022"/>
                <a:gd name="connsiteX2" fmla="*/ 1165685 w 1758998"/>
                <a:gd name="connsiteY2" fmla="*/ 1179646 h 1752022"/>
                <a:gd name="connsiteX3" fmla="*/ 1758998 w 1758998"/>
                <a:gd name="connsiteY3" fmla="*/ 0 h 1752022"/>
                <a:gd name="connsiteX0" fmla="*/ 0 w 1165685"/>
                <a:gd name="connsiteY0" fmla="*/ 6980 h 572376"/>
                <a:gd name="connsiteX1" fmla="*/ 579353 w 1165685"/>
                <a:gd name="connsiteY1" fmla="*/ 572373 h 572376"/>
                <a:gd name="connsiteX2" fmla="*/ 1165685 w 1165685"/>
                <a:gd name="connsiteY2" fmla="*/ 0 h 57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5685" h="572376">
                  <a:moveTo>
                    <a:pt x="0" y="6980"/>
                  </a:moveTo>
                  <a:cubicBezTo>
                    <a:pt x="195444" y="295493"/>
                    <a:pt x="385072" y="573536"/>
                    <a:pt x="579353" y="572373"/>
                  </a:cubicBezTo>
                  <a:cubicBezTo>
                    <a:pt x="773634" y="571210"/>
                    <a:pt x="967914" y="393215"/>
                    <a:pt x="116568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ABF9410-4983-9227-1713-CF3D40F3B243}"/>
                </a:ext>
              </a:extLst>
            </p:cNvPr>
            <p:cNvCxnSpPr>
              <a:cxnSpLocks/>
            </p:cNvCxnSpPr>
            <p:nvPr/>
          </p:nvCxnSpPr>
          <p:spPr>
            <a:xfrm>
              <a:off x="5149424" y="2637233"/>
              <a:ext cx="0" cy="2765622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83BEA46-6688-FC15-8EBF-C9B2E36E2B9B}"/>
                </a:ext>
              </a:extLst>
            </p:cNvPr>
            <p:cNvSpPr txBox="1"/>
            <p:nvPr/>
          </p:nvSpPr>
          <p:spPr>
            <a:xfrm>
              <a:off x="5386225" y="4424873"/>
              <a:ext cx="1532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Slope: +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267DC32-A32F-57DF-0F97-596AF54C819E}"/>
                </a:ext>
              </a:extLst>
            </p:cNvPr>
            <p:cNvSpPr txBox="1"/>
            <p:nvPr/>
          </p:nvSpPr>
          <p:spPr>
            <a:xfrm>
              <a:off x="3594179" y="517202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995E048-3D8F-CB77-5CDA-D3A8C9EF6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7163" y="3716285"/>
              <a:ext cx="748767" cy="7579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74D1256-51D2-125B-AF89-0C9F2387476A}"/>
                </a:ext>
              </a:extLst>
            </p:cNvPr>
            <p:cNvSpPr txBox="1"/>
            <p:nvPr/>
          </p:nvSpPr>
          <p:spPr>
            <a:xfrm>
              <a:off x="5015726" y="516444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9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E7F9EA9-B5AC-6790-F8D2-CDC7688228F7}"/>
                </a:ext>
              </a:extLst>
            </p:cNvPr>
            <p:cNvSpPr txBox="1"/>
            <p:nvPr/>
          </p:nvSpPr>
          <p:spPr>
            <a:xfrm>
              <a:off x="3463918" y="4413621"/>
              <a:ext cx="1532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Slope: -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5DF111B-8595-8D09-885B-EF093AACC74B}"/>
                </a:ext>
              </a:extLst>
            </p:cNvPr>
            <p:cNvCxnSpPr>
              <a:cxnSpLocks/>
            </p:cNvCxnSpPr>
            <p:nvPr/>
          </p:nvCxnSpPr>
          <p:spPr>
            <a:xfrm>
              <a:off x="3999930" y="3773163"/>
              <a:ext cx="741328" cy="7080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4C63E13-B91E-98DB-E7CB-A80CFBADBD81}"/>
              </a:ext>
            </a:extLst>
          </p:cNvPr>
          <p:cNvGrpSpPr/>
          <p:nvPr/>
        </p:nvGrpSpPr>
        <p:grpSpPr>
          <a:xfrm>
            <a:off x="602697" y="737457"/>
            <a:ext cx="5106527" cy="2740966"/>
            <a:chOff x="692681" y="631295"/>
            <a:chExt cx="5106527" cy="2740966"/>
          </a:xfrm>
        </p:grpSpPr>
        <p:sp>
          <p:nvSpPr>
            <p:cNvPr id="47" name="Flowchart: Connector 46">
              <a:extLst>
                <a:ext uri="{FF2B5EF4-FFF2-40B4-BE49-F238E27FC236}">
                  <a16:creationId xmlns:a16="http://schemas.microsoft.com/office/drawing/2014/main" id="{119C8D8B-C4B6-FFF7-206A-EFCA68AF113B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B95C2BD9-991C-C448-6C16-15D6C4FAC91E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58430B6-2FBB-06B0-9F45-26C86327769D}"/>
                </a:ext>
              </a:extLst>
            </p:cNvPr>
            <p:cNvCxnSpPr>
              <a:cxnSpLocks/>
              <a:stCxn id="47" idx="6"/>
              <a:endCxn id="51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C73EF33-EAB3-F4B9-B9E7-81D71A10F081}"/>
                </a:ext>
              </a:extLst>
            </p:cNvPr>
            <p:cNvCxnSpPr>
              <a:cxnSpLocks/>
              <a:stCxn id="47" idx="6"/>
              <a:endCxn id="52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CF0EC9E9-FBD9-98AB-656E-915A2FD0B31B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9B87A931-FDC4-CB8F-4F40-EA46FA2A5E61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BA2E4A8-9B3D-A82D-C2F2-750AC5E01E93}"/>
                </a:ext>
              </a:extLst>
            </p:cNvPr>
            <p:cNvCxnSpPr>
              <a:cxnSpLocks/>
              <a:stCxn id="52" idx="6"/>
              <a:endCxn id="48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84F431E-C664-0E6F-98A7-1637E577C92C}"/>
                </a:ext>
              </a:extLst>
            </p:cNvPr>
            <p:cNvCxnSpPr>
              <a:cxnSpLocks/>
              <a:stCxn id="51" idx="6"/>
              <a:endCxn id="48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D12E79A-3E49-3EDA-D593-5ACDAC870621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42282C3-3A43-0F5C-E8AC-6ACADFA598B3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7073C9C-F57A-D0F2-58CD-BDBCD3858FFA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6ADDD94-C618-A9B0-9D61-2AC34CB3424B}"/>
                </a:ext>
              </a:extLst>
            </p:cNvPr>
            <p:cNvSpPr txBox="1"/>
            <p:nvPr/>
          </p:nvSpPr>
          <p:spPr>
            <a:xfrm rot="18900000">
              <a:off x="3632849" y="195542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6C581F6-A58B-BE9A-2400-082F564F643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47482" y="3996372"/>
              <a:ext cx="5257800" cy="4973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53001188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𝑙𝑜𝑠𝑠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=91−18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40777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6C581F6-A58B-BE9A-2400-082F564F64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0615474"/>
                  </p:ext>
                </p:extLst>
              </p:nvPr>
            </p:nvGraphicFramePr>
            <p:xfrm>
              <a:off x="847482" y="3996372"/>
              <a:ext cx="5257800" cy="4973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530011886"/>
                        </a:ext>
                      </a:extLst>
                    </a:gridCol>
                  </a:tblGrid>
                  <a:tr h="4973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407774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AD3B3A-D8C9-6736-59BB-320424DBC718}"/>
              </a:ext>
            </a:extLst>
          </p:cNvPr>
          <p:cNvGraphicFramePr>
            <a:graphicFrameLocks noGrp="1"/>
          </p:cNvGraphicFramePr>
          <p:nvPr/>
        </p:nvGraphicFramePr>
        <p:xfrm>
          <a:off x="7352821" y="4358377"/>
          <a:ext cx="2405744" cy="2072640"/>
        </p:xfrm>
        <a:graphic>
          <a:graphicData uri="http://schemas.openxmlformats.org/drawingml/2006/table">
            <a:tbl>
              <a:tblPr firstRow="1" bandRow="1"/>
              <a:tblGrid>
                <a:gridCol w="1202872">
                  <a:extLst>
                    <a:ext uri="{9D8B030D-6E8A-4147-A177-3AD203B41FA5}">
                      <a16:colId xmlns:a16="http://schemas.microsoft.com/office/drawing/2014/main" val="1521775864"/>
                    </a:ext>
                  </a:extLst>
                </a:gridCol>
                <a:gridCol w="1202872">
                  <a:extLst>
                    <a:ext uri="{9D8B030D-6E8A-4147-A177-3AD203B41FA5}">
                      <a16:colId xmlns:a16="http://schemas.microsoft.com/office/drawing/2014/main" val="335979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1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15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3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9979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DFC89A-BA9C-11C0-E9AA-B2F798C48C47}"/>
                  </a:ext>
                </a:extLst>
              </p:cNvPr>
              <p:cNvSpPr txBox="1"/>
              <p:nvPr/>
            </p:nvSpPr>
            <p:spPr>
              <a:xfrm>
                <a:off x="797522" y="4820173"/>
                <a:ext cx="6097162" cy="1815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kern="100"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𝑠𝑙𝑜𝑝</m:t>
                      </m:r>
                      <m:sSub>
                        <m:sSubPr>
                          <m:ctrlPr>
                            <a:rPr lang="en-US" sz="2800" i="1" kern="100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</m:d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den>
                      </m:f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=2∗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𝑙𝑜𝑠𝑠</m:t>
                          </m:r>
                        </m:num>
                        <m:den>
                          <m:r>
                            <a:rPr lang="en-US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DFC89A-BA9C-11C0-E9AA-B2F798C48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22" y="4820173"/>
                <a:ext cx="6097162" cy="18154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079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190F5-7794-AF6E-8E16-98E7FC88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A84188A3-7504-E6A9-1DF9-ACBEFC834DD7}"/>
              </a:ext>
            </a:extLst>
          </p:cNvPr>
          <p:cNvGrpSpPr/>
          <p:nvPr/>
        </p:nvGrpSpPr>
        <p:grpSpPr>
          <a:xfrm>
            <a:off x="6204089" y="401648"/>
            <a:ext cx="5684194" cy="3776534"/>
            <a:chOff x="3463918" y="1857154"/>
            <a:chExt cx="5684194" cy="3776534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65104FE8-B664-46F4-8E66-EAB6BB0CAF4C}"/>
                </a:ext>
              </a:extLst>
            </p:cNvPr>
            <p:cNvCxnSpPr/>
            <p:nvPr/>
          </p:nvCxnSpPr>
          <p:spPr>
            <a:xfrm>
              <a:off x="4186251" y="5088959"/>
              <a:ext cx="496186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08FFC54-FF98-F32A-A962-6E8E13AB3A33}"/>
                </a:ext>
              </a:extLst>
            </p:cNvPr>
            <p:cNvCxnSpPr/>
            <p:nvPr/>
          </p:nvCxnSpPr>
          <p:spPr>
            <a:xfrm flipV="1">
              <a:off x="4200428" y="1857154"/>
              <a:ext cx="0" cy="32393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C54A3C5-AED7-9D44-8FF4-8145387101EF}"/>
                </a:ext>
              </a:extLst>
            </p:cNvPr>
            <p:cNvSpPr txBox="1"/>
            <p:nvPr/>
          </p:nvSpPr>
          <p:spPr>
            <a:xfrm>
              <a:off x="7945728" y="5145072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308484-FECB-5709-25EA-67B11EEB40EE}"/>
                </a:ext>
              </a:extLst>
            </p:cNvPr>
            <p:cNvSpPr txBox="1"/>
            <p:nvPr/>
          </p:nvSpPr>
          <p:spPr>
            <a:xfrm rot="16200000">
              <a:off x="3414445" y="222620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Loss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36E6931-AEC2-5735-A523-DD2C5DAE1111}"/>
                </a:ext>
              </a:extLst>
            </p:cNvPr>
            <p:cNvSpPr/>
            <p:nvPr/>
          </p:nvSpPr>
          <p:spPr>
            <a:xfrm>
              <a:off x="3486791" y="2916439"/>
              <a:ext cx="3325268" cy="1613653"/>
            </a:xfrm>
            <a:custGeom>
              <a:avLst/>
              <a:gdLst>
                <a:gd name="connsiteX0" fmla="*/ 0 w 2352311"/>
                <a:gd name="connsiteY0" fmla="*/ 20941 h 1752019"/>
                <a:gd name="connsiteX1" fmla="*/ 593313 w 2352311"/>
                <a:gd name="connsiteY1" fmla="*/ 1186626 h 1752019"/>
                <a:gd name="connsiteX2" fmla="*/ 1172666 w 2352311"/>
                <a:gd name="connsiteY2" fmla="*/ 1752019 h 1752019"/>
                <a:gd name="connsiteX3" fmla="*/ 1758998 w 2352311"/>
                <a:gd name="connsiteY3" fmla="*/ 1179646 h 1752019"/>
                <a:gd name="connsiteX4" fmla="*/ 2352311 w 2352311"/>
                <a:gd name="connsiteY4" fmla="*/ 0 h 1752019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1758998"/>
                <a:gd name="connsiteY0" fmla="*/ 1186626 h 1752022"/>
                <a:gd name="connsiteX1" fmla="*/ 579353 w 1758998"/>
                <a:gd name="connsiteY1" fmla="*/ 1752019 h 1752022"/>
                <a:gd name="connsiteX2" fmla="*/ 1165685 w 1758998"/>
                <a:gd name="connsiteY2" fmla="*/ 1179646 h 1752022"/>
                <a:gd name="connsiteX3" fmla="*/ 1758998 w 1758998"/>
                <a:gd name="connsiteY3" fmla="*/ 0 h 1752022"/>
                <a:gd name="connsiteX0" fmla="*/ 0 w 1165685"/>
                <a:gd name="connsiteY0" fmla="*/ 6980 h 572376"/>
                <a:gd name="connsiteX1" fmla="*/ 579353 w 1165685"/>
                <a:gd name="connsiteY1" fmla="*/ 572373 h 572376"/>
                <a:gd name="connsiteX2" fmla="*/ 1165685 w 1165685"/>
                <a:gd name="connsiteY2" fmla="*/ 0 h 57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5685" h="572376">
                  <a:moveTo>
                    <a:pt x="0" y="6980"/>
                  </a:moveTo>
                  <a:cubicBezTo>
                    <a:pt x="195444" y="295493"/>
                    <a:pt x="385072" y="573536"/>
                    <a:pt x="579353" y="572373"/>
                  </a:cubicBezTo>
                  <a:cubicBezTo>
                    <a:pt x="773634" y="571210"/>
                    <a:pt x="967914" y="393215"/>
                    <a:pt x="116568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716226-A96F-A0EA-0833-DE2173FFE62C}"/>
                </a:ext>
              </a:extLst>
            </p:cNvPr>
            <p:cNvCxnSpPr>
              <a:cxnSpLocks/>
            </p:cNvCxnSpPr>
            <p:nvPr/>
          </p:nvCxnSpPr>
          <p:spPr>
            <a:xfrm>
              <a:off x="5149424" y="2637233"/>
              <a:ext cx="0" cy="2765622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B81F82-19B7-7EC9-0524-9440E33DB563}"/>
                </a:ext>
              </a:extLst>
            </p:cNvPr>
            <p:cNvSpPr txBox="1"/>
            <p:nvPr/>
          </p:nvSpPr>
          <p:spPr>
            <a:xfrm>
              <a:off x="5386225" y="4424873"/>
              <a:ext cx="1532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Slope: +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E19E60-2DCB-DA58-12EE-AD457B520BB7}"/>
                </a:ext>
              </a:extLst>
            </p:cNvPr>
            <p:cNvSpPr txBox="1"/>
            <p:nvPr/>
          </p:nvSpPr>
          <p:spPr>
            <a:xfrm>
              <a:off x="3594179" y="517202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9EEC1D4-4506-46BC-5B1E-597FE9584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7163" y="3716285"/>
              <a:ext cx="748767" cy="7579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3A01A4-89C9-E06B-AB3B-08BBF2EA949A}"/>
                </a:ext>
              </a:extLst>
            </p:cNvPr>
            <p:cNvSpPr txBox="1"/>
            <p:nvPr/>
          </p:nvSpPr>
          <p:spPr>
            <a:xfrm>
              <a:off x="5015726" y="516444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9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7755653-87DD-5EAF-7126-3991158BD4B2}"/>
                </a:ext>
              </a:extLst>
            </p:cNvPr>
            <p:cNvSpPr txBox="1"/>
            <p:nvPr/>
          </p:nvSpPr>
          <p:spPr>
            <a:xfrm>
              <a:off x="3463918" y="4413621"/>
              <a:ext cx="1532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Slope: -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5F995F8-6F5F-9CE2-D1D6-0E51208A2A2B}"/>
                </a:ext>
              </a:extLst>
            </p:cNvPr>
            <p:cNvCxnSpPr>
              <a:cxnSpLocks/>
            </p:cNvCxnSpPr>
            <p:nvPr/>
          </p:nvCxnSpPr>
          <p:spPr>
            <a:xfrm>
              <a:off x="3999930" y="3773163"/>
              <a:ext cx="741328" cy="7080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6A3F89D-49DD-C591-2A8D-4F888039878D}"/>
                </a:ext>
              </a:extLst>
            </p:cNvPr>
            <p:cNvGrpSpPr/>
            <p:nvPr/>
          </p:nvGrpSpPr>
          <p:grpSpPr>
            <a:xfrm>
              <a:off x="5135837" y="3773163"/>
              <a:ext cx="1125263" cy="772017"/>
              <a:chOff x="5135837" y="3773163"/>
              <a:chExt cx="1125263" cy="772017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14D83ADD-8629-9CA8-DA5D-16E43D2990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2150" y="4439706"/>
                <a:ext cx="176141" cy="71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DB42D2D9-637F-47B2-C9A3-241E6C3605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5837" y="4511457"/>
                <a:ext cx="161537" cy="3372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3EA96BD-DDBC-B852-C33C-2F7843BE39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001" y="3773163"/>
                <a:ext cx="166099" cy="18556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8B174FE-36A1-5CEA-A4DD-D990FBCEEF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46229" y="3958728"/>
                <a:ext cx="148772" cy="17316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2FD3355-776F-9496-A6FB-DDF03EA05B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9282" y="4120073"/>
                <a:ext cx="107397" cy="11138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3ECAB74C-4A5C-D3B7-5082-FC53BF2D5B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7163" y="4222452"/>
                <a:ext cx="165894" cy="1269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F24BE00-F1ED-2565-C51C-0D9624F319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74377" y="4360715"/>
                <a:ext cx="172584" cy="8658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86A1C64-03A4-365B-E3E4-178AD1CB92D3}"/>
                </a:ext>
              </a:extLst>
            </p:cNvPr>
            <p:cNvGrpSpPr/>
            <p:nvPr/>
          </p:nvGrpSpPr>
          <p:grpSpPr>
            <a:xfrm flipH="1">
              <a:off x="4103414" y="3761865"/>
              <a:ext cx="1014288" cy="772017"/>
              <a:chOff x="5135837" y="3773163"/>
              <a:chExt cx="1125263" cy="772017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A6101C9-FAB5-5F97-87AC-A96B749146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2150" y="4439706"/>
                <a:ext cx="176141" cy="71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CFDB8EEE-F672-A4C9-FA14-ECA94CE3A3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5837" y="4511457"/>
                <a:ext cx="161537" cy="3372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5940961-715D-1D8E-87B3-1687091056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001" y="3773163"/>
                <a:ext cx="166099" cy="18556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5F60692-7CEC-72F8-40A1-1F462D93AC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46229" y="3958728"/>
                <a:ext cx="148772" cy="17316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D68C9A16-435B-FAFE-16FD-D86E141258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9282" y="4120073"/>
                <a:ext cx="107397" cy="11138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4C6E6B68-1BC8-EE76-8B4E-C2D1B7E4D5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7163" y="4222452"/>
                <a:ext cx="165894" cy="1269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F53D09D-F604-7AEA-97CE-00C6C99DC5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74377" y="4360715"/>
                <a:ext cx="172584" cy="8658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298690C-73BF-8372-C1EE-DE3FF1A4920C}"/>
              </a:ext>
            </a:extLst>
          </p:cNvPr>
          <p:cNvGrpSpPr/>
          <p:nvPr/>
        </p:nvGrpSpPr>
        <p:grpSpPr>
          <a:xfrm>
            <a:off x="602697" y="737457"/>
            <a:ext cx="5106527" cy="2740966"/>
            <a:chOff x="692681" y="631295"/>
            <a:chExt cx="5106527" cy="2740966"/>
          </a:xfrm>
        </p:grpSpPr>
        <p:sp>
          <p:nvSpPr>
            <p:cNvPr id="47" name="Flowchart: Connector 46">
              <a:extLst>
                <a:ext uri="{FF2B5EF4-FFF2-40B4-BE49-F238E27FC236}">
                  <a16:creationId xmlns:a16="http://schemas.microsoft.com/office/drawing/2014/main" id="{359EA368-E108-765F-20C5-9426679FF558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66F99901-DCB2-8E78-5AB7-B975F353A4FF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88872F2-DE20-90FF-4713-23F90747B1A0}"/>
                </a:ext>
              </a:extLst>
            </p:cNvPr>
            <p:cNvCxnSpPr>
              <a:cxnSpLocks/>
              <a:stCxn id="47" idx="6"/>
              <a:endCxn id="51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D6849C2-631F-0CB8-7008-FE69A4CF1EC4}"/>
                </a:ext>
              </a:extLst>
            </p:cNvPr>
            <p:cNvCxnSpPr>
              <a:cxnSpLocks/>
              <a:stCxn id="47" idx="6"/>
              <a:endCxn id="52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D961A9A2-3C2F-C767-BAB5-E491D0A1395F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80898551-8399-AAF5-9446-FC2C93FE4109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7D6DEB0-5553-8968-1439-D7D0469AE9FE}"/>
                </a:ext>
              </a:extLst>
            </p:cNvPr>
            <p:cNvCxnSpPr>
              <a:cxnSpLocks/>
              <a:stCxn id="52" idx="6"/>
              <a:endCxn id="48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AEAD0C4-BBEB-594D-8ACD-2A6D8BDB0AA7}"/>
                </a:ext>
              </a:extLst>
            </p:cNvPr>
            <p:cNvCxnSpPr>
              <a:cxnSpLocks/>
              <a:stCxn id="51" idx="6"/>
              <a:endCxn id="48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3940DAD-501B-C9B9-34DF-9EE7E01116C7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92E8837-43B7-52E2-E923-C467DCFB912F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D6CFD1F-0E4B-8AEF-85FD-7D1E36895011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ADD85B6-964C-6EDB-3156-8865DA2FA07A}"/>
                </a:ext>
              </a:extLst>
            </p:cNvPr>
            <p:cNvSpPr txBox="1"/>
            <p:nvPr/>
          </p:nvSpPr>
          <p:spPr>
            <a:xfrm rot="18900000">
              <a:off x="3632849" y="195542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4EF67E-DBE5-E083-C15E-D0A824A08617}"/>
                  </a:ext>
                </a:extLst>
              </p:cNvPr>
              <p:cNvSpPr txBox="1"/>
              <p:nvPr/>
            </p:nvSpPr>
            <p:spPr>
              <a:xfrm>
                <a:off x="566689" y="4521934"/>
                <a:ext cx="6097162" cy="1805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e>
                      </m:d>
                      <m:r>
                        <a:rPr 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e>
                      </m:d>
                      <m:r>
                        <a:rPr lang="en-US" sz="28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ope</m:t>
                          </m:r>
                        </m:e>
                        <m:sub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2800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𝐿𝑅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i="1" kern="0" dirty="0">
                  <a:effectLst/>
                  <a:latin typeface="Cambria Math" panose="02040503050406030204" pitchFamily="18" charset="0"/>
                  <a:ea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𝐿𝑅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𝑖𝑠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𝑎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𝑣𝑒𝑟𝑦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𝑠𝑚𝑎𝑙𝑙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𝑙𝑒𝑎𝑟𝑛𝑖𝑛𝑔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𝑟𝑎𝑡𝑒</m:t>
                      </m:r>
                      <m:r>
                        <a:rPr lang="en-US" sz="2800" b="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=0.0001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4EF67E-DBE5-E083-C15E-D0A824A08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9" y="4521934"/>
                <a:ext cx="6097162" cy="18059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5319B79-447A-0F2F-0F15-EAD9C238104A}"/>
              </a:ext>
            </a:extLst>
          </p:cNvPr>
          <p:cNvGraphicFramePr>
            <a:graphicFrameLocks noGrp="1"/>
          </p:cNvGraphicFramePr>
          <p:nvPr/>
        </p:nvGraphicFramePr>
        <p:xfrm>
          <a:off x="7352821" y="4358377"/>
          <a:ext cx="2405744" cy="2072640"/>
        </p:xfrm>
        <a:graphic>
          <a:graphicData uri="http://schemas.openxmlformats.org/drawingml/2006/table">
            <a:tbl>
              <a:tblPr firstRow="1" bandRow="1"/>
              <a:tblGrid>
                <a:gridCol w="1202872">
                  <a:extLst>
                    <a:ext uri="{9D8B030D-6E8A-4147-A177-3AD203B41FA5}">
                      <a16:colId xmlns:a16="http://schemas.microsoft.com/office/drawing/2014/main" val="1521775864"/>
                    </a:ext>
                  </a:extLst>
                </a:gridCol>
                <a:gridCol w="1202872">
                  <a:extLst>
                    <a:ext uri="{9D8B030D-6E8A-4147-A177-3AD203B41FA5}">
                      <a16:colId xmlns:a16="http://schemas.microsoft.com/office/drawing/2014/main" val="335979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1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15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3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99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829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ACC7A-60C9-E058-E740-E850D3007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BC01BDF7-A2B2-E35A-F9BC-93F57A1619A1}"/>
              </a:ext>
            </a:extLst>
          </p:cNvPr>
          <p:cNvGrpSpPr/>
          <p:nvPr/>
        </p:nvGrpSpPr>
        <p:grpSpPr>
          <a:xfrm>
            <a:off x="602697" y="737457"/>
            <a:ext cx="5106527" cy="2740966"/>
            <a:chOff x="692681" y="631295"/>
            <a:chExt cx="5106527" cy="2740966"/>
          </a:xfrm>
        </p:grpSpPr>
        <p:sp>
          <p:nvSpPr>
            <p:cNvPr id="47" name="Flowchart: Connector 46">
              <a:extLst>
                <a:ext uri="{FF2B5EF4-FFF2-40B4-BE49-F238E27FC236}">
                  <a16:creationId xmlns:a16="http://schemas.microsoft.com/office/drawing/2014/main" id="{50F0AA18-73AB-7180-15A1-9D3B9A9C3A81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17C8277C-B528-A44F-390A-D7B10E19CF2F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D3828AF-150A-79B1-61FE-C2613366C36E}"/>
                </a:ext>
              </a:extLst>
            </p:cNvPr>
            <p:cNvCxnSpPr>
              <a:cxnSpLocks/>
              <a:stCxn id="47" idx="6"/>
              <a:endCxn id="51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0476779-5F44-367B-4712-422134DA6156}"/>
                </a:ext>
              </a:extLst>
            </p:cNvPr>
            <p:cNvCxnSpPr>
              <a:cxnSpLocks/>
              <a:stCxn id="47" idx="6"/>
              <a:endCxn id="52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C655715E-3478-DDA6-78D6-AFBD12B524DC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7B697D5D-D8F3-7A9A-F039-BBCAE7BF4EFC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C6F6AC4-9DF3-7D6D-F183-894E58DC3319}"/>
                </a:ext>
              </a:extLst>
            </p:cNvPr>
            <p:cNvCxnSpPr>
              <a:cxnSpLocks/>
              <a:stCxn id="52" idx="6"/>
              <a:endCxn id="48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29C7993-0F93-5805-5B8D-03ACE8CF7589}"/>
                </a:ext>
              </a:extLst>
            </p:cNvPr>
            <p:cNvCxnSpPr>
              <a:cxnSpLocks/>
              <a:stCxn id="51" idx="6"/>
              <a:endCxn id="48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967BB9D-AC07-D6DC-D447-2E97EC3EC7FD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6DB6DB6-4070-39ED-6541-CB9EDFE246C1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4377A5F-36B9-E690-C805-87AC32BC7C9B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37F51F2-5783-DFF8-A718-BA475BEB8727}"/>
                </a:ext>
              </a:extLst>
            </p:cNvPr>
            <p:cNvSpPr txBox="1"/>
            <p:nvPr/>
          </p:nvSpPr>
          <p:spPr>
            <a:xfrm rot="18900000">
              <a:off x="3632849" y="195542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C42D78F-54F7-C270-5E90-E568E7B64B77}"/>
              </a:ext>
            </a:extLst>
          </p:cNvPr>
          <p:cNvGraphicFramePr>
            <a:graphicFrameLocks noGrp="1"/>
          </p:cNvGraphicFramePr>
          <p:nvPr/>
        </p:nvGraphicFramePr>
        <p:xfrm>
          <a:off x="7352821" y="4358377"/>
          <a:ext cx="2405744" cy="2072640"/>
        </p:xfrm>
        <a:graphic>
          <a:graphicData uri="http://schemas.openxmlformats.org/drawingml/2006/table">
            <a:tbl>
              <a:tblPr firstRow="1" bandRow="1"/>
              <a:tblGrid>
                <a:gridCol w="1202872">
                  <a:extLst>
                    <a:ext uri="{9D8B030D-6E8A-4147-A177-3AD203B41FA5}">
                      <a16:colId xmlns:a16="http://schemas.microsoft.com/office/drawing/2014/main" val="1521775864"/>
                    </a:ext>
                  </a:extLst>
                </a:gridCol>
                <a:gridCol w="1202872">
                  <a:extLst>
                    <a:ext uri="{9D8B030D-6E8A-4147-A177-3AD203B41FA5}">
                      <a16:colId xmlns:a16="http://schemas.microsoft.com/office/drawing/2014/main" val="335979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1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15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3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99793"/>
                  </a:ext>
                </a:extLst>
              </a:tr>
            </a:tbl>
          </a:graphicData>
        </a:graphic>
      </p:graphicFrame>
      <p:grpSp>
        <p:nvGrpSpPr>
          <p:cNvPr id="90" name="Group 89">
            <a:extLst>
              <a:ext uri="{FF2B5EF4-FFF2-40B4-BE49-F238E27FC236}">
                <a16:creationId xmlns:a16="http://schemas.microsoft.com/office/drawing/2014/main" id="{DDBA0C72-707C-067E-A443-F0AB22C8068C}"/>
              </a:ext>
            </a:extLst>
          </p:cNvPr>
          <p:cNvGrpSpPr/>
          <p:nvPr/>
        </p:nvGrpSpPr>
        <p:grpSpPr>
          <a:xfrm>
            <a:off x="5549221" y="596807"/>
            <a:ext cx="5671472" cy="3406180"/>
            <a:chOff x="1291328" y="1857154"/>
            <a:chExt cx="7856784" cy="471863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32DC5C6-65DB-E5D1-CA9C-9BAAEE6F9BD7}"/>
                </a:ext>
              </a:extLst>
            </p:cNvPr>
            <p:cNvSpPr/>
            <p:nvPr/>
          </p:nvSpPr>
          <p:spPr>
            <a:xfrm>
              <a:off x="4920817" y="2582638"/>
              <a:ext cx="578630" cy="1962401"/>
            </a:xfrm>
            <a:custGeom>
              <a:avLst/>
              <a:gdLst>
                <a:gd name="connsiteX0" fmla="*/ 0 w 2352311"/>
                <a:gd name="connsiteY0" fmla="*/ 20941 h 1752019"/>
                <a:gd name="connsiteX1" fmla="*/ 593313 w 2352311"/>
                <a:gd name="connsiteY1" fmla="*/ 1186626 h 1752019"/>
                <a:gd name="connsiteX2" fmla="*/ 1172666 w 2352311"/>
                <a:gd name="connsiteY2" fmla="*/ 1752019 h 1752019"/>
                <a:gd name="connsiteX3" fmla="*/ 1758998 w 2352311"/>
                <a:gd name="connsiteY3" fmla="*/ 1179646 h 1752019"/>
                <a:gd name="connsiteX4" fmla="*/ 2352311 w 2352311"/>
                <a:gd name="connsiteY4" fmla="*/ 0 h 1752019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1758998"/>
                <a:gd name="connsiteY0" fmla="*/ 1186626 h 1752022"/>
                <a:gd name="connsiteX1" fmla="*/ 579353 w 1758998"/>
                <a:gd name="connsiteY1" fmla="*/ 1752019 h 1752022"/>
                <a:gd name="connsiteX2" fmla="*/ 1165685 w 1758998"/>
                <a:gd name="connsiteY2" fmla="*/ 1179646 h 1752022"/>
                <a:gd name="connsiteX3" fmla="*/ 1758998 w 1758998"/>
                <a:gd name="connsiteY3" fmla="*/ 0 h 1752022"/>
                <a:gd name="connsiteX0" fmla="*/ 0 w 1165685"/>
                <a:gd name="connsiteY0" fmla="*/ 6980 h 572376"/>
                <a:gd name="connsiteX1" fmla="*/ 579353 w 1165685"/>
                <a:gd name="connsiteY1" fmla="*/ 572373 h 572376"/>
                <a:gd name="connsiteX2" fmla="*/ 1165685 w 1165685"/>
                <a:gd name="connsiteY2" fmla="*/ 0 h 572376"/>
                <a:gd name="connsiteX0" fmla="*/ 0 w 1020146"/>
                <a:gd name="connsiteY0" fmla="*/ 184281 h 576769"/>
                <a:gd name="connsiteX1" fmla="*/ 433814 w 1020146"/>
                <a:gd name="connsiteY1" fmla="*/ 572373 h 576769"/>
                <a:gd name="connsiteX2" fmla="*/ 1020146 w 1020146"/>
                <a:gd name="connsiteY2" fmla="*/ 0 h 576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0146" h="576769">
                  <a:moveTo>
                    <a:pt x="0" y="184281"/>
                  </a:moveTo>
                  <a:cubicBezTo>
                    <a:pt x="195444" y="472794"/>
                    <a:pt x="263790" y="603087"/>
                    <a:pt x="433814" y="572373"/>
                  </a:cubicBezTo>
                  <a:cubicBezTo>
                    <a:pt x="603838" y="541660"/>
                    <a:pt x="822375" y="393215"/>
                    <a:pt x="1020146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9F703B4-DC8E-5626-30B9-78F290EDAC94}"/>
                </a:ext>
              </a:extLst>
            </p:cNvPr>
            <p:cNvCxnSpPr/>
            <p:nvPr/>
          </p:nvCxnSpPr>
          <p:spPr>
            <a:xfrm>
              <a:off x="4186251" y="5088959"/>
              <a:ext cx="496186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5C5783C-C0AC-07AD-D8CC-68222C3F0CFB}"/>
                </a:ext>
              </a:extLst>
            </p:cNvPr>
            <p:cNvCxnSpPr/>
            <p:nvPr/>
          </p:nvCxnSpPr>
          <p:spPr>
            <a:xfrm flipV="1">
              <a:off x="4200428" y="1857154"/>
              <a:ext cx="0" cy="32393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35125C-92AC-E19F-8357-2D92B700D3DD}"/>
                </a:ext>
              </a:extLst>
            </p:cNvPr>
            <p:cNvSpPr txBox="1"/>
            <p:nvPr/>
          </p:nvSpPr>
          <p:spPr>
            <a:xfrm>
              <a:off x="1472657" y="6114126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1A586A-436B-89B4-961E-1ACC440DB4F6}"/>
                </a:ext>
              </a:extLst>
            </p:cNvPr>
            <p:cNvSpPr txBox="1"/>
            <p:nvPr/>
          </p:nvSpPr>
          <p:spPr>
            <a:xfrm rot="16200000">
              <a:off x="3414445" y="222620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Loss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48F0EA-C3F8-87DC-72E7-5E26CAAE0C2A}"/>
                </a:ext>
              </a:extLst>
            </p:cNvPr>
            <p:cNvSpPr/>
            <p:nvPr/>
          </p:nvSpPr>
          <p:spPr>
            <a:xfrm>
              <a:off x="3486791" y="2916439"/>
              <a:ext cx="3325268" cy="1613653"/>
            </a:xfrm>
            <a:custGeom>
              <a:avLst/>
              <a:gdLst>
                <a:gd name="connsiteX0" fmla="*/ 0 w 2352311"/>
                <a:gd name="connsiteY0" fmla="*/ 20941 h 1752019"/>
                <a:gd name="connsiteX1" fmla="*/ 593313 w 2352311"/>
                <a:gd name="connsiteY1" fmla="*/ 1186626 h 1752019"/>
                <a:gd name="connsiteX2" fmla="*/ 1172666 w 2352311"/>
                <a:gd name="connsiteY2" fmla="*/ 1752019 h 1752019"/>
                <a:gd name="connsiteX3" fmla="*/ 1758998 w 2352311"/>
                <a:gd name="connsiteY3" fmla="*/ 1179646 h 1752019"/>
                <a:gd name="connsiteX4" fmla="*/ 2352311 w 2352311"/>
                <a:gd name="connsiteY4" fmla="*/ 0 h 1752019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1758998"/>
                <a:gd name="connsiteY0" fmla="*/ 1186626 h 1752022"/>
                <a:gd name="connsiteX1" fmla="*/ 579353 w 1758998"/>
                <a:gd name="connsiteY1" fmla="*/ 1752019 h 1752022"/>
                <a:gd name="connsiteX2" fmla="*/ 1165685 w 1758998"/>
                <a:gd name="connsiteY2" fmla="*/ 1179646 h 1752022"/>
                <a:gd name="connsiteX3" fmla="*/ 1758998 w 1758998"/>
                <a:gd name="connsiteY3" fmla="*/ 0 h 1752022"/>
                <a:gd name="connsiteX0" fmla="*/ 0 w 1165685"/>
                <a:gd name="connsiteY0" fmla="*/ 6980 h 572376"/>
                <a:gd name="connsiteX1" fmla="*/ 579353 w 1165685"/>
                <a:gd name="connsiteY1" fmla="*/ 572373 h 572376"/>
                <a:gd name="connsiteX2" fmla="*/ 1165685 w 1165685"/>
                <a:gd name="connsiteY2" fmla="*/ 0 h 57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5685" h="572376">
                  <a:moveTo>
                    <a:pt x="0" y="6980"/>
                  </a:moveTo>
                  <a:cubicBezTo>
                    <a:pt x="195444" y="295493"/>
                    <a:pt x="385072" y="573536"/>
                    <a:pt x="579353" y="572373"/>
                  </a:cubicBezTo>
                  <a:cubicBezTo>
                    <a:pt x="773634" y="571210"/>
                    <a:pt x="967914" y="393215"/>
                    <a:pt x="116568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743B5E8-0D5A-B25E-8707-55C189665286}"/>
                </a:ext>
              </a:extLst>
            </p:cNvPr>
            <p:cNvCxnSpPr>
              <a:cxnSpLocks/>
            </p:cNvCxnSpPr>
            <p:nvPr/>
          </p:nvCxnSpPr>
          <p:spPr>
            <a:xfrm>
              <a:off x="5149424" y="2637233"/>
              <a:ext cx="0" cy="2765622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C2607BA-4DA6-BDC3-B35B-D5FACB250B19}"/>
                </a:ext>
              </a:extLst>
            </p:cNvPr>
            <p:cNvSpPr txBox="1"/>
            <p:nvPr/>
          </p:nvSpPr>
          <p:spPr>
            <a:xfrm>
              <a:off x="3594179" y="517202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821E128-8256-055A-6D8F-6AF2F1647444}"/>
                </a:ext>
              </a:extLst>
            </p:cNvPr>
            <p:cNvGrpSpPr/>
            <p:nvPr/>
          </p:nvGrpSpPr>
          <p:grpSpPr>
            <a:xfrm>
              <a:off x="5135837" y="3773163"/>
              <a:ext cx="1125263" cy="772017"/>
              <a:chOff x="5135837" y="3773163"/>
              <a:chExt cx="1125263" cy="772017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D8394B4A-D3DF-33AE-BD39-48C82DA5F5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2150" y="4439706"/>
                <a:ext cx="176141" cy="71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53A39AE-6640-ABCC-B058-8988DC103A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5837" y="4511457"/>
                <a:ext cx="161537" cy="3372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5CF1633D-24D5-63FF-6CFD-F4D922AF08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001" y="3773163"/>
                <a:ext cx="166099" cy="18556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7AD28805-1305-D52F-0A3C-D1BB91CB4A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46229" y="3958728"/>
                <a:ext cx="148772" cy="17316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7A25BC7E-C2EF-EBC1-46A7-33AB06CF3F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9282" y="4120073"/>
                <a:ext cx="107397" cy="11138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F38C70CA-6D03-D25C-7C8E-AF59626233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7163" y="4222452"/>
                <a:ext cx="165894" cy="1269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ED37F248-5F4B-E755-D0E1-FCE92A8C61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74377" y="4360715"/>
                <a:ext cx="172584" cy="8658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A03850D-7113-8D4B-1929-57BDA9E9F8EF}"/>
                </a:ext>
              </a:extLst>
            </p:cNvPr>
            <p:cNvGrpSpPr/>
            <p:nvPr/>
          </p:nvGrpSpPr>
          <p:grpSpPr>
            <a:xfrm flipH="1">
              <a:off x="4103414" y="3761865"/>
              <a:ext cx="1014288" cy="772017"/>
              <a:chOff x="5135837" y="3773163"/>
              <a:chExt cx="1125263" cy="772017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14E637EA-FC02-2EFB-BEB3-42392F31C0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2150" y="4439706"/>
                <a:ext cx="176141" cy="71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B8C59084-DB07-A159-F5F1-7F154C144E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5837" y="4511457"/>
                <a:ext cx="161537" cy="3372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F1C4E918-531E-8692-A758-0BA6F3BDF0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001" y="3773163"/>
                <a:ext cx="166099" cy="18556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FA665A84-78C1-1615-C981-00E2B6541F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46229" y="3958728"/>
                <a:ext cx="148772" cy="17316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73EC45B9-313E-FBF3-6DFB-CFC476501B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9282" y="4120073"/>
                <a:ext cx="107397" cy="11138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5D832C8B-A23E-7437-6EBD-31B7B691BC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7163" y="4222452"/>
                <a:ext cx="165894" cy="1269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D4BA528C-2DA4-3980-205C-FC289D7811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74377" y="4360715"/>
                <a:ext cx="172584" cy="8658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C96D4E7B-615D-CE9A-01C8-2707C58D9B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1328" y="5088959"/>
              <a:ext cx="2894923" cy="1256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29B444C-F0FD-1BCF-7E78-C6C6CEFBC8D2}"/>
                </a:ext>
              </a:extLst>
            </p:cNvPr>
            <p:cNvSpPr txBox="1"/>
            <p:nvPr/>
          </p:nvSpPr>
          <p:spPr>
            <a:xfrm>
              <a:off x="8098128" y="5297472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320B2CE-91B4-D9DA-7C3A-36957B5A1972}"/>
                </a:ext>
              </a:extLst>
            </p:cNvPr>
            <p:cNvSpPr/>
            <p:nvPr/>
          </p:nvSpPr>
          <p:spPr>
            <a:xfrm>
              <a:off x="3463918" y="2590215"/>
              <a:ext cx="3371013" cy="6222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A9315ED-35B6-482D-291A-312E9588DEFB}"/>
                </a:ext>
              </a:extLst>
            </p:cNvPr>
            <p:cNvGrpSpPr/>
            <p:nvPr/>
          </p:nvGrpSpPr>
          <p:grpSpPr>
            <a:xfrm>
              <a:off x="4956557" y="3865945"/>
              <a:ext cx="394898" cy="667831"/>
              <a:chOff x="4255814" y="3914265"/>
              <a:chExt cx="2157686" cy="783315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C2F95961-D538-08AC-015B-A8202B0AB367}"/>
                  </a:ext>
                </a:extLst>
              </p:cNvPr>
              <p:cNvGrpSpPr/>
              <p:nvPr/>
            </p:nvGrpSpPr>
            <p:grpSpPr>
              <a:xfrm>
                <a:off x="5288237" y="3925563"/>
                <a:ext cx="1125263" cy="772017"/>
                <a:chOff x="5135837" y="3773163"/>
                <a:chExt cx="1125263" cy="772017"/>
              </a:xfrm>
            </p:grpSpPr>
            <p:cxnSp>
              <p:nvCxnSpPr>
                <p:cNvPr id="83" name="Straight Arrow Connector 82">
                  <a:extLst>
                    <a:ext uri="{FF2B5EF4-FFF2-40B4-BE49-F238E27FC236}">
                      <a16:creationId xmlns:a16="http://schemas.microsoft.com/office/drawing/2014/main" id="{591DD728-254A-B657-7D7B-6255A72175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2150" y="4439706"/>
                  <a:ext cx="176141" cy="71751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26175D33-7C36-72FD-CCFB-EC83E81F45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35837" y="4511457"/>
                  <a:ext cx="161537" cy="33723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B4745AE2-E989-5B24-01DB-DC40FF6A7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5001" y="3773163"/>
                  <a:ext cx="166099" cy="185565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Arrow Connector 85">
                  <a:extLst>
                    <a:ext uri="{FF2B5EF4-FFF2-40B4-BE49-F238E27FC236}">
                      <a16:creationId xmlns:a16="http://schemas.microsoft.com/office/drawing/2014/main" id="{EAAB672E-F835-F2F8-6C07-862C6AC35E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46229" y="3958728"/>
                  <a:ext cx="148772" cy="173167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CBD41411-4E4E-F8B5-890A-6182310FDC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39282" y="4120073"/>
                  <a:ext cx="107397" cy="111380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Arrow Connector 87">
                  <a:extLst>
                    <a:ext uri="{FF2B5EF4-FFF2-40B4-BE49-F238E27FC236}">
                      <a16:creationId xmlns:a16="http://schemas.microsoft.com/office/drawing/2014/main" id="{B3277F3E-930B-83CD-3A6E-66EFCB840B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67163" y="4222452"/>
                  <a:ext cx="165894" cy="126938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8C7B45B1-637E-AB70-2B72-DC9F506178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4377" y="4360715"/>
                  <a:ext cx="172584" cy="86584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E7C812BE-9011-CB63-B271-0883FF9940F1}"/>
                  </a:ext>
                </a:extLst>
              </p:cNvPr>
              <p:cNvGrpSpPr/>
              <p:nvPr/>
            </p:nvGrpSpPr>
            <p:grpSpPr>
              <a:xfrm flipH="1">
                <a:off x="4255814" y="3914265"/>
                <a:ext cx="1014288" cy="772017"/>
                <a:chOff x="5135837" y="3773163"/>
                <a:chExt cx="1125263" cy="772017"/>
              </a:xfrm>
            </p:grpSpPr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5D860507-9943-556A-CFB6-885361E3B4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2150" y="4439706"/>
                  <a:ext cx="176141" cy="71751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24AD1986-DBA9-A806-990C-72C0E3BEF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35837" y="4511457"/>
                  <a:ext cx="161537" cy="33723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23A4906F-F80C-8158-841F-AA66CE484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5001" y="3773163"/>
                  <a:ext cx="166099" cy="185565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B8471152-D6BB-A4E7-D575-8657B29536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46229" y="3958728"/>
                  <a:ext cx="148772" cy="173167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86E1525D-43D6-47B0-E774-B10D7273C2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39282" y="4120073"/>
                  <a:ext cx="107397" cy="111380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F0C376A6-D1E7-402F-A2B6-E4D95BBD51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67163" y="4222452"/>
                  <a:ext cx="165894" cy="126938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D43F53A9-6DAF-7DFE-E2E4-E576CC2E83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4377" y="4360715"/>
                  <a:ext cx="172584" cy="86584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2" name="Table 91">
                <a:extLst>
                  <a:ext uri="{FF2B5EF4-FFF2-40B4-BE49-F238E27FC236}">
                    <a16:creationId xmlns:a16="http://schemas.microsoft.com/office/drawing/2014/main" id="{08079733-B81F-E03D-71BA-F2CE76740EC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2697" y="4239781"/>
              <a:ext cx="6412356" cy="98145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412356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2" name="Table 91">
                <a:extLst>
                  <a:ext uri="{FF2B5EF4-FFF2-40B4-BE49-F238E27FC236}">
                    <a16:creationId xmlns:a16="http://schemas.microsoft.com/office/drawing/2014/main" id="{08079733-B81F-E03D-71BA-F2CE76740E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439939"/>
                  </p:ext>
                </p:extLst>
              </p:nvPr>
            </p:nvGraphicFramePr>
            <p:xfrm>
              <a:off x="602697" y="4239781"/>
              <a:ext cx="6412356" cy="98145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412356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4448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CDD6-2D40-AF6A-A6EB-8A4ABBCA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A435AD3-914D-3103-667A-E7492D418B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677" y="490155"/>
              <a:ext cx="10720932" cy="24117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720932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endParaRPr lang="en-US" sz="2800" i="1" kern="100" dirty="0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A435AD3-914D-3103-667A-E7492D418B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9772005"/>
                  </p:ext>
                </p:extLst>
              </p:nvPr>
            </p:nvGraphicFramePr>
            <p:xfrm>
              <a:off x="670677" y="490155"/>
              <a:ext cx="10720932" cy="24117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720932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b="-3901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0000" b="-2901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2500" b="-19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98765" b="-913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44888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endParaRPr lang="en-US" sz="2800" i="1" kern="100" dirty="0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C028EE9-1BDD-5506-5672-7AEAE5BDE1A3}"/>
              </a:ext>
            </a:extLst>
          </p:cNvPr>
          <p:cNvGrpSpPr/>
          <p:nvPr/>
        </p:nvGrpSpPr>
        <p:grpSpPr>
          <a:xfrm>
            <a:off x="587171" y="3429000"/>
            <a:ext cx="4434385" cy="2380189"/>
            <a:chOff x="692681" y="631295"/>
            <a:chExt cx="5106527" cy="2740966"/>
          </a:xfrm>
        </p:grpSpPr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73274A34-DCBA-2597-9D20-6A1CDB74A3D4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9041F640-B5AC-FF55-0D42-5406D5D756C0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C06C753-3867-F33A-4F83-F9115D502D3E}"/>
                </a:ext>
              </a:extLst>
            </p:cNvPr>
            <p:cNvCxnSpPr>
              <a:cxnSpLocks/>
              <a:stCxn id="12" idx="6"/>
              <a:endCxn id="16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15EA8BD-CB0A-7A7A-CBC3-5D39D0FD7742}"/>
                </a:ext>
              </a:extLst>
            </p:cNvPr>
            <p:cNvCxnSpPr>
              <a:cxnSpLocks/>
              <a:stCxn id="12" idx="6"/>
              <a:endCxn id="17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F8475B7F-5E0F-6646-3700-0901E99181EB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B0BE9F9B-8662-756C-6307-22BA00898753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D05DACB-4EE0-5B9B-5D02-98EB86B45CB4}"/>
                </a:ext>
              </a:extLst>
            </p:cNvPr>
            <p:cNvCxnSpPr>
              <a:cxnSpLocks/>
              <a:stCxn id="17" idx="6"/>
              <a:endCxn id="13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7E8EFEF-E37A-71D6-66DB-45557ACC36CB}"/>
                </a:ext>
              </a:extLst>
            </p:cNvPr>
            <p:cNvCxnSpPr>
              <a:cxnSpLocks/>
              <a:stCxn id="16" idx="6"/>
              <a:endCxn id="13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06D471F-C90E-7B8E-BF3A-2321BC361005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D1CE675-0ACA-B178-94B8-4D4E6EF2A5D6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787CD3D-AE93-1660-ED1A-6E27C75BD469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4C26EBF-498C-EF2F-EF41-D6D9D8AC2A36}"/>
                </a:ext>
              </a:extLst>
            </p:cNvPr>
            <p:cNvSpPr txBox="1"/>
            <p:nvPr/>
          </p:nvSpPr>
          <p:spPr>
            <a:xfrm rot="18900000">
              <a:off x="3583414" y="1905260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7CAD8BB-581D-7238-34AC-EFA01CB89C3A}"/>
              </a:ext>
            </a:extLst>
          </p:cNvPr>
          <p:cNvGrpSpPr/>
          <p:nvPr/>
        </p:nvGrpSpPr>
        <p:grpSpPr>
          <a:xfrm>
            <a:off x="6096000" y="2728771"/>
            <a:ext cx="5364828" cy="3517750"/>
            <a:chOff x="6673026" y="1472812"/>
            <a:chExt cx="5364828" cy="351775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B16B8EA-89E1-1D17-00BA-8EFFA0CB65EA}"/>
                </a:ext>
              </a:extLst>
            </p:cNvPr>
            <p:cNvGrpSpPr/>
            <p:nvPr/>
          </p:nvGrpSpPr>
          <p:grpSpPr>
            <a:xfrm>
              <a:off x="6673026" y="1472812"/>
              <a:ext cx="5364828" cy="3332892"/>
              <a:chOff x="1291328" y="1857154"/>
              <a:chExt cx="7856784" cy="4718637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F434387-5B23-86F2-62B6-AD6D64D5C2C2}"/>
                  </a:ext>
                </a:extLst>
              </p:cNvPr>
              <p:cNvSpPr/>
              <p:nvPr/>
            </p:nvSpPr>
            <p:spPr>
              <a:xfrm>
                <a:off x="4920817" y="2582638"/>
                <a:ext cx="578630" cy="1962401"/>
              </a:xfrm>
              <a:custGeom>
                <a:avLst/>
                <a:gdLst>
                  <a:gd name="connsiteX0" fmla="*/ 0 w 2352311"/>
                  <a:gd name="connsiteY0" fmla="*/ 20941 h 1752019"/>
                  <a:gd name="connsiteX1" fmla="*/ 593313 w 2352311"/>
                  <a:gd name="connsiteY1" fmla="*/ 1186626 h 1752019"/>
                  <a:gd name="connsiteX2" fmla="*/ 1172666 w 2352311"/>
                  <a:gd name="connsiteY2" fmla="*/ 1752019 h 1752019"/>
                  <a:gd name="connsiteX3" fmla="*/ 1758998 w 2352311"/>
                  <a:gd name="connsiteY3" fmla="*/ 1179646 h 1752019"/>
                  <a:gd name="connsiteX4" fmla="*/ 2352311 w 2352311"/>
                  <a:gd name="connsiteY4" fmla="*/ 0 h 1752019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1758998"/>
                  <a:gd name="connsiteY0" fmla="*/ 1186626 h 1752022"/>
                  <a:gd name="connsiteX1" fmla="*/ 579353 w 1758998"/>
                  <a:gd name="connsiteY1" fmla="*/ 1752019 h 1752022"/>
                  <a:gd name="connsiteX2" fmla="*/ 1165685 w 1758998"/>
                  <a:gd name="connsiteY2" fmla="*/ 1179646 h 1752022"/>
                  <a:gd name="connsiteX3" fmla="*/ 1758998 w 1758998"/>
                  <a:gd name="connsiteY3" fmla="*/ 0 h 1752022"/>
                  <a:gd name="connsiteX0" fmla="*/ 0 w 1165685"/>
                  <a:gd name="connsiteY0" fmla="*/ 6980 h 572376"/>
                  <a:gd name="connsiteX1" fmla="*/ 579353 w 1165685"/>
                  <a:gd name="connsiteY1" fmla="*/ 572373 h 572376"/>
                  <a:gd name="connsiteX2" fmla="*/ 1165685 w 1165685"/>
                  <a:gd name="connsiteY2" fmla="*/ 0 h 572376"/>
                  <a:gd name="connsiteX0" fmla="*/ 0 w 1020146"/>
                  <a:gd name="connsiteY0" fmla="*/ 184281 h 576769"/>
                  <a:gd name="connsiteX1" fmla="*/ 433814 w 1020146"/>
                  <a:gd name="connsiteY1" fmla="*/ 572373 h 576769"/>
                  <a:gd name="connsiteX2" fmla="*/ 1020146 w 1020146"/>
                  <a:gd name="connsiteY2" fmla="*/ 0 h 576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20146" h="576769">
                    <a:moveTo>
                      <a:pt x="0" y="184281"/>
                    </a:moveTo>
                    <a:cubicBezTo>
                      <a:pt x="195444" y="472794"/>
                      <a:pt x="263790" y="603087"/>
                      <a:pt x="433814" y="572373"/>
                    </a:cubicBezTo>
                    <a:cubicBezTo>
                      <a:pt x="603838" y="541660"/>
                      <a:pt x="822375" y="393215"/>
                      <a:pt x="1020146" y="0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79185350-E48D-B908-4EEB-13C11B8BD554}"/>
                  </a:ext>
                </a:extLst>
              </p:cNvPr>
              <p:cNvCxnSpPr/>
              <p:nvPr/>
            </p:nvCxnSpPr>
            <p:spPr>
              <a:xfrm>
                <a:off x="4186251" y="5088959"/>
                <a:ext cx="4961861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565BED76-A454-EC2E-2247-381B490900FD}"/>
                  </a:ext>
                </a:extLst>
              </p:cNvPr>
              <p:cNvCxnSpPr/>
              <p:nvPr/>
            </p:nvCxnSpPr>
            <p:spPr>
              <a:xfrm flipV="1">
                <a:off x="4200428" y="1857154"/>
                <a:ext cx="0" cy="323938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C89B7C-B930-78AB-1E7F-9078A321DC09}"/>
                  </a:ext>
                </a:extLst>
              </p:cNvPr>
              <p:cNvSpPr txBox="1"/>
              <p:nvPr/>
            </p:nvSpPr>
            <p:spPr>
              <a:xfrm>
                <a:off x="1472657" y="6114126"/>
                <a:ext cx="10184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</a:t>
                </a:r>
                <a:r>
                  <a:rPr kumimoji="0" lang="en-US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11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FE49B87-A663-CC73-5B69-41929D925961}"/>
                  </a:ext>
                </a:extLst>
              </p:cNvPr>
              <p:cNvSpPr txBox="1"/>
              <p:nvPr/>
            </p:nvSpPr>
            <p:spPr>
              <a:xfrm rot="16200000">
                <a:off x="3414445" y="2226205"/>
                <a:ext cx="10184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Loss</a:t>
                </a:r>
                <a:endPara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2730C13-6095-3225-CAF2-4F490E067E36}"/>
                  </a:ext>
                </a:extLst>
              </p:cNvPr>
              <p:cNvSpPr/>
              <p:nvPr/>
            </p:nvSpPr>
            <p:spPr>
              <a:xfrm>
                <a:off x="3486791" y="2916439"/>
                <a:ext cx="3325268" cy="1613653"/>
              </a:xfrm>
              <a:custGeom>
                <a:avLst/>
                <a:gdLst>
                  <a:gd name="connsiteX0" fmla="*/ 0 w 2352311"/>
                  <a:gd name="connsiteY0" fmla="*/ 20941 h 1752019"/>
                  <a:gd name="connsiteX1" fmla="*/ 593313 w 2352311"/>
                  <a:gd name="connsiteY1" fmla="*/ 1186626 h 1752019"/>
                  <a:gd name="connsiteX2" fmla="*/ 1172666 w 2352311"/>
                  <a:gd name="connsiteY2" fmla="*/ 1752019 h 1752019"/>
                  <a:gd name="connsiteX3" fmla="*/ 1758998 w 2352311"/>
                  <a:gd name="connsiteY3" fmla="*/ 1179646 h 1752019"/>
                  <a:gd name="connsiteX4" fmla="*/ 2352311 w 2352311"/>
                  <a:gd name="connsiteY4" fmla="*/ 0 h 1752019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1758998"/>
                  <a:gd name="connsiteY0" fmla="*/ 1186626 h 1752022"/>
                  <a:gd name="connsiteX1" fmla="*/ 579353 w 1758998"/>
                  <a:gd name="connsiteY1" fmla="*/ 1752019 h 1752022"/>
                  <a:gd name="connsiteX2" fmla="*/ 1165685 w 1758998"/>
                  <a:gd name="connsiteY2" fmla="*/ 1179646 h 1752022"/>
                  <a:gd name="connsiteX3" fmla="*/ 1758998 w 1758998"/>
                  <a:gd name="connsiteY3" fmla="*/ 0 h 1752022"/>
                  <a:gd name="connsiteX0" fmla="*/ 0 w 1165685"/>
                  <a:gd name="connsiteY0" fmla="*/ 6980 h 572376"/>
                  <a:gd name="connsiteX1" fmla="*/ 579353 w 1165685"/>
                  <a:gd name="connsiteY1" fmla="*/ 572373 h 572376"/>
                  <a:gd name="connsiteX2" fmla="*/ 1165685 w 1165685"/>
                  <a:gd name="connsiteY2" fmla="*/ 0 h 572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65685" h="572376">
                    <a:moveTo>
                      <a:pt x="0" y="6980"/>
                    </a:moveTo>
                    <a:cubicBezTo>
                      <a:pt x="195444" y="295493"/>
                      <a:pt x="385072" y="573536"/>
                      <a:pt x="579353" y="572373"/>
                    </a:cubicBezTo>
                    <a:cubicBezTo>
                      <a:pt x="773634" y="571210"/>
                      <a:pt x="967914" y="393215"/>
                      <a:pt x="1165685" y="0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62EE09B-19E0-9B0F-A65C-C1799ED1FD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9424" y="2637233"/>
                <a:ext cx="0" cy="2765622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CC846F7-1EE9-DCDE-AB1F-2B96BB690C01}"/>
                  </a:ext>
                </a:extLst>
              </p:cNvPr>
              <p:cNvSpPr txBox="1"/>
              <p:nvPr/>
            </p:nvSpPr>
            <p:spPr>
              <a:xfrm>
                <a:off x="3594179" y="5172023"/>
                <a:ext cx="10184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  <a:endPara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B50D55A8-FF43-E322-60E7-5F85DDB77D5D}"/>
                  </a:ext>
                </a:extLst>
              </p:cNvPr>
              <p:cNvGrpSpPr/>
              <p:nvPr/>
            </p:nvGrpSpPr>
            <p:grpSpPr>
              <a:xfrm>
                <a:off x="5135837" y="3773163"/>
                <a:ext cx="1125263" cy="772017"/>
                <a:chOff x="5135837" y="3773163"/>
                <a:chExt cx="1125263" cy="772017"/>
              </a:xfrm>
            </p:grpSpPr>
            <p:cxnSp>
              <p:nvCxnSpPr>
                <p:cNvPr id="62" name="Straight Arrow Connector 61">
                  <a:extLst>
                    <a:ext uri="{FF2B5EF4-FFF2-40B4-BE49-F238E27FC236}">
                      <a16:creationId xmlns:a16="http://schemas.microsoft.com/office/drawing/2014/main" id="{D3F59678-05A7-2AEA-2334-27898233F8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2150" y="4439706"/>
                  <a:ext cx="176141" cy="7175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id="{622659B2-A5DF-0CD3-F650-92B8AF1462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35837" y="4511457"/>
                  <a:ext cx="161537" cy="33723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Arrow Connector 63">
                  <a:extLst>
                    <a:ext uri="{FF2B5EF4-FFF2-40B4-BE49-F238E27FC236}">
                      <a16:creationId xmlns:a16="http://schemas.microsoft.com/office/drawing/2014/main" id="{9D3317DF-E724-51C8-DD12-978E217060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5001" y="3773163"/>
                  <a:ext cx="166099" cy="185565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682A2E55-6F35-3A99-3BFA-0B294E69D5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46229" y="3958728"/>
                  <a:ext cx="148772" cy="173167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CAC0D7F1-31D8-94C3-4B5C-55AA43C207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39282" y="4120073"/>
                  <a:ext cx="107397" cy="11138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0AA9A7BD-0136-B30C-DDC6-C66086079A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67163" y="4222452"/>
                  <a:ext cx="165894" cy="126938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17345C4F-A0C9-38B7-B51C-9A2DA4AD6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4377" y="4360715"/>
                  <a:ext cx="172584" cy="8658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EC7C616-C807-F5A2-9EBD-18F22B564958}"/>
                  </a:ext>
                </a:extLst>
              </p:cNvPr>
              <p:cNvGrpSpPr/>
              <p:nvPr/>
            </p:nvGrpSpPr>
            <p:grpSpPr>
              <a:xfrm flipH="1">
                <a:off x="4103414" y="3761865"/>
                <a:ext cx="1014288" cy="772017"/>
                <a:chOff x="5135837" y="3773163"/>
                <a:chExt cx="1125263" cy="772017"/>
              </a:xfrm>
            </p:grpSpPr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6046B212-7CDF-F3E8-5532-5CD01930DD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2150" y="4439706"/>
                  <a:ext cx="176141" cy="7175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361EF5E5-B38F-BD75-AA94-3C45F6E694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35837" y="4511457"/>
                  <a:ext cx="161537" cy="33723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4A3B56B5-6EF7-E8F2-DCCD-BCB47D3504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5001" y="3773163"/>
                  <a:ext cx="166099" cy="185565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7F827124-D1CE-5CD9-6FEF-055EC02B3E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46229" y="3958728"/>
                  <a:ext cx="148772" cy="173167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B0BF41D5-93EB-C1FA-E8C7-006E1204BB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39282" y="4120073"/>
                  <a:ext cx="107397" cy="11138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1442E445-55D7-871C-6975-F216D0CC90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67163" y="4222452"/>
                  <a:ext cx="165894" cy="126938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03A8CD99-C071-8BBC-7B00-42F607DD48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4377" y="4360715"/>
                  <a:ext cx="172584" cy="8658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D602AEAD-0063-868D-4905-59E9CF4DB6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91328" y="5088959"/>
                <a:ext cx="2894923" cy="125600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718DA95-97A2-13E2-9832-68AE8886BCAB}"/>
                  </a:ext>
                </a:extLst>
              </p:cNvPr>
              <p:cNvSpPr txBox="1"/>
              <p:nvPr/>
            </p:nvSpPr>
            <p:spPr>
              <a:xfrm>
                <a:off x="8098128" y="5297472"/>
                <a:ext cx="10184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</a:t>
                </a:r>
                <a:r>
                  <a:rPr lang="en-US" sz="2400" baseline="-25000" dirty="0">
                    <a:solidFill>
                      <a:prstClr val="black"/>
                    </a:solidFill>
                    <a:latin typeface="Calibri" panose="020F0502020204030204"/>
                  </a:rPr>
                  <a:t>22</a:t>
                </a:r>
                <a:endPara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BCF1B70-9EF4-528A-1C3B-2F7137B55ABE}"/>
                  </a:ext>
                </a:extLst>
              </p:cNvPr>
              <p:cNvSpPr/>
              <p:nvPr/>
            </p:nvSpPr>
            <p:spPr>
              <a:xfrm>
                <a:off x="3463918" y="2590215"/>
                <a:ext cx="3371013" cy="62227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6D95E683-358F-E47D-A452-8CB6C2029976}"/>
                  </a:ext>
                </a:extLst>
              </p:cNvPr>
              <p:cNvGrpSpPr/>
              <p:nvPr/>
            </p:nvGrpSpPr>
            <p:grpSpPr>
              <a:xfrm>
                <a:off x="4956557" y="3865945"/>
                <a:ext cx="394898" cy="667831"/>
                <a:chOff x="4255814" y="3914265"/>
                <a:chExt cx="2157686" cy="783315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1834A4CC-93CF-4981-BF2D-E987D17A4FC5}"/>
                    </a:ext>
                  </a:extLst>
                </p:cNvPr>
                <p:cNvGrpSpPr/>
                <p:nvPr/>
              </p:nvGrpSpPr>
              <p:grpSpPr>
                <a:xfrm>
                  <a:off x="5288237" y="3925563"/>
                  <a:ext cx="1125263" cy="772017"/>
                  <a:chOff x="5135837" y="3773163"/>
                  <a:chExt cx="1125263" cy="772017"/>
                </a:xfrm>
              </p:grpSpPr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0B97571C-B36F-DC1B-5637-3B30FFD791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02150" y="4439706"/>
                    <a:ext cx="176141" cy="71751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Arrow Connector 48">
                    <a:extLst>
                      <a:ext uri="{FF2B5EF4-FFF2-40B4-BE49-F238E27FC236}">
                        <a16:creationId xmlns:a16="http://schemas.microsoft.com/office/drawing/2014/main" id="{ADF137C3-D8B0-35FA-1210-B00745F9DB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135837" y="4511457"/>
                    <a:ext cx="161537" cy="33723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Arrow Connector 49">
                    <a:extLst>
                      <a:ext uri="{FF2B5EF4-FFF2-40B4-BE49-F238E27FC236}">
                        <a16:creationId xmlns:a16="http://schemas.microsoft.com/office/drawing/2014/main" id="{348819BF-E639-D631-B7D3-BED68BF62A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095001" y="3773163"/>
                    <a:ext cx="166099" cy="185565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Arrow Connector 50">
                    <a:extLst>
                      <a:ext uri="{FF2B5EF4-FFF2-40B4-BE49-F238E27FC236}">
                        <a16:creationId xmlns:a16="http://schemas.microsoft.com/office/drawing/2014/main" id="{971A910D-78CC-22A2-1ADB-60039799AA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46229" y="3958728"/>
                    <a:ext cx="148772" cy="173167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74C83DB5-D70D-BF53-B077-058F5294B3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839282" y="4120073"/>
                    <a:ext cx="107397" cy="111380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Arrow Connector 52">
                    <a:extLst>
                      <a:ext uri="{FF2B5EF4-FFF2-40B4-BE49-F238E27FC236}">
                        <a16:creationId xmlns:a16="http://schemas.microsoft.com/office/drawing/2014/main" id="{25F8F55B-C7B4-8A72-F139-0C5C858713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667163" y="4222452"/>
                    <a:ext cx="165894" cy="126938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Arrow Connector 53">
                    <a:extLst>
                      <a:ext uri="{FF2B5EF4-FFF2-40B4-BE49-F238E27FC236}">
                        <a16:creationId xmlns:a16="http://schemas.microsoft.com/office/drawing/2014/main" id="{41C08B13-4501-816D-AD3C-48590765ED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474377" y="4360715"/>
                    <a:ext cx="172584" cy="86584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5554391F-36D2-B233-7ADB-6D6E136FC699}"/>
                    </a:ext>
                  </a:extLst>
                </p:cNvPr>
                <p:cNvGrpSpPr/>
                <p:nvPr/>
              </p:nvGrpSpPr>
              <p:grpSpPr>
                <a:xfrm flipH="1">
                  <a:off x="4255814" y="3914265"/>
                  <a:ext cx="1014288" cy="772017"/>
                  <a:chOff x="5135837" y="3773163"/>
                  <a:chExt cx="1125263" cy="772017"/>
                </a:xfrm>
              </p:grpSpPr>
              <p:cxnSp>
                <p:nvCxnSpPr>
                  <p:cNvPr id="41" name="Straight Arrow Connector 40">
                    <a:extLst>
                      <a:ext uri="{FF2B5EF4-FFF2-40B4-BE49-F238E27FC236}">
                        <a16:creationId xmlns:a16="http://schemas.microsoft.com/office/drawing/2014/main" id="{E7733374-B1F2-75E5-A292-FB208CB520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02150" y="4439706"/>
                    <a:ext cx="176141" cy="71751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Arrow Connector 41">
                    <a:extLst>
                      <a:ext uri="{FF2B5EF4-FFF2-40B4-BE49-F238E27FC236}">
                        <a16:creationId xmlns:a16="http://schemas.microsoft.com/office/drawing/2014/main" id="{C7291991-C1C0-3B25-7EC6-22CF6E080B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135837" y="4511457"/>
                    <a:ext cx="161537" cy="33723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Arrow Connector 42">
                    <a:extLst>
                      <a:ext uri="{FF2B5EF4-FFF2-40B4-BE49-F238E27FC236}">
                        <a16:creationId xmlns:a16="http://schemas.microsoft.com/office/drawing/2014/main" id="{288DF945-3A2D-7174-5CD0-585EBD8187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095001" y="3773163"/>
                    <a:ext cx="166099" cy="185565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Arrow Connector 43">
                    <a:extLst>
                      <a:ext uri="{FF2B5EF4-FFF2-40B4-BE49-F238E27FC236}">
                        <a16:creationId xmlns:a16="http://schemas.microsoft.com/office/drawing/2014/main" id="{34B08FF6-1580-99DA-1779-B3B51F35F7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46229" y="3958728"/>
                    <a:ext cx="148772" cy="173167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C0E29CFE-7569-E3FF-A447-67BB6F9784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839282" y="4120073"/>
                    <a:ext cx="107397" cy="111380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Arrow Connector 45">
                    <a:extLst>
                      <a:ext uri="{FF2B5EF4-FFF2-40B4-BE49-F238E27FC236}">
                        <a16:creationId xmlns:a16="http://schemas.microsoft.com/office/drawing/2014/main" id="{CB961EA4-00A3-201B-1D7F-3B73CAA6CB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667163" y="4222452"/>
                    <a:ext cx="165894" cy="126938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6914745D-E647-E04E-D0D1-AF10076609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474377" y="4360715"/>
                    <a:ext cx="172584" cy="86584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69" name="Multiplication Sign 68">
              <a:extLst>
                <a:ext uri="{FF2B5EF4-FFF2-40B4-BE49-F238E27FC236}">
                  <a16:creationId xmlns:a16="http://schemas.microsoft.com/office/drawing/2014/main" id="{F884B559-AFB5-6F87-A37E-6047CAD47A82}"/>
                </a:ext>
              </a:extLst>
            </p:cNvPr>
            <p:cNvSpPr/>
            <p:nvPr/>
          </p:nvSpPr>
          <p:spPr>
            <a:xfrm>
              <a:off x="8204908" y="1681969"/>
              <a:ext cx="3287652" cy="3308593"/>
            </a:xfrm>
            <a:prstGeom prst="mathMultiply">
              <a:avLst>
                <a:gd name="adj1" fmla="val 972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26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C555DA3-818F-DC8A-BE02-E41FA8C2590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87035" y="2391680"/>
              <a:ext cx="6819027" cy="450196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819027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endParaRPr lang="en-US" sz="2800" i="1" kern="100" dirty="0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C555DA3-818F-DC8A-BE02-E41FA8C259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4787981"/>
                  </p:ext>
                </p:extLst>
              </p:nvPr>
            </p:nvGraphicFramePr>
            <p:xfrm>
              <a:off x="2687035" y="2391680"/>
              <a:ext cx="6819027" cy="450196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819027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b="-3451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99401" b="-2431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0602" b="-1445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300602" b="-445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44888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endParaRPr lang="en-US" sz="2800" i="1" kern="100" dirty="0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D1F6E74C-3A11-F708-6E79-6196F3339448}"/>
              </a:ext>
            </a:extLst>
          </p:cNvPr>
          <p:cNvGrpSpPr/>
          <p:nvPr/>
        </p:nvGrpSpPr>
        <p:grpSpPr>
          <a:xfrm>
            <a:off x="3543284" y="49928"/>
            <a:ext cx="4434385" cy="2380189"/>
            <a:chOff x="692681" y="631295"/>
            <a:chExt cx="5106527" cy="2740966"/>
          </a:xfrm>
        </p:grpSpPr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F3DFA179-601F-6BD6-6AAC-3D4C4765E36F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DA38EE12-41DF-79E6-F224-A5D2CFC98175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C3F1845-EE99-5340-3A37-44D452248189}"/>
                </a:ext>
              </a:extLst>
            </p:cNvPr>
            <p:cNvCxnSpPr>
              <a:cxnSpLocks/>
              <a:stCxn id="51" idx="6"/>
              <a:endCxn id="55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A827B3C-81BB-3447-BD52-18BC40577582}"/>
                </a:ext>
              </a:extLst>
            </p:cNvPr>
            <p:cNvCxnSpPr>
              <a:cxnSpLocks/>
              <a:stCxn id="51" idx="6"/>
              <a:endCxn id="56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lowchart: Connector 54">
              <a:extLst>
                <a:ext uri="{FF2B5EF4-FFF2-40B4-BE49-F238E27FC236}">
                  <a16:creationId xmlns:a16="http://schemas.microsoft.com/office/drawing/2014/main" id="{A02D58FA-BD12-7F19-8393-742A28EA0343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E4970F32-9927-FB5E-035C-7581D64E2D88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92DB2E0-470E-D7F1-18F0-5FC99EA1FBE3}"/>
                </a:ext>
              </a:extLst>
            </p:cNvPr>
            <p:cNvCxnSpPr>
              <a:cxnSpLocks/>
              <a:stCxn id="56" idx="6"/>
              <a:endCxn id="52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BA4822B-CBC6-BB9F-5D23-B559D277D1B2}"/>
                </a:ext>
              </a:extLst>
            </p:cNvPr>
            <p:cNvCxnSpPr>
              <a:cxnSpLocks/>
              <a:stCxn id="55" idx="6"/>
              <a:endCxn id="52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0E3EEAE-72C7-F5F7-1F9E-0FD0C752A5E6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8E0EC22-FB6C-F26A-DB57-3F2E36E4D833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F4BFAC2-503C-751C-3962-7E432975378A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331775A-EE1E-5E80-2396-6B7D73024DE3}"/>
                </a:ext>
              </a:extLst>
            </p:cNvPr>
            <p:cNvSpPr txBox="1"/>
            <p:nvPr/>
          </p:nvSpPr>
          <p:spPr>
            <a:xfrm rot="18900000">
              <a:off x="3583414" y="1905260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7018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04125-719D-670C-EB6E-88753848F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467BC17-DCAC-F2D9-58C2-F317FF6DF5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677" y="490155"/>
              <a:ext cx="10720932" cy="51100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720932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endParaRPr lang="en-US" sz="2800" i="1" kern="100" dirty="0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𝒘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 (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𝒏𝒆𝒘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  <m:r>
                                  <a:rPr lang="en-US" sz="2800" b="1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𝒘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 (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𝒐𝒍𝒅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  <m:r>
                                  <a:rPr lang="en-US" sz="2800" b="1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800" b="1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𝜵</m:t>
                                </m:r>
                                <m:r>
                                  <a:rPr lang="en-US" sz="2800" b="1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b="1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𝑳𝑹</m:t>
                                </m:r>
                              </m:oMath>
                            </m:oMathPara>
                          </a14:m>
                          <a:endParaRPr lang="en-US" sz="2800" b="1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467BC17-DCAC-F2D9-58C2-F317FF6DF5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677" y="490155"/>
              <a:ext cx="10720932" cy="51100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720932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b="-4054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99401" b="-3029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0602" b="-2048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300602" b="-1048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10569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3821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Double Brace 2">
            <a:extLst>
              <a:ext uri="{FF2B5EF4-FFF2-40B4-BE49-F238E27FC236}">
                <a16:creationId xmlns:a16="http://schemas.microsoft.com/office/drawing/2014/main" id="{F0E33F22-7B5C-7EE2-7274-5B8C35F2DE22}"/>
              </a:ext>
            </a:extLst>
          </p:cNvPr>
          <p:cNvSpPr/>
          <p:nvPr/>
        </p:nvSpPr>
        <p:spPr>
          <a:xfrm>
            <a:off x="6987132" y="609742"/>
            <a:ext cx="1144745" cy="3929826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32C75061-06DF-1ADB-82DE-B011518E8A56}"/>
              </a:ext>
            </a:extLst>
          </p:cNvPr>
          <p:cNvSpPr/>
          <p:nvPr/>
        </p:nvSpPr>
        <p:spPr>
          <a:xfrm rot="875942">
            <a:off x="7322177" y="4690663"/>
            <a:ext cx="307127" cy="4606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uble Brace 4">
            <a:extLst>
              <a:ext uri="{FF2B5EF4-FFF2-40B4-BE49-F238E27FC236}">
                <a16:creationId xmlns:a16="http://schemas.microsoft.com/office/drawing/2014/main" id="{64FE0855-10CC-6749-6DC2-A643A81EC054}"/>
              </a:ext>
            </a:extLst>
          </p:cNvPr>
          <p:cNvSpPr/>
          <p:nvPr/>
        </p:nvSpPr>
        <p:spPr>
          <a:xfrm>
            <a:off x="5123431" y="609742"/>
            <a:ext cx="1745038" cy="3929826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E3D0169-FF19-7D35-F57A-AE4E476F05F6}"/>
              </a:ext>
            </a:extLst>
          </p:cNvPr>
          <p:cNvSpPr/>
          <p:nvPr/>
        </p:nvSpPr>
        <p:spPr>
          <a:xfrm rot="20907987">
            <a:off x="5877580" y="4631190"/>
            <a:ext cx="307127" cy="4606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 Brace 6">
            <a:extLst>
              <a:ext uri="{FF2B5EF4-FFF2-40B4-BE49-F238E27FC236}">
                <a16:creationId xmlns:a16="http://schemas.microsoft.com/office/drawing/2014/main" id="{9DC7D405-2AD0-1269-164A-31E1A2250CC5}"/>
              </a:ext>
            </a:extLst>
          </p:cNvPr>
          <p:cNvSpPr/>
          <p:nvPr/>
        </p:nvSpPr>
        <p:spPr>
          <a:xfrm>
            <a:off x="3153865" y="609742"/>
            <a:ext cx="1850903" cy="3929826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3349F44-1422-7A57-77BC-A023D7C463A4}"/>
              </a:ext>
            </a:extLst>
          </p:cNvPr>
          <p:cNvSpPr/>
          <p:nvPr/>
        </p:nvSpPr>
        <p:spPr>
          <a:xfrm rot="20907987">
            <a:off x="4221236" y="4565621"/>
            <a:ext cx="307127" cy="4606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Circular 8">
            <a:extLst>
              <a:ext uri="{FF2B5EF4-FFF2-40B4-BE49-F238E27FC236}">
                <a16:creationId xmlns:a16="http://schemas.microsoft.com/office/drawing/2014/main" id="{880C5364-9FAC-D8B9-12E9-D080A95C4C75}"/>
              </a:ext>
            </a:extLst>
          </p:cNvPr>
          <p:cNvSpPr/>
          <p:nvPr/>
        </p:nvSpPr>
        <p:spPr>
          <a:xfrm>
            <a:off x="8781032" y="5006163"/>
            <a:ext cx="237325" cy="317737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Circular 9">
            <a:extLst>
              <a:ext uri="{FF2B5EF4-FFF2-40B4-BE49-F238E27FC236}">
                <a16:creationId xmlns:a16="http://schemas.microsoft.com/office/drawing/2014/main" id="{130109CA-B548-81BC-E8B6-57BEB17190CC}"/>
              </a:ext>
            </a:extLst>
          </p:cNvPr>
          <p:cNvSpPr/>
          <p:nvPr/>
        </p:nvSpPr>
        <p:spPr>
          <a:xfrm rot="10800000">
            <a:off x="8781031" y="5052364"/>
            <a:ext cx="237325" cy="317737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191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AB9439-A941-3AC0-A0EF-1C1697FA4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991" y="87682"/>
            <a:ext cx="8181278" cy="57431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1F51F5-CDD4-8185-D499-F1F5DA8800A8}"/>
              </a:ext>
            </a:extLst>
          </p:cNvPr>
          <p:cNvSpPr/>
          <p:nvPr/>
        </p:nvSpPr>
        <p:spPr>
          <a:xfrm>
            <a:off x="6851737" y="1271392"/>
            <a:ext cx="2298526" cy="3194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B342ED-AC3D-2F69-8F4C-841098DC5FBB}"/>
              </a:ext>
            </a:extLst>
          </p:cNvPr>
          <p:cNvSpPr txBox="1"/>
          <p:nvPr/>
        </p:nvSpPr>
        <p:spPr>
          <a:xfrm>
            <a:off x="61064" y="6078719"/>
            <a:ext cx="12130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Rumelhart, D. E., Hinton, G. E., &amp; Williams, R. J. (1986). Learning representations by back-propagating errors.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323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(6088), 533-536.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767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722A-296C-6F0C-1EC8-14BB7B5A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604;p6">
            <a:extLst>
              <a:ext uri="{FF2B5EF4-FFF2-40B4-BE49-F238E27FC236}">
                <a16:creationId xmlns:a16="http://schemas.microsoft.com/office/drawing/2014/main" id="{D142D9BD-C4C2-C6F9-585D-097354C0526D}"/>
              </a:ext>
            </a:extLst>
          </p:cNvPr>
          <p:cNvSpPr txBox="1"/>
          <p:nvPr/>
        </p:nvSpPr>
        <p:spPr>
          <a:xfrm>
            <a:off x="135924" y="4033861"/>
            <a:ext cx="4645277" cy="1805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</a:t>
            </a:r>
            <a:r>
              <a:rPr lang="en-US" sz="2800" i="1" baseline="-250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ij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weight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bias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 DNN has millions of weights and biases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605;p6">
            <a:extLst>
              <a:ext uri="{FF2B5EF4-FFF2-40B4-BE49-F238E27FC236}">
                <a16:creationId xmlns:a16="http://schemas.microsoft.com/office/drawing/2014/main" id="{E4850EBE-DF7B-911A-885E-3CAADCB11A5F}"/>
              </a:ext>
            </a:extLst>
          </p:cNvPr>
          <p:cNvSpPr txBox="1"/>
          <p:nvPr/>
        </p:nvSpPr>
        <p:spPr>
          <a:xfrm>
            <a:off x="577442" y="1434798"/>
            <a:ext cx="3925088" cy="44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marR="5080" lvl="0" indent="0" algn="l" rtl="0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For each neuron H:</a:t>
            </a:r>
            <a:endParaRPr sz="280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E9D1FBF-4CB0-5EC8-394D-4C91FAF3463C}"/>
              </a:ext>
            </a:extLst>
          </p:cNvPr>
          <p:cNvGrpSpPr/>
          <p:nvPr/>
        </p:nvGrpSpPr>
        <p:grpSpPr>
          <a:xfrm>
            <a:off x="4781202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ECDABD26-561A-BB5F-CA37-0D196E2432FD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D58AC4E0-C093-070A-720C-E8FBEABE7D5A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43EB4EBF-4902-F54C-AFDE-65E8EC739AAF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E8087349-F3B8-7B42-7505-BA170BA89E0C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EA0CBC9B-A1EF-42FA-7E4C-A75FF76D0EA4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46FC39EC-3BAE-1119-75F5-08053BF9E6AC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3C22B427-06CB-B2B2-A385-D681E39AC8A7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14E9F034-A203-B2DE-F1CA-3E3B07C5AC6F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F0B783DC-1559-37EE-C117-FE9F83F4930A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EAE92FB9-94A0-3FA7-DE22-C9756B567C7C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6D8C937C-8426-6E37-EE9C-CE5E0DC1C529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85D4AFD0-CC40-BB62-7069-69E9D172FBB1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A675ABF4-6DF7-6BB7-54C4-E6059E63D6F1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C7B00C0E-318B-3A29-CD27-44848B195073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82C7F777-F5C0-A4C5-9A03-D78644C04403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F35DACC0-E2CB-5FEE-1648-12C24E08D26D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838BCDCD-5B4B-4F66-8CE3-B6EFEFC3F766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36E272A2-883D-9AE5-1384-6A1F046A1315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4D062F09-9EC2-12C9-23AF-AFFF46D963AE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419F5AA4-2EF9-52CB-2807-D7B574E6752F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99815C45-F60A-5BD3-0DC2-208D08B993F5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A078D84D-E3CD-61EF-4333-5A54A8076463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50E4E557-8E73-E6CB-A1B8-55BF9A9573E0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DD93135D-692C-F743-052D-58D60278FD80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4D453EDA-EF1D-2D20-0F74-B12996825A98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CA1A8EA7-E04A-F63A-F0FD-FCCF7810BF2E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BA6D1F2E-30C6-E12D-9087-FEBEE12251B9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0B3A36AD-0772-6A02-87CC-D985AC5B5303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441796AE-B3AA-F740-CCE5-301BFFD46758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85D9C5DF-0713-1CBE-66E4-102AB98C4DC8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E232881A-D49A-9A8E-89F8-5152983E7268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821803F2-A0B3-2F54-079C-077F38CD3FC0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1927BE96-57DC-3C3E-FF74-99368AEE8B30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06971676-89C7-0760-D69D-9840B044C311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D042EEDE-5B23-79BD-E4B1-046CEAF2DA1A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BBA74D29-D96B-33E5-DA1D-B5939D64AC68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2F1B0D82-8FC3-5C9F-71C4-CCB07BC63332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DDDB9592-9D06-ECE6-CC9B-2D4E617F7172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BC9EECA6-246C-A114-2692-E7057C235A7C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962A28A7-312A-6DE8-07D2-21EEC4CAA65F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89C05A7B-9AD3-C0BF-4247-E256C92F82EE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EBFED4B7-A38C-D115-0957-9EE47B9F6BB5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83EC2EB8-E821-6C1B-FEA1-B5ABEA2D8298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B381364D-D9F6-55EF-29F5-15247AC84265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0191A48D-B84E-A0C7-133E-0CFEED18E446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CFAFF301-EBDB-F3CB-FB22-13A5CB2CC0CC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FE79B094-6ED8-0C7A-5983-951DCB5B85E3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22F7B036-3EFF-638C-5E9F-8093766ECB42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68FF66D8-5865-C286-822E-A22FED0CDFBD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45C5AF8E-5C76-360E-797C-56055B33D3D4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02DC56C0-8C31-8CBC-736E-5070A0B2D9F9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2B43BD03-62F6-D78C-1DBD-FABE0FF721FA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25EC2697-C7E4-F8F8-E067-A4075CCE50D9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D7B6E5A0-3146-8E42-9807-0327E6B6659D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0CBEF50B-260B-0082-3E5E-DF592BE80B30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D3C142EF-9EAC-2279-BBA4-77A22BE52805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29216E1C-E382-7CA3-D943-77226FE7FDF3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28614DC8-4ECC-4E24-0C2C-67CC6545853E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871A8A25-9EC0-FA3C-888E-AA6758F092BC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2485DA86-89CD-EF94-DEFC-D205C3E69731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1025E231-BAA5-D804-DEA0-E929BBBB1904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90E64731-141F-E7BB-BFCB-B05A8FE04B48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24B034BD-6216-FD73-5BA4-D8684BFE0477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750A897A-FA02-19FA-DE2E-CB9B59D5A012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67A40D5D-C54D-FD6B-3EA3-DAF957B7334B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F309801B-F229-4C7F-F86E-1EB6B4BED58F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7781AC9F-481D-A15D-340C-050CEB5F0611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CDA33CCB-B9BB-17E0-DC32-75DB21D66C06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65B46B86-7C5D-4E53-6A2E-B31E18AC3AC0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59AB293E-1000-5AF2-36DD-BB087E8B0BB8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F1DD78EE-0A85-0639-D7B0-DA5E0D9B5147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C0C13996-9AF5-472E-8FA9-2E58A854301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92409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𝐻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2800" i="1" dirty="0">
                            <a:effectLst/>
                            <a:latin typeface="+mn-lt"/>
                            <a:ea typeface="Malgun Gothic" panose="020B0503020000020004" pitchFamily="34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C0C13996-9AF5-472E-8FA9-2E58A85430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355186"/>
                  </p:ext>
                </p:extLst>
              </p:nvPr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11882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663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51261-8C9C-DDFD-CBDD-A477B73F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604;p6">
            <a:extLst>
              <a:ext uri="{FF2B5EF4-FFF2-40B4-BE49-F238E27FC236}">
                <a16:creationId xmlns:a16="http://schemas.microsoft.com/office/drawing/2014/main" id="{2D5E8049-006A-80BA-6F01-38AAE943D101}"/>
              </a:ext>
            </a:extLst>
          </p:cNvPr>
          <p:cNvSpPr txBox="1"/>
          <p:nvPr/>
        </p:nvSpPr>
        <p:spPr>
          <a:xfrm>
            <a:off x="135924" y="4033861"/>
            <a:ext cx="4645277" cy="224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298450" marR="5080" lvl="0" indent="-285750" algn="l" rtl="0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activation function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</a:t>
            </a:r>
            <a:r>
              <a:rPr lang="en-US" sz="2800" i="1" baseline="-250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ij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weight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bias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 DNN has millions of weights and biases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605;p6">
            <a:extLst>
              <a:ext uri="{FF2B5EF4-FFF2-40B4-BE49-F238E27FC236}">
                <a16:creationId xmlns:a16="http://schemas.microsoft.com/office/drawing/2014/main" id="{FAA6C1E2-A393-8B7A-3E46-30A6012CB1CB}"/>
              </a:ext>
            </a:extLst>
          </p:cNvPr>
          <p:cNvSpPr txBox="1"/>
          <p:nvPr/>
        </p:nvSpPr>
        <p:spPr>
          <a:xfrm>
            <a:off x="577442" y="1434798"/>
            <a:ext cx="3925088" cy="44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marR="5080" lvl="0" indent="0" algn="l" rtl="0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For each neuron H:</a:t>
            </a:r>
            <a:endParaRPr sz="280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AB06528-BA14-ED63-75D9-01EB3768D854}"/>
              </a:ext>
            </a:extLst>
          </p:cNvPr>
          <p:cNvGrpSpPr/>
          <p:nvPr/>
        </p:nvGrpSpPr>
        <p:grpSpPr>
          <a:xfrm>
            <a:off x="4781202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BC4E26FA-2292-02B7-D624-0936758ABE65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E403D21C-D84E-F445-705D-A1EF16DC5317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ABC7C43F-C68D-A7F4-9EC6-6421AE6A0340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B2939F68-25B6-E2C0-FB22-A081CDEF6B58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3FEA865F-36EC-5E36-F9F6-C5D6FA14EA0D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AAAB83B7-0A22-DC36-C1C1-FA6AAC27FE67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D3515B4B-8CE8-6BFD-80DB-36E0441C1289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61201594-A074-F1DE-318E-7694A414FD83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742FCA8D-36AB-F207-D508-D0ABAD55FF3A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9F8BC445-D796-4CB4-43AA-57380ACB3994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235D0F6A-A513-09B6-2CDE-A4862A12309D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B63AFDAD-7C49-57C4-25A9-A2E4F4F0CFE3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819A99F3-CA85-E183-5985-C97963A781B2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5A5AA2C8-B3C3-B651-DEE8-65042171E6A8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EF97779C-2AE9-B98A-4F44-BFCB525F64F7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C8CF9BC5-62DF-DCF3-FC0E-A9F0909E5F1F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574D424B-D6BC-0250-8FBC-B6C283F2863F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8D01AE43-6423-951D-1AA6-183EEB0B241C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CDF4B472-A601-69AF-F197-E36B73C9AFB2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EF54CD1B-6B79-63B8-76E4-A6A154DCF5CA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954B9C92-8BEE-1AD8-CF7A-95CA901163CB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0E5B85B0-D659-7DAC-02C1-113DF9354E2E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7A1A7792-4916-4EAA-65EF-E5C0E7549EBD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1C4EF109-50BD-5A76-D89D-38BDAF5A615D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F7C50FF8-1639-A910-06D1-A9D4A2C71B31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B2B74937-5C6C-3667-C4D7-8C5DAA77BC6F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75E4CC62-F057-382D-774B-11F3F8E7A9CA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E7920C7C-908D-0B3D-04FD-9D83D13E7BA7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CA5F97AB-3A68-72B6-FDD5-2ECEBFDCDD70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5BEA55B7-8888-6793-4C48-DCDB270DAE17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FB49949F-3BE2-4908-DA39-4C7A1D90A638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6FE20C4F-9DD3-F205-CE6C-CC1B392F88EF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AEC48985-9AAD-FA0D-6EB1-B10C42D278BC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65B8CA62-E538-F513-78B5-042DDFD88CE8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CE1F6958-AC20-242B-0C86-0561CF16A95F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3F331305-B85D-88FD-56CD-41E54801E750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2BC4B059-93B8-496A-001D-A7FC3E10B803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C4AB13BD-6E81-C8AC-B14B-64C1CE2256D6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554DE295-4412-D1E5-E253-DC09648E72AC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30E4C045-4E7F-A43B-D561-DB5F74C17DCB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25ECA5D4-7346-8336-1C8E-78AB78994F6D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9BFD506B-D285-B3E0-0DA5-C52826015B17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B5648AF1-2D99-3E92-D1FC-64C507266A93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97606D84-BDB3-7817-2E89-C182E2C4839B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5F381105-BE3F-EC01-8FFD-8BE4F82243AB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41928840-9F79-3F3B-E369-17D6514E2E0E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D4712549-64A2-83A3-FA5A-8AF94D9AABBC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D9BB52A5-4AE1-E240-CEF3-7A1C7BA63871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505D8A2C-609F-C0B0-27C4-C75AA031567E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9BD2011E-9364-071C-6C55-1548E4040774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8A2AFD91-9B61-AAC7-D7C6-D404BA96E665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37C17AF0-4C92-1C52-1DA2-0FA7E29C9788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22792B95-2E48-FFB0-53CF-4FCAE1393334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EF3B35AC-1FFF-839F-204A-A30E802BE440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E2A85EFD-6579-B40E-F5E7-0AC597FD9D43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1BDC711B-13B2-533E-C6FA-20C4A54E6517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33065060-1EEB-B789-DB06-60011FCD16E8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2724EA96-5A0D-E012-AB2B-A918A7747ABC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255F4752-00A1-E95E-9C46-32AF2A2BAD31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24228506-CA99-C663-E619-DD66DEECED6A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6CC85A51-ED28-4B1A-C665-8A242E443626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E34883AB-30C6-A9D6-B9D0-FF6E20986B8A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C64EFDA9-9902-A555-A832-AA719EBDE8E8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F2E77A5E-1B55-33C2-EE04-935F4165F0CA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83EAC556-E663-D52C-8EC4-64A1DC440DD6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0903238C-E80C-B09C-4398-B5EADC0182BC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80A380BC-AE9C-9729-A655-25821CE7BDF0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00E86C12-2F92-9D3E-2578-571EDEA9F9E7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FC692CF4-6D11-46A8-8901-5D4590D71679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50580C53-BF2E-6496-2DED-701791C59962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4CA5AE12-B9BD-5299-380A-7147C10F4F8D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AF91A224-432B-C8A2-9206-3EBEAD7762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92409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𝐻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i="1">
                            <a:effectLst/>
                            <a:latin typeface="+mn-lt"/>
                            <a:ea typeface="Malgun Gothic" panose="020B0503020000020004" pitchFamily="34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C0C13996-9AF5-472E-8FA9-2E58A854301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11882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CD802E9-3322-B879-4E62-46E85466AE15}"/>
              </a:ext>
            </a:extLst>
          </p:cNvPr>
          <p:cNvSpPr/>
          <p:nvPr/>
        </p:nvSpPr>
        <p:spPr>
          <a:xfrm>
            <a:off x="6532323" y="701458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2FD77C0-B5F6-E175-0BD0-0B4AD861F70D}"/>
              </a:ext>
            </a:extLst>
          </p:cNvPr>
          <p:cNvSpPr/>
          <p:nvPr/>
        </p:nvSpPr>
        <p:spPr>
          <a:xfrm>
            <a:off x="6532323" y="1901557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214952D-8551-BF5E-D155-4B7ACA8727F8}"/>
              </a:ext>
            </a:extLst>
          </p:cNvPr>
          <p:cNvSpPr/>
          <p:nvPr/>
        </p:nvSpPr>
        <p:spPr>
          <a:xfrm>
            <a:off x="6532323" y="3180974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8966C6A-A318-4E29-9022-7F0668092DFD}"/>
              </a:ext>
            </a:extLst>
          </p:cNvPr>
          <p:cNvSpPr/>
          <p:nvPr/>
        </p:nvSpPr>
        <p:spPr>
          <a:xfrm>
            <a:off x="6532323" y="4532076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0EB776E-CD1D-4A21-92BB-1D774CD14719}"/>
              </a:ext>
            </a:extLst>
          </p:cNvPr>
          <p:cNvSpPr/>
          <p:nvPr/>
        </p:nvSpPr>
        <p:spPr>
          <a:xfrm>
            <a:off x="6532323" y="5891627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DE4A115-61E0-0517-A3EC-8DE4C2CAB457}"/>
              </a:ext>
            </a:extLst>
          </p:cNvPr>
          <p:cNvSpPr/>
          <p:nvPr/>
        </p:nvSpPr>
        <p:spPr>
          <a:xfrm>
            <a:off x="8421730" y="701458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F0E901A-FA25-D4BD-5F1D-3E14DEA260FD}"/>
              </a:ext>
            </a:extLst>
          </p:cNvPr>
          <p:cNvSpPr/>
          <p:nvPr/>
        </p:nvSpPr>
        <p:spPr>
          <a:xfrm>
            <a:off x="8421730" y="1901557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5D8C952-A8F9-A872-5358-E81C53FC6520}"/>
              </a:ext>
            </a:extLst>
          </p:cNvPr>
          <p:cNvSpPr/>
          <p:nvPr/>
        </p:nvSpPr>
        <p:spPr>
          <a:xfrm>
            <a:off x="8421730" y="3180974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7BE8534-9D19-F06B-2774-7B73F41DF471}"/>
              </a:ext>
            </a:extLst>
          </p:cNvPr>
          <p:cNvSpPr/>
          <p:nvPr/>
        </p:nvSpPr>
        <p:spPr>
          <a:xfrm>
            <a:off x="8421730" y="4532076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D9AC3A1-EB52-CEE8-8FE4-C22A72651DFB}"/>
              </a:ext>
            </a:extLst>
          </p:cNvPr>
          <p:cNvSpPr/>
          <p:nvPr/>
        </p:nvSpPr>
        <p:spPr>
          <a:xfrm>
            <a:off x="8421730" y="5891627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0ABA5D6-9E10-34AC-5511-F08ECF43221C}"/>
              </a:ext>
            </a:extLst>
          </p:cNvPr>
          <p:cNvSpPr/>
          <p:nvPr/>
        </p:nvSpPr>
        <p:spPr>
          <a:xfrm>
            <a:off x="10440508" y="4115019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41469B0-E07E-078B-EA2A-285706C83B63}"/>
              </a:ext>
            </a:extLst>
          </p:cNvPr>
          <p:cNvSpPr/>
          <p:nvPr/>
        </p:nvSpPr>
        <p:spPr>
          <a:xfrm>
            <a:off x="10440508" y="2444681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364EAC1-A1EC-4AE1-17FA-ABE6F5E765FE}"/>
              </a:ext>
            </a:extLst>
          </p:cNvPr>
          <p:cNvSpPr/>
          <p:nvPr/>
        </p:nvSpPr>
        <p:spPr>
          <a:xfrm>
            <a:off x="135924" y="4040525"/>
            <a:ext cx="4310816" cy="412697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68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B25201-A168-4327-B34F-6ACBE43CC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64" y="93497"/>
            <a:ext cx="8867273" cy="665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41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1811-3B84-9B45-B6D9-2A48A0697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FD7DD-E1C1-6B29-7101-A40811C8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59" y="90238"/>
            <a:ext cx="9023682" cy="676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77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CAD2-60BD-5D8D-2D58-5E84D67B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67687-15EC-EBE7-334E-1ACA4E8CF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Regression </a:t>
            </a:r>
          </a:p>
          <a:p>
            <a:r>
              <a:rPr lang="en-US"/>
              <a:t>Classification</a:t>
            </a:r>
          </a:p>
          <a:p>
            <a:r>
              <a:rPr lang="en-US">
                <a:latin typeface="Aptos"/>
              </a:rPr>
              <a:t>Feature extraction</a:t>
            </a:r>
          </a:p>
          <a:p>
            <a:r>
              <a:rPr lang="en-US">
                <a:latin typeface="Aptos"/>
              </a:rPr>
              <a:t>Combination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76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B173-F4F4-82CC-B6DA-8BBA0EC67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EC27B7E9-0AC5-EE1C-3F93-AA2CB4240405}"/>
              </a:ext>
            </a:extLst>
          </p:cNvPr>
          <p:cNvGrpSpPr/>
          <p:nvPr/>
        </p:nvGrpSpPr>
        <p:grpSpPr>
          <a:xfrm>
            <a:off x="473887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8072D1DA-8F67-A08F-0E87-32BFD7D4695F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74BED602-07A6-03F2-9CE0-20F4E1C2881C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3342C8EA-5C30-F786-ACAA-CC9EFB7451EA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95D64834-9DFE-5FF6-AD3B-899B33688254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20688089-3081-7E26-9AB2-B78DEF24FC3F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1982739D-7143-4064-25DD-F6122A7BA59D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F97CF573-FE44-404E-4EE7-1821FF17C096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A221164C-FA7A-E164-1609-0E1EF819C0A5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64C867D7-5EC0-7178-4C96-913D42EF0F8B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4F0168D8-71D7-2250-6FFC-D1D39E443F48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B8CC1DC8-2EEB-6A4A-8FBC-92B261CF2426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27239552-9BDB-A3D3-7C07-8E42CD242F60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B58A4E92-F1A8-857D-3CFE-7624E9A6CDF1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90B4D146-A7DE-9026-E798-BC5553BADFC7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FD1A579B-618E-011E-EBA6-742FADF938A0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FE1D56AF-FAF8-E2C5-212A-C2422FF10710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17635CF9-390D-DE81-1AF4-D3592FC58DF6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BC006A7E-DCF9-35E5-1B72-D981DB88A88E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4FCB2F97-7150-DAC5-14EB-26D41B50F1C4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744C36BB-13BF-9629-BCAB-A70DE45EDAC7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7C4F0FC3-F865-F385-1137-3FE4B65BA89C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DE7EA0B1-E523-729E-7171-9DC25C576FC1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582CFAD5-2D7F-207B-1D48-DE7C9A4660A5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A8999601-5692-80F8-1371-F3FAE0537164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000B5B4B-7255-4C72-54BA-22F984B9A0F1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46F77BE3-5166-51F5-D055-CD96794A7338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2AEDB56B-6D00-FCBA-499E-704C4B7D59A3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80CC39A6-EE52-2AEF-325C-64EEAFD096ED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4B72A89E-179F-D50B-11C9-9D9853B55CA5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76B61268-5614-17D9-5441-E1B2228BE4BE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ED45558C-3129-AB61-DA4F-B3A2C69BD663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D48DEF34-9A5D-1ED5-79C9-F858E9A1FF48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E46CFF83-3E17-4B90-AD08-DA1D0BB9797B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693419A3-FB56-C6EA-06AE-824715BA3071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923E53B7-2BA1-386C-8CD6-5D3BBF3F7204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B423505A-3E48-C652-1ABC-49111C8C00B6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62F4DA52-450A-3215-2CB5-3AC0549ABD2B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9A246E75-E859-13FF-6B2E-9AF18F044B29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A4606839-8565-11CF-6CE2-E5A10C82DE51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3C25AE53-DAF3-D574-59E5-D6E225E21552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299E35EE-4461-C840-CFBB-5D23967AE042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111071EC-B5F8-1805-6108-8EF4CE4FFB77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2E7AF522-C80F-C03B-9BCF-996C541BB669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E3D4E211-CF22-79C4-98D9-00529B30893D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0DA12D69-0A3A-905F-280D-E8DBD6F0F02A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E94E2122-F144-4516-1818-27402927BC13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AFDB56DD-5011-1523-86D9-64B9CF46BAEB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61F10A47-AC7B-6A83-9229-45649F0E0359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E6FF1D61-6340-87EE-4E1C-F72999F2F0BE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5C065965-07FE-E3EB-4A67-96436B7C34A3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60819403-C621-EDAA-1CF7-C9D6188DB6F1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69426EB5-50D2-4673-AA79-54E35E89C39E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C11BCA1D-819F-35E8-3BE6-0C4BB513B7A1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FF15A87A-FADA-1103-4C00-5D20EC6FD8A1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E6801A58-930C-B09E-CBA5-F348EF2507B8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F54518E6-AAF6-4746-ED89-19C8062AFC44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42679E1E-4D65-5279-09EB-D788B5324B17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9D72E972-1546-E908-3113-2E58EE3AD45B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1A7713CD-CA12-F514-DFDC-685EEE42FE65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CCF4EE8C-4E7D-C621-C902-BE0E06DC3D45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2498CC82-A885-09B5-3DC5-16A1EE8E73B9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64BF0CA9-4DE4-BA60-B2D4-8A03C92F54DC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3C52779C-5DCF-49CD-256F-F33096B3AFDC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3C56A641-51B8-80AB-51FC-E23B32A6A1E8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3830909B-7E1E-A786-B917-C8DD3A7D36EE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93EB8B49-4D1D-2FB0-A671-76121B07C608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79CC8844-372D-1522-6BE3-B302B1D468C8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8A2856D8-D75F-15F6-197B-1B659618B137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9BD80196-B7A9-4F16-C9AE-E43FC835ADD4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BF08A227-4F51-99CE-3AE4-875D513E1313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F9ECDCF3-77F3-4E3E-EE53-715225CCB63C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5A2FD4-CD20-2719-349B-0AB72216C451}"/>
                  </a:ext>
                </a:extLst>
              </p:cNvPr>
              <p:cNvSpPr txBox="1"/>
              <p:nvPr/>
            </p:nvSpPr>
            <p:spPr>
              <a:xfrm>
                <a:off x="9191133" y="3356041"/>
                <a:ext cx="1711807" cy="766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110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5.1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5A2FD4-CD20-2719-349B-0AB72216C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133" y="3356041"/>
                <a:ext cx="1711807" cy="7668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AC5EC6F-3250-F83F-AAA1-DE2A2F1D5042}"/>
                  </a:ext>
                </a:extLst>
              </p:cNvPr>
              <p:cNvSpPr txBox="1"/>
              <p:nvPr/>
            </p:nvSpPr>
            <p:spPr>
              <a:xfrm>
                <a:off x="10619200" y="3356042"/>
                <a:ext cx="1711807" cy="766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7.1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AC5EC6F-3250-F83F-AAA1-DE2A2F1D5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200" y="3356042"/>
                <a:ext cx="1711807" cy="7668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E2A8CA6-D8AB-F2C3-D420-A485D2885758}"/>
                  </a:ext>
                </a:extLst>
              </p:cNvPr>
              <p:cNvSpPr txBox="1"/>
              <p:nvPr/>
            </p:nvSpPr>
            <p:spPr>
              <a:xfrm>
                <a:off x="9526321" y="2498360"/>
                <a:ext cx="933476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E2A8CA6-D8AB-F2C3-D420-A485D2885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6321" y="2498360"/>
                <a:ext cx="933476" cy="556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843B22D-3129-92E5-F165-B0991FBC3E76}"/>
                  </a:ext>
                </a:extLst>
              </p:cNvPr>
              <p:cNvSpPr txBox="1"/>
              <p:nvPr/>
            </p:nvSpPr>
            <p:spPr>
              <a:xfrm>
                <a:off x="10980445" y="2504674"/>
                <a:ext cx="9334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𝑡𝑟𝑢𝑒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843B22D-3129-92E5-F165-B0991FBC3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445" y="2504674"/>
                <a:ext cx="93347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28E6B0AD-0317-454C-7E70-0233B6B77EDC}"/>
              </a:ext>
            </a:extLst>
          </p:cNvPr>
          <p:cNvSpPr txBox="1"/>
          <p:nvPr/>
        </p:nvSpPr>
        <p:spPr>
          <a:xfrm>
            <a:off x="7306307" y="2348451"/>
            <a:ext cx="21884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a typeface="Calibri"/>
                <a:cs typeface="Calibri"/>
                <a:sym typeface="Calibri"/>
              </a:rPr>
              <a:t>Weight (</a:t>
            </a:r>
            <a:r>
              <a:rPr lang="en-US" sz="2800" dirty="0" err="1">
                <a:ea typeface="Calibri"/>
                <a:cs typeface="Calibri"/>
                <a:sym typeface="Calibri"/>
              </a:rPr>
              <a:t>lbs</a:t>
            </a:r>
            <a:r>
              <a:rPr lang="en-US" sz="2800" dirty="0">
                <a:ea typeface="Calibri"/>
                <a:cs typeface="Calibri"/>
                <a:sym typeface="Calibri"/>
              </a:rPr>
              <a:t>) </a:t>
            </a:r>
            <a:endParaRPr lang="en-US" sz="28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6D1719E-2299-C0FF-54CB-3864ACD9FAD6}"/>
              </a:ext>
            </a:extLst>
          </p:cNvPr>
          <p:cNvSpPr txBox="1"/>
          <p:nvPr/>
        </p:nvSpPr>
        <p:spPr>
          <a:xfrm>
            <a:off x="7306307" y="4050784"/>
            <a:ext cx="21884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a typeface="Calibri"/>
                <a:cs typeface="Calibri"/>
                <a:sym typeface="Calibri"/>
              </a:rPr>
              <a:t>Height (feet)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31870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2028-522E-850B-8FFE-33E9BA2F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Regression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4879F-8820-4423-9D2E-729B42A67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Mean absolute error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Mean square error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932A88-D2A6-EAF8-3815-26356897FDD3}"/>
                  </a:ext>
                </a:extLst>
              </p:cNvPr>
              <p:cNvSpPr txBox="1"/>
              <p:nvPr/>
            </p:nvSpPr>
            <p:spPr>
              <a:xfrm>
                <a:off x="838200" y="2370708"/>
                <a:ext cx="11353800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932A88-D2A6-EAF8-3815-26356897F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70708"/>
                <a:ext cx="11353800" cy="9017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C2A1E3-7E1B-B017-EDEC-3D7EB4F43648}"/>
                  </a:ext>
                </a:extLst>
              </p:cNvPr>
              <p:cNvSpPr txBox="1"/>
              <p:nvPr/>
            </p:nvSpPr>
            <p:spPr>
              <a:xfrm>
                <a:off x="838200" y="4096545"/>
                <a:ext cx="11353800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𝑝𝑟𝑒𝑑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C2A1E3-7E1B-B017-EDEC-3D7EB4F43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96545"/>
                <a:ext cx="11353800" cy="901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22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095F3-3E69-FB5F-B5A0-4E28F7378B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One hot encoding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095F3-3E69-FB5F-B5A0-4E28F7378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Content Placeholder 37">
            <a:extLst>
              <a:ext uri="{FF2B5EF4-FFF2-40B4-BE49-F238E27FC236}">
                <a16:creationId xmlns:a16="http://schemas.microsoft.com/office/drawing/2014/main" id="{FA8C4283-7983-2B72-14EA-99BB511604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318417"/>
          <a:ext cx="2097906" cy="1036320"/>
        </p:xfrm>
        <a:graphic>
          <a:graphicData uri="http://schemas.openxmlformats.org/drawingml/2006/table">
            <a:tbl>
              <a:tblPr firstRow="1" bandRow="1"/>
              <a:tblGrid>
                <a:gridCol w="2097906">
                  <a:extLst>
                    <a:ext uri="{9D8B030D-6E8A-4147-A177-3AD203B41FA5}">
                      <a16:colId xmlns:a16="http://schemas.microsoft.com/office/drawing/2014/main" val="2136542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/>
                        <a:t>Chicken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6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Banana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507368"/>
                  </a:ext>
                </a:extLst>
              </a:tr>
            </a:tbl>
          </a:graphicData>
        </a:graphic>
      </p:graphicFrame>
      <p:sp>
        <p:nvSpPr>
          <p:cNvPr id="42" name="Arrow: Right 41">
            <a:extLst>
              <a:ext uri="{FF2B5EF4-FFF2-40B4-BE49-F238E27FC236}">
                <a16:creationId xmlns:a16="http://schemas.microsoft.com/office/drawing/2014/main" id="{E4795C5F-CB8A-A749-D405-7EA9B5F8C2FF}"/>
              </a:ext>
            </a:extLst>
          </p:cNvPr>
          <p:cNvSpPr/>
          <p:nvPr/>
        </p:nvSpPr>
        <p:spPr>
          <a:xfrm>
            <a:off x="6440308" y="2755154"/>
            <a:ext cx="912793" cy="3882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hicken - Wikipedia">
            <a:extLst>
              <a:ext uri="{FF2B5EF4-FFF2-40B4-BE49-F238E27FC236}">
                <a16:creationId xmlns:a16="http://schemas.microsoft.com/office/drawing/2014/main" id="{15B6C47B-92A3-C1A9-26B2-02D77ECBC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521" y="1937499"/>
            <a:ext cx="1515776" cy="202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52B3A6-3DC8-26D0-F4A0-80FC50219C3B}"/>
                  </a:ext>
                </a:extLst>
              </p:cNvPr>
              <p:cNvSpPr txBox="1"/>
              <p:nvPr/>
            </p:nvSpPr>
            <p:spPr>
              <a:xfrm>
                <a:off x="8318672" y="2582976"/>
                <a:ext cx="544636" cy="766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52B3A6-3DC8-26D0-F4A0-80FC50219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672" y="2582976"/>
                <a:ext cx="544636" cy="7668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58952F57-B61C-8AF3-AAF8-BC735B7362AD}"/>
              </a:ext>
            </a:extLst>
          </p:cNvPr>
          <p:cNvSpPr/>
          <p:nvPr/>
        </p:nvSpPr>
        <p:spPr>
          <a:xfrm>
            <a:off x="6440308" y="5286997"/>
            <a:ext cx="912793" cy="3882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9B3207-7CDC-5534-81C8-81BD4AABF134}"/>
                  </a:ext>
                </a:extLst>
              </p:cNvPr>
              <p:cNvSpPr txBox="1"/>
              <p:nvPr/>
            </p:nvSpPr>
            <p:spPr>
              <a:xfrm>
                <a:off x="8318672" y="5114819"/>
                <a:ext cx="534762" cy="715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9B3207-7CDC-5534-81C8-81BD4AABF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672" y="5114819"/>
                <a:ext cx="534762" cy="715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Banana | Rainforest Alliance">
            <a:extLst>
              <a:ext uri="{FF2B5EF4-FFF2-40B4-BE49-F238E27FC236}">
                <a16:creationId xmlns:a16="http://schemas.microsoft.com/office/drawing/2014/main" id="{7A4B30E9-8AE9-C962-0FD3-77597FB8F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913" y="4872897"/>
            <a:ext cx="1404937" cy="13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803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A34AC3-34A9-2A65-CB20-EBD826AAC7B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Softmax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A34AC3-34A9-2A65-CB20-EBD826AAC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C668D6-2344-5BCC-D139-E68BF044A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66795" y="1825625"/>
            <a:ext cx="84584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28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ECDF0-E58F-70EC-3A32-B3401891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33A68457-72C5-159A-E4EC-F9454C0C1CE5}"/>
              </a:ext>
            </a:extLst>
          </p:cNvPr>
          <p:cNvGrpSpPr/>
          <p:nvPr/>
        </p:nvGrpSpPr>
        <p:grpSpPr>
          <a:xfrm>
            <a:off x="473887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CDA59C0F-7666-3023-8E56-AF646CD12681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3FBE5177-2786-4C20-39DD-F3DCCEC7C125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58072DB3-3625-919F-EC84-853BBC0CCABF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9EB25BD3-4C1D-CEAE-A9E3-EED3465FA314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BA492F59-AF66-90D4-58B2-18B040963897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1AD95E78-0A37-8D1B-8F08-0E71799310F9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D092FDCC-1AA2-A791-3451-4B14F8D48324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A1BBD6EF-A6F9-C82E-2578-31CAFA673B12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20EB77DF-9487-A4F3-494A-C0C4DF572125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80902039-E485-C9FC-5D4A-EBAE99B71730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F917BA64-0CDE-8A7B-CB81-02A97BF8B9D0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E141ECEF-EEB2-0FED-85AB-3BAE3A7E5D0D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B354228E-8E41-F596-C791-577E7422C6AC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9D5DC638-53BE-F4B1-126F-5269AD668D73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D99FB21C-A5FF-E5F7-BD20-5DE0964BEA1F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2602F142-AFB9-8FB5-9701-07298AD07C6B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164DB2C0-CCEC-3404-8DAF-5BE2CD353886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2678068D-86B3-491D-8146-39EDD4FFB50C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17E7ADB0-FB87-C472-63E4-3ACA0FC6851F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F905371C-94B0-C461-1EB9-B2C239130A98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6233BFAB-1B74-0633-D818-D5235E9A38B6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D954FC0A-59D1-B91C-657F-468A6045FBFB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C8C73C43-CBDD-A3F3-4550-2FB25832486E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E1318168-63DE-FB3F-96C7-E383185E28BF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F6C8772A-C6C0-C5B1-8A87-E020E4020E69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A341B2D0-2FBB-E41A-9A7D-C79B8807257F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2EA74FA0-E9A6-4D65-2E32-F6C548DF3C44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5C547A16-46BA-2ECE-C436-EA04EF7B866B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9DBEC5B5-F806-87B9-17D4-36E5D440F08B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398FB6B1-C164-AD71-F607-9132A0932FDD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192E52B2-60E7-5194-0A8C-EF67AF05D57F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C5DA0672-96FE-E231-B2BB-AFD7B189352A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626CA0E5-2B3D-5955-C2EB-EFC82F8F23E4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1B03FBEA-E159-8DFD-B021-48F3D3BAB5B4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3C0A06AB-C763-D1AF-3B97-197E5712F91B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DA350A19-C03F-C9D1-11F2-B6CD1BFBA637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99A5BFCE-FA06-05DA-4C6E-82A02A0C5653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3442AAFA-8019-006A-C83C-8D41CE18B17B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424634C0-673D-A10B-DD82-6605604D0FD5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77EA4118-9D76-CAD5-2508-4E82C7A8B1B3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E3000487-CCB9-7B18-6D3E-4934ED648735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357DF2E5-88E3-881E-DB34-52D17558F927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1E200EDD-F6F4-1AD4-7989-617369E714F8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44A4B5E9-72C8-8D20-90B0-5B66C38F5F8F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A80B0B05-F62A-2037-70F8-6AC3C134389B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F7C506E1-70AD-5E16-E5A1-05AB2044BD26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B1508E74-5982-D4B8-7323-818953846475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75363BD8-34B8-A1F6-1676-35D420BEAEAC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FA7616FF-BC6F-54E8-0E46-70E9CD501014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7E8A4830-13DF-F192-76DE-E42D89CD6B72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05671100-EF9B-DA8B-A5C5-C526980F8E75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EE1A4F4C-A396-62AF-509A-D86F9C8F97F7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47B95C41-B290-C790-BA9A-9CA84EBE437A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52D4A053-A741-2F4A-238A-613D720208A1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B699BB25-2874-0DDF-C3CF-E58006A821DC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C63E53EE-634D-E91F-C6A5-5CE846B83ED9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C8506CFC-9C55-84E3-4E84-C82A21E8A184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0D7E2CDF-E652-3787-42CC-505EF547170B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2E633405-FB16-97FC-31E5-5BBE2CC0A6D2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2C50529D-0A72-C389-185B-0F9018CB69D8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95BC654B-CCD5-7D46-DE9A-316B53A9C052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F8164CD9-5EE7-B752-087A-11D1F02BB105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6750BEC5-97C7-A421-B106-1763E89B12D2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1F3C7E43-6754-DB7B-CF6F-F5DE10693620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368DBF8D-ACF2-DEEA-404C-38DF3D9B6E1E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CCC74F39-1B03-4CDE-0B98-F7B24123CCEC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72F76D04-F864-4307-E856-8A23AEFAFF12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13075543-1A96-2777-87FC-8A074615E1F9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8AC433C7-D1FC-147D-6E49-7834E43CAD6B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ADC26516-6214-7DDF-CE0F-9437B18270A6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814980FF-ED76-47DB-DDDC-07B26EBA6349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1B420E-7878-721D-E9F5-E17B233DD2AC}"/>
                  </a:ext>
                </a:extLst>
              </p:cNvPr>
              <p:cNvSpPr txBox="1"/>
              <p:nvPr/>
            </p:nvSpPr>
            <p:spPr>
              <a:xfrm>
                <a:off x="8953446" y="3471128"/>
                <a:ext cx="1711807" cy="766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0.97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0.03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1B420E-7878-721D-E9F5-E17B233DD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446" y="3471128"/>
                <a:ext cx="1711807" cy="7668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3EC375-C8B2-5AE2-CDC4-AFBE0EAEACA1}"/>
                  </a:ext>
                </a:extLst>
              </p:cNvPr>
              <p:cNvSpPr txBox="1"/>
              <p:nvPr/>
            </p:nvSpPr>
            <p:spPr>
              <a:xfrm>
                <a:off x="10126415" y="3471129"/>
                <a:ext cx="1711807" cy="766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3EC375-C8B2-5AE2-CDC4-AFBE0EAEA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6415" y="3471129"/>
                <a:ext cx="1711807" cy="7668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6EA4043-1C8F-3C3F-74D2-315A90DA4CCE}"/>
                  </a:ext>
                </a:extLst>
              </p:cNvPr>
              <p:cNvSpPr txBox="1"/>
              <p:nvPr/>
            </p:nvSpPr>
            <p:spPr>
              <a:xfrm>
                <a:off x="9288634" y="2613447"/>
                <a:ext cx="933476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6EA4043-1C8F-3C3F-74D2-315A90DA4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8634" y="2613447"/>
                <a:ext cx="933476" cy="556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E937E53-8F13-ABD6-DA58-E302295F17EC}"/>
                  </a:ext>
                </a:extLst>
              </p:cNvPr>
              <p:cNvSpPr txBox="1"/>
              <p:nvPr/>
            </p:nvSpPr>
            <p:spPr>
              <a:xfrm>
                <a:off x="10487660" y="2619761"/>
                <a:ext cx="9334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𝑡𝑟𝑢𝑒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E937E53-8F13-ABD6-DA58-E302295F1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660" y="2619761"/>
                <a:ext cx="93347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63A50901-5D2E-BAB4-A939-E15D7F53FFA4}"/>
              </a:ext>
            </a:extLst>
          </p:cNvPr>
          <p:cNvSpPr txBox="1"/>
          <p:nvPr/>
        </p:nvSpPr>
        <p:spPr>
          <a:xfrm>
            <a:off x="7259761" y="2437884"/>
            <a:ext cx="1584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a typeface="Calibri"/>
                <a:cs typeface="Calibri"/>
                <a:sym typeface="Calibri"/>
              </a:rPr>
              <a:t>Chicken</a:t>
            </a:r>
            <a:endParaRPr lang="en-US" sz="28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97D493-B08E-E25B-13C6-54E43096B55D}"/>
              </a:ext>
            </a:extLst>
          </p:cNvPr>
          <p:cNvSpPr txBox="1"/>
          <p:nvPr/>
        </p:nvSpPr>
        <p:spPr>
          <a:xfrm>
            <a:off x="7306307" y="4050784"/>
            <a:ext cx="1584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a typeface="Calibri"/>
                <a:cs typeface="Calibri"/>
                <a:sym typeface="Calibri"/>
              </a:rPr>
              <a:t>Banana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61712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 319">
            <a:extLst>
              <a:ext uri="{FF2B5EF4-FFF2-40B4-BE49-F238E27FC236}">
                <a16:creationId xmlns:a16="http://schemas.microsoft.com/office/drawing/2014/main" id="{FD25B3C6-4DBB-8960-33DA-518717CF4D35}"/>
              </a:ext>
            </a:extLst>
          </p:cNvPr>
          <p:cNvGrpSpPr/>
          <p:nvPr/>
        </p:nvGrpSpPr>
        <p:grpSpPr>
          <a:xfrm>
            <a:off x="473887" y="311571"/>
            <a:ext cx="6722937" cy="6243315"/>
            <a:chOff x="4781202" y="311571"/>
            <a:chExt cx="6722937" cy="6243315"/>
          </a:xfrm>
        </p:grpSpPr>
        <p:grpSp>
          <p:nvGrpSpPr>
            <p:cNvPr id="321" name="Google Shape;534;p6">
              <a:extLst>
                <a:ext uri="{FF2B5EF4-FFF2-40B4-BE49-F238E27FC236}">
                  <a16:creationId xmlns:a16="http://schemas.microsoft.com/office/drawing/2014/main" id="{EDE6E1E7-AB05-49E2-0281-9A712C140479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327" name="Google Shape;535;p6">
                <a:extLst>
                  <a:ext uri="{FF2B5EF4-FFF2-40B4-BE49-F238E27FC236}">
                    <a16:creationId xmlns:a16="http://schemas.microsoft.com/office/drawing/2014/main" id="{0E33606C-E4E0-5145-BFF9-89EC8EBDAD3E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536;p6">
                <a:extLst>
                  <a:ext uri="{FF2B5EF4-FFF2-40B4-BE49-F238E27FC236}">
                    <a16:creationId xmlns:a16="http://schemas.microsoft.com/office/drawing/2014/main" id="{4B75F218-329B-76A8-5CB3-09EDCB88A15E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537;p6">
                <a:extLst>
                  <a:ext uri="{FF2B5EF4-FFF2-40B4-BE49-F238E27FC236}">
                    <a16:creationId xmlns:a16="http://schemas.microsoft.com/office/drawing/2014/main" id="{6B55C0F5-8AA6-81A5-6F3B-A0C44455E9CF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538;p6">
                <a:extLst>
                  <a:ext uri="{FF2B5EF4-FFF2-40B4-BE49-F238E27FC236}">
                    <a16:creationId xmlns:a16="http://schemas.microsoft.com/office/drawing/2014/main" id="{0CAA0F24-C5DE-90D6-BAD6-BFDCC59C2661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1" name="Google Shape;539;p6">
                <a:extLst>
                  <a:ext uri="{FF2B5EF4-FFF2-40B4-BE49-F238E27FC236}">
                    <a16:creationId xmlns:a16="http://schemas.microsoft.com/office/drawing/2014/main" id="{7B9B09E5-4915-C27A-DCCB-30CD58F70EC0}"/>
                  </a:ext>
                </a:extLst>
              </p:cNvPr>
              <p:cNvCxnSpPr>
                <a:stCxn id="327" idx="6"/>
                <a:endCxn id="34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2" name="Google Shape;541;p6">
                <a:extLst>
                  <a:ext uri="{FF2B5EF4-FFF2-40B4-BE49-F238E27FC236}">
                    <a16:creationId xmlns:a16="http://schemas.microsoft.com/office/drawing/2014/main" id="{D0580BF6-B048-E556-449C-3896B950F0DC}"/>
                  </a:ext>
                </a:extLst>
              </p:cNvPr>
              <p:cNvCxnSpPr>
                <a:stCxn id="328" idx="6"/>
                <a:endCxn id="34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3" name="Google Shape;543;p6">
                <a:extLst>
                  <a:ext uri="{FF2B5EF4-FFF2-40B4-BE49-F238E27FC236}">
                    <a16:creationId xmlns:a16="http://schemas.microsoft.com/office/drawing/2014/main" id="{AD3AA9FB-6E71-BD9D-B048-E5722214EA1C}"/>
                  </a:ext>
                </a:extLst>
              </p:cNvPr>
              <p:cNvCxnSpPr>
                <a:stCxn id="329" idx="6"/>
                <a:endCxn id="34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4" name="Google Shape;545;p6">
                <a:extLst>
                  <a:ext uri="{FF2B5EF4-FFF2-40B4-BE49-F238E27FC236}">
                    <a16:creationId xmlns:a16="http://schemas.microsoft.com/office/drawing/2014/main" id="{74706D6D-95B9-9778-A106-6D7DAC7FBA8D}"/>
                  </a:ext>
                </a:extLst>
              </p:cNvPr>
              <p:cNvCxnSpPr>
                <a:stCxn id="327" idx="6"/>
                <a:endCxn id="36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5" name="Google Shape;547;p6">
                <a:extLst>
                  <a:ext uri="{FF2B5EF4-FFF2-40B4-BE49-F238E27FC236}">
                    <a16:creationId xmlns:a16="http://schemas.microsoft.com/office/drawing/2014/main" id="{F011766B-B366-D53D-7A7E-DE7B51B1FD7D}"/>
                  </a:ext>
                </a:extLst>
              </p:cNvPr>
              <p:cNvCxnSpPr>
                <a:stCxn id="327" idx="6"/>
                <a:endCxn id="34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6" name="Google Shape;548;p6">
                <a:extLst>
                  <a:ext uri="{FF2B5EF4-FFF2-40B4-BE49-F238E27FC236}">
                    <a16:creationId xmlns:a16="http://schemas.microsoft.com/office/drawing/2014/main" id="{9AE4ADF9-607E-3E5B-1FD6-5933352D662B}"/>
                  </a:ext>
                </a:extLst>
              </p:cNvPr>
              <p:cNvCxnSpPr>
                <a:stCxn id="327" idx="6"/>
                <a:endCxn id="36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7" name="Google Shape;550;p6">
                <a:extLst>
                  <a:ext uri="{FF2B5EF4-FFF2-40B4-BE49-F238E27FC236}">
                    <a16:creationId xmlns:a16="http://schemas.microsoft.com/office/drawing/2014/main" id="{D1C0AD54-AEE8-F78D-1BB8-44C09147F21F}"/>
                  </a:ext>
                </a:extLst>
              </p:cNvPr>
              <p:cNvCxnSpPr>
                <a:stCxn id="328" idx="6"/>
                <a:endCxn id="34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8" name="Google Shape;551;p6">
                <a:extLst>
                  <a:ext uri="{FF2B5EF4-FFF2-40B4-BE49-F238E27FC236}">
                    <a16:creationId xmlns:a16="http://schemas.microsoft.com/office/drawing/2014/main" id="{4E9A2560-1390-F4EA-B4DF-8B196FD071B4}"/>
                  </a:ext>
                </a:extLst>
              </p:cNvPr>
              <p:cNvCxnSpPr>
                <a:stCxn id="328" idx="6"/>
                <a:endCxn id="36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9" name="Google Shape;552;p6">
                <a:extLst>
                  <a:ext uri="{FF2B5EF4-FFF2-40B4-BE49-F238E27FC236}">
                    <a16:creationId xmlns:a16="http://schemas.microsoft.com/office/drawing/2014/main" id="{0DC337A1-B76F-9B06-D062-52AE8779DE1B}"/>
                  </a:ext>
                </a:extLst>
              </p:cNvPr>
              <p:cNvCxnSpPr>
                <a:stCxn id="328" idx="6"/>
                <a:endCxn id="34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0" name="Google Shape;553;p6">
                <a:extLst>
                  <a:ext uri="{FF2B5EF4-FFF2-40B4-BE49-F238E27FC236}">
                    <a16:creationId xmlns:a16="http://schemas.microsoft.com/office/drawing/2014/main" id="{F865B902-E6FB-38A4-4524-38A771CD7947}"/>
                  </a:ext>
                </a:extLst>
              </p:cNvPr>
              <p:cNvCxnSpPr>
                <a:stCxn id="328" idx="6"/>
                <a:endCxn id="36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1" name="Google Shape;554;p6">
                <a:extLst>
                  <a:ext uri="{FF2B5EF4-FFF2-40B4-BE49-F238E27FC236}">
                    <a16:creationId xmlns:a16="http://schemas.microsoft.com/office/drawing/2014/main" id="{188C03D5-F64D-61F6-8E00-E45D3EC5A0A4}"/>
                  </a:ext>
                </a:extLst>
              </p:cNvPr>
              <p:cNvCxnSpPr>
                <a:stCxn id="329" idx="6"/>
                <a:endCxn id="36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2" name="Google Shape;555;p6">
                <a:extLst>
                  <a:ext uri="{FF2B5EF4-FFF2-40B4-BE49-F238E27FC236}">
                    <a16:creationId xmlns:a16="http://schemas.microsoft.com/office/drawing/2014/main" id="{D1EF4696-FA51-400F-EDAC-6C4D58D4DB4D}"/>
                  </a:ext>
                </a:extLst>
              </p:cNvPr>
              <p:cNvCxnSpPr>
                <a:stCxn id="329" idx="6"/>
                <a:endCxn id="34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3" name="Google Shape;556;p6">
                <a:extLst>
                  <a:ext uri="{FF2B5EF4-FFF2-40B4-BE49-F238E27FC236}">
                    <a16:creationId xmlns:a16="http://schemas.microsoft.com/office/drawing/2014/main" id="{3A4A8F16-7581-7002-1B40-956EDF4945FA}"/>
                  </a:ext>
                </a:extLst>
              </p:cNvPr>
              <p:cNvCxnSpPr>
                <a:stCxn id="329" idx="6"/>
                <a:endCxn id="34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4" name="Google Shape;557;p6">
                <a:extLst>
                  <a:ext uri="{FF2B5EF4-FFF2-40B4-BE49-F238E27FC236}">
                    <a16:creationId xmlns:a16="http://schemas.microsoft.com/office/drawing/2014/main" id="{2B4FDC49-237E-A903-BA2A-F4D4FFA826E0}"/>
                  </a:ext>
                </a:extLst>
              </p:cNvPr>
              <p:cNvCxnSpPr>
                <a:stCxn id="329" idx="6"/>
                <a:endCxn id="36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45" name="Google Shape;540;p6">
                <a:extLst>
                  <a:ext uri="{FF2B5EF4-FFF2-40B4-BE49-F238E27FC236}">
                    <a16:creationId xmlns:a16="http://schemas.microsoft.com/office/drawing/2014/main" id="{9F1DE585-613F-653A-5268-FBC24A62650D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542;p6">
                <a:extLst>
                  <a:ext uri="{FF2B5EF4-FFF2-40B4-BE49-F238E27FC236}">
                    <a16:creationId xmlns:a16="http://schemas.microsoft.com/office/drawing/2014/main" id="{D95499AD-E31F-7166-E9AC-6956E26BDB10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544;p6">
                <a:extLst>
                  <a:ext uri="{FF2B5EF4-FFF2-40B4-BE49-F238E27FC236}">
                    <a16:creationId xmlns:a16="http://schemas.microsoft.com/office/drawing/2014/main" id="{3CDB37D7-E469-2900-45C0-8B4116F5839E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558;p6">
                <a:extLst>
                  <a:ext uri="{FF2B5EF4-FFF2-40B4-BE49-F238E27FC236}">
                    <a16:creationId xmlns:a16="http://schemas.microsoft.com/office/drawing/2014/main" id="{3101A4B1-C06B-B19B-9DA4-F0B423F3BDBF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559;p6">
                <a:extLst>
                  <a:ext uri="{FF2B5EF4-FFF2-40B4-BE49-F238E27FC236}">
                    <a16:creationId xmlns:a16="http://schemas.microsoft.com/office/drawing/2014/main" id="{7B01E3AC-D83D-BB55-5F59-9B4C6BFBB93C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560;p6">
                <a:extLst>
                  <a:ext uri="{FF2B5EF4-FFF2-40B4-BE49-F238E27FC236}">
                    <a16:creationId xmlns:a16="http://schemas.microsoft.com/office/drawing/2014/main" id="{03A39E29-76A3-53AA-DDA1-A79DDF9BCB8F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561;p6">
                <a:extLst>
                  <a:ext uri="{FF2B5EF4-FFF2-40B4-BE49-F238E27FC236}">
                    <a16:creationId xmlns:a16="http://schemas.microsoft.com/office/drawing/2014/main" id="{6C1DC9CE-09A8-0F60-0B02-83262502EEE0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562;p6">
                <a:extLst>
                  <a:ext uri="{FF2B5EF4-FFF2-40B4-BE49-F238E27FC236}">
                    <a16:creationId xmlns:a16="http://schemas.microsoft.com/office/drawing/2014/main" id="{0EA5012F-B44C-D518-1013-C7733FF1447C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53" name="Google Shape;563;p6">
                <a:extLst>
                  <a:ext uri="{FF2B5EF4-FFF2-40B4-BE49-F238E27FC236}">
                    <a16:creationId xmlns:a16="http://schemas.microsoft.com/office/drawing/2014/main" id="{5D83C051-B685-288E-CED9-33B14E64F0EE}"/>
                  </a:ext>
                </a:extLst>
              </p:cNvPr>
              <p:cNvCxnSpPr>
                <a:stCxn id="345" idx="6"/>
                <a:endCxn id="34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4" name="Google Shape;564;p6">
                <a:extLst>
                  <a:ext uri="{FF2B5EF4-FFF2-40B4-BE49-F238E27FC236}">
                    <a16:creationId xmlns:a16="http://schemas.microsoft.com/office/drawing/2014/main" id="{527858CA-2548-D581-0D59-F931F7BA08C9}"/>
                  </a:ext>
                </a:extLst>
              </p:cNvPr>
              <p:cNvCxnSpPr>
                <a:stCxn id="346" idx="6"/>
                <a:endCxn id="35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5" name="Google Shape;565;p6">
                <a:extLst>
                  <a:ext uri="{FF2B5EF4-FFF2-40B4-BE49-F238E27FC236}">
                    <a16:creationId xmlns:a16="http://schemas.microsoft.com/office/drawing/2014/main" id="{FF2EF7CC-E7D2-3550-9009-9C106293710E}"/>
                  </a:ext>
                </a:extLst>
              </p:cNvPr>
              <p:cNvCxnSpPr>
                <a:stCxn id="347" idx="6"/>
                <a:endCxn id="35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6" name="Google Shape;566;p6">
                <a:extLst>
                  <a:ext uri="{FF2B5EF4-FFF2-40B4-BE49-F238E27FC236}">
                    <a16:creationId xmlns:a16="http://schemas.microsoft.com/office/drawing/2014/main" id="{AFB69AD9-1C18-5FD3-9E17-FA183371E095}"/>
                  </a:ext>
                </a:extLst>
              </p:cNvPr>
              <p:cNvCxnSpPr>
                <a:stCxn id="345" idx="6"/>
                <a:endCxn id="34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7" name="Google Shape;567;p6">
                <a:extLst>
                  <a:ext uri="{FF2B5EF4-FFF2-40B4-BE49-F238E27FC236}">
                    <a16:creationId xmlns:a16="http://schemas.microsoft.com/office/drawing/2014/main" id="{CC8AD2F6-B8C4-0739-5612-623193D3BF1A}"/>
                  </a:ext>
                </a:extLst>
              </p:cNvPr>
              <p:cNvCxnSpPr>
                <a:stCxn id="345" idx="6"/>
                <a:endCxn id="35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8" name="Google Shape;568;p6">
                <a:extLst>
                  <a:ext uri="{FF2B5EF4-FFF2-40B4-BE49-F238E27FC236}">
                    <a16:creationId xmlns:a16="http://schemas.microsoft.com/office/drawing/2014/main" id="{EAAFA4D3-7EEB-941A-7DDE-54DDC61210CB}"/>
                  </a:ext>
                </a:extLst>
              </p:cNvPr>
              <p:cNvCxnSpPr>
                <a:stCxn id="345" idx="6"/>
                <a:endCxn id="35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9" name="Google Shape;569;p6">
                <a:extLst>
                  <a:ext uri="{FF2B5EF4-FFF2-40B4-BE49-F238E27FC236}">
                    <a16:creationId xmlns:a16="http://schemas.microsoft.com/office/drawing/2014/main" id="{2FD45C56-6680-4617-0A43-58B4E57DBF84}"/>
                  </a:ext>
                </a:extLst>
              </p:cNvPr>
              <p:cNvCxnSpPr>
                <a:stCxn id="345" idx="6"/>
                <a:endCxn id="35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0" name="Google Shape;570;p6">
                <a:extLst>
                  <a:ext uri="{FF2B5EF4-FFF2-40B4-BE49-F238E27FC236}">
                    <a16:creationId xmlns:a16="http://schemas.microsoft.com/office/drawing/2014/main" id="{C29357B4-4189-39CB-1969-5DDDC51E510D}"/>
                  </a:ext>
                </a:extLst>
              </p:cNvPr>
              <p:cNvCxnSpPr>
                <a:stCxn id="346" idx="6"/>
                <a:endCxn id="34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1" name="Google Shape;571;p6">
                <a:extLst>
                  <a:ext uri="{FF2B5EF4-FFF2-40B4-BE49-F238E27FC236}">
                    <a16:creationId xmlns:a16="http://schemas.microsoft.com/office/drawing/2014/main" id="{DE7793D2-699F-EF24-9C33-79A8325DCC21}"/>
                  </a:ext>
                </a:extLst>
              </p:cNvPr>
              <p:cNvCxnSpPr>
                <a:stCxn id="346" idx="6"/>
                <a:endCxn id="34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2" name="Google Shape;572;p6">
                <a:extLst>
                  <a:ext uri="{FF2B5EF4-FFF2-40B4-BE49-F238E27FC236}">
                    <a16:creationId xmlns:a16="http://schemas.microsoft.com/office/drawing/2014/main" id="{BAA7F5E5-A514-A4C4-A61D-DAEB14544AF7}"/>
                  </a:ext>
                </a:extLst>
              </p:cNvPr>
              <p:cNvCxnSpPr>
                <a:stCxn id="346" idx="6"/>
                <a:endCxn id="35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3" name="Google Shape;573;p6">
                <a:extLst>
                  <a:ext uri="{FF2B5EF4-FFF2-40B4-BE49-F238E27FC236}">
                    <a16:creationId xmlns:a16="http://schemas.microsoft.com/office/drawing/2014/main" id="{0C1E0C63-5C15-11B3-4F07-171D1CBA725E}"/>
                  </a:ext>
                </a:extLst>
              </p:cNvPr>
              <p:cNvCxnSpPr>
                <a:stCxn id="346" idx="6"/>
                <a:endCxn id="35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4" name="Google Shape;574;p6">
                <a:extLst>
                  <a:ext uri="{FF2B5EF4-FFF2-40B4-BE49-F238E27FC236}">
                    <a16:creationId xmlns:a16="http://schemas.microsoft.com/office/drawing/2014/main" id="{7455B7F3-4B82-912B-C1EC-287AC12833DA}"/>
                  </a:ext>
                </a:extLst>
              </p:cNvPr>
              <p:cNvCxnSpPr>
                <a:stCxn id="347" idx="6"/>
                <a:endCxn id="34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5" name="Google Shape;575;p6">
                <a:extLst>
                  <a:ext uri="{FF2B5EF4-FFF2-40B4-BE49-F238E27FC236}">
                    <a16:creationId xmlns:a16="http://schemas.microsoft.com/office/drawing/2014/main" id="{D4FD2B20-2724-D087-026A-3703A34FB5A7}"/>
                  </a:ext>
                </a:extLst>
              </p:cNvPr>
              <p:cNvCxnSpPr>
                <a:stCxn id="347" idx="6"/>
                <a:endCxn id="34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6" name="Google Shape;576;p6">
                <a:extLst>
                  <a:ext uri="{FF2B5EF4-FFF2-40B4-BE49-F238E27FC236}">
                    <a16:creationId xmlns:a16="http://schemas.microsoft.com/office/drawing/2014/main" id="{9826DCB8-4AE7-03A4-BD73-9BEF0223CA28}"/>
                  </a:ext>
                </a:extLst>
              </p:cNvPr>
              <p:cNvCxnSpPr>
                <a:stCxn id="347" idx="6"/>
                <a:endCxn id="35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7" name="Google Shape;577;p6">
                <a:extLst>
                  <a:ext uri="{FF2B5EF4-FFF2-40B4-BE49-F238E27FC236}">
                    <a16:creationId xmlns:a16="http://schemas.microsoft.com/office/drawing/2014/main" id="{3A866D49-1D22-70D0-4373-E5272E13126D}"/>
                  </a:ext>
                </a:extLst>
              </p:cNvPr>
              <p:cNvCxnSpPr>
                <a:stCxn id="347" idx="6"/>
                <a:endCxn id="35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68" name="Google Shape;546;p6">
                <a:extLst>
                  <a:ext uri="{FF2B5EF4-FFF2-40B4-BE49-F238E27FC236}">
                    <a16:creationId xmlns:a16="http://schemas.microsoft.com/office/drawing/2014/main" id="{32DE8DF7-B7C9-DE4D-BC3F-C1BE0E070BDE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549;p6">
                <a:extLst>
                  <a:ext uri="{FF2B5EF4-FFF2-40B4-BE49-F238E27FC236}">
                    <a16:creationId xmlns:a16="http://schemas.microsoft.com/office/drawing/2014/main" id="{35FAFF2F-ABCC-2AC5-BE09-1E1A40D8E0ED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70" name="Google Shape;578;p6">
                <a:extLst>
                  <a:ext uri="{FF2B5EF4-FFF2-40B4-BE49-F238E27FC236}">
                    <a16:creationId xmlns:a16="http://schemas.microsoft.com/office/drawing/2014/main" id="{90C33EE7-C393-D3C8-1F40-4EE8A920FCB8}"/>
                  </a:ext>
                </a:extLst>
              </p:cNvPr>
              <p:cNvCxnSpPr>
                <a:stCxn id="368" idx="6"/>
                <a:endCxn id="34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1" name="Google Shape;579;p6">
                <a:extLst>
                  <a:ext uri="{FF2B5EF4-FFF2-40B4-BE49-F238E27FC236}">
                    <a16:creationId xmlns:a16="http://schemas.microsoft.com/office/drawing/2014/main" id="{4DD04018-4668-B169-1B7E-39C2E39F4C6B}"/>
                  </a:ext>
                </a:extLst>
              </p:cNvPr>
              <p:cNvCxnSpPr>
                <a:stCxn id="368" idx="6"/>
                <a:endCxn id="34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2" name="Google Shape;580;p6">
                <a:extLst>
                  <a:ext uri="{FF2B5EF4-FFF2-40B4-BE49-F238E27FC236}">
                    <a16:creationId xmlns:a16="http://schemas.microsoft.com/office/drawing/2014/main" id="{9D407C66-0EC8-DEFD-199F-5F26B9D929E7}"/>
                  </a:ext>
                </a:extLst>
              </p:cNvPr>
              <p:cNvCxnSpPr>
                <a:stCxn id="368" idx="6"/>
                <a:endCxn id="35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3" name="Google Shape;581;p6">
                <a:extLst>
                  <a:ext uri="{FF2B5EF4-FFF2-40B4-BE49-F238E27FC236}">
                    <a16:creationId xmlns:a16="http://schemas.microsoft.com/office/drawing/2014/main" id="{A06DE250-F0C8-2408-9C61-AF22568B5067}"/>
                  </a:ext>
                </a:extLst>
              </p:cNvPr>
              <p:cNvCxnSpPr>
                <a:stCxn id="368" idx="6"/>
                <a:endCxn id="35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4" name="Google Shape;582;p6">
                <a:extLst>
                  <a:ext uri="{FF2B5EF4-FFF2-40B4-BE49-F238E27FC236}">
                    <a16:creationId xmlns:a16="http://schemas.microsoft.com/office/drawing/2014/main" id="{DD783CD5-3D81-87C4-7071-0E875071E814}"/>
                  </a:ext>
                </a:extLst>
              </p:cNvPr>
              <p:cNvCxnSpPr>
                <a:stCxn id="368" idx="6"/>
                <a:endCxn id="35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5" name="Google Shape;583;p6">
                <a:extLst>
                  <a:ext uri="{FF2B5EF4-FFF2-40B4-BE49-F238E27FC236}">
                    <a16:creationId xmlns:a16="http://schemas.microsoft.com/office/drawing/2014/main" id="{B5E03DF1-052D-58A0-C0CF-22D495CAD5ED}"/>
                  </a:ext>
                </a:extLst>
              </p:cNvPr>
              <p:cNvCxnSpPr>
                <a:stCxn id="369" idx="6"/>
                <a:endCxn id="35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6" name="Google Shape;584;p6">
                <a:extLst>
                  <a:ext uri="{FF2B5EF4-FFF2-40B4-BE49-F238E27FC236}">
                    <a16:creationId xmlns:a16="http://schemas.microsoft.com/office/drawing/2014/main" id="{A27E99F7-5A48-BCA2-F297-E8A26DF4B257}"/>
                  </a:ext>
                </a:extLst>
              </p:cNvPr>
              <p:cNvCxnSpPr>
                <a:stCxn id="369" idx="6"/>
                <a:endCxn id="35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7" name="Google Shape;585;p6">
                <a:extLst>
                  <a:ext uri="{FF2B5EF4-FFF2-40B4-BE49-F238E27FC236}">
                    <a16:creationId xmlns:a16="http://schemas.microsoft.com/office/drawing/2014/main" id="{381B942C-245C-9952-51EC-07F7E98B25BB}"/>
                  </a:ext>
                </a:extLst>
              </p:cNvPr>
              <p:cNvCxnSpPr>
                <a:stCxn id="369" idx="6"/>
                <a:endCxn id="35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8" name="Google Shape;586;p6">
                <a:extLst>
                  <a:ext uri="{FF2B5EF4-FFF2-40B4-BE49-F238E27FC236}">
                    <a16:creationId xmlns:a16="http://schemas.microsoft.com/office/drawing/2014/main" id="{D77B2586-CECB-1BBC-29DC-FBB1BDBEEBDA}"/>
                  </a:ext>
                </a:extLst>
              </p:cNvPr>
              <p:cNvCxnSpPr>
                <a:stCxn id="369" idx="6"/>
                <a:endCxn id="34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9" name="Google Shape;587;p6">
                <a:extLst>
                  <a:ext uri="{FF2B5EF4-FFF2-40B4-BE49-F238E27FC236}">
                    <a16:creationId xmlns:a16="http://schemas.microsoft.com/office/drawing/2014/main" id="{62C6D63E-B7AD-3DFC-142B-BCCE0E9942AD}"/>
                  </a:ext>
                </a:extLst>
              </p:cNvPr>
              <p:cNvCxnSpPr>
                <a:stCxn id="369" idx="6"/>
                <a:endCxn id="34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0" name="Google Shape;588;p6">
                <a:extLst>
                  <a:ext uri="{FF2B5EF4-FFF2-40B4-BE49-F238E27FC236}">
                    <a16:creationId xmlns:a16="http://schemas.microsoft.com/office/drawing/2014/main" id="{27518914-1129-88A5-8B97-3ED2575BCF22}"/>
                  </a:ext>
                </a:extLst>
              </p:cNvPr>
              <p:cNvCxnSpPr>
                <a:stCxn id="348" idx="6"/>
                <a:endCxn id="33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1" name="Google Shape;589;p6">
                <a:extLst>
                  <a:ext uri="{FF2B5EF4-FFF2-40B4-BE49-F238E27FC236}">
                    <a16:creationId xmlns:a16="http://schemas.microsoft.com/office/drawing/2014/main" id="{43B7A399-DC48-2265-7BAE-57AA6A435E91}"/>
                  </a:ext>
                </a:extLst>
              </p:cNvPr>
              <p:cNvCxnSpPr>
                <a:stCxn id="349" idx="6"/>
                <a:endCxn id="33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2" name="Google Shape;590;p6">
                <a:extLst>
                  <a:ext uri="{FF2B5EF4-FFF2-40B4-BE49-F238E27FC236}">
                    <a16:creationId xmlns:a16="http://schemas.microsoft.com/office/drawing/2014/main" id="{2D169911-B52A-6D7F-0C8F-E2F48238B1F9}"/>
                  </a:ext>
                </a:extLst>
              </p:cNvPr>
              <p:cNvCxnSpPr>
                <a:stCxn id="350" idx="6"/>
                <a:endCxn id="33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3" name="Google Shape;591;p6">
                <a:extLst>
                  <a:ext uri="{FF2B5EF4-FFF2-40B4-BE49-F238E27FC236}">
                    <a16:creationId xmlns:a16="http://schemas.microsoft.com/office/drawing/2014/main" id="{B6BC7AAE-E978-A78F-D3D2-58A6972186C5}"/>
                  </a:ext>
                </a:extLst>
              </p:cNvPr>
              <p:cNvCxnSpPr>
                <a:stCxn id="351" idx="6"/>
                <a:endCxn id="33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4" name="Google Shape;592;p6">
                <a:extLst>
                  <a:ext uri="{FF2B5EF4-FFF2-40B4-BE49-F238E27FC236}">
                    <a16:creationId xmlns:a16="http://schemas.microsoft.com/office/drawing/2014/main" id="{FE7EE32F-AE8E-D83A-9819-BD643E1F24EC}"/>
                  </a:ext>
                </a:extLst>
              </p:cNvPr>
              <p:cNvCxnSpPr>
                <a:stCxn id="352" idx="6"/>
                <a:endCxn id="33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85" name="Google Shape;593;p6">
                <a:extLst>
                  <a:ext uri="{FF2B5EF4-FFF2-40B4-BE49-F238E27FC236}">
                    <a16:creationId xmlns:a16="http://schemas.microsoft.com/office/drawing/2014/main" id="{5195817D-D723-7E32-AED6-0CA2FCD34D0F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6" name="Google Shape;594;p6">
                <a:extLst>
                  <a:ext uri="{FF2B5EF4-FFF2-40B4-BE49-F238E27FC236}">
                    <a16:creationId xmlns:a16="http://schemas.microsoft.com/office/drawing/2014/main" id="{02BDB51B-BEEF-8C20-ADF9-27909B883BAF}"/>
                  </a:ext>
                </a:extLst>
              </p:cNvPr>
              <p:cNvCxnSpPr>
                <a:stCxn id="349" idx="6"/>
                <a:endCxn id="38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7" name="Google Shape;595;p6">
                <a:extLst>
                  <a:ext uri="{FF2B5EF4-FFF2-40B4-BE49-F238E27FC236}">
                    <a16:creationId xmlns:a16="http://schemas.microsoft.com/office/drawing/2014/main" id="{A902EAFE-AF5E-B38D-955E-019C6562ECF4}"/>
                  </a:ext>
                </a:extLst>
              </p:cNvPr>
              <p:cNvCxnSpPr>
                <a:stCxn id="350" idx="6"/>
                <a:endCxn id="38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8" name="Google Shape;596;p6">
                <a:extLst>
                  <a:ext uri="{FF2B5EF4-FFF2-40B4-BE49-F238E27FC236}">
                    <a16:creationId xmlns:a16="http://schemas.microsoft.com/office/drawing/2014/main" id="{11D05CA4-20EC-324D-81C3-7F1922C9D142}"/>
                  </a:ext>
                </a:extLst>
              </p:cNvPr>
              <p:cNvCxnSpPr>
                <a:stCxn id="351" idx="6"/>
                <a:endCxn id="38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9" name="Google Shape;597;p6">
                <a:extLst>
                  <a:ext uri="{FF2B5EF4-FFF2-40B4-BE49-F238E27FC236}">
                    <a16:creationId xmlns:a16="http://schemas.microsoft.com/office/drawing/2014/main" id="{8B68E074-9C0A-E5AA-3BF0-6B7E81E4145A}"/>
                  </a:ext>
                </a:extLst>
              </p:cNvPr>
              <p:cNvCxnSpPr>
                <a:stCxn id="352" idx="6"/>
                <a:endCxn id="38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0" name="Google Shape;598;p6">
                <a:extLst>
                  <a:ext uri="{FF2B5EF4-FFF2-40B4-BE49-F238E27FC236}">
                    <a16:creationId xmlns:a16="http://schemas.microsoft.com/office/drawing/2014/main" id="{BAC5D973-43E9-81F2-CD92-9DAB9DAC41DD}"/>
                  </a:ext>
                </a:extLst>
              </p:cNvPr>
              <p:cNvCxnSpPr>
                <a:stCxn id="348" idx="6"/>
                <a:endCxn id="38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1" name="Google Shape;599;p6">
                <a:extLst>
                  <a:ext uri="{FF2B5EF4-FFF2-40B4-BE49-F238E27FC236}">
                    <a16:creationId xmlns:a16="http://schemas.microsoft.com/office/drawing/2014/main" id="{B64E2F6D-5C7B-50AE-461D-DFEB86750901}"/>
                  </a:ext>
                </a:extLst>
              </p:cNvPr>
              <p:cNvCxnSpPr>
                <a:stCxn id="327" idx="6"/>
                <a:endCxn id="34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322" name="Google Shape;600;p6">
              <a:extLst>
                <a:ext uri="{FF2B5EF4-FFF2-40B4-BE49-F238E27FC236}">
                  <a16:creationId xmlns:a16="http://schemas.microsoft.com/office/drawing/2014/main" id="{DD90A3BB-2F24-445B-E359-0D01AA37E9F8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601;p6">
              <a:extLst>
                <a:ext uri="{FF2B5EF4-FFF2-40B4-BE49-F238E27FC236}">
                  <a16:creationId xmlns:a16="http://schemas.microsoft.com/office/drawing/2014/main" id="{791AC2C9-4D1F-939E-3E21-316B2CCED68F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24" name="Google Shape;602;p6">
              <a:extLst>
                <a:ext uri="{FF2B5EF4-FFF2-40B4-BE49-F238E27FC236}">
                  <a16:creationId xmlns:a16="http://schemas.microsoft.com/office/drawing/2014/main" id="{7BA4435A-F632-7C16-81F4-FFBF80610392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600;p6">
              <a:extLst>
                <a:ext uri="{FF2B5EF4-FFF2-40B4-BE49-F238E27FC236}">
                  <a16:creationId xmlns:a16="http://schemas.microsoft.com/office/drawing/2014/main" id="{6EA22BB4-9F4A-19BC-5863-19DFB95A3B53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601;p6">
              <a:extLst>
                <a:ext uri="{FF2B5EF4-FFF2-40B4-BE49-F238E27FC236}">
                  <a16:creationId xmlns:a16="http://schemas.microsoft.com/office/drawing/2014/main" id="{07531846-FE48-A263-A905-E1BFD563FF1D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>
                <a:solidFill>
                  <a:srgbClr val="FF0000"/>
                </a:solidFill>
              </a:endParaRPr>
            </a:p>
          </p:txBody>
        </p:sp>
      </p:grpSp>
      <p:sp>
        <p:nvSpPr>
          <p:cNvPr id="396" name="TextBox 395">
            <a:extLst>
              <a:ext uri="{FF2B5EF4-FFF2-40B4-BE49-F238E27FC236}">
                <a16:creationId xmlns:a16="http://schemas.microsoft.com/office/drawing/2014/main" id="{13B0037C-FABD-A35B-E1E7-957280C91FA2}"/>
              </a:ext>
            </a:extLst>
          </p:cNvPr>
          <p:cNvSpPr txBox="1"/>
          <p:nvPr/>
        </p:nvSpPr>
        <p:spPr>
          <a:xfrm>
            <a:off x="7259760" y="2437884"/>
            <a:ext cx="2372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a typeface="Calibri"/>
                <a:cs typeface="Calibri"/>
                <a:sym typeface="Calibri"/>
              </a:rPr>
              <a:t>Recommend	</a:t>
            </a:r>
            <a:endParaRPr lang="en-US" sz="2400" dirty="0"/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D0FF580A-CAE1-6B1C-0D1A-5D951669FB9F}"/>
              </a:ext>
            </a:extLst>
          </p:cNvPr>
          <p:cNvSpPr txBox="1"/>
          <p:nvPr/>
        </p:nvSpPr>
        <p:spPr>
          <a:xfrm>
            <a:off x="7306307" y="4050784"/>
            <a:ext cx="24819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a typeface="Calibri"/>
                <a:cs typeface="Calibri"/>
                <a:sym typeface="Calibri"/>
              </a:rPr>
              <a:t>Not Recommend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BA2E1-8A3A-8F4F-CBD5-B47E58AC6F18}"/>
              </a:ext>
            </a:extLst>
          </p:cNvPr>
          <p:cNvSpPr txBox="1"/>
          <p:nvPr/>
        </p:nvSpPr>
        <p:spPr>
          <a:xfrm>
            <a:off x="9897776" y="2437884"/>
            <a:ext cx="1753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a typeface="Calibri"/>
                <a:cs typeface="Calibri"/>
                <a:sym typeface="Calibri"/>
              </a:rPr>
              <a:t>Engaged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DF8FF-58F9-B423-C615-94E092289F18}"/>
              </a:ext>
            </a:extLst>
          </p:cNvPr>
          <p:cNvSpPr txBox="1"/>
          <p:nvPr/>
        </p:nvSpPr>
        <p:spPr>
          <a:xfrm>
            <a:off x="9944323" y="4050784"/>
            <a:ext cx="24819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a typeface="Calibri"/>
                <a:cs typeface="Calibri"/>
                <a:sym typeface="Calibri"/>
              </a:rPr>
              <a:t>Not Engaged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403C8-68F4-F8BF-1EC7-47B495C687D4}"/>
                  </a:ext>
                </a:extLst>
              </p:cNvPr>
              <p:cNvSpPr txBox="1"/>
              <p:nvPr/>
            </p:nvSpPr>
            <p:spPr>
              <a:xfrm>
                <a:off x="7765274" y="1500792"/>
                <a:ext cx="933476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403C8-68F4-F8BF-1EC7-47B495C68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274" y="1500792"/>
                <a:ext cx="933476" cy="5564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91C989-AEB7-FF2C-1F20-7B4606B92836}"/>
                  </a:ext>
                </a:extLst>
              </p:cNvPr>
              <p:cNvSpPr txBox="1"/>
              <p:nvPr/>
            </p:nvSpPr>
            <p:spPr>
              <a:xfrm>
                <a:off x="10016486" y="1444318"/>
                <a:ext cx="9334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𝑡𝑟𝑢𝑒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91C989-AEB7-FF2C-1F20-7B4606B92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6486" y="1444318"/>
                <a:ext cx="93347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359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42F1-CD46-CAAA-C97E-F477BD29B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extraction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08AC41-8634-0360-7D0B-81AD4335BD56}"/>
              </a:ext>
            </a:extLst>
          </p:cNvPr>
          <p:cNvGrpSpPr/>
          <p:nvPr/>
        </p:nvGrpSpPr>
        <p:grpSpPr>
          <a:xfrm>
            <a:off x="5278644" y="307342"/>
            <a:ext cx="6722937" cy="6243315"/>
            <a:chOff x="4781202" y="311571"/>
            <a:chExt cx="6722937" cy="6243315"/>
          </a:xfrm>
        </p:grpSpPr>
        <p:grpSp>
          <p:nvGrpSpPr>
            <p:cNvPr id="78" name="Google Shape;534;p6">
              <a:extLst>
                <a:ext uri="{FF2B5EF4-FFF2-40B4-BE49-F238E27FC236}">
                  <a16:creationId xmlns:a16="http://schemas.microsoft.com/office/drawing/2014/main" id="{9ED5CF97-5863-95F3-CE13-E64D66AC8C17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84" name="Google Shape;535;p6">
                <a:extLst>
                  <a:ext uri="{FF2B5EF4-FFF2-40B4-BE49-F238E27FC236}">
                    <a16:creationId xmlns:a16="http://schemas.microsoft.com/office/drawing/2014/main" id="{BFB77990-B3F1-72C8-D5E9-134576D942E0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36;p6">
                <a:extLst>
                  <a:ext uri="{FF2B5EF4-FFF2-40B4-BE49-F238E27FC236}">
                    <a16:creationId xmlns:a16="http://schemas.microsoft.com/office/drawing/2014/main" id="{45BCF690-28C3-B7E3-BB89-28378B18FCF7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37;p6">
                <a:extLst>
                  <a:ext uri="{FF2B5EF4-FFF2-40B4-BE49-F238E27FC236}">
                    <a16:creationId xmlns:a16="http://schemas.microsoft.com/office/drawing/2014/main" id="{02C182E9-A422-69A4-A838-945CCBF72B07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38;p6">
                <a:extLst>
                  <a:ext uri="{FF2B5EF4-FFF2-40B4-BE49-F238E27FC236}">
                    <a16:creationId xmlns:a16="http://schemas.microsoft.com/office/drawing/2014/main" id="{C2CC8C81-28DA-866E-449C-C4B3911F4928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8" name="Google Shape;539;p6">
                <a:extLst>
                  <a:ext uri="{FF2B5EF4-FFF2-40B4-BE49-F238E27FC236}">
                    <a16:creationId xmlns:a16="http://schemas.microsoft.com/office/drawing/2014/main" id="{AF8EA5A7-EF70-D652-78AB-3A576311C537}"/>
                  </a:ext>
                </a:extLst>
              </p:cNvPr>
              <p:cNvCxnSpPr>
                <a:cxnSpLocks/>
                <a:stCxn id="84" idx="6"/>
                <a:endCxn id="102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9" name="Google Shape;541;p6">
                <a:extLst>
                  <a:ext uri="{FF2B5EF4-FFF2-40B4-BE49-F238E27FC236}">
                    <a16:creationId xmlns:a16="http://schemas.microsoft.com/office/drawing/2014/main" id="{2292C6C6-6023-D44F-D738-844372D11474}"/>
                  </a:ext>
                </a:extLst>
              </p:cNvPr>
              <p:cNvCxnSpPr>
                <a:cxnSpLocks/>
                <a:stCxn id="85" idx="6"/>
                <a:endCxn id="103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0" name="Google Shape;543;p6">
                <a:extLst>
                  <a:ext uri="{FF2B5EF4-FFF2-40B4-BE49-F238E27FC236}">
                    <a16:creationId xmlns:a16="http://schemas.microsoft.com/office/drawing/2014/main" id="{646EE1E2-3C5B-4EF9-B4C4-59620FECC036}"/>
                  </a:ext>
                </a:extLst>
              </p:cNvPr>
              <p:cNvCxnSpPr>
                <a:cxnSpLocks/>
                <a:stCxn id="86" idx="6"/>
                <a:endCxn id="104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1" name="Google Shape;545;p6">
                <a:extLst>
                  <a:ext uri="{FF2B5EF4-FFF2-40B4-BE49-F238E27FC236}">
                    <a16:creationId xmlns:a16="http://schemas.microsoft.com/office/drawing/2014/main" id="{AF4C4C47-B867-D48B-3498-D048950463CC}"/>
                  </a:ext>
                </a:extLst>
              </p:cNvPr>
              <p:cNvCxnSpPr>
                <a:cxnSpLocks/>
                <a:stCxn id="84" idx="6"/>
                <a:endCxn id="125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2" name="Google Shape;547;p6">
                <a:extLst>
                  <a:ext uri="{FF2B5EF4-FFF2-40B4-BE49-F238E27FC236}">
                    <a16:creationId xmlns:a16="http://schemas.microsoft.com/office/drawing/2014/main" id="{D1E5D49A-3FAA-3606-4865-A842DA1A33BB}"/>
                  </a:ext>
                </a:extLst>
              </p:cNvPr>
              <p:cNvCxnSpPr>
                <a:cxnSpLocks/>
                <a:stCxn id="84" idx="6"/>
                <a:endCxn id="103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548;p6">
                <a:extLst>
                  <a:ext uri="{FF2B5EF4-FFF2-40B4-BE49-F238E27FC236}">
                    <a16:creationId xmlns:a16="http://schemas.microsoft.com/office/drawing/2014/main" id="{33B3F1AF-0A08-C6C9-CAC7-EEA646AC9060}"/>
                  </a:ext>
                </a:extLst>
              </p:cNvPr>
              <p:cNvCxnSpPr>
                <a:cxnSpLocks/>
                <a:stCxn id="84" idx="6"/>
                <a:endCxn id="126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550;p6">
                <a:extLst>
                  <a:ext uri="{FF2B5EF4-FFF2-40B4-BE49-F238E27FC236}">
                    <a16:creationId xmlns:a16="http://schemas.microsoft.com/office/drawing/2014/main" id="{8FC6B859-521F-DB9C-9C26-7C05F6E67CD3}"/>
                  </a:ext>
                </a:extLst>
              </p:cNvPr>
              <p:cNvCxnSpPr>
                <a:cxnSpLocks/>
                <a:stCxn id="85" idx="6"/>
                <a:endCxn id="102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551;p6">
                <a:extLst>
                  <a:ext uri="{FF2B5EF4-FFF2-40B4-BE49-F238E27FC236}">
                    <a16:creationId xmlns:a16="http://schemas.microsoft.com/office/drawing/2014/main" id="{93E99CE6-27A6-AF26-D7AF-45D2179EEA07}"/>
                  </a:ext>
                </a:extLst>
              </p:cNvPr>
              <p:cNvCxnSpPr>
                <a:cxnSpLocks/>
                <a:stCxn id="85" idx="6"/>
                <a:endCxn id="125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552;p6">
                <a:extLst>
                  <a:ext uri="{FF2B5EF4-FFF2-40B4-BE49-F238E27FC236}">
                    <a16:creationId xmlns:a16="http://schemas.microsoft.com/office/drawing/2014/main" id="{0AFB800E-D504-6797-0AFE-BF299181738E}"/>
                  </a:ext>
                </a:extLst>
              </p:cNvPr>
              <p:cNvCxnSpPr>
                <a:cxnSpLocks/>
                <a:stCxn id="85" idx="6"/>
                <a:endCxn id="104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553;p6">
                <a:extLst>
                  <a:ext uri="{FF2B5EF4-FFF2-40B4-BE49-F238E27FC236}">
                    <a16:creationId xmlns:a16="http://schemas.microsoft.com/office/drawing/2014/main" id="{A4A4D915-B840-27BE-2BBA-37DB94BE4366}"/>
                  </a:ext>
                </a:extLst>
              </p:cNvPr>
              <p:cNvCxnSpPr>
                <a:cxnSpLocks/>
                <a:stCxn id="85" idx="6"/>
                <a:endCxn id="126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554;p6">
                <a:extLst>
                  <a:ext uri="{FF2B5EF4-FFF2-40B4-BE49-F238E27FC236}">
                    <a16:creationId xmlns:a16="http://schemas.microsoft.com/office/drawing/2014/main" id="{E63A80D9-3541-271A-8191-21B845CF4886}"/>
                  </a:ext>
                </a:extLst>
              </p:cNvPr>
              <p:cNvCxnSpPr>
                <a:cxnSpLocks/>
                <a:stCxn id="86" idx="6"/>
                <a:endCxn id="125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555;p6">
                <a:extLst>
                  <a:ext uri="{FF2B5EF4-FFF2-40B4-BE49-F238E27FC236}">
                    <a16:creationId xmlns:a16="http://schemas.microsoft.com/office/drawing/2014/main" id="{1A1F3CFF-43BB-AE65-E3E4-FAEA39E43FD3}"/>
                  </a:ext>
                </a:extLst>
              </p:cNvPr>
              <p:cNvCxnSpPr>
                <a:cxnSpLocks/>
                <a:stCxn id="86" idx="6"/>
                <a:endCxn id="102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556;p6">
                <a:extLst>
                  <a:ext uri="{FF2B5EF4-FFF2-40B4-BE49-F238E27FC236}">
                    <a16:creationId xmlns:a16="http://schemas.microsoft.com/office/drawing/2014/main" id="{E4010DCC-F3E0-2727-CD02-CB4F8464F754}"/>
                  </a:ext>
                </a:extLst>
              </p:cNvPr>
              <p:cNvCxnSpPr>
                <a:cxnSpLocks/>
                <a:stCxn id="86" idx="6"/>
                <a:endCxn id="103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557;p6">
                <a:extLst>
                  <a:ext uri="{FF2B5EF4-FFF2-40B4-BE49-F238E27FC236}">
                    <a16:creationId xmlns:a16="http://schemas.microsoft.com/office/drawing/2014/main" id="{72B47F65-6F4F-47BB-25AF-45F7514AB062}"/>
                  </a:ext>
                </a:extLst>
              </p:cNvPr>
              <p:cNvCxnSpPr>
                <a:cxnSpLocks/>
                <a:stCxn id="86" idx="6"/>
                <a:endCxn id="126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02" name="Google Shape;540;p6">
                <a:extLst>
                  <a:ext uri="{FF2B5EF4-FFF2-40B4-BE49-F238E27FC236}">
                    <a16:creationId xmlns:a16="http://schemas.microsoft.com/office/drawing/2014/main" id="{2BEF4627-9C08-EC23-7D0C-6DA69120EC78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542;p6">
                <a:extLst>
                  <a:ext uri="{FF2B5EF4-FFF2-40B4-BE49-F238E27FC236}">
                    <a16:creationId xmlns:a16="http://schemas.microsoft.com/office/drawing/2014/main" id="{CABD53B8-F707-DFBE-2D07-3C105D2D731F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544;p6">
                <a:extLst>
                  <a:ext uri="{FF2B5EF4-FFF2-40B4-BE49-F238E27FC236}">
                    <a16:creationId xmlns:a16="http://schemas.microsoft.com/office/drawing/2014/main" id="{CC531FE8-56FD-9E4F-85DB-97A8F82CC1AA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558;p6">
                <a:extLst>
                  <a:ext uri="{FF2B5EF4-FFF2-40B4-BE49-F238E27FC236}">
                    <a16:creationId xmlns:a16="http://schemas.microsoft.com/office/drawing/2014/main" id="{04245804-4753-A5E8-A3D3-4BFBDD12B946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F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559;p6">
                <a:extLst>
                  <a:ext uri="{FF2B5EF4-FFF2-40B4-BE49-F238E27FC236}">
                    <a16:creationId xmlns:a16="http://schemas.microsoft.com/office/drawing/2014/main" id="{2E29D597-A77D-9E10-2E5A-8AFFA02DEE74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F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560;p6">
                <a:extLst>
                  <a:ext uri="{FF2B5EF4-FFF2-40B4-BE49-F238E27FC236}">
                    <a16:creationId xmlns:a16="http://schemas.microsoft.com/office/drawing/2014/main" id="{2F6CBF96-A0E8-9841-A1DD-38717E6D7F06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F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561;p6">
                <a:extLst>
                  <a:ext uri="{FF2B5EF4-FFF2-40B4-BE49-F238E27FC236}">
                    <a16:creationId xmlns:a16="http://schemas.microsoft.com/office/drawing/2014/main" id="{5447E3AD-BAD6-85CB-0F85-680BBDE89B40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F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562;p6">
                <a:extLst>
                  <a:ext uri="{FF2B5EF4-FFF2-40B4-BE49-F238E27FC236}">
                    <a16:creationId xmlns:a16="http://schemas.microsoft.com/office/drawing/2014/main" id="{5503DF42-02AB-E50D-3E6E-BD9543F51B00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F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563;p6">
                <a:extLst>
                  <a:ext uri="{FF2B5EF4-FFF2-40B4-BE49-F238E27FC236}">
                    <a16:creationId xmlns:a16="http://schemas.microsoft.com/office/drawing/2014/main" id="{B71C31CE-6EE2-5A15-96EB-90B0376FEB9C}"/>
                  </a:ext>
                </a:extLst>
              </p:cNvPr>
              <p:cNvCxnSpPr>
                <a:cxnSpLocks/>
                <a:stCxn id="102" idx="6"/>
                <a:endCxn id="106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" name="Google Shape;564;p6">
                <a:extLst>
                  <a:ext uri="{FF2B5EF4-FFF2-40B4-BE49-F238E27FC236}">
                    <a16:creationId xmlns:a16="http://schemas.microsoft.com/office/drawing/2014/main" id="{8F490146-0AAF-D9BC-6181-48FE8DB61FA7}"/>
                  </a:ext>
                </a:extLst>
              </p:cNvPr>
              <p:cNvCxnSpPr>
                <a:cxnSpLocks/>
                <a:stCxn id="103" idx="6"/>
                <a:endCxn id="107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" name="Google Shape;565;p6">
                <a:extLst>
                  <a:ext uri="{FF2B5EF4-FFF2-40B4-BE49-F238E27FC236}">
                    <a16:creationId xmlns:a16="http://schemas.microsoft.com/office/drawing/2014/main" id="{600FDE73-95E9-ACC7-89A7-44543A0F81D4}"/>
                  </a:ext>
                </a:extLst>
              </p:cNvPr>
              <p:cNvCxnSpPr>
                <a:cxnSpLocks/>
                <a:stCxn id="104" idx="6"/>
                <a:endCxn id="108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" name="Google Shape;566;p6">
                <a:extLst>
                  <a:ext uri="{FF2B5EF4-FFF2-40B4-BE49-F238E27FC236}">
                    <a16:creationId xmlns:a16="http://schemas.microsoft.com/office/drawing/2014/main" id="{8B3F03CF-FF42-F5B1-9721-DDF7E319CF34}"/>
                  </a:ext>
                </a:extLst>
              </p:cNvPr>
              <p:cNvCxnSpPr>
                <a:cxnSpLocks/>
                <a:stCxn id="102" idx="6"/>
                <a:endCxn id="105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4" name="Google Shape;567;p6">
                <a:extLst>
                  <a:ext uri="{FF2B5EF4-FFF2-40B4-BE49-F238E27FC236}">
                    <a16:creationId xmlns:a16="http://schemas.microsoft.com/office/drawing/2014/main" id="{CB0CC530-67B8-3C25-DD4D-809A6B895D7F}"/>
                  </a:ext>
                </a:extLst>
              </p:cNvPr>
              <p:cNvCxnSpPr>
                <a:cxnSpLocks/>
                <a:stCxn id="102" idx="6"/>
                <a:endCxn id="107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568;p6">
                <a:extLst>
                  <a:ext uri="{FF2B5EF4-FFF2-40B4-BE49-F238E27FC236}">
                    <a16:creationId xmlns:a16="http://schemas.microsoft.com/office/drawing/2014/main" id="{9DD337E8-5CC5-635D-2C71-2C3A12853EDB}"/>
                  </a:ext>
                </a:extLst>
              </p:cNvPr>
              <p:cNvCxnSpPr>
                <a:cxnSpLocks/>
                <a:stCxn id="102" idx="6"/>
                <a:endCxn id="108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569;p6">
                <a:extLst>
                  <a:ext uri="{FF2B5EF4-FFF2-40B4-BE49-F238E27FC236}">
                    <a16:creationId xmlns:a16="http://schemas.microsoft.com/office/drawing/2014/main" id="{092DBCFD-C126-B169-F1E3-377364CE5CF9}"/>
                  </a:ext>
                </a:extLst>
              </p:cNvPr>
              <p:cNvCxnSpPr>
                <a:cxnSpLocks/>
                <a:stCxn id="102" idx="6"/>
                <a:endCxn id="109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570;p6">
                <a:extLst>
                  <a:ext uri="{FF2B5EF4-FFF2-40B4-BE49-F238E27FC236}">
                    <a16:creationId xmlns:a16="http://schemas.microsoft.com/office/drawing/2014/main" id="{59BAB42D-FCF4-DBE8-9A1C-1E0CCA807381}"/>
                  </a:ext>
                </a:extLst>
              </p:cNvPr>
              <p:cNvCxnSpPr>
                <a:cxnSpLocks/>
                <a:stCxn id="103" idx="6"/>
                <a:endCxn id="106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571;p6">
                <a:extLst>
                  <a:ext uri="{FF2B5EF4-FFF2-40B4-BE49-F238E27FC236}">
                    <a16:creationId xmlns:a16="http://schemas.microsoft.com/office/drawing/2014/main" id="{F87AB9E9-B5E8-A7FB-1FE1-FDBE8BCCC8E6}"/>
                  </a:ext>
                </a:extLst>
              </p:cNvPr>
              <p:cNvCxnSpPr>
                <a:cxnSpLocks/>
                <a:stCxn id="103" idx="6"/>
                <a:endCxn id="105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572;p6">
                <a:extLst>
                  <a:ext uri="{FF2B5EF4-FFF2-40B4-BE49-F238E27FC236}">
                    <a16:creationId xmlns:a16="http://schemas.microsoft.com/office/drawing/2014/main" id="{6F77C8A2-92CA-6778-BBCE-FAFE139F5BC9}"/>
                  </a:ext>
                </a:extLst>
              </p:cNvPr>
              <p:cNvCxnSpPr>
                <a:cxnSpLocks/>
                <a:stCxn id="103" idx="6"/>
                <a:endCxn id="108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573;p6">
                <a:extLst>
                  <a:ext uri="{FF2B5EF4-FFF2-40B4-BE49-F238E27FC236}">
                    <a16:creationId xmlns:a16="http://schemas.microsoft.com/office/drawing/2014/main" id="{62D13B36-C7DE-28B6-C932-292710458C12}"/>
                  </a:ext>
                </a:extLst>
              </p:cNvPr>
              <p:cNvCxnSpPr>
                <a:cxnSpLocks/>
                <a:stCxn id="103" idx="6"/>
                <a:endCxn id="109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574;p6">
                <a:extLst>
                  <a:ext uri="{FF2B5EF4-FFF2-40B4-BE49-F238E27FC236}">
                    <a16:creationId xmlns:a16="http://schemas.microsoft.com/office/drawing/2014/main" id="{62377FB1-0468-BD30-F5B5-786AAB560839}"/>
                  </a:ext>
                </a:extLst>
              </p:cNvPr>
              <p:cNvCxnSpPr>
                <a:cxnSpLocks/>
                <a:stCxn id="104" idx="6"/>
                <a:endCxn id="105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575;p6">
                <a:extLst>
                  <a:ext uri="{FF2B5EF4-FFF2-40B4-BE49-F238E27FC236}">
                    <a16:creationId xmlns:a16="http://schemas.microsoft.com/office/drawing/2014/main" id="{EFAF0ACD-3CED-BF65-51AF-70A87BEEB5E4}"/>
                  </a:ext>
                </a:extLst>
              </p:cNvPr>
              <p:cNvCxnSpPr>
                <a:cxnSpLocks/>
                <a:stCxn id="104" idx="6"/>
                <a:endCxn id="106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576;p6">
                <a:extLst>
                  <a:ext uri="{FF2B5EF4-FFF2-40B4-BE49-F238E27FC236}">
                    <a16:creationId xmlns:a16="http://schemas.microsoft.com/office/drawing/2014/main" id="{6A6A8356-2F35-ED17-A8E9-B03E5D5D7E1F}"/>
                  </a:ext>
                </a:extLst>
              </p:cNvPr>
              <p:cNvCxnSpPr>
                <a:cxnSpLocks/>
                <a:stCxn id="104" idx="6"/>
                <a:endCxn id="107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577;p6">
                <a:extLst>
                  <a:ext uri="{FF2B5EF4-FFF2-40B4-BE49-F238E27FC236}">
                    <a16:creationId xmlns:a16="http://schemas.microsoft.com/office/drawing/2014/main" id="{54E8630B-32DA-BD12-744B-E2DEC39BBB06}"/>
                  </a:ext>
                </a:extLst>
              </p:cNvPr>
              <p:cNvCxnSpPr>
                <a:cxnSpLocks/>
                <a:stCxn id="104" idx="6"/>
                <a:endCxn id="109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25" name="Google Shape;546;p6">
                <a:extLst>
                  <a:ext uri="{FF2B5EF4-FFF2-40B4-BE49-F238E27FC236}">
                    <a16:creationId xmlns:a16="http://schemas.microsoft.com/office/drawing/2014/main" id="{30FFF58A-E4D9-411C-54C4-C333768D5CA3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549;p6">
                <a:extLst>
                  <a:ext uri="{FF2B5EF4-FFF2-40B4-BE49-F238E27FC236}">
                    <a16:creationId xmlns:a16="http://schemas.microsoft.com/office/drawing/2014/main" id="{DAF66541-0FE2-4F7F-A22D-F0ADEBAEC471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7" name="Google Shape;578;p6">
                <a:extLst>
                  <a:ext uri="{FF2B5EF4-FFF2-40B4-BE49-F238E27FC236}">
                    <a16:creationId xmlns:a16="http://schemas.microsoft.com/office/drawing/2014/main" id="{D92C1EB0-561B-3D85-73C5-9CC8F2F766BD}"/>
                  </a:ext>
                </a:extLst>
              </p:cNvPr>
              <p:cNvCxnSpPr>
                <a:cxnSpLocks/>
                <a:stCxn id="125" idx="6"/>
                <a:endCxn id="105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579;p6">
                <a:extLst>
                  <a:ext uri="{FF2B5EF4-FFF2-40B4-BE49-F238E27FC236}">
                    <a16:creationId xmlns:a16="http://schemas.microsoft.com/office/drawing/2014/main" id="{60066D55-BD9C-1EE9-6F69-1F0DA83C45D7}"/>
                  </a:ext>
                </a:extLst>
              </p:cNvPr>
              <p:cNvCxnSpPr>
                <a:cxnSpLocks/>
                <a:stCxn id="125" idx="6"/>
                <a:endCxn id="106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" name="Google Shape;580;p6">
                <a:extLst>
                  <a:ext uri="{FF2B5EF4-FFF2-40B4-BE49-F238E27FC236}">
                    <a16:creationId xmlns:a16="http://schemas.microsoft.com/office/drawing/2014/main" id="{EFB47379-3E67-18DD-43E3-3A7E2F5CA985}"/>
                  </a:ext>
                </a:extLst>
              </p:cNvPr>
              <p:cNvCxnSpPr>
                <a:cxnSpLocks/>
                <a:stCxn id="125" idx="6"/>
                <a:endCxn id="107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" name="Google Shape;581;p6">
                <a:extLst>
                  <a:ext uri="{FF2B5EF4-FFF2-40B4-BE49-F238E27FC236}">
                    <a16:creationId xmlns:a16="http://schemas.microsoft.com/office/drawing/2014/main" id="{657F80C7-BFC1-651A-674C-33AA49F1543A}"/>
                  </a:ext>
                </a:extLst>
              </p:cNvPr>
              <p:cNvCxnSpPr>
                <a:cxnSpLocks/>
                <a:stCxn id="125" idx="6"/>
                <a:endCxn id="108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1" name="Google Shape;582;p6">
                <a:extLst>
                  <a:ext uri="{FF2B5EF4-FFF2-40B4-BE49-F238E27FC236}">
                    <a16:creationId xmlns:a16="http://schemas.microsoft.com/office/drawing/2014/main" id="{040B9BC7-FCEE-827A-5456-CA27F1D9DD84}"/>
                  </a:ext>
                </a:extLst>
              </p:cNvPr>
              <p:cNvCxnSpPr>
                <a:cxnSpLocks/>
                <a:stCxn id="125" idx="6"/>
                <a:endCxn id="109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583;p6">
                <a:extLst>
                  <a:ext uri="{FF2B5EF4-FFF2-40B4-BE49-F238E27FC236}">
                    <a16:creationId xmlns:a16="http://schemas.microsoft.com/office/drawing/2014/main" id="{B6FB9C1D-64C8-4A43-A1F5-6C11E237CE44}"/>
                  </a:ext>
                </a:extLst>
              </p:cNvPr>
              <p:cNvCxnSpPr>
                <a:cxnSpLocks/>
                <a:stCxn id="126" idx="6"/>
                <a:endCxn id="109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584;p6">
                <a:extLst>
                  <a:ext uri="{FF2B5EF4-FFF2-40B4-BE49-F238E27FC236}">
                    <a16:creationId xmlns:a16="http://schemas.microsoft.com/office/drawing/2014/main" id="{3EF98069-5AD6-E1E2-FCD2-9C0E9BCB006A}"/>
                  </a:ext>
                </a:extLst>
              </p:cNvPr>
              <p:cNvCxnSpPr>
                <a:cxnSpLocks/>
                <a:stCxn id="126" idx="6"/>
                <a:endCxn id="108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585;p6">
                <a:extLst>
                  <a:ext uri="{FF2B5EF4-FFF2-40B4-BE49-F238E27FC236}">
                    <a16:creationId xmlns:a16="http://schemas.microsoft.com/office/drawing/2014/main" id="{4AED8477-F5FF-52FC-E0EC-75D25C44CCC3}"/>
                  </a:ext>
                </a:extLst>
              </p:cNvPr>
              <p:cNvCxnSpPr>
                <a:cxnSpLocks/>
                <a:stCxn id="126" idx="6"/>
                <a:endCxn id="107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586;p6">
                <a:extLst>
                  <a:ext uri="{FF2B5EF4-FFF2-40B4-BE49-F238E27FC236}">
                    <a16:creationId xmlns:a16="http://schemas.microsoft.com/office/drawing/2014/main" id="{44D6689B-30DB-5473-E508-EDC50A154DC2}"/>
                  </a:ext>
                </a:extLst>
              </p:cNvPr>
              <p:cNvCxnSpPr>
                <a:cxnSpLocks/>
                <a:stCxn id="126" idx="6"/>
                <a:endCxn id="106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6" name="Google Shape;587;p6">
                <a:extLst>
                  <a:ext uri="{FF2B5EF4-FFF2-40B4-BE49-F238E27FC236}">
                    <a16:creationId xmlns:a16="http://schemas.microsoft.com/office/drawing/2014/main" id="{AC2A9944-A670-79CA-9997-224DA8DE10E3}"/>
                  </a:ext>
                </a:extLst>
              </p:cNvPr>
              <p:cNvCxnSpPr>
                <a:cxnSpLocks/>
                <a:stCxn id="126" idx="6"/>
                <a:endCxn id="105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7" name="Google Shape;588;p6">
                <a:extLst>
                  <a:ext uri="{FF2B5EF4-FFF2-40B4-BE49-F238E27FC236}">
                    <a16:creationId xmlns:a16="http://schemas.microsoft.com/office/drawing/2014/main" id="{A3B748CF-D2F5-B4E2-026E-64440C6A8261}"/>
                  </a:ext>
                </a:extLst>
              </p:cNvPr>
              <p:cNvCxnSpPr>
                <a:cxnSpLocks/>
                <a:stCxn id="105" idx="6"/>
                <a:endCxn id="87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589;p6">
                <a:extLst>
                  <a:ext uri="{FF2B5EF4-FFF2-40B4-BE49-F238E27FC236}">
                    <a16:creationId xmlns:a16="http://schemas.microsoft.com/office/drawing/2014/main" id="{44AA472A-6714-F3C3-0667-05D7087FE3CC}"/>
                  </a:ext>
                </a:extLst>
              </p:cNvPr>
              <p:cNvCxnSpPr>
                <a:cxnSpLocks/>
                <a:stCxn id="106" idx="6"/>
                <a:endCxn id="87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590;p6">
                <a:extLst>
                  <a:ext uri="{FF2B5EF4-FFF2-40B4-BE49-F238E27FC236}">
                    <a16:creationId xmlns:a16="http://schemas.microsoft.com/office/drawing/2014/main" id="{90E3C548-0AFB-BB68-7674-113A47561EC0}"/>
                  </a:ext>
                </a:extLst>
              </p:cNvPr>
              <p:cNvCxnSpPr>
                <a:cxnSpLocks/>
                <a:stCxn id="107" idx="6"/>
                <a:endCxn id="87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591;p6">
                <a:extLst>
                  <a:ext uri="{FF2B5EF4-FFF2-40B4-BE49-F238E27FC236}">
                    <a16:creationId xmlns:a16="http://schemas.microsoft.com/office/drawing/2014/main" id="{4B590D46-EFD0-57EF-C702-86D5D60168B2}"/>
                  </a:ext>
                </a:extLst>
              </p:cNvPr>
              <p:cNvCxnSpPr>
                <a:cxnSpLocks/>
                <a:stCxn id="108" idx="6"/>
                <a:endCxn id="87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592;p6">
                <a:extLst>
                  <a:ext uri="{FF2B5EF4-FFF2-40B4-BE49-F238E27FC236}">
                    <a16:creationId xmlns:a16="http://schemas.microsoft.com/office/drawing/2014/main" id="{EE5EF9DA-99D3-B08B-129F-1E3D89B2A660}"/>
                  </a:ext>
                </a:extLst>
              </p:cNvPr>
              <p:cNvCxnSpPr>
                <a:cxnSpLocks/>
                <a:stCxn id="109" idx="6"/>
                <a:endCxn id="87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42" name="Google Shape;593;p6">
                <a:extLst>
                  <a:ext uri="{FF2B5EF4-FFF2-40B4-BE49-F238E27FC236}">
                    <a16:creationId xmlns:a16="http://schemas.microsoft.com/office/drawing/2014/main" id="{4F26E205-9CAE-BEF7-BDDA-01BAE5C8DC11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3" name="Google Shape;594;p6">
                <a:extLst>
                  <a:ext uri="{FF2B5EF4-FFF2-40B4-BE49-F238E27FC236}">
                    <a16:creationId xmlns:a16="http://schemas.microsoft.com/office/drawing/2014/main" id="{25652F15-18C5-F727-ED27-DEBE97ACB16F}"/>
                  </a:ext>
                </a:extLst>
              </p:cNvPr>
              <p:cNvCxnSpPr>
                <a:cxnSpLocks/>
                <a:stCxn id="106" idx="6"/>
                <a:endCxn id="142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" name="Google Shape;595;p6">
                <a:extLst>
                  <a:ext uri="{FF2B5EF4-FFF2-40B4-BE49-F238E27FC236}">
                    <a16:creationId xmlns:a16="http://schemas.microsoft.com/office/drawing/2014/main" id="{467875FD-AC1A-0B66-040B-D068F3EADACE}"/>
                  </a:ext>
                </a:extLst>
              </p:cNvPr>
              <p:cNvCxnSpPr>
                <a:cxnSpLocks/>
                <a:stCxn id="107" idx="6"/>
                <a:endCxn id="142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5" name="Google Shape;596;p6">
                <a:extLst>
                  <a:ext uri="{FF2B5EF4-FFF2-40B4-BE49-F238E27FC236}">
                    <a16:creationId xmlns:a16="http://schemas.microsoft.com/office/drawing/2014/main" id="{D208690C-D9BF-A1D4-3F56-5FF76CF5EA3C}"/>
                  </a:ext>
                </a:extLst>
              </p:cNvPr>
              <p:cNvCxnSpPr>
                <a:cxnSpLocks/>
                <a:stCxn id="108" idx="6"/>
                <a:endCxn id="142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6" name="Google Shape;597;p6">
                <a:extLst>
                  <a:ext uri="{FF2B5EF4-FFF2-40B4-BE49-F238E27FC236}">
                    <a16:creationId xmlns:a16="http://schemas.microsoft.com/office/drawing/2014/main" id="{A89752BC-BA0A-8352-6F4F-2235948FBE5B}"/>
                  </a:ext>
                </a:extLst>
              </p:cNvPr>
              <p:cNvCxnSpPr>
                <a:cxnSpLocks/>
                <a:stCxn id="109" idx="6"/>
                <a:endCxn id="142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7" name="Google Shape;598;p6">
                <a:extLst>
                  <a:ext uri="{FF2B5EF4-FFF2-40B4-BE49-F238E27FC236}">
                    <a16:creationId xmlns:a16="http://schemas.microsoft.com/office/drawing/2014/main" id="{FC534E7C-7412-57DF-2DB5-E2DE2D48A204}"/>
                  </a:ext>
                </a:extLst>
              </p:cNvPr>
              <p:cNvCxnSpPr>
                <a:cxnSpLocks/>
                <a:stCxn id="105" idx="6"/>
                <a:endCxn id="142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8" name="Google Shape;599;p6">
                <a:extLst>
                  <a:ext uri="{FF2B5EF4-FFF2-40B4-BE49-F238E27FC236}">
                    <a16:creationId xmlns:a16="http://schemas.microsoft.com/office/drawing/2014/main" id="{F84BF16F-1C1D-B5EB-CE90-4194E8BB150F}"/>
                  </a:ext>
                </a:extLst>
              </p:cNvPr>
              <p:cNvCxnSpPr>
                <a:cxnSpLocks/>
                <a:stCxn id="84" idx="6"/>
                <a:endCxn id="104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79" name="Google Shape;600;p6">
              <a:extLst>
                <a:ext uri="{FF2B5EF4-FFF2-40B4-BE49-F238E27FC236}">
                  <a16:creationId xmlns:a16="http://schemas.microsoft.com/office/drawing/2014/main" id="{ACEFF884-447F-C87C-A8CF-C48880A91650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601;p6">
              <a:extLst>
                <a:ext uri="{FF2B5EF4-FFF2-40B4-BE49-F238E27FC236}">
                  <a16:creationId xmlns:a16="http://schemas.microsoft.com/office/drawing/2014/main" id="{C5386471-446F-AEC3-364D-CC1CCD220A38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81" name="Google Shape;602;p6">
              <a:extLst>
                <a:ext uri="{FF2B5EF4-FFF2-40B4-BE49-F238E27FC236}">
                  <a16:creationId xmlns:a16="http://schemas.microsoft.com/office/drawing/2014/main" id="{DD7DD9B3-3E44-48F3-7835-355DB1E54B85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600;p6">
              <a:extLst>
                <a:ext uri="{FF2B5EF4-FFF2-40B4-BE49-F238E27FC236}">
                  <a16:creationId xmlns:a16="http://schemas.microsoft.com/office/drawing/2014/main" id="{26CDC2BE-97FD-1777-2E4A-B75DE5EF28F5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601;p6">
              <a:extLst>
                <a:ext uri="{FF2B5EF4-FFF2-40B4-BE49-F238E27FC236}">
                  <a16:creationId xmlns:a16="http://schemas.microsoft.com/office/drawing/2014/main" id="{AF37CCFA-EAF0-389E-CF3B-361DC9AE9B4F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0778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5E689-6169-BF56-B72A-B8DCC35F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11F6-D75D-425F-21C0-A3C65DC74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Combination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61D3F60-393B-0A6D-7E66-12B6655C8766}"/>
              </a:ext>
            </a:extLst>
          </p:cNvPr>
          <p:cNvGrpSpPr/>
          <p:nvPr/>
        </p:nvGrpSpPr>
        <p:grpSpPr>
          <a:xfrm>
            <a:off x="5278644" y="307342"/>
            <a:ext cx="6722937" cy="6243315"/>
            <a:chOff x="4781202" y="311571"/>
            <a:chExt cx="6722937" cy="6243315"/>
          </a:xfrm>
        </p:grpSpPr>
        <p:grpSp>
          <p:nvGrpSpPr>
            <p:cNvPr id="78" name="Google Shape;534;p6">
              <a:extLst>
                <a:ext uri="{FF2B5EF4-FFF2-40B4-BE49-F238E27FC236}">
                  <a16:creationId xmlns:a16="http://schemas.microsoft.com/office/drawing/2014/main" id="{114967C6-62DF-BA64-54D0-8D30AC62F96D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84" name="Google Shape;535;p6">
                <a:extLst>
                  <a:ext uri="{FF2B5EF4-FFF2-40B4-BE49-F238E27FC236}">
                    <a16:creationId xmlns:a16="http://schemas.microsoft.com/office/drawing/2014/main" id="{2E0E57EC-3277-D8A3-0381-FAC508A2CFA8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36;p6">
                <a:extLst>
                  <a:ext uri="{FF2B5EF4-FFF2-40B4-BE49-F238E27FC236}">
                    <a16:creationId xmlns:a16="http://schemas.microsoft.com/office/drawing/2014/main" id="{C39FF37B-541E-61E9-730D-BCF4DA406F50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37;p6">
                <a:extLst>
                  <a:ext uri="{FF2B5EF4-FFF2-40B4-BE49-F238E27FC236}">
                    <a16:creationId xmlns:a16="http://schemas.microsoft.com/office/drawing/2014/main" id="{C51397A0-F6D0-BEFD-0398-FC34BF3930EC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38;p6">
                <a:extLst>
                  <a:ext uri="{FF2B5EF4-FFF2-40B4-BE49-F238E27FC236}">
                    <a16:creationId xmlns:a16="http://schemas.microsoft.com/office/drawing/2014/main" id="{83F7F4C8-1794-7E25-C6D0-B069B221EB8C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8" name="Google Shape;539;p6">
                <a:extLst>
                  <a:ext uri="{FF2B5EF4-FFF2-40B4-BE49-F238E27FC236}">
                    <a16:creationId xmlns:a16="http://schemas.microsoft.com/office/drawing/2014/main" id="{8D5CCFAC-3DB5-3236-9358-CA4EFE824326}"/>
                  </a:ext>
                </a:extLst>
              </p:cNvPr>
              <p:cNvCxnSpPr>
                <a:cxnSpLocks/>
                <a:stCxn id="84" idx="6"/>
                <a:endCxn id="102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9" name="Google Shape;541;p6">
                <a:extLst>
                  <a:ext uri="{FF2B5EF4-FFF2-40B4-BE49-F238E27FC236}">
                    <a16:creationId xmlns:a16="http://schemas.microsoft.com/office/drawing/2014/main" id="{A8B2395F-DD19-65B0-18D7-289A3EA7BF60}"/>
                  </a:ext>
                </a:extLst>
              </p:cNvPr>
              <p:cNvCxnSpPr>
                <a:cxnSpLocks/>
                <a:stCxn id="85" idx="6"/>
                <a:endCxn id="103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0" name="Google Shape;543;p6">
                <a:extLst>
                  <a:ext uri="{FF2B5EF4-FFF2-40B4-BE49-F238E27FC236}">
                    <a16:creationId xmlns:a16="http://schemas.microsoft.com/office/drawing/2014/main" id="{A1DCDAF4-EE27-0D3A-D459-88D8A2EA66B4}"/>
                  </a:ext>
                </a:extLst>
              </p:cNvPr>
              <p:cNvCxnSpPr>
                <a:cxnSpLocks/>
                <a:stCxn id="86" idx="6"/>
                <a:endCxn id="104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1" name="Google Shape;545;p6">
                <a:extLst>
                  <a:ext uri="{FF2B5EF4-FFF2-40B4-BE49-F238E27FC236}">
                    <a16:creationId xmlns:a16="http://schemas.microsoft.com/office/drawing/2014/main" id="{AA19BAD2-39CA-22BC-0B01-027C327C55F3}"/>
                  </a:ext>
                </a:extLst>
              </p:cNvPr>
              <p:cNvCxnSpPr>
                <a:cxnSpLocks/>
                <a:stCxn id="84" idx="6"/>
                <a:endCxn id="125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2" name="Google Shape;547;p6">
                <a:extLst>
                  <a:ext uri="{FF2B5EF4-FFF2-40B4-BE49-F238E27FC236}">
                    <a16:creationId xmlns:a16="http://schemas.microsoft.com/office/drawing/2014/main" id="{6B054D0D-06C7-B9DB-2D10-B8975C96E371}"/>
                  </a:ext>
                </a:extLst>
              </p:cNvPr>
              <p:cNvCxnSpPr>
                <a:cxnSpLocks/>
                <a:stCxn id="84" idx="6"/>
                <a:endCxn id="103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548;p6">
                <a:extLst>
                  <a:ext uri="{FF2B5EF4-FFF2-40B4-BE49-F238E27FC236}">
                    <a16:creationId xmlns:a16="http://schemas.microsoft.com/office/drawing/2014/main" id="{DE828AB9-4CBE-6CAA-A103-7F635211AF76}"/>
                  </a:ext>
                </a:extLst>
              </p:cNvPr>
              <p:cNvCxnSpPr>
                <a:cxnSpLocks/>
                <a:stCxn id="84" idx="6"/>
                <a:endCxn id="126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550;p6">
                <a:extLst>
                  <a:ext uri="{FF2B5EF4-FFF2-40B4-BE49-F238E27FC236}">
                    <a16:creationId xmlns:a16="http://schemas.microsoft.com/office/drawing/2014/main" id="{F62440F7-1061-CE37-49E3-182B0EF77F90}"/>
                  </a:ext>
                </a:extLst>
              </p:cNvPr>
              <p:cNvCxnSpPr>
                <a:cxnSpLocks/>
                <a:stCxn id="85" idx="6"/>
                <a:endCxn id="102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551;p6">
                <a:extLst>
                  <a:ext uri="{FF2B5EF4-FFF2-40B4-BE49-F238E27FC236}">
                    <a16:creationId xmlns:a16="http://schemas.microsoft.com/office/drawing/2014/main" id="{E4E90F69-2CE3-7C67-9390-ED63A10DADC2}"/>
                  </a:ext>
                </a:extLst>
              </p:cNvPr>
              <p:cNvCxnSpPr>
                <a:cxnSpLocks/>
                <a:stCxn id="85" idx="6"/>
                <a:endCxn id="125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552;p6">
                <a:extLst>
                  <a:ext uri="{FF2B5EF4-FFF2-40B4-BE49-F238E27FC236}">
                    <a16:creationId xmlns:a16="http://schemas.microsoft.com/office/drawing/2014/main" id="{FCB08B43-E65C-9FA0-D4E6-5C65CFFEEEDE}"/>
                  </a:ext>
                </a:extLst>
              </p:cNvPr>
              <p:cNvCxnSpPr>
                <a:cxnSpLocks/>
                <a:stCxn id="85" idx="6"/>
                <a:endCxn id="104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553;p6">
                <a:extLst>
                  <a:ext uri="{FF2B5EF4-FFF2-40B4-BE49-F238E27FC236}">
                    <a16:creationId xmlns:a16="http://schemas.microsoft.com/office/drawing/2014/main" id="{4B083608-05AB-C57E-F688-2E5D21A8A221}"/>
                  </a:ext>
                </a:extLst>
              </p:cNvPr>
              <p:cNvCxnSpPr>
                <a:cxnSpLocks/>
                <a:stCxn id="85" idx="6"/>
                <a:endCxn id="126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554;p6">
                <a:extLst>
                  <a:ext uri="{FF2B5EF4-FFF2-40B4-BE49-F238E27FC236}">
                    <a16:creationId xmlns:a16="http://schemas.microsoft.com/office/drawing/2014/main" id="{90A71CF3-D0F0-933C-302C-9CADB6CE6A75}"/>
                  </a:ext>
                </a:extLst>
              </p:cNvPr>
              <p:cNvCxnSpPr>
                <a:cxnSpLocks/>
                <a:stCxn id="86" idx="6"/>
                <a:endCxn id="125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555;p6">
                <a:extLst>
                  <a:ext uri="{FF2B5EF4-FFF2-40B4-BE49-F238E27FC236}">
                    <a16:creationId xmlns:a16="http://schemas.microsoft.com/office/drawing/2014/main" id="{45D1B3C1-172A-50C0-375F-BB4F161BEA34}"/>
                  </a:ext>
                </a:extLst>
              </p:cNvPr>
              <p:cNvCxnSpPr>
                <a:cxnSpLocks/>
                <a:stCxn id="86" idx="6"/>
                <a:endCxn id="102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556;p6">
                <a:extLst>
                  <a:ext uri="{FF2B5EF4-FFF2-40B4-BE49-F238E27FC236}">
                    <a16:creationId xmlns:a16="http://schemas.microsoft.com/office/drawing/2014/main" id="{4A72463F-5357-6508-AAE5-428D9A4A1CDF}"/>
                  </a:ext>
                </a:extLst>
              </p:cNvPr>
              <p:cNvCxnSpPr>
                <a:cxnSpLocks/>
                <a:stCxn id="86" idx="6"/>
                <a:endCxn id="103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557;p6">
                <a:extLst>
                  <a:ext uri="{FF2B5EF4-FFF2-40B4-BE49-F238E27FC236}">
                    <a16:creationId xmlns:a16="http://schemas.microsoft.com/office/drawing/2014/main" id="{D9F1CFDF-6F98-9DAD-E411-640299D29872}"/>
                  </a:ext>
                </a:extLst>
              </p:cNvPr>
              <p:cNvCxnSpPr>
                <a:cxnSpLocks/>
                <a:stCxn id="86" idx="6"/>
                <a:endCxn id="126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02" name="Google Shape;540;p6">
                <a:extLst>
                  <a:ext uri="{FF2B5EF4-FFF2-40B4-BE49-F238E27FC236}">
                    <a16:creationId xmlns:a16="http://schemas.microsoft.com/office/drawing/2014/main" id="{770A93CE-A994-EA68-404D-B5904C85875B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542;p6">
                <a:extLst>
                  <a:ext uri="{FF2B5EF4-FFF2-40B4-BE49-F238E27FC236}">
                    <a16:creationId xmlns:a16="http://schemas.microsoft.com/office/drawing/2014/main" id="{7832126B-1847-BF99-3EAA-6AC135109280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544;p6">
                <a:extLst>
                  <a:ext uri="{FF2B5EF4-FFF2-40B4-BE49-F238E27FC236}">
                    <a16:creationId xmlns:a16="http://schemas.microsoft.com/office/drawing/2014/main" id="{7CE58A65-498D-1D18-99C0-2EC30F6CE9DE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558;p6">
                <a:extLst>
                  <a:ext uri="{FF2B5EF4-FFF2-40B4-BE49-F238E27FC236}">
                    <a16:creationId xmlns:a16="http://schemas.microsoft.com/office/drawing/2014/main" id="{9887F55F-A46A-2F97-D79E-7674EB1A60F0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559;p6">
                <a:extLst>
                  <a:ext uri="{FF2B5EF4-FFF2-40B4-BE49-F238E27FC236}">
                    <a16:creationId xmlns:a16="http://schemas.microsoft.com/office/drawing/2014/main" id="{CC423B84-F008-8E82-AE89-4CBF6D852643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560;p6">
                <a:extLst>
                  <a:ext uri="{FF2B5EF4-FFF2-40B4-BE49-F238E27FC236}">
                    <a16:creationId xmlns:a16="http://schemas.microsoft.com/office/drawing/2014/main" id="{0689B49C-C343-D2D8-19C2-A3629980D163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561;p6">
                <a:extLst>
                  <a:ext uri="{FF2B5EF4-FFF2-40B4-BE49-F238E27FC236}">
                    <a16:creationId xmlns:a16="http://schemas.microsoft.com/office/drawing/2014/main" id="{204DF538-ADA9-CBE3-B492-AD21831CCFF5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562;p6">
                <a:extLst>
                  <a:ext uri="{FF2B5EF4-FFF2-40B4-BE49-F238E27FC236}">
                    <a16:creationId xmlns:a16="http://schemas.microsoft.com/office/drawing/2014/main" id="{CA8B97C2-B65C-7CF1-8C26-DD14A5AA3083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563;p6">
                <a:extLst>
                  <a:ext uri="{FF2B5EF4-FFF2-40B4-BE49-F238E27FC236}">
                    <a16:creationId xmlns:a16="http://schemas.microsoft.com/office/drawing/2014/main" id="{69E33E50-FFAF-9E92-76F7-6DC85E276141}"/>
                  </a:ext>
                </a:extLst>
              </p:cNvPr>
              <p:cNvCxnSpPr>
                <a:cxnSpLocks/>
                <a:stCxn id="102" idx="6"/>
                <a:endCxn id="106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" name="Google Shape;564;p6">
                <a:extLst>
                  <a:ext uri="{FF2B5EF4-FFF2-40B4-BE49-F238E27FC236}">
                    <a16:creationId xmlns:a16="http://schemas.microsoft.com/office/drawing/2014/main" id="{11EB1BEA-13F0-79E4-4ED3-52B76F97299F}"/>
                  </a:ext>
                </a:extLst>
              </p:cNvPr>
              <p:cNvCxnSpPr>
                <a:cxnSpLocks/>
                <a:stCxn id="103" idx="6"/>
                <a:endCxn id="107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" name="Google Shape;565;p6">
                <a:extLst>
                  <a:ext uri="{FF2B5EF4-FFF2-40B4-BE49-F238E27FC236}">
                    <a16:creationId xmlns:a16="http://schemas.microsoft.com/office/drawing/2014/main" id="{2E4DACFF-CC5A-CCA7-15B7-EBC7D1566E47}"/>
                  </a:ext>
                </a:extLst>
              </p:cNvPr>
              <p:cNvCxnSpPr>
                <a:cxnSpLocks/>
                <a:stCxn id="104" idx="6"/>
                <a:endCxn id="108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" name="Google Shape;566;p6">
                <a:extLst>
                  <a:ext uri="{FF2B5EF4-FFF2-40B4-BE49-F238E27FC236}">
                    <a16:creationId xmlns:a16="http://schemas.microsoft.com/office/drawing/2014/main" id="{5B4DDC03-D444-8A5B-BFA0-BC0BC940DC0F}"/>
                  </a:ext>
                </a:extLst>
              </p:cNvPr>
              <p:cNvCxnSpPr>
                <a:cxnSpLocks/>
                <a:stCxn id="102" idx="6"/>
                <a:endCxn id="105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4" name="Google Shape;567;p6">
                <a:extLst>
                  <a:ext uri="{FF2B5EF4-FFF2-40B4-BE49-F238E27FC236}">
                    <a16:creationId xmlns:a16="http://schemas.microsoft.com/office/drawing/2014/main" id="{18C897DA-4818-2B1C-20F5-A2C849F1F54F}"/>
                  </a:ext>
                </a:extLst>
              </p:cNvPr>
              <p:cNvCxnSpPr>
                <a:cxnSpLocks/>
                <a:stCxn id="102" idx="6"/>
                <a:endCxn id="107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568;p6">
                <a:extLst>
                  <a:ext uri="{FF2B5EF4-FFF2-40B4-BE49-F238E27FC236}">
                    <a16:creationId xmlns:a16="http://schemas.microsoft.com/office/drawing/2014/main" id="{50B47E0B-3BA0-C847-9ABE-560B4D91CC70}"/>
                  </a:ext>
                </a:extLst>
              </p:cNvPr>
              <p:cNvCxnSpPr>
                <a:cxnSpLocks/>
                <a:stCxn id="102" idx="6"/>
                <a:endCxn id="108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569;p6">
                <a:extLst>
                  <a:ext uri="{FF2B5EF4-FFF2-40B4-BE49-F238E27FC236}">
                    <a16:creationId xmlns:a16="http://schemas.microsoft.com/office/drawing/2014/main" id="{1B49A257-C58E-4E4B-1B75-28B24AFE6463}"/>
                  </a:ext>
                </a:extLst>
              </p:cNvPr>
              <p:cNvCxnSpPr>
                <a:cxnSpLocks/>
                <a:stCxn id="102" idx="6"/>
                <a:endCxn id="109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570;p6">
                <a:extLst>
                  <a:ext uri="{FF2B5EF4-FFF2-40B4-BE49-F238E27FC236}">
                    <a16:creationId xmlns:a16="http://schemas.microsoft.com/office/drawing/2014/main" id="{C6BEDCF1-BE70-06C9-B703-BC2AA8DA3514}"/>
                  </a:ext>
                </a:extLst>
              </p:cNvPr>
              <p:cNvCxnSpPr>
                <a:cxnSpLocks/>
                <a:stCxn id="103" idx="6"/>
                <a:endCxn id="106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571;p6">
                <a:extLst>
                  <a:ext uri="{FF2B5EF4-FFF2-40B4-BE49-F238E27FC236}">
                    <a16:creationId xmlns:a16="http://schemas.microsoft.com/office/drawing/2014/main" id="{E7CF249B-3DEF-448E-611B-E769E9C9A3FF}"/>
                  </a:ext>
                </a:extLst>
              </p:cNvPr>
              <p:cNvCxnSpPr>
                <a:cxnSpLocks/>
                <a:stCxn id="103" idx="6"/>
                <a:endCxn id="105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572;p6">
                <a:extLst>
                  <a:ext uri="{FF2B5EF4-FFF2-40B4-BE49-F238E27FC236}">
                    <a16:creationId xmlns:a16="http://schemas.microsoft.com/office/drawing/2014/main" id="{6FD08807-0079-8744-7519-2F1083868C48}"/>
                  </a:ext>
                </a:extLst>
              </p:cNvPr>
              <p:cNvCxnSpPr>
                <a:cxnSpLocks/>
                <a:stCxn id="103" idx="6"/>
                <a:endCxn id="108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573;p6">
                <a:extLst>
                  <a:ext uri="{FF2B5EF4-FFF2-40B4-BE49-F238E27FC236}">
                    <a16:creationId xmlns:a16="http://schemas.microsoft.com/office/drawing/2014/main" id="{F7EDCF39-84B8-E905-A199-187785FC73E1}"/>
                  </a:ext>
                </a:extLst>
              </p:cNvPr>
              <p:cNvCxnSpPr>
                <a:cxnSpLocks/>
                <a:stCxn id="103" idx="6"/>
                <a:endCxn id="109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574;p6">
                <a:extLst>
                  <a:ext uri="{FF2B5EF4-FFF2-40B4-BE49-F238E27FC236}">
                    <a16:creationId xmlns:a16="http://schemas.microsoft.com/office/drawing/2014/main" id="{E7D5A3D6-4E76-B984-5E4A-00744AF81408}"/>
                  </a:ext>
                </a:extLst>
              </p:cNvPr>
              <p:cNvCxnSpPr>
                <a:cxnSpLocks/>
                <a:stCxn id="104" idx="6"/>
                <a:endCxn id="105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575;p6">
                <a:extLst>
                  <a:ext uri="{FF2B5EF4-FFF2-40B4-BE49-F238E27FC236}">
                    <a16:creationId xmlns:a16="http://schemas.microsoft.com/office/drawing/2014/main" id="{D1BBD95E-8D38-C7E8-BEA8-8096A7508D3A}"/>
                  </a:ext>
                </a:extLst>
              </p:cNvPr>
              <p:cNvCxnSpPr>
                <a:cxnSpLocks/>
                <a:stCxn id="104" idx="6"/>
                <a:endCxn id="106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576;p6">
                <a:extLst>
                  <a:ext uri="{FF2B5EF4-FFF2-40B4-BE49-F238E27FC236}">
                    <a16:creationId xmlns:a16="http://schemas.microsoft.com/office/drawing/2014/main" id="{5982869E-368F-51DE-87CA-C9BC86DBFD6A}"/>
                  </a:ext>
                </a:extLst>
              </p:cNvPr>
              <p:cNvCxnSpPr>
                <a:cxnSpLocks/>
                <a:stCxn id="104" idx="6"/>
                <a:endCxn id="107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577;p6">
                <a:extLst>
                  <a:ext uri="{FF2B5EF4-FFF2-40B4-BE49-F238E27FC236}">
                    <a16:creationId xmlns:a16="http://schemas.microsoft.com/office/drawing/2014/main" id="{01E8A319-DA6D-5218-8356-0C1A0DC6BD66}"/>
                  </a:ext>
                </a:extLst>
              </p:cNvPr>
              <p:cNvCxnSpPr>
                <a:cxnSpLocks/>
                <a:stCxn id="104" idx="6"/>
                <a:endCxn id="109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25" name="Google Shape;546;p6">
                <a:extLst>
                  <a:ext uri="{FF2B5EF4-FFF2-40B4-BE49-F238E27FC236}">
                    <a16:creationId xmlns:a16="http://schemas.microsoft.com/office/drawing/2014/main" id="{91DCF58A-0ACD-D514-1B8B-E6B5A43EB117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549;p6">
                <a:extLst>
                  <a:ext uri="{FF2B5EF4-FFF2-40B4-BE49-F238E27FC236}">
                    <a16:creationId xmlns:a16="http://schemas.microsoft.com/office/drawing/2014/main" id="{3A3F32FC-06DB-9F6F-2FF4-6ADF25D0A2D9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7" name="Google Shape;578;p6">
                <a:extLst>
                  <a:ext uri="{FF2B5EF4-FFF2-40B4-BE49-F238E27FC236}">
                    <a16:creationId xmlns:a16="http://schemas.microsoft.com/office/drawing/2014/main" id="{5B87B123-3DED-A5A0-1453-74755AFF56BB}"/>
                  </a:ext>
                </a:extLst>
              </p:cNvPr>
              <p:cNvCxnSpPr>
                <a:cxnSpLocks/>
                <a:stCxn id="125" idx="6"/>
                <a:endCxn id="105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579;p6">
                <a:extLst>
                  <a:ext uri="{FF2B5EF4-FFF2-40B4-BE49-F238E27FC236}">
                    <a16:creationId xmlns:a16="http://schemas.microsoft.com/office/drawing/2014/main" id="{F12D64B3-6FCA-8B8A-2E27-9DB4D30CE89A}"/>
                  </a:ext>
                </a:extLst>
              </p:cNvPr>
              <p:cNvCxnSpPr>
                <a:cxnSpLocks/>
                <a:stCxn id="125" idx="6"/>
                <a:endCxn id="106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" name="Google Shape;580;p6">
                <a:extLst>
                  <a:ext uri="{FF2B5EF4-FFF2-40B4-BE49-F238E27FC236}">
                    <a16:creationId xmlns:a16="http://schemas.microsoft.com/office/drawing/2014/main" id="{C6228686-E229-6B98-417E-EAECB03FB0F9}"/>
                  </a:ext>
                </a:extLst>
              </p:cNvPr>
              <p:cNvCxnSpPr>
                <a:cxnSpLocks/>
                <a:stCxn id="125" idx="6"/>
                <a:endCxn id="107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" name="Google Shape;581;p6">
                <a:extLst>
                  <a:ext uri="{FF2B5EF4-FFF2-40B4-BE49-F238E27FC236}">
                    <a16:creationId xmlns:a16="http://schemas.microsoft.com/office/drawing/2014/main" id="{AEEB8059-999F-8E91-D15F-37B238801577}"/>
                  </a:ext>
                </a:extLst>
              </p:cNvPr>
              <p:cNvCxnSpPr>
                <a:cxnSpLocks/>
                <a:stCxn id="125" idx="6"/>
                <a:endCxn id="108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1" name="Google Shape;582;p6">
                <a:extLst>
                  <a:ext uri="{FF2B5EF4-FFF2-40B4-BE49-F238E27FC236}">
                    <a16:creationId xmlns:a16="http://schemas.microsoft.com/office/drawing/2014/main" id="{7AE9EC92-B044-0AE5-3B31-45D15463B91D}"/>
                  </a:ext>
                </a:extLst>
              </p:cNvPr>
              <p:cNvCxnSpPr>
                <a:cxnSpLocks/>
                <a:stCxn id="125" idx="6"/>
                <a:endCxn id="109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583;p6">
                <a:extLst>
                  <a:ext uri="{FF2B5EF4-FFF2-40B4-BE49-F238E27FC236}">
                    <a16:creationId xmlns:a16="http://schemas.microsoft.com/office/drawing/2014/main" id="{07400C44-ED0A-9B63-7538-E64B2E00E5F8}"/>
                  </a:ext>
                </a:extLst>
              </p:cNvPr>
              <p:cNvCxnSpPr>
                <a:cxnSpLocks/>
                <a:stCxn id="126" idx="6"/>
                <a:endCxn id="109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584;p6">
                <a:extLst>
                  <a:ext uri="{FF2B5EF4-FFF2-40B4-BE49-F238E27FC236}">
                    <a16:creationId xmlns:a16="http://schemas.microsoft.com/office/drawing/2014/main" id="{907D64DE-E7D5-D46B-6396-E08AA106EAC8}"/>
                  </a:ext>
                </a:extLst>
              </p:cNvPr>
              <p:cNvCxnSpPr>
                <a:cxnSpLocks/>
                <a:stCxn id="126" idx="6"/>
                <a:endCxn id="108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585;p6">
                <a:extLst>
                  <a:ext uri="{FF2B5EF4-FFF2-40B4-BE49-F238E27FC236}">
                    <a16:creationId xmlns:a16="http://schemas.microsoft.com/office/drawing/2014/main" id="{1B9318DA-BC66-EDA3-127A-EDBA9C7E1CC4}"/>
                  </a:ext>
                </a:extLst>
              </p:cNvPr>
              <p:cNvCxnSpPr>
                <a:cxnSpLocks/>
                <a:stCxn id="126" idx="6"/>
                <a:endCxn id="107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586;p6">
                <a:extLst>
                  <a:ext uri="{FF2B5EF4-FFF2-40B4-BE49-F238E27FC236}">
                    <a16:creationId xmlns:a16="http://schemas.microsoft.com/office/drawing/2014/main" id="{584A6F1A-16CA-C5B2-F939-42F053F7CEF2}"/>
                  </a:ext>
                </a:extLst>
              </p:cNvPr>
              <p:cNvCxnSpPr>
                <a:cxnSpLocks/>
                <a:stCxn id="126" idx="6"/>
                <a:endCxn id="106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6" name="Google Shape;587;p6">
                <a:extLst>
                  <a:ext uri="{FF2B5EF4-FFF2-40B4-BE49-F238E27FC236}">
                    <a16:creationId xmlns:a16="http://schemas.microsoft.com/office/drawing/2014/main" id="{8F4723D7-E878-DB72-A6B8-9B5CAA686EFF}"/>
                  </a:ext>
                </a:extLst>
              </p:cNvPr>
              <p:cNvCxnSpPr>
                <a:cxnSpLocks/>
                <a:stCxn id="126" idx="6"/>
                <a:endCxn id="105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7" name="Google Shape;588;p6">
                <a:extLst>
                  <a:ext uri="{FF2B5EF4-FFF2-40B4-BE49-F238E27FC236}">
                    <a16:creationId xmlns:a16="http://schemas.microsoft.com/office/drawing/2014/main" id="{2EF6C3E8-D0B2-E58C-1D87-350EEB7F0BE5}"/>
                  </a:ext>
                </a:extLst>
              </p:cNvPr>
              <p:cNvCxnSpPr>
                <a:cxnSpLocks/>
                <a:stCxn id="105" idx="6"/>
                <a:endCxn id="87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589;p6">
                <a:extLst>
                  <a:ext uri="{FF2B5EF4-FFF2-40B4-BE49-F238E27FC236}">
                    <a16:creationId xmlns:a16="http://schemas.microsoft.com/office/drawing/2014/main" id="{64E9D12C-BD68-F2C7-FB4B-F25B9C3AD9C0}"/>
                  </a:ext>
                </a:extLst>
              </p:cNvPr>
              <p:cNvCxnSpPr>
                <a:cxnSpLocks/>
                <a:stCxn id="106" idx="6"/>
                <a:endCxn id="87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590;p6">
                <a:extLst>
                  <a:ext uri="{FF2B5EF4-FFF2-40B4-BE49-F238E27FC236}">
                    <a16:creationId xmlns:a16="http://schemas.microsoft.com/office/drawing/2014/main" id="{A489B21B-F6A3-E571-4E72-B6A912867344}"/>
                  </a:ext>
                </a:extLst>
              </p:cNvPr>
              <p:cNvCxnSpPr>
                <a:cxnSpLocks/>
                <a:stCxn id="107" idx="6"/>
                <a:endCxn id="87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591;p6">
                <a:extLst>
                  <a:ext uri="{FF2B5EF4-FFF2-40B4-BE49-F238E27FC236}">
                    <a16:creationId xmlns:a16="http://schemas.microsoft.com/office/drawing/2014/main" id="{8FAA04FB-5A7F-E3D7-53A5-ADE608B6E07B}"/>
                  </a:ext>
                </a:extLst>
              </p:cNvPr>
              <p:cNvCxnSpPr>
                <a:cxnSpLocks/>
                <a:stCxn id="108" idx="6"/>
                <a:endCxn id="87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592;p6">
                <a:extLst>
                  <a:ext uri="{FF2B5EF4-FFF2-40B4-BE49-F238E27FC236}">
                    <a16:creationId xmlns:a16="http://schemas.microsoft.com/office/drawing/2014/main" id="{267C38B9-B50C-B3C5-5E3F-B95C3C9227B3}"/>
                  </a:ext>
                </a:extLst>
              </p:cNvPr>
              <p:cNvCxnSpPr>
                <a:cxnSpLocks/>
                <a:stCxn id="109" idx="6"/>
                <a:endCxn id="87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42" name="Google Shape;593;p6">
                <a:extLst>
                  <a:ext uri="{FF2B5EF4-FFF2-40B4-BE49-F238E27FC236}">
                    <a16:creationId xmlns:a16="http://schemas.microsoft.com/office/drawing/2014/main" id="{F1D7F886-BF28-EA2D-8C8C-E8AC42CAB987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3" name="Google Shape;594;p6">
                <a:extLst>
                  <a:ext uri="{FF2B5EF4-FFF2-40B4-BE49-F238E27FC236}">
                    <a16:creationId xmlns:a16="http://schemas.microsoft.com/office/drawing/2014/main" id="{8C42F8C3-D80F-676C-DB56-707FE61B5783}"/>
                  </a:ext>
                </a:extLst>
              </p:cNvPr>
              <p:cNvCxnSpPr>
                <a:cxnSpLocks/>
                <a:stCxn id="106" idx="6"/>
                <a:endCxn id="142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" name="Google Shape;595;p6">
                <a:extLst>
                  <a:ext uri="{FF2B5EF4-FFF2-40B4-BE49-F238E27FC236}">
                    <a16:creationId xmlns:a16="http://schemas.microsoft.com/office/drawing/2014/main" id="{4A3EE794-EAC0-3343-781D-11A7B5E1B40B}"/>
                  </a:ext>
                </a:extLst>
              </p:cNvPr>
              <p:cNvCxnSpPr>
                <a:cxnSpLocks/>
                <a:stCxn id="107" idx="6"/>
                <a:endCxn id="142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5" name="Google Shape;596;p6">
                <a:extLst>
                  <a:ext uri="{FF2B5EF4-FFF2-40B4-BE49-F238E27FC236}">
                    <a16:creationId xmlns:a16="http://schemas.microsoft.com/office/drawing/2014/main" id="{83DF5FD5-1C2F-9DD4-298C-A63166A02B1F}"/>
                  </a:ext>
                </a:extLst>
              </p:cNvPr>
              <p:cNvCxnSpPr>
                <a:cxnSpLocks/>
                <a:stCxn id="108" idx="6"/>
                <a:endCxn id="142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6" name="Google Shape;597;p6">
                <a:extLst>
                  <a:ext uri="{FF2B5EF4-FFF2-40B4-BE49-F238E27FC236}">
                    <a16:creationId xmlns:a16="http://schemas.microsoft.com/office/drawing/2014/main" id="{09CFA48B-F102-0B77-0A88-206B51FCB239}"/>
                  </a:ext>
                </a:extLst>
              </p:cNvPr>
              <p:cNvCxnSpPr>
                <a:cxnSpLocks/>
                <a:stCxn id="109" idx="6"/>
                <a:endCxn id="142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7" name="Google Shape;598;p6">
                <a:extLst>
                  <a:ext uri="{FF2B5EF4-FFF2-40B4-BE49-F238E27FC236}">
                    <a16:creationId xmlns:a16="http://schemas.microsoft.com/office/drawing/2014/main" id="{25206B7C-3102-B9C5-3379-29F3EE419719}"/>
                  </a:ext>
                </a:extLst>
              </p:cNvPr>
              <p:cNvCxnSpPr>
                <a:cxnSpLocks/>
                <a:stCxn id="105" idx="6"/>
                <a:endCxn id="142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8" name="Google Shape;599;p6">
                <a:extLst>
                  <a:ext uri="{FF2B5EF4-FFF2-40B4-BE49-F238E27FC236}">
                    <a16:creationId xmlns:a16="http://schemas.microsoft.com/office/drawing/2014/main" id="{32482D41-7736-71A5-7C85-955CA7BAE99E}"/>
                  </a:ext>
                </a:extLst>
              </p:cNvPr>
              <p:cNvCxnSpPr>
                <a:cxnSpLocks/>
                <a:stCxn id="84" idx="6"/>
                <a:endCxn id="104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79" name="Google Shape;600;p6">
              <a:extLst>
                <a:ext uri="{FF2B5EF4-FFF2-40B4-BE49-F238E27FC236}">
                  <a16:creationId xmlns:a16="http://schemas.microsoft.com/office/drawing/2014/main" id="{39CD69C4-E9CB-047A-5986-8CD2712107B2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601;p6">
              <a:extLst>
                <a:ext uri="{FF2B5EF4-FFF2-40B4-BE49-F238E27FC236}">
                  <a16:creationId xmlns:a16="http://schemas.microsoft.com/office/drawing/2014/main" id="{349478FB-4032-180D-FE58-60D2F7708ECB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81" name="Google Shape;602;p6">
              <a:extLst>
                <a:ext uri="{FF2B5EF4-FFF2-40B4-BE49-F238E27FC236}">
                  <a16:creationId xmlns:a16="http://schemas.microsoft.com/office/drawing/2014/main" id="{07E5FF41-876A-8179-C536-0D5B29A9F88E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600;p6">
              <a:extLst>
                <a:ext uri="{FF2B5EF4-FFF2-40B4-BE49-F238E27FC236}">
                  <a16:creationId xmlns:a16="http://schemas.microsoft.com/office/drawing/2014/main" id="{3AC3E84F-969F-6804-B8E8-1F16E1DEEC6D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601;p6">
              <a:extLst>
                <a:ext uri="{FF2B5EF4-FFF2-40B4-BE49-F238E27FC236}">
                  <a16:creationId xmlns:a16="http://schemas.microsoft.com/office/drawing/2014/main" id="{6107D54D-F866-5E69-CAD1-37612681282C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0464F4-F3D0-8C96-8368-46154E098C4B}"/>
                  </a:ext>
                </a:extLst>
              </p:cNvPr>
              <p:cNvSpPr txBox="1"/>
              <p:nvPr/>
            </p:nvSpPr>
            <p:spPr>
              <a:xfrm>
                <a:off x="216254" y="3740370"/>
                <a:ext cx="382373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𝐶𝐸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0464F4-F3D0-8C96-8368-46154E098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54" y="3740370"/>
                <a:ext cx="3823731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669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4B7A-DC1F-6E6E-A019-031CEABC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Cross entropy loss for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7FFE7-C4E7-E4A8-7C96-D730F9806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Binary cross entropy</a:t>
            </a:r>
          </a:p>
          <a:p>
            <a:pPr lvl="1"/>
            <a:r>
              <a:rPr lang="en-US"/>
              <a:t>After </a:t>
            </a:r>
            <a:r>
              <a:rPr lang="en-US" err="1"/>
              <a:t>softmax</a:t>
            </a:r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Multi class entropy</a:t>
            </a:r>
          </a:p>
          <a:p>
            <a:pPr lvl="1"/>
            <a:r>
              <a:rPr lang="en-US"/>
              <a:t>After </a:t>
            </a:r>
            <a:r>
              <a:rPr lang="en-US" err="1"/>
              <a:t>softmax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A0C39B-4B2E-7516-9180-3AB9BAF4E2A0}"/>
                  </a:ext>
                </a:extLst>
              </p:cNvPr>
              <p:cNvSpPr txBox="1"/>
              <p:nvPr/>
            </p:nvSpPr>
            <p:spPr>
              <a:xfrm>
                <a:off x="838200" y="2839450"/>
                <a:ext cx="10535742" cy="1043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𝐵𝐶𝐸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𝑝𝑟𝑒𝑑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⁡(1−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A0C39B-4B2E-7516-9180-3AB9BAF4E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39450"/>
                <a:ext cx="10535742" cy="10433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5BFDFD-DF00-3F50-62F0-D2A8260C3536}"/>
                  </a:ext>
                </a:extLst>
              </p:cNvPr>
              <p:cNvSpPr txBox="1"/>
              <p:nvPr/>
            </p:nvSpPr>
            <p:spPr>
              <a:xfrm>
                <a:off x="838200" y="5373852"/>
                <a:ext cx="10535742" cy="1043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𝑝𝑟𝑒𝑑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5BFDFD-DF00-3F50-62F0-D2A8260C3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73852"/>
                <a:ext cx="10535742" cy="1043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434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Understanding softmax and the negative log-likelihood">
            <a:extLst>
              <a:ext uri="{FF2B5EF4-FFF2-40B4-BE49-F238E27FC236}">
                <a16:creationId xmlns:a16="http://schemas.microsoft.com/office/drawing/2014/main" id="{C75D500D-3945-D403-560B-F8A5C4DD7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21" y="147889"/>
            <a:ext cx="8860229" cy="6589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984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BF04A70-2CE2-C60E-598C-E67205ACF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580" y="0"/>
            <a:ext cx="8253662" cy="665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988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0747-F96A-8849-4F2D-78685215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5DD9-2D38-7970-DD3A-A91A62FFF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Weight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B2FF93-3FDC-2857-30F6-5447E07C6BCF}"/>
                  </a:ext>
                </a:extLst>
              </p:cNvPr>
              <p:cNvSpPr txBox="1"/>
              <p:nvPr/>
            </p:nvSpPr>
            <p:spPr>
              <a:xfrm>
                <a:off x="5242291" y="6123941"/>
                <a:ext cx="4388384" cy="5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𝒏𝒆𝒘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𝒐𝒍𝒅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𝐿𝑅</m:t>
                      </m:r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B2FF93-3FDC-2857-30F6-5447E07C6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291" y="6123941"/>
                <a:ext cx="4388384" cy="5878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Google Shape;538;p6">
            <a:extLst>
              <a:ext uri="{FF2B5EF4-FFF2-40B4-BE49-F238E27FC236}">
                <a16:creationId xmlns:a16="http://schemas.microsoft.com/office/drawing/2014/main" id="{1F3C3D18-D84A-50E4-1363-7DC97A96EF7E}"/>
              </a:ext>
            </a:extLst>
          </p:cNvPr>
          <p:cNvSpPr/>
          <p:nvPr/>
        </p:nvSpPr>
        <p:spPr>
          <a:xfrm>
            <a:off x="11198315" y="1913404"/>
            <a:ext cx="726643" cy="750011"/>
          </a:xfrm>
          <a:prstGeom prst="flowChartConnector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y</a:t>
            </a:r>
            <a:r>
              <a:rPr lang="en-US" sz="2000" b="0" i="0" u="none" strike="noStrike" cap="none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1_true</a:t>
            </a:r>
            <a:endParaRPr sz="2000" b="0" i="0" u="none" strike="noStrike" cap="none" baseline="-25000" dirty="0">
              <a:solidFill>
                <a:schemeClr val="lt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593;p6">
            <a:extLst>
              <a:ext uri="{FF2B5EF4-FFF2-40B4-BE49-F238E27FC236}">
                <a16:creationId xmlns:a16="http://schemas.microsoft.com/office/drawing/2014/main" id="{2A243820-C107-421F-2EF7-6BD2C0D3CC5E}"/>
              </a:ext>
            </a:extLst>
          </p:cNvPr>
          <p:cNvSpPr/>
          <p:nvPr/>
        </p:nvSpPr>
        <p:spPr>
          <a:xfrm>
            <a:off x="11198315" y="3202702"/>
            <a:ext cx="726643" cy="750011"/>
          </a:xfrm>
          <a:prstGeom prst="flowChartConnector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ea typeface="Calibri"/>
                <a:cs typeface="Calibri"/>
                <a:sym typeface="Calibri"/>
              </a:rPr>
              <a:t>y</a:t>
            </a:r>
            <a:r>
              <a:rPr lang="en-US" sz="2000" b="0" i="0" u="none" strike="noStrike" cap="none" baseline="-2500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2_true</a:t>
            </a:r>
            <a:endParaRPr sz="2000" b="0" i="0" u="none" strike="noStrike" cap="none" baseline="-25000">
              <a:solidFill>
                <a:schemeClr val="lt1"/>
              </a:solidFill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91A598F-892B-97A9-4157-BC67EA7F28DA}"/>
                  </a:ext>
                </a:extLst>
              </p:cNvPr>
              <p:cNvSpPr txBox="1"/>
              <p:nvPr/>
            </p:nvSpPr>
            <p:spPr>
              <a:xfrm>
                <a:off x="9600832" y="2601025"/>
                <a:ext cx="2193127" cy="5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𝑙𝑜𝑠𝑠</m:t>
                      </m:r>
                    </m:oMath>
                  </m:oMathPara>
                </a14:m>
                <a:endParaRPr lang="en-US" sz="2800" b="0" i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91A598F-892B-97A9-4157-BC67EA7F2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0832" y="2601025"/>
                <a:ext cx="2193127" cy="5878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Arrow: Right 79">
            <a:extLst>
              <a:ext uri="{FF2B5EF4-FFF2-40B4-BE49-F238E27FC236}">
                <a16:creationId xmlns:a16="http://schemas.microsoft.com/office/drawing/2014/main" id="{6B97AA43-EFA9-FEB9-DE63-99E0F1BBA340}"/>
              </a:ext>
            </a:extLst>
          </p:cNvPr>
          <p:cNvSpPr/>
          <p:nvPr/>
        </p:nvSpPr>
        <p:spPr>
          <a:xfrm rot="10800000">
            <a:off x="6096000" y="5522495"/>
            <a:ext cx="2562726" cy="5131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BC36125-FE24-DD6F-DCA6-51FF090EB831}"/>
              </a:ext>
            </a:extLst>
          </p:cNvPr>
          <p:cNvGrpSpPr/>
          <p:nvPr/>
        </p:nvGrpSpPr>
        <p:grpSpPr>
          <a:xfrm>
            <a:off x="4760677" y="499205"/>
            <a:ext cx="5233320" cy="4859969"/>
            <a:chOff x="4781202" y="311571"/>
            <a:chExt cx="6722937" cy="6243315"/>
          </a:xfrm>
        </p:grpSpPr>
        <p:grpSp>
          <p:nvGrpSpPr>
            <p:cNvPr id="82" name="Google Shape;534;p6">
              <a:extLst>
                <a:ext uri="{FF2B5EF4-FFF2-40B4-BE49-F238E27FC236}">
                  <a16:creationId xmlns:a16="http://schemas.microsoft.com/office/drawing/2014/main" id="{AD8C4D69-B718-6238-3F67-BF83C5B96103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88" name="Google Shape;535;p6">
                <a:extLst>
                  <a:ext uri="{FF2B5EF4-FFF2-40B4-BE49-F238E27FC236}">
                    <a16:creationId xmlns:a16="http://schemas.microsoft.com/office/drawing/2014/main" id="{F40A6A20-4C38-CB17-9022-DE50CE6E7BF7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536;p6">
                <a:extLst>
                  <a:ext uri="{FF2B5EF4-FFF2-40B4-BE49-F238E27FC236}">
                    <a16:creationId xmlns:a16="http://schemas.microsoft.com/office/drawing/2014/main" id="{1244AB12-89AF-DFA3-8579-C65C76574C26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537;p6">
                <a:extLst>
                  <a:ext uri="{FF2B5EF4-FFF2-40B4-BE49-F238E27FC236}">
                    <a16:creationId xmlns:a16="http://schemas.microsoft.com/office/drawing/2014/main" id="{289038DA-BA3A-5013-40C3-AF005AD20A94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538;p6">
                <a:extLst>
                  <a:ext uri="{FF2B5EF4-FFF2-40B4-BE49-F238E27FC236}">
                    <a16:creationId xmlns:a16="http://schemas.microsoft.com/office/drawing/2014/main" id="{CF9642FC-688A-8926-EF46-E17850080839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2" name="Google Shape;539;p6">
                <a:extLst>
                  <a:ext uri="{FF2B5EF4-FFF2-40B4-BE49-F238E27FC236}">
                    <a16:creationId xmlns:a16="http://schemas.microsoft.com/office/drawing/2014/main" id="{8C3BAF88-3BB6-6EE3-7F60-6ACBC682723F}"/>
                  </a:ext>
                </a:extLst>
              </p:cNvPr>
              <p:cNvCxnSpPr>
                <a:cxnSpLocks/>
                <a:stCxn id="88" idx="6"/>
                <a:endCxn id="106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541;p6">
                <a:extLst>
                  <a:ext uri="{FF2B5EF4-FFF2-40B4-BE49-F238E27FC236}">
                    <a16:creationId xmlns:a16="http://schemas.microsoft.com/office/drawing/2014/main" id="{21F9276E-697C-36E2-8FC2-FF38DE7B3A3D}"/>
                  </a:ext>
                </a:extLst>
              </p:cNvPr>
              <p:cNvCxnSpPr>
                <a:cxnSpLocks/>
                <a:stCxn id="89" idx="6"/>
                <a:endCxn id="107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543;p6">
                <a:extLst>
                  <a:ext uri="{FF2B5EF4-FFF2-40B4-BE49-F238E27FC236}">
                    <a16:creationId xmlns:a16="http://schemas.microsoft.com/office/drawing/2014/main" id="{48243359-8675-A483-A8F3-114C832F6EA7}"/>
                  </a:ext>
                </a:extLst>
              </p:cNvPr>
              <p:cNvCxnSpPr>
                <a:cxnSpLocks/>
                <a:stCxn id="90" idx="6"/>
                <a:endCxn id="108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545;p6">
                <a:extLst>
                  <a:ext uri="{FF2B5EF4-FFF2-40B4-BE49-F238E27FC236}">
                    <a16:creationId xmlns:a16="http://schemas.microsoft.com/office/drawing/2014/main" id="{E350BB9A-FE6B-E929-EA02-B74A9847118F}"/>
                  </a:ext>
                </a:extLst>
              </p:cNvPr>
              <p:cNvCxnSpPr>
                <a:cxnSpLocks/>
                <a:stCxn id="88" idx="6"/>
                <a:endCxn id="129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547;p6">
                <a:extLst>
                  <a:ext uri="{FF2B5EF4-FFF2-40B4-BE49-F238E27FC236}">
                    <a16:creationId xmlns:a16="http://schemas.microsoft.com/office/drawing/2014/main" id="{29CC4858-660F-E6AA-3DE7-B46D1147644C}"/>
                  </a:ext>
                </a:extLst>
              </p:cNvPr>
              <p:cNvCxnSpPr>
                <a:cxnSpLocks/>
                <a:stCxn id="88" idx="6"/>
                <a:endCxn id="107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548;p6">
                <a:extLst>
                  <a:ext uri="{FF2B5EF4-FFF2-40B4-BE49-F238E27FC236}">
                    <a16:creationId xmlns:a16="http://schemas.microsoft.com/office/drawing/2014/main" id="{777E52F0-E169-B457-33C2-03DABBE226C8}"/>
                  </a:ext>
                </a:extLst>
              </p:cNvPr>
              <p:cNvCxnSpPr>
                <a:cxnSpLocks/>
                <a:stCxn id="88" idx="6"/>
                <a:endCxn id="130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550;p6">
                <a:extLst>
                  <a:ext uri="{FF2B5EF4-FFF2-40B4-BE49-F238E27FC236}">
                    <a16:creationId xmlns:a16="http://schemas.microsoft.com/office/drawing/2014/main" id="{01313AE0-90E9-F5B9-4485-58AF0CD07064}"/>
                  </a:ext>
                </a:extLst>
              </p:cNvPr>
              <p:cNvCxnSpPr>
                <a:cxnSpLocks/>
                <a:stCxn id="89" idx="6"/>
                <a:endCxn id="106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551;p6">
                <a:extLst>
                  <a:ext uri="{FF2B5EF4-FFF2-40B4-BE49-F238E27FC236}">
                    <a16:creationId xmlns:a16="http://schemas.microsoft.com/office/drawing/2014/main" id="{C16CED6F-EA59-BA55-0EE9-25385A215062}"/>
                  </a:ext>
                </a:extLst>
              </p:cNvPr>
              <p:cNvCxnSpPr>
                <a:cxnSpLocks/>
                <a:stCxn id="89" idx="6"/>
                <a:endCxn id="129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552;p6">
                <a:extLst>
                  <a:ext uri="{FF2B5EF4-FFF2-40B4-BE49-F238E27FC236}">
                    <a16:creationId xmlns:a16="http://schemas.microsoft.com/office/drawing/2014/main" id="{488220CE-CC06-0C77-2EA5-7542DD4D3538}"/>
                  </a:ext>
                </a:extLst>
              </p:cNvPr>
              <p:cNvCxnSpPr>
                <a:cxnSpLocks/>
                <a:stCxn id="89" idx="6"/>
                <a:endCxn id="108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553;p6">
                <a:extLst>
                  <a:ext uri="{FF2B5EF4-FFF2-40B4-BE49-F238E27FC236}">
                    <a16:creationId xmlns:a16="http://schemas.microsoft.com/office/drawing/2014/main" id="{4EABDCA5-9ACE-47C7-878D-79BD7EB9C10D}"/>
                  </a:ext>
                </a:extLst>
              </p:cNvPr>
              <p:cNvCxnSpPr>
                <a:cxnSpLocks/>
                <a:stCxn id="89" idx="6"/>
                <a:endCxn id="130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" name="Google Shape;554;p6">
                <a:extLst>
                  <a:ext uri="{FF2B5EF4-FFF2-40B4-BE49-F238E27FC236}">
                    <a16:creationId xmlns:a16="http://schemas.microsoft.com/office/drawing/2014/main" id="{791F6D65-8A23-190B-AF31-DB7E04B35B4E}"/>
                  </a:ext>
                </a:extLst>
              </p:cNvPr>
              <p:cNvCxnSpPr>
                <a:cxnSpLocks/>
                <a:stCxn id="90" idx="6"/>
                <a:endCxn id="129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" name="Google Shape;555;p6">
                <a:extLst>
                  <a:ext uri="{FF2B5EF4-FFF2-40B4-BE49-F238E27FC236}">
                    <a16:creationId xmlns:a16="http://schemas.microsoft.com/office/drawing/2014/main" id="{AA39BD7C-68BA-3DB4-E815-6161BDDEAC52}"/>
                  </a:ext>
                </a:extLst>
              </p:cNvPr>
              <p:cNvCxnSpPr>
                <a:cxnSpLocks/>
                <a:stCxn id="90" idx="6"/>
                <a:endCxn id="106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" name="Google Shape;556;p6">
                <a:extLst>
                  <a:ext uri="{FF2B5EF4-FFF2-40B4-BE49-F238E27FC236}">
                    <a16:creationId xmlns:a16="http://schemas.microsoft.com/office/drawing/2014/main" id="{1A3D1218-8CB7-D0F9-1ABA-D9BF516C7196}"/>
                  </a:ext>
                </a:extLst>
              </p:cNvPr>
              <p:cNvCxnSpPr>
                <a:cxnSpLocks/>
                <a:stCxn id="90" idx="6"/>
                <a:endCxn id="107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5" name="Google Shape;557;p6">
                <a:extLst>
                  <a:ext uri="{FF2B5EF4-FFF2-40B4-BE49-F238E27FC236}">
                    <a16:creationId xmlns:a16="http://schemas.microsoft.com/office/drawing/2014/main" id="{57B79A65-535F-FC1B-62A4-57E00C0EBCF2}"/>
                  </a:ext>
                </a:extLst>
              </p:cNvPr>
              <p:cNvCxnSpPr>
                <a:cxnSpLocks/>
                <a:stCxn id="90" idx="6"/>
                <a:endCxn id="130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06" name="Google Shape;540;p6">
                <a:extLst>
                  <a:ext uri="{FF2B5EF4-FFF2-40B4-BE49-F238E27FC236}">
                    <a16:creationId xmlns:a16="http://schemas.microsoft.com/office/drawing/2014/main" id="{0871980B-3612-F069-2507-BBFEDEBDF1AB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542;p6">
                <a:extLst>
                  <a:ext uri="{FF2B5EF4-FFF2-40B4-BE49-F238E27FC236}">
                    <a16:creationId xmlns:a16="http://schemas.microsoft.com/office/drawing/2014/main" id="{EBA134C5-6A0B-5854-738B-914BF9E05443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544;p6">
                <a:extLst>
                  <a:ext uri="{FF2B5EF4-FFF2-40B4-BE49-F238E27FC236}">
                    <a16:creationId xmlns:a16="http://schemas.microsoft.com/office/drawing/2014/main" id="{5FEE58C7-4FE2-F260-1912-3151F0E84762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558;p6">
                <a:extLst>
                  <a:ext uri="{FF2B5EF4-FFF2-40B4-BE49-F238E27FC236}">
                    <a16:creationId xmlns:a16="http://schemas.microsoft.com/office/drawing/2014/main" id="{000E8C5B-DF63-10AF-E557-D7CDE869FE0D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559;p6">
                <a:extLst>
                  <a:ext uri="{FF2B5EF4-FFF2-40B4-BE49-F238E27FC236}">
                    <a16:creationId xmlns:a16="http://schemas.microsoft.com/office/drawing/2014/main" id="{EF2E8FFD-5BC5-5DFB-B53C-1280645A89BC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560;p6">
                <a:extLst>
                  <a:ext uri="{FF2B5EF4-FFF2-40B4-BE49-F238E27FC236}">
                    <a16:creationId xmlns:a16="http://schemas.microsoft.com/office/drawing/2014/main" id="{BF9879F0-FEEF-6FCD-BD61-290B36E603E2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561;p6">
                <a:extLst>
                  <a:ext uri="{FF2B5EF4-FFF2-40B4-BE49-F238E27FC236}">
                    <a16:creationId xmlns:a16="http://schemas.microsoft.com/office/drawing/2014/main" id="{666F2191-82DA-39A8-A074-04FCB6612021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562;p6">
                <a:extLst>
                  <a:ext uri="{FF2B5EF4-FFF2-40B4-BE49-F238E27FC236}">
                    <a16:creationId xmlns:a16="http://schemas.microsoft.com/office/drawing/2014/main" id="{43D6E91B-D472-14BF-BF8F-180027C5974D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4" name="Google Shape;563;p6">
                <a:extLst>
                  <a:ext uri="{FF2B5EF4-FFF2-40B4-BE49-F238E27FC236}">
                    <a16:creationId xmlns:a16="http://schemas.microsoft.com/office/drawing/2014/main" id="{51C5E181-9838-A8CA-87F0-4EA35491CE16}"/>
                  </a:ext>
                </a:extLst>
              </p:cNvPr>
              <p:cNvCxnSpPr>
                <a:cxnSpLocks/>
                <a:stCxn id="106" idx="6"/>
                <a:endCxn id="110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564;p6">
                <a:extLst>
                  <a:ext uri="{FF2B5EF4-FFF2-40B4-BE49-F238E27FC236}">
                    <a16:creationId xmlns:a16="http://schemas.microsoft.com/office/drawing/2014/main" id="{FC242674-792F-8F88-C7F8-3D0ADB902179}"/>
                  </a:ext>
                </a:extLst>
              </p:cNvPr>
              <p:cNvCxnSpPr>
                <a:cxnSpLocks/>
                <a:stCxn id="107" idx="6"/>
                <a:endCxn id="111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565;p6">
                <a:extLst>
                  <a:ext uri="{FF2B5EF4-FFF2-40B4-BE49-F238E27FC236}">
                    <a16:creationId xmlns:a16="http://schemas.microsoft.com/office/drawing/2014/main" id="{3C860F6B-4912-394C-B054-1272519DF778}"/>
                  </a:ext>
                </a:extLst>
              </p:cNvPr>
              <p:cNvCxnSpPr>
                <a:cxnSpLocks/>
                <a:stCxn id="108" idx="6"/>
                <a:endCxn id="112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566;p6">
                <a:extLst>
                  <a:ext uri="{FF2B5EF4-FFF2-40B4-BE49-F238E27FC236}">
                    <a16:creationId xmlns:a16="http://schemas.microsoft.com/office/drawing/2014/main" id="{C6C0B138-C76B-C906-68B1-0BA573C841E9}"/>
                  </a:ext>
                </a:extLst>
              </p:cNvPr>
              <p:cNvCxnSpPr>
                <a:cxnSpLocks/>
                <a:stCxn id="106" idx="6"/>
                <a:endCxn id="109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567;p6">
                <a:extLst>
                  <a:ext uri="{FF2B5EF4-FFF2-40B4-BE49-F238E27FC236}">
                    <a16:creationId xmlns:a16="http://schemas.microsoft.com/office/drawing/2014/main" id="{1CB05A98-5D70-371E-1E72-2B5A8CC876E4}"/>
                  </a:ext>
                </a:extLst>
              </p:cNvPr>
              <p:cNvCxnSpPr>
                <a:cxnSpLocks/>
                <a:stCxn id="106" idx="6"/>
                <a:endCxn id="111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568;p6">
                <a:extLst>
                  <a:ext uri="{FF2B5EF4-FFF2-40B4-BE49-F238E27FC236}">
                    <a16:creationId xmlns:a16="http://schemas.microsoft.com/office/drawing/2014/main" id="{9A6F72A6-7909-7AD8-519E-A29FF596EB4D}"/>
                  </a:ext>
                </a:extLst>
              </p:cNvPr>
              <p:cNvCxnSpPr>
                <a:cxnSpLocks/>
                <a:stCxn id="106" idx="6"/>
                <a:endCxn id="112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569;p6">
                <a:extLst>
                  <a:ext uri="{FF2B5EF4-FFF2-40B4-BE49-F238E27FC236}">
                    <a16:creationId xmlns:a16="http://schemas.microsoft.com/office/drawing/2014/main" id="{53CA5A04-F24B-876E-5A1B-39F7D4428295}"/>
                  </a:ext>
                </a:extLst>
              </p:cNvPr>
              <p:cNvCxnSpPr>
                <a:cxnSpLocks/>
                <a:stCxn id="106" idx="6"/>
                <a:endCxn id="113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570;p6">
                <a:extLst>
                  <a:ext uri="{FF2B5EF4-FFF2-40B4-BE49-F238E27FC236}">
                    <a16:creationId xmlns:a16="http://schemas.microsoft.com/office/drawing/2014/main" id="{AD703C6A-5823-6998-FD18-CFBC53D68334}"/>
                  </a:ext>
                </a:extLst>
              </p:cNvPr>
              <p:cNvCxnSpPr>
                <a:cxnSpLocks/>
                <a:stCxn id="107" idx="6"/>
                <a:endCxn id="110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571;p6">
                <a:extLst>
                  <a:ext uri="{FF2B5EF4-FFF2-40B4-BE49-F238E27FC236}">
                    <a16:creationId xmlns:a16="http://schemas.microsoft.com/office/drawing/2014/main" id="{3672C8F1-4F06-3200-C016-9DBC42DBB275}"/>
                  </a:ext>
                </a:extLst>
              </p:cNvPr>
              <p:cNvCxnSpPr>
                <a:cxnSpLocks/>
                <a:stCxn id="107" idx="6"/>
                <a:endCxn id="109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572;p6">
                <a:extLst>
                  <a:ext uri="{FF2B5EF4-FFF2-40B4-BE49-F238E27FC236}">
                    <a16:creationId xmlns:a16="http://schemas.microsoft.com/office/drawing/2014/main" id="{1BB3315E-336E-AC51-873D-468657879FA4}"/>
                  </a:ext>
                </a:extLst>
              </p:cNvPr>
              <p:cNvCxnSpPr>
                <a:cxnSpLocks/>
                <a:stCxn id="107" idx="6"/>
                <a:endCxn id="112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573;p6">
                <a:extLst>
                  <a:ext uri="{FF2B5EF4-FFF2-40B4-BE49-F238E27FC236}">
                    <a16:creationId xmlns:a16="http://schemas.microsoft.com/office/drawing/2014/main" id="{2C35AFD8-98B5-F96A-60B7-7FA834BAFAE6}"/>
                  </a:ext>
                </a:extLst>
              </p:cNvPr>
              <p:cNvCxnSpPr>
                <a:cxnSpLocks/>
                <a:stCxn id="107" idx="6"/>
                <a:endCxn id="113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5" name="Google Shape;574;p6">
                <a:extLst>
                  <a:ext uri="{FF2B5EF4-FFF2-40B4-BE49-F238E27FC236}">
                    <a16:creationId xmlns:a16="http://schemas.microsoft.com/office/drawing/2014/main" id="{A84FF700-1EAC-7174-D516-B103C3D9ECDB}"/>
                  </a:ext>
                </a:extLst>
              </p:cNvPr>
              <p:cNvCxnSpPr>
                <a:cxnSpLocks/>
                <a:stCxn id="108" idx="6"/>
                <a:endCxn id="109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6" name="Google Shape;575;p6">
                <a:extLst>
                  <a:ext uri="{FF2B5EF4-FFF2-40B4-BE49-F238E27FC236}">
                    <a16:creationId xmlns:a16="http://schemas.microsoft.com/office/drawing/2014/main" id="{2BFDCA0F-573A-53F7-7F98-89CE19E68133}"/>
                  </a:ext>
                </a:extLst>
              </p:cNvPr>
              <p:cNvCxnSpPr>
                <a:cxnSpLocks/>
                <a:stCxn id="108" idx="6"/>
                <a:endCxn id="110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7" name="Google Shape;576;p6">
                <a:extLst>
                  <a:ext uri="{FF2B5EF4-FFF2-40B4-BE49-F238E27FC236}">
                    <a16:creationId xmlns:a16="http://schemas.microsoft.com/office/drawing/2014/main" id="{B911E57E-5CBD-33B5-7E30-96A21C86E513}"/>
                  </a:ext>
                </a:extLst>
              </p:cNvPr>
              <p:cNvCxnSpPr>
                <a:cxnSpLocks/>
                <a:stCxn id="108" idx="6"/>
                <a:endCxn id="111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577;p6">
                <a:extLst>
                  <a:ext uri="{FF2B5EF4-FFF2-40B4-BE49-F238E27FC236}">
                    <a16:creationId xmlns:a16="http://schemas.microsoft.com/office/drawing/2014/main" id="{102202FA-5542-701F-E9A7-70EDADA40864}"/>
                  </a:ext>
                </a:extLst>
              </p:cNvPr>
              <p:cNvCxnSpPr>
                <a:cxnSpLocks/>
                <a:stCxn id="108" idx="6"/>
                <a:endCxn id="113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29" name="Google Shape;546;p6">
                <a:extLst>
                  <a:ext uri="{FF2B5EF4-FFF2-40B4-BE49-F238E27FC236}">
                    <a16:creationId xmlns:a16="http://schemas.microsoft.com/office/drawing/2014/main" id="{0343C78A-4C64-882E-CCA0-535C75CC8994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549;p6">
                <a:extLst>
                  <a:ext uri="{FF2B5EF4-FFF2-40B4-BE49-F238E27FC236}">
                    <a16:creationId xmlns:a16="http://schemas.microsoft.com/office/drawing/2014/main" id="{3AA198CE-7BDE-1B2B-C9A3-CCBB5374FD1A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" name="Google Shape;578;p6">
                <a:extLst>
                  <a:ext uri="{FF2B5EF4-FFF2-40B4-BE49-F238E27FC236}">
                    <a16:creationId xmlns:a16="http://schemas.microsoft.com/office/drawing/2014/main" id="{93F396C0-10A4-1394-5A48-C155E38CA28E}"/>
                  </a:ext>
                </a:extLst>
              </p:cNvPr>
              <p:cNvCxnSpPr>
                <a:cxnSpLocks/>
                <a:stCxn id="129" idx="6"/>
                <a:endCxn id="109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579;p6">
                <a:extLst>
                  <a:ext uri="{FF2B5EF4-FFF2-40B4-BE49-F238E27FC236}">
                    <a16:creationId xmlns:a16="http://schemas.microsoft.com/office/drawing/2014/main" id="{0E521E3B-F20C-3C00-3FC3-1C3B91B96870}"/>
                  </a:ext>
                </a:extLst>
              </p:cNvPr>
              <p:cNvCxnSpPr>
                <a:cxnSpLocks/>
                <a:stCxn id="129" idx="6"/>
                <a:endCxn id="110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580;p6">
                <a:extLst>
                  <a:ext uri="{FF2B5EF4-FFF2-40B4-BE49-F238E27FC236}">
                    <a16:creationId xmlns:a16="http://schemas.microsoft.com/office/drawing/2014/main" id="{88ACF632-A0B9-3610-9071-D47B31F83AD9}"/>
                  </a:ext>
                </a:extLst>
              </p:cNvPr>
              <p:cNvCxnSpPr>
                <a:cxnSpLocks/>
                <a:stCxn id="129" idx="6"/>
                <a:endCxn id="111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581;p6">
                <a:extLst>
                  <a:ext uri="{FF2B5EF4-FFF2-40B4-BE49-F238E27FC236}">
                    <a16:creationId xmlns:a16="http://schemas.microsoft.com/office/drawing/2014/main" id="{50F2E32F-ABBC-7091-2A04-9E115C3CF060}"/>
                  </a:ext>
                </a:extLst>
              </p:cNvPr>
              <p:cNvCxnSpPr>
                <a:cxnSpLocks/>
                <a:stCxn id="129" idx="6"/>
                <a:endCxn id="112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582;p6">
                <a:extLst>
                  <a:ext uri="{FF2B5EF4-FFF2-40B4-BE49-F238E27FC236}">
                    <a16:creationId xmlns:a16="http://schemas.microsoft.com/office/drawing/2014/main" id="{C46E2ECD-B7A6-5C35-D91A-054B3F91A102}"/>
                  </a:ext>
                </a:extLst>
              </p:cNvPr>
              <p:cNvCxnSpPr>
                <a:cxnSpLocks/>
                <a:stCxn id="129" idx="6"/>
                <a:endCxn id="113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6" name="Google Shape;583;p6">
                <a:extLst>
                  <a:ext uri="{FF2B5EF4-FFF2-40B4-BE49-F238E27FC236}">
                    <a16:creationId xmlns:a16="http://schemas.microsoft.com/office/drawing/2014/main" id="{D8C78AC7-28B0-AD00-7957-1E1A2D4E6461}"/>
                  </a:ext>
                </a:extLst>
              </p:cNvPr>
              <p:cNvCxnSpPr>
                <a:cxnSpLocks/>
                <a:stCxn id="130" idx="6"/>
                <a:endCxn id="113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7" name="Google Shape;584;p6">
                <a:extLst>
                  <a:ext uri="{FF2B5EF4-FFF2-40B4-BE49-F238E27FC236}">
                    <a16:creationId xmlns:a16="http://schemas.microsoft.com/office/drawing/2014/main" id="{5A3C8588-5051-92C4-4078-BAC9945A51DD}"/>
                  </a:ext>
                </a:extLst>
              </p:cNvPr>
              <p:cNvCxnSpPr>
                <a:cxnSpLocks/>
                <a:stCxn id="130" idx="6"/>
                <a:endCxn id="112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585;p6">
                <a:extLst>
                  <a:ext uri="{FF2B5EF4-FFF2-40B4-BE49-F238E27FC236}">
                    <a16:creationId xmlns:a16="http://schemas.microsoft.com/office/drawing/2014/main" id="{41C4F556-8E42-7995-7CD5-7155CB619499}"/>
                  </a:ext>
                </a:extLst>
              </p:cNvPr>
              <p:cNvCxnSpPr>
                <a:cxnSpLocks/>
                <a:stCxn id="130" idx="6"/>
                <a:endCxn id="111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586;p6">
                <a:extLst>
                  <a:ext uri="{FF2B5EF4-FFF2-40B4-BE49-F238E27FC236}">
                    <a16:creationId xmlns:a16="http://schemas.microsoft.com/office/drawing/2014/main" id="{E536C776-37BD-181C-637C-9BE6CE4F040E}"/>
                  </a:ext>
                </a:extLst>
              </p:cNvPr>
              <p:cNvCxnSpPr>
                <a:cxnSpLocks/>
                <a:stCxn id="130" idx="6"/>
                <a:endCxn id="110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587;p6">
                <a:extLst>
                  <a:ext uri="{FF2B5EF4-FFF2-40B4-BE49-F238E27FC236}">
                    <a16:creationId xmlns:a16="http://schemas.microsoft.com/office/drawing/2014/main" id="{DACCDA5B-3987-070F-21B5-40356352F66F}"/>
                  </a:ext>
                </a:extLst>
              </p:cNvPr>
              <p:cNvCxnSpPr>
                <a:cxnSpLocks/>
                <a:stCxn id="130" idx="6"/>
                <a:endCxn id="109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588;p6">
                <a:extLst>
                  <a:ext uri="{FF2B5EF4-FFF2-40B4-BE49-F238E27FC236}">
                    <a16:creationId xmlns:a16="http://schemas.microsoft.com/office/drawing/2014/main" id="{A3B74C89-196C-F391-278F-28A136251A58}"/>
                  </a:ext>
                </a:extLst>
              </p:cNvPr>
              <p:cNvCxnSpPr>
                <a:cxnSpLocks/>
                <a:stCxn id="109" idx="6"/>
                <a:endCxn id="91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2" name="Google Shape;589;p6">
                <a:extLst>
                  <a:ext uri="{FF2B5EF4-FFF2-40B4-BE49-F238E27FC236}">
                    <a16:creationId xmlns:a16="http://schemas.microsoft.com/office/drawing/2014/main" id="{0E05A9EB-FD32-5BB4-211A-0C2CA1EDD752}"/>
                  </a:ext>
                </a:extLst>
              </p:cNvPr>
              <p:cNvCxnSpPr>
                <a:cxnSpLocks/>
                <a:stCxn id="110" idx="6"/>
                <a:endCxn id="91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3" name="Google Shape;590;p6">
                <a:extLst>
                  <a:ext uri="{FF2B5EF4-FFF2-40B4-BE49-F238E27FC236}">
                    <a16:creationId xmlns:a16="http://schemas.microsoft.com/office/drawing/2014/main" id="{4130F82F-2240-513C-1F37-23D69D6079F9}"/>
                  </a:ext>
                </a:extLst>
              </p:cNvPr>
              <p:cNvCxnSpPr>
                <a:cxnSpLocks/>
                <a:stCxn id="111" idx="6"/>
                <a:endCxn id="91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" name="Google Shape;591;p6">
                <a:extLst>
                  <a:ext uri="{FF2B5EF4-FFF2-40B4-BE49-F238E27FC236}">
                    <a16:creationId xmlns:a16="http://schemas.microsoft.com/office/drawing/2014/main" id="{6E79EDA8-1CA4-A9B1-9286-5AA077C14BE4}"/>
                  </a:ext>
                </a:extLst>
              </p:cNvPr>
              <p:cNvCxnSpPr>
                <a:cxnSpLocks/>
                <a:stCxn id="112" idx="6"/>
                <a:endCxn id="91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5" name="Google Shape;592;p6">
                <a:extLst>
                  <a:ext uri="{FF2B5EF4-FFF2-40B4-BE49-F238E27FC236}">
                    <a16:creationId xmlns:a16="http://schemas.microsoft.com/office/drawing/2014/main" id="{E8291A08-049B-CE51-54F6-7039D131D01C}"/>
                  </a:ext>
                </a:extLst>
              </p:cNvPr>
              <p:cNvCxnSpPr>
                <a:cxnSpLocks/>
                <a:stCxn id="113" idx="6"/>
                <a:endCxn id="91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46" name="Google Shape;593;p6">
                <a:extLst>
                  <a:ext uri="{FF2B5EF4-FFF2-40B4-BE49-F238E27FC236}">
                    <a16:creationId xmlns:a16="http://schemas.microsoft.com/office/drawing/2014/main" id="{66480C35-D543-ECFC-47C1-9EDA9D402ACB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7" name="Google Shape;594;p6">
                <a:extLst>
                  <a:ext uri="{FF2B5EF4-FFF2-40B4-BE49-F238E27FC236}">
                    <a16:creationId xmlns:a16="http://schemas.microsoft.com/office/drawing/2014/main" id="{AEB5E49A-110C-399A-5FC9-78ED90E556C3}"/>
                  </a:ext>
                </a:extLst>
              </p:cNvPr>
              <p:cNvCxnSpPr>
                <a:cxnSpLocks/>
                <a:stCxn id="110" idx="6"/>
                <a:endCxn id="146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8" name="Google Shape;595;p6">
                <a:extLst>
                  <a:ext uri="{FF2B5EF4-FFF2-40B4-BE49-F238E27FC236}">
                    <a16:creationId xmlns:a16="http://schemas.microsoft.com/office/drawing/2014/main" id="{132B109D-B830-8489-A91E-1F723139D5E4}"/>
                  </a:ext>
                </a:extLst>
              </p:cNvPr>
              <p:cNvCxnSpPr>
                <a:cxnSpLocks/>
                <a:stCxn id="111" idx="6"/>
                <a:endCxn id="146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0" name="Google Shape;596;p6">
                <a:extLst>
                  <a:ext uri="{FF2B5EF4-FFF2-40B4-BE49-F238E27FC236}">
                    <a16:creationId xmlns:a16="http://schemas.microsoft.com/office/drawing/2014/main" id="{FA1EC018-19C1-3683-1803-E1056F79D9EA}"/>
                  </a:ext>
                </a:extLst>
              </p:cNvPr>
              <p:cNvCxnSpPr>
                <a:cxnSpLocks/>
                <a:stCxn id="112" idx="6"/>
                <a:endCxn id="146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1" name="Google Shape;597;p6">
                <a:extLst>
                  <a:ext uri="{FF2B5EF4-FFF2-40B4-BE49-F238E27FC236}">
                    <a16:creationId xmlns:a16="http://schemas.microsoft.com/office/drawing/2014/main" id="{2E18CE33-2C14-6FA4-E7A8-18A668445463}"/>
                  </a:ext>
                </a:extLst>
              </p:cNvPr>
              <p:cNvCxnSpPr>
                <a:cxnSpLocks/>
                <a:stCxn id="113" idx="6"/>
                <a:endCxn id="146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2" name="Google Shape;598;p6">
                <a:extLst>
                  <a:ext uri="{FF2B5EF4-FFF2-40B4-BE49-F238E27FC236}">
                    <a16:creationId xmlns:a16="http://schemas.microsoft.com/office/drawing/2014/main" id="{10D8E59A-471F-46D6-259F-8410F1547150}"/>
                  </a:ext>
                </a:extLst>
              </p:cNvPr>
              <p:cNvCxnSpPr>
                <a:cxnSpLocks/>
                <a:stCxn id="109" idx="6"/>
                <a:endCxn id="146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3" name="Google Shape;599;p6">
                <a:extLst>
                  <a:ext uri="{FF2B5EF4-FFF2-40B4-BE49-F238E27FC236}">
                    <a16:creationId xmlns:a16="http://schemas.microsoft.com/office/drawing/2014/main" id="{035E9BDA-0FC7-B842-743F-1ED9D160C92E}"/>
                  </a:ext>
                </a:extLst>
              </p:cNvPr>
              <p:cNvCxnSpPr>
                <a:cxnSpLocks/>
                <a:stCxn id="88" idx="6"/>
                <a:endCxn id="108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83" name="Google Shape;600;p6">
              <a:extLst>
                <a:ext uri="{FF2B5EF4-FFF2-40B4-BE49-F238E27FC236}">
                  <a16:creationId xmlns:a16="http://schemas.microsoft.com/office/drawing/2014/main" id="{784DC206-431E-08F1-19D9-CD6145B725B7}"/>
                </a:ext>
              </a:extLst>
            </p:cNvPr>
            <p:cNvSpPr txBox="1"/>
            <p:nvPr/>
          </p:nvSpPr>
          <p:spPr>
            <a:xfrm rot="18475899">
              <a:off x="5529819" y="953524"/>
              <a:ext cx="1036522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601;p6">
              <a:extLst>
                <a:ext uri="{FF2B5EF4-FFF2-40B4-BE49-F238E27FC236}">
                  <a16:creationId xmlns:a16="http://schemas.microsoft.com/office/drawing/2014/main" id="{136EB575-B478-5ED1-594F-C3042AC8BC02}"/>
                </a:ext>
              </a:extLst>
            </p:cNvPr>
            <p:cNvSpPr txBox="1"/>
            <p:nvPr/>
          </p:nvSpPr>
          <p:spPr>
            <a:xfrm rot="18475899">
              <a:off x="5513650" y="1904305"/>
              <a:ext cx="1120466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sz="2000">
                <a:solidFill>
                  <a:srgbClr val="FF0000"/>
                </a:solidFill>
              </a:endParaRPr>
            </a:p>
          </p:txBody>
        </p:sp>
        <p:sp>
          <p:nvSpPr>
            <p:cNvPr id="85" name="Google Shape;602;p6">
              <a:extLst>
                <a:ext uri="{FF2B5EF4-FFF2-40B4-BE49-F238E27FC236}">
                  <a16:creationId xmlns:a16="http://schemas.microsoft.com/office/drawing/2014/main" id="{089931FA-5E90-D233-5133-FC48E1573B00}"/>
                </a:ext>
              </a:extLst>
            </p:cNvPr>
            <p:cNvSpPr txBox="1"/>
            <p:nvPr/>
          </p:nvSpPr>
          <p:spPr>
            <a:xfrm rot="18475899">
              <a:off x="5569098" y="5260339"/>
              <a:ext cx="832643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600;p6">
              <a:extLst>
                <a:ext uri="{FF2B5EF4-FFF2-40B4-BE49-F238E27FC236}">
                  <a16:creationId xmlns:a16="http://schemas.microsoft.com/office/drawing/2014/main" id="{9EA8878B-C4B9-6BC9-A9D7-BD37D868B359}"/>
                </a:ext>
              </a:extLst>
            </p:cNvPr>
            <p:cNvSpPr txBox="1"/>
            <p:nvPr/>
          </p:nvSpPr>
          <p:spPr>
            <a:xfrm rot="18475899">
              <a:off x="7620143" y="669965"/>
              <a:ext cx="1117620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601;p6">
              <a:extLst>
                <a:ext uri="{FF2B5EF4-FFF2-40B4-BE49-F238E27FC236}">
                  <a16:creationId xmlns:a16="http://schemas.microsoft.com/office/drawing/2014/main" id="{3075128C-E13D-44DA-9AA5-7F0214EB8D2F}"/>
                </a:ext>
              </a:extLst>
            </p:cNvPr>
            <p:cNvSpPr txBox="1"/>
            <p:nvPr/>
          </p:nvSpPr>
          <p:spPr>
            <a:xfrm rot="18475899">
              <a:off x="7615844" y="1645045"/>
              <a:ext cx="1139951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sz="2000">
                <a:solidFill>
                  <a:srgbClr val="FF0000"/>
                </a:solidFill>
              </a:endParaRPr>
            </a:p>
          </p:txBody>
        </p:sp>
      </p:grpSp>
      <p:sp>
        <p:nvSpPr>
          <p:cNvPr id="154" name="Content Placeholder 2">
            <a:extLst>
              <a:ext uri="{FF2B5EF4-FFF2-40B4-BE49-F238E27FC236}">
                <a16:creationId xmlns:a16="http://schemas.microsoft.com/office/drawing/2014/main" id="{2AFC0E0C-8B34-4848-7D73-15C00F360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Learn</a:t>
            </a:r>
          </a:p>
          <a:p>
            <a:r>
              <a:rPr lang="en-US"/>
              <a:t>Fit </a:t>
            </a:r>
          </a:p>
          <a:p>
            <a:r>
              <a:rPr lang="en-US"/>
              <a:t>Train</a:t>
            </a:r>
          </a:p>
          <a:p>
            <a:r>
              <a:rPr lang="en-US"/>
              <a:t>Back propagation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57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0434-8875-9B0A-B007-2AD9318B9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0174C-49F6-6BE3-1922-30D585379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 pass</a:t>
            </a:r>
          </a:p>
          <a:p>
            <a:r>
              <a:rPr lang="en-US" dirty="0"/>
              <a:t>Inference</a:t>
            </a:r>
          </a:p>
          <a:p>
            <a:r>
              <a:rPr lang="en-US" dirty="0"/>
              <a:t>Test</a:t>
            </a:r>
          </a:p>
          <a:p>
            <a:r>
              <a:rPr lang="en-US" dirty="0"/>
              <a:t>Validation</a:t>
            </a:r>
          </a:p>
          <a:p>
            <a:r>
              <a:rPr lang="en-US" dirty="0"/>
              <a:t>Deployment</a:t>
            </a:r>
          </a:p>
          <a:p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97A5EF2-C003-4D50-FA08-446329B34424}"/>
              </a:ext>
            </a:extLst>
          </p:cNvPr>
          <p:cNvSpPr/>
          <p:nvPr/>
        </p:nvSpPr>
        <p:spPr>
          <a:xfrm>
            <a:off x="6096000" y="5522495"/>
            <a:ext cx="2562726" cy="5131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0BF916-08BC-1C78-9769-655D28C5368F}"/>
              </a:ext>
            </a:extLst>
          </p:cNvPr>
          <p:cNvGrpSpPr/>
          <p:nvPr/>
        </p:nvGrpSpPr>
        <p:grpSpPr>
          <a:xfrm>
            <a:off x="4760677" y="499205"/>
            <a:ext cx="5233320" cy="4859969"/>
            <a:chOff x="4781202" y="311571"/>
            <a:chExt cx="6722937" cy="6243315"/>
          </a:xfrm>
        </p:grpSpPr>
        <p:grpSp>
          <p:nvGrpSpPr>
            <p:cNvPr id="6" name="Google Shape;534;p6">
              <a:extLst>
                <a:ext uri="{FF2B5EF4-FFF2-40B4-BE49-F238E27FC236}">
                  <a16:creationId xmlns:a16="http://schemas.microsoft.com/office/drawing/2014/main" id="{F557645E-CAC8-D8F7-CEC3-29CDCC24B22C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12" name="Google Shape;535;p6">
                <a:extLst>
                  <a:ext uri="{FF2B5EF4-FFF2-40B4-BE49-F238E27FC236}">
                    <a16:creationId xmlns:a16="http://schemas.microsoft.com/office/drawing/2014/main" id="{D6DE527A-18EA-1AA7-DDE9-1BD946AF8D2B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536;p6">
                <a:extLst>
                  <a:ext uri="{FF2B5EF4-FFF2-40B4-BE49-F238E27FC236}">
                    <a16:creationId xmlns:a16="http://schemas.microsoft.com/office/drawing/2014/main" id="{A36C3E90-D1BF-CC88-F559-932980A74A8E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537;p6">
                <a:extLst>
                  <a:ext uri="{FF2B5EF4-FFF2-40B4-BE49-F238E27FC236}">
                    <a16:creationId xmlns:a16="http://schemas.microsoft.com/office/drawing/2014/main" id="{081C7F73-E817-5E6D-8E51-7FABAE6D1822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538;p6">
                <a:extLst>
                  <a:ext uri="{FF2B5EF4-FFF2-40B4-BE49-F238E27FC236}">
                    <a16:creationId xmlns:a16="http://schemas.microsoft.com/office/drawing/2014/main" id="{45A04506-5076-CD3F-38B1-DA6813F0838E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" name="Google Shape;539;p6">
                <a:extLst>
                  <a:ext uri="{FF2B5EF4-FFF2-40B4-BE49-F238E27FC236}">
                    <a16:creationId xmlns:a16="http://schemas.microsoft.com/office/drawing/2014/main" id="{B04C3853-E57E-F0EA-3948-D09E503D054B}"/>
                  </a:ext>
                </a:extLst>
              </p:cNvPr>
              <p:cNvCxnSpPr>
                <a:cxnSpLocks/>
                <a:stCxn id="12" idx="6"/>
                <a:endCxn id="30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41;p6">
                <a:extLst>
                  <a:ext uri="{FF2B5EF4-FFF2-40B4-BE49-F238E27FC236}">
                    <a16:creationId xmlns:a16="http://schemas.microsoft.com/office/drawing/2014/main" id="{426EDC4C-CA98-50D3-0546-13363D8907C4}"/>
                  </a:ext>
                </a:extLst>
              </p:cNvPr>
              <p:cNvCxnSpPr>
                <a:cxnSpLocks/>
                <a:stCxn id="13" idx="6"/>
                <a:endCxn id="31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43;p6">
                <a:extLst>
                  <a:ext uri="{FF2B5EF4-FFF2-40B4-BE49-F238E27FC236}">
                    <a16:creationId xmlns:a16="http://schemas.microsoft.com/office/drawing/2014/main" id="{3672171C-B91B-ABE3-57AE-50291976AA0F}"/>
                  </a:ext>
                </a:extLst>
              </p:cNvPr>
              <p:cNvCxnSpPr>
                <a:cxnSpLocks/>
                <a:stCxn id="14" idx="6"/>
                <a:endCxn id="32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45;p6">
                <a:extLst>
                  <a:ext uri="{FF2B5EF4-FFF2-40B4-BE49-F238E27FC236}">
                    <a16:creationId xmlns:a16="http://schemas.microsoft.com/office/drawing/2014/main" id="{916921AC-3FB1-79A9-7DEE-CC4F4ADAFC04}"/>
                  </a:ext>
                </a:extLst>
              </p:cNvPr>
              <p:cNvCxnSpPr>
                <a:cxnSpLocks/>
                <a:stCxn id="12" idx="6"/>
                <a:endCxn id="53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47;p6">
                <a:extLst>
                  <a:ext uri="{FF2B5EF4-FFF2-40B4-BE49-F238E27FC236}">
                    <a16:creationId xmlns:a16="http://schemas.microsoft.com/office/drawing/2014/main" id="{E99B50F5-168B-B0EB-3E30-50C1214C7F05}"/>
                  </a:ext>
                </a:extLst>
              </p:cNvPr>
              <p:cNvCxnSpPr>
                <a:cxnSpLocks/>
                <a:stCxn id="12" idx="6"/>
                <a:endCxn id="31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48;p6">
                <a:extLst>
                  <a:ext uri="{FF2B5EF4-FFF2-40B4-BE49-F238E27FC236}">
                    <a16:creationId xmlns:a16="http://schemas.microsoft.com/office/drawing/2014/main" id="{B170D98E-B233-A903-820D-EB1866657D47}"/>
                  </a:ext>
                </a:extLst>
              </p:cNvPr>
              <p:cNvCxnSpPr>
                <a:cxnSpLocks/>
                <a:stCxn id="12" idx="6"/>
                <a:endCxn id="54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0;p6">
                <a:extLst>
                  <a:ext uri="{FF2B5EF4-FFF2-40B4-BE49-F238E27FC236}">
                    <a16:creationId xmlns:a16="http://schemas.microsoft.com/office/drawing/2014/main" id="{7BFE0C1C-6434-1931-5D1C-AF240C19DAE3}"/>
                  </a:ext>
                </a:extLst>
              </p:cNvPr>
              <p:cNvCxnSpPr>
                <a:cxnSpLocks/>
                <a:stCxn id="13" idx="6"/>
                <a:endCxn id="30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1;p6">
                <a:extLst>
                  <a:ext uri="{FF2B5EF4-FFF2-40B4-BE49-F238E27FC236}">
                    <a16:creationId xmlns:a16="http://schemas.microsoft.com/office/drawing/2014/main" id="{C5367148-9B64-7225-B306-88A8D1202416}"/>
                  </a:ext>
                </a:extLst>
              </p:cNvPr>
              <p:cNvCxnSpPr>
                <a:cxnSpLocks/>
                <a:stCxn id="13" idx="6"/>
                <a:endCxn id="53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2;p6">
                <a:extLst>
                  <a:ext uri="{FF2B5EF4-FFF2-40B4-BE49-F238E27FC236}">
                    <a16:creationId xmlns:a16="http://schemas.microsoft.com/office/drawing/2014/main" id="{2F28FE8C-B42F-729F-8575-CFFA71E5BF4D}"/>
                  </a:ext>
                </a:extLst>
              </p:cNvPr>
              <p:cNvCxnSpPr>
                <a:cxnSpLocks/>
                <a:stCxn id="13" idx="6"/>
                <a:endCxn id="32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5" name="Google Shape;553;p6">
                <a:extLst>
                  <a:ext uri="{FF2B5EF4-FFF2-40B4-BE49-F238E27FC236}">
                    <a16:creationId xmlns:a16="http://schemas.microsoft.com/office/drawing/2014/main" id="{6DABA9E6-539D-FEB7-22FB-E0D962ABDD78}"/>
                  </a:ext>
                </a:extLst>
              </p:cNvPr>
              <p:cNvCxnSpPr>
                <a:cxnSpLocks/>
                <a:stCxn id="13" idx="6"/>
                <a:endCxn id="54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" name="Google Shape;554;p6">
                <a:extLst>
                  <a:ext uri="{FF2B5EF4-FFF2-40B4-BE49-F238E27FC236}">
                    <a16:creationId xmlns:a16="http://schemas.microsoft.com/office/drawing/2014/main" id="{2A10028D-335C-7507-D013-57189630BDC7}"/>
                  </a:ext>
                </a:extLst>
              </p:cNvPr>
              <p:cNvCxnSpPr>
                <a:cxnSpLocks/>
                <a:stCxn id="14" idx="6"/>
                <a:endCxn id="53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7" name="Google Shape;555;p6">
                <a:extLst>
                  <a:ext uri="{FF2B5EF4-FFF2-40B4-BE49-F238E27FC236}">
                    <a16:creationId xmlns:a16="http://schemas.microsoft.com/office/drawing/2014/main" id="{B3CCBB0E-3D68-31D3-B1A1-E1BFB9A198E9}"/>
                  </a:ext>
                </a:extLst>
              </p:cNvPr>
              <p:cNvCxnSpPr>
                <a:cxnSpLocks/>
                <a:stCxn id="14" idx="6"/>
                <a:endCxn id="30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8" name="Google Shape;556;p6">
                <a:extLst>
                  <a:ext uri="{FF2B5EF4-FFF2-40B4-BE49-F238E27FC236}">
                    <a16:creationId xmlns:a16="http://schemas.microsoft.com/office/drawing/2014/main" id="{CFD20E44-20F1-6CF6-2EE1-077DB94AEFB8}"/>
                  </a:ext>
                </a:extLst>
              </p:cNvPr>
              <p:cNvCxnSpPr>
                <a:cxnSpLocks/>
                <a:stCxn id="14" idx="6"/>
                <a:endCxn id="31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" name="Google Shape;557;p6">
                <a:extLst>
                  <a:ext uri="{FF2B5EF4-FFF2-40B4-BE49-F238E27FC236}">
                    <a16:creationId xmlns:a16="http://schemas.microsoft.com/office/drawing/2014/main" id="{0B34EB3D-F667-D55F-AD7B-E272252ED057}"/>
                  </a:ext>
                </a:extLst>
              </p:cNvPr>
              <p:cNvCxnSpPr>
                <a:cxnSpLocks/>
                <a:stCxn id="14" idx="6"/>
                <a:endCxn id="54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0" name="Google Shape;540;p6">
                <a:extLst>
                  <a:ext uri="{FF2B5EF4-FFF2-40B4-BE49-F238E27FC236}">
                    <a16:creationId xmlns:a16="http://schemas.microsoft.com/office/drawing/2014/main" id="{53FDE03E-D830-D204-243B-ACA47F7BD7A8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42;p6">
                <a:extLst>
                  <a:ext uri="{FF2B5EF4-FFF2-40B4-BE49-F238E27FC236}">
                    <a16:creationId xmlns:a16="http://schemas.microsoft.com/office/drawing/2014/main" id="{CC9A0F1A-A553-2DB8-6311-8AF202FCA802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44;p6">
                <a:extLst>
                  <a:ext uri="{FF2B5EF4-FFF2-40B4-BE49-F238E27FC236}">
                    <a16:creationId xmlns:a16="http://schemas.microsoft.com/office/drawing/2014/main" id="{8EFEBB5B-37A4-93B3-EA8D-FFBBBD1BF0B7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558;p6">
                <a:extLst>
                  <a:ext uri="{FF2B5EF4-FFF2-40B4-BE49-F238E27FC236}">
                    <a16:creationId xmlns:a16="http://schemas.microsoft.com/office/drawing/2014/main" id="{0BC48524-E851-392B-49B5-FD1BBAC8C4D7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559;p6">
                <a:extLst>
                  <a:ext uri="{FF2B5EF4-FFF2-40B4-BE49-F238E27FC236}">
                    <a16:creationId xmlns:a16="http://schemas.microsoft.com/office/drawing/2014/main" id="{344E141E-8D47-765C-4429-17A5260EE23F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560;p6">
                <a:extLst>
                  <a:ext uri="{FF2B5EF4-FFF2-40B4-BE49-F238E27FC236}">
                    <a16:creationId xmlns:a16="http://schemas.microsoft.com/office/drawing/2014/main" id="{0D1CBC99-0336-0674-09F2-0E5BB2C7E871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561;p6">
                <a:extLst>
                  <a:ext uri="{FF2B5EF4-FFF2-40B4-BE49-F238E27FC236}">
                    <a16:creationId xmlns:a16="http://schemas.microsoft.com/office/drawing/2014/main" id="{0ED704F9-714A-A882-242F-ADF11F78D391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562;p6">
                <a:extLst>
                  <a:ext uri="{FF2B5EF4-FFF2-40B4-BE49-F238E27FC236}">
                    <a16:creationId xmlns:a16="http://schemas.microsoft.com/office/drawing/2014/main" id="{2E916FF6-FD3A-AACF-05F1-F693221F418B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" name="Google Shape;563;p6">
                <a:extLst>
                  <a:ext uri="{FF2B5EF4-FFF2-40B4-BE49-F238E27FC236}">
                    <a16:creationId xmlns:a16="http://schemas.microsoft.com/office/drawing/2014/main" id="{31EC97B8-AB14-134E-2624-738B7FDFC4F5}"/>
                  </a:ext>
                </a:extLst>
              </p:cNvPr>
              <p:cNvCxnSpPr>
                <a:cxnSpLocks/>
                <a:stCxn id="30" idx="6"/>
                <a:endCxn id="34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4;p6">
                <a:extLst>
                  <a:ext uri="{FF2B5EF4-FFF2-40B4-BE49-F238E27FC236}">
                    <a16:creationId xmlns:a16="http://schemas.microsoft.com/office/drawing/2014/main" id="{2443F85F-E928-9580-1F9E-D28CD6AB9DC7}"/>
                  </a:ext>
                </a:extLst>
              </p:cNvPr>
              <p:cNvCxnSpPr>
                <a:cxnSpLocks/>
                <a:stCxn id="31" idx="6"/>
                <a:endCxn id="35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65;p6">
                <a:extLst>
                  <a:ext uri="{FF2B5EF4-FFF2-40B4-BE49-F238E27FC236}">
                    <a16:creationId xmlns:a16="http://schemas.microsoft.com/office/drawing/2014/main" id="{728748FB-0FAD-5937-C56D-A40BA8A3D447}"/>
                  </a:ext>
                </a:extLst>
              </p:cNvPr>
              <p:cNvCxnSpPr>
                <a:cxnSpLocks/>
                <a:stCxn id="32" idx="6"/>
                <a:endCxn id="36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66;p6">
                <a:extLst>
                  <a:ext uri="{FF2B5EF4-FFF2-40B4-BE49-F238E27FC236}">
                    <a16:creationId xmlns:a16="http://schemas.microsoft.com/office/drawing/2014/main" id="{166EA064-7DA6-A346-F758-244C8DD0A46C}"/>
                  </a:ext>
                </a:extLst>
              </p:cNvPr>
              <p:cNvCxnSpPr>
                <a:cxnSpLocks/>
                <a:stCxn id="30" idx="6"/>
                <a:endCxn id="33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67;p6">
                <a:extLst>
                  <a:ext uri="{FF2B5EF4-FFF2-40B4-BE49-F238E27FC236}">
                    <a16:creationId xmlns:a16="http://schemas.microsoft.com/office/drawing/2014/main" id="{2679BEC2-4423-530C-9DA6-CD911232982F}"/>
                  </a:ext>
                </a:extLst>
              </p:cNvPr>
              <p:cNvCxnSpPr>
                <a:cxnSpLocks/>
                <a:stCxn id="30" idx="6"/>
                <a:endCxn id="35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68;p6">
                <a:extLst>
                  <a:ext uri="{FF2B5EF4-FFF2-40B4-BE49-F238E27FC236}">
                    <a16:creationId xmlns:a16="http://schemas.microsoft.com/office/drawing/2014/main" id="{6C664D63-9B3A-8B7D-8CCE-E09A1C915BFD}"/>
                  </a:ext>
                </a:extLst>
              </p:cNvPr>
              <p:cNvCxnSpPr>
                <a:cxnSpLocks/>
                <a:stCxn id="30" idx="6"/>
                <a:endCxn id="36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69;p6">
                <a:extLst>
                  <a:ext uri="{FF2B5EF4-FFF2-40B4-BE49-F238E27FC236}">
                    <a16:creationId xmlns:a16="http://schemas.microsoft.com/office/drawing/2014/main" id="{49AB3D73-65ED-06C9-482C-9893218B6F6C}"/>
                  </a:ext>
                </a:extLst>
              </p:cNvPr>
              <p:cNvCxnSpPr>
                <a:cxnSpLocks/>
                <a:stCxn id="30" idx="6"/>
                <a:endCxn id="37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0;p6">
                <a:extLst>
                  <a:ext uri="{FF2B5EF4-FFF2-40B4-BE49-F238E27FC236}">
                    <a16:creationId xmlns:a16="http://schemas.microsoft.com/office/drawing/2014/main" id="{C36EDD96-E964-0BD8-0C50-AFC8099E9FDC}"/>
                  </a:ext>
                </a:extLst>
              </p:cNvPr>
              <p:cNvCxnSpPr>
                <a:cxnSpLocks/>
                <a:stCxn id="31" idx="6"/>
                <a:endCxn id="34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1;p6">
                <a:extLst>
                  <a:ext uri="{FF2B5EF4-FFF2-40B4-BE49-F238E27FC236}">
                    <a16:creationId xmlns:a16="http://schemas.microsoft.com/office/drawing/2014/main" id="{F1969E2D-6035-576A-11CC-2DD8E7E56A9E}"/>
                  </a:ext>
                </a:extLst>
              </p:cNvPr>
              <p:cNvCxnSpPr>
                <a:cxnSpLocks/>
                <a:stCxn id="31" idx="6"/>
                <a:endCxn id="33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2;p6">
                <a:extLst>
                  <a:ext uri="{FF2B5EF4-FFF2-40B4-BE49-F238E27FC236}">
                    <a16:creationId xmlns:a16="http://schemas.microsoft.com/office/drawing/2014/main" id="{55B462FF-ED93-5F9B-7897-F2C5486A41DD}"/>
                  </a:ext>
                </a:extLst>
              </p:cNvPr>
              <p:cNvCxnSpPr>
                <a:cxnSpLocks/>
                <a:stCxn id="31" idx="6"/>
                <a:endCxn id="36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" name="Google Shape;573;p6">
                <a:extLst>
                  <a:ext uri="{FF2B5EF4-FFF2-40B4-BE49-F238E27FC236}">
                    <a16:creationId xmlns:a16="http://schemas.microsoft.com/office/drawing/2014/main" id="{C2F5EA11-3956-0319-AB8B-BAE1D9A45EF1}"/>
                  </a:ext>
                </a:extLst>
              </p:cNvPr>
              <p:cNvCxnSpPr>
                <a:cxnSpLocks/>
                <a:stCxn id="31" idx="6"/>
                <a:endCxn id="37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9" name="Google Shape;574;p6">
                <a:extLst>
                  <a:ext uri="{FF2B5EF4-FFF2-40B4-BE49-F238E27FC236}">
                    <a16:creationId xmlns:a16="http://schemas.microsoft.com/office/drawing/2014/main" id="{FA0C7631-72B9-327A-4A96-44396E7BB68C}"/>
                  </a:ext>
                </a:extLst>
              </p:cNvPr>
              <p:cNvCxnSpPr>
                <a:cxnSpLocks/>
                <a:stCxn id="32" idx="6"/>
                <a:endCxn id="33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" name="Google Shape;575;p6">
                <a:extLst>
                  <a:ext uri="{FF2B5EF4-FFF2-40B4-BE49-F238E27FC236}">
                    <a16:creationId xmlns:a16="http://schemas.microsoft.com/office/drawing/2014/main" id="{AB4A4167-975C-2A60-EE84-7508B225685B}"/>
                  </a:ext>
                </a:extLst>
              </p:cNvPr>
              <p:cNvCxnSpPr>
                <a:cxnSpLocks/>
                <a:stCxn id="32" idx="6"/>
                <a:endCxn id="34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6;p6">
                <a:extLst>
                  <a:ext uri="{FF2B5EF4-FFF2-40B4-BE49-F238E27FC236}">
                    <a16:creationId xmlns:a16="http://schemas.microsoft.com/office/drawing/2014/main" id="{1CB1A19E-07E0-D42B-46DA-7874D55E9901}"/>
                  </a:ext>
                </a:extLst>
              </p:cNvPr>
              <p:cNvCxnSpPr>
                <a:cxnSpLocks/>
                <a:stCxn id="32" idx="6"/>
                <a:endCxn id="35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77;p6">
                <a:extLst>
                  <a:ext uri="{FF2B5EF4-FFF2-40B4-BE49-F238E27FC236}">
                    <a16:creationId xmlns:a16="http://schemas.microsoft.com/office/drawing/2014/main" id="{7B96832F-D706-B2D0-1FF9-D3759D8C8CAB}"/>
                  </a:ext>
                </a:extLst>
              </p:cNvPr>
              <p:cNvCxnSpPr>
                <a:cxnSpLocks/>
                <a:stCxn id="32" idx="6"/>
                <a:endCxn id="37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53" name="Google Shape;546;p6">
                <a:extLst>
                  <a:ext uri="{FF2B5EF4-FFF2-40B4-BE49-F238E27FC236}">
                    <a16:creationId xmlns:a16="http://schemas.microsoft.com/office/drawing/2014/main" id="{F1734A84-85C1-9AD4-BD09-6238682042D8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9;p6">
                <a:extLst>
                  <a:ext uri="{FF2B5EF4-FFF2-40B4-BE49-F238E27FC236}">
                    <a16:creationId xmlns:a16="http://schemas.microsoft.com/office/drawing/2014/main" id="{53D6A6D0-09DE-BE0A-ECC9-F64EB7E7E1A0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5" name="Google Shape;578;p6">
                <a:extLst>
                  <a:ext uri="{FF2B5EF4-FFF2-40B4-BE49-F238E27FC236}">
                    <a16:creationId xmlns:a16="http://schemas.microsoft.com/office/drawing/2014/main" id="{F2E42151-6AB2-FFA1-0588-D82CDB689A31}"/>
                  </a:ext>
                </a:extLst>
              </p:cNvPr>
              <p:cNvCxnSpPr>
                <a:cxnSpLocks/>
                <a:stCxn id="53" idx="6"/>
                <a:endCxn id="33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79;p6">
                <a:extLst>
                  <a:ext uri="{FF2B5EF4-FFF2-40B4-BE49-F238E27FC236}">
                    <a16:creationId xmlns:a16="http://schemas.microsoft.com/office/drawing/2014/main" id="{5EDB49D4-6DEA-2DB8-55D1-2B951CC18424}"/>
                  </a:ext>
                </a:extLst>
              </p:cNvPr>
              <p:cNvCxnSpPr>
                <a:cxnSpLocks/>
                <a:stCxn id="53" idx="6"/>
                <a:endCxn id="34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0;p6">
                <a:extLst>
                  <a:ext uri="{FF2B5EF4-FFF2-40B4-BE49-F238E27FC236}">
                    <a16:creationId xmlns:a16="http://schemas.microsoft.com/office/drawing/2014/main" id="{0F333EFD-8BD4-CE56-6D93-DACB7649ADEF}"/>
                  </a:ext>
                </a:extLst>
              </p:cNvPr>
              <p:cNvCxnSpPr>
                <a:cxnSpLocks/>
                <a:stCxn id="53" idx="6"/>
                <a:endCxn id="35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1;p6">
                <a:extLst>
                  <a:ext uri="{FF2B5EF4-FFF2-40B4-BE49-F238E27FC236}">
                    <a16:creationId xmlns:a16="http://schemas.microsoft.com/office/drawing/2014/main" id="{92D38F71-41E4-AED5-3B69-841D96B760FE}"/>
                  </a:ext>
                </a:extLst>
              </p:cNvPr>
              <p:cNvCxnSpPr>
                <a:cxnSpLocks/>
                <a:stCxn id="53" idx="6"/>
                <a:endCxn id="36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2;p6">
                <a:extLst>
                  <a:ext uri="{FF2B5EF4-FFF2-40B4-BE49-F238E27FC236}">
                    <a16:creationId xmlns:a16="http://schemas.microsoft.com/office/drawing/2014/main" id="{B8904C31-1BAE-A4BF-CD3E-7B792FA38ED5}"/>
                  </a:ext>
                </a:extLst>
              </p:cNvPr>
              <p:cNvCxnSpPr>
                <a:cxnSpLocks/>
                <a:stCxn id="53" idx="6"/>
                <a:endCxn id="37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3;p6">
                <a:extLst>
                  <a:ext uri="{FF2B5EF4-FFF2-40B4-BE49-F238E27FC236}">
                    <a16:creationId xmlns:a16="http://schemas.microsoft.com/office/drawing/2014/main" id="{312C868C-E2C2-0BA4-F0AE-DA0318EC354E}"/>
                  </a:ext>
                </a:extLst>
              </p:cNvPr>
              <p:cNvCxnSpPr>
                <a:cxnSpLocks/>
                <a:stCxn id="54" idx="6"/>
                <a:endCxn id="37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4;p6">
                <a:extLst>
                  <a:ext uri="{FF2B5EF4-FFF2-40B4-BE49-F238E27FC236}">
                    <a16:creationId xmlns:a16="http://schemas.microsoft.com/office/drawing/2014/main" id="{E5BA9434-5921-5ED1-2B39-02B1991A12D6}"/>
                  </a:ext>
                </a:extLst>
              </p:cNvPr>
              <p:cNvCxnSpPr>
                <a:cxnSpLocks/>
                <a:stCxn id="54" idx="6"/>
                <a:endCxn id="36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85;p6">
                <a:extLst>
                  <a:ext uri="{FF2B5EF4-FFF2-40B4-BE49-F238E27FC236}">
                    <a16:creationId xmlns:a16="http://schemas.microsoft.com/office/drawing/2014/main" id="{9BEE8746-863D-0B4F-CBA7-FA6235A2E470}"/>
                  </a:ext>
                </a:extLst>
              </p:cNvPr>
              <p:cNvCxnSpPr>
                <a:cxnSpLocks/>
                <a:stCxn id="54" idx="6"/>
                <a:endCxn id="35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86;p6">
                <a:extLst>
                  <a:ext uri="{FF2B5EF4-FFF2-40B4-BE49-F238E27FC236}">
                    <a16:creationId xmlns:a16="http://schemas.microsoft.com/office/drawing/2014/main" id="{E6346814-A813-C578-58BD-D851504842F7}"/>
                  </a:ext>
                </a:extLst>
              </p:cNvPr>
              <p:cNvCxnSpPr>
                <a:cxnSpLocks/>
                <a:stCxn id="54" idx="6"/>
                <a:endCxn id="34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87;p6">
                <a:extLst>
                  <a:ext uri="{FF2B5EF4-FFF2-40B4-BE49-F238E27FC236}">
                    <a16:creationId xmlns:a16="http://schemas.microsoft.com/office/drawing/2014/main" id="{B4D80FA2-4252-D2C1-35F8-2072C1DE823F}"/>
                  </a:ext>
                </a:extLst>
              </p:cNvPr>
              <p:cNvCxnSpPr>
                <a:cxnSpLocks/>
                <a:stCxn id="54" idx="6"/>
                <a:endCxn id="33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5" name="Google Shape;588;p6">
                <a:extLst>
                  <a:ext uri="{FF2B5EF4-FFF2-40B4-BE49-F238E27FC236}">
                    <a16:creationId xmlns:a16="http://schemas.microsoft.com/office/drawing/2014/main" id="{12DFF54D-FABF-B3A6-BC09-A231F0CBF8AF}"/>
                  </a:ext>
                </a:extLst>
              </p:cNvPr>
              <p:cNvCxnSpPr>
                <a:cxnSpLocks/>
                <a:stCxn id="33" idx="6"/>
                <a:endCxn id="15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" name="Google Shape;589;p6">
                <a:extLst>
                  <a:ext uri="{FF2B5EF4-FFF2-40B4-BE49-F238E27FC236}">
                    <a16:creationId xmlns:a16="http://schemas.microsoft.com/office/drawing/2014/main" id="{B2BE34B7-3A93-E730-E1CF-D4EF2CCEF695}"/>
                  </a:ext>
                </a:extLst>
              </p:cNvPr>
              <p:cNvCxnSpPr>
                <a:cxnSpLocks/>
                <a:stCxn id="34" idx="6"/>
                <a:endCxn id="15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0;p6">
                <a:extLst>
                  <a:ext uri="{FF2B5EF4-FFF2-40B4-BE49-F238E27FC236}">
                    <a16:creationId xmlns:a16="http://schemas.microsoft.com/office/drawing/2014/main" id="{EDDAA30E-F067-075E-A7B7-5C8E5EB6920D}"/>
                  </a:ext>
                </a:extLst>
              </p:cNvPr>
              <p:cNvCxnSpPr>
                <a:cxnSpLocks/>
                <a:stCxn id="35" idx="6"/>
                <a:endCxn id="15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1;p6">
                <a:extLst>
                  <a:ext uri="{FF2B5EF4-FFF2-40B4-BE49-F238E27FC236}">
                    <a16:creationId xmlns:a16="http://schemas.microsoft.com/office/drawing/2014/main" id="{DCBED781-3FB3-C4F3-41C6-9BE80B0AFE35}"/>
                  </a:ext>
                </a:extLst>
              </p:cNvPr>
              <p:cNvCxnSpPr>
                <a:cxnSpLocks/>
                <a:stCxn id="36" idx="6"/>
                <a:endCxn id="15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2;p6">
                <a:extLst>
                  <a:ext uri="{FF2B5EF4-FFF2-40B4-BE49-F238E27FC236}">
                    <a16:creationId xmlns:a16="http://schemas.microsoft.com/office/drawing/2014/main" id="{ECD92B2D-C281-C932-008B-A5571D3A55EB}"/>
                  </a:ext>
                </a:extLst>
              </p:cNvPr>
              <p:cNvCxnSpPr>
                <a:cxnSpLocks/>
                <a:stCxn id="37" idx="6"/>
                <a:endCxn id="15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0" name="Google Shape;593;p6">
                <a:extLst>
                  <a:ext uri="{FF2B5EF4-FFF2-40B4-BE49-F238E27FC236}">
                    <a16:creationId xmlns:a16="http://schemas.microsoft.com/office/drawing/2014/main" id="{7FF263FE-C1FE-43FF-4A82-0729BC1685E4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1" name="Google Shape;594;p6">
                <a:extLst>
                  <a:ext uri="{FF2B5EF4-FFF2-40B4-BE49-F238E27FC236}">
                    <a16:creationId xmlns:a16="http://schemas.microsoft.com/office/drawing/2014/main" id="{CF91D3F6-ECB3-59C9-F072-12164D014B42}"/>
                  </a:ext>
                </a:extLst>
              </p:cNvPr>
              <p:cNvCxnSpPr>
                <a:cxnSpLocks/>
                <a:stCxn id="34" idx="6"/>
                <a:endCxn id="70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2" name="Google Shape;595;p6">
                <a:extLst>
                  <a:ext uri="{FF2B5EF4-FFF2-40B4-BE49-F238E27FC236}">
                    <a16:creationId xmlns:a16="http://schemas.microsoft.com/office/drawing/2014/main" id="{93584C45-DB89-3FD6-B912-259B28CA93BD}"/>
                  </a:ext>
                </a:extLst>
              </p:cNvPr>
              <p:cNvCxnSpPr>
                <a:cxnSpLocks/>
                <a:stCxn id="35" idx="6"/>
                <a:endCxn id="70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596;p6">
                <a:extLst>
                  <a:ext uri="{FF2B5EF4-FFF2-40B4-BE49-F238E27FC236}">
                    <a16:creationId xmlns:a16="http://schemas.microsoft.com/office/drawing/2014/main" id="{439EEC9B-73A5-F38C-2A60-D6560E0BA0FF}"/>
                  </a:ext>
                </a:extLst>
              </p:cNvPr>
              <p:cNvCxnSpPr>
                <a:cxnSpLocks/>
                <a:stCxn id="36" idx="6"/>
                <a:endCxn id="70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4" name="Google Shape;597;p6">
                <a:extLst>
                  <a:ext uri="{FF2B5EF4-FFF2-40B4-BE49-F238E27FC236}">
                    <a16:creationId xmlns:a16="http://schemas.microsoft.com/office/drawing/2014/main" id="{27C43822-7892-CAA0-CD0D-22AACBCEE691}"/>
                  </a:ext>
                </a:extLst>
              </p:cNvPr>
              <p:cNvCxnSpPr>
                <a:cxnSpLocks/>
                <a:stCxn id="37" idx="6"/>
                <a:endCxn id="70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" name="Google Shape;598;p6">
                <a:extLst>
                  <a:ext uri="{FF2B5EF4-FFF2-40B4-BE49-F238E27FC236}">
                    <a16:creationId xmlns:a16="http://schemas.microsoft.com/office/drawing/2014/main" id="{C8CFB35E-4B04-67FE-A15C-528FCF50776B}"/>
                  </a:ext>
                </a:extLst>
              </p:cNvPr>
              <p:cNvCxnSpPr>
                <a:cxnSpLocks/>
                <a:stCxn id="33" idx="6"/>
                <a:endCxn id="70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6" name="Google Shape;599;p6">
                <a:extLst>
                  <a:ext uri="{FF2B5EF4-FFF2-40B4-BE49-F238E27FC236}">
                    <a16:creationId xmlns:a16="http://schemas.microsoft.com/office/drawing/2014/main" id="{2E7E68CD-CEE3-F6B5-4F2C-0B2B87A6A3A8}"/>
                  </a:ext>
                </a:extLst>
              </p:cNvPr>
              <p:cNvCxnSpPr>
                <a:cxnSpLocks/>
                <a:stCxn id="12" idx="6"/>
                <a:endCxn id="32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7" name="Google Shape;600;p6">
              <a:extLst>
                <a:ext uri="{FF2B5EF4-FFF2-40B4-BE49-F238E27FC236}">
                  <a16:creationId xmlns:a16="http://schemas.microsoft.com/office/drawing/2014/main" id="{32DA28C7-5C70-E114-6F80-6BD917DBCE09}"/>
                </a:ext>
              </a:extLst>
            </p:cNvPr>
            <p:cNvSpPr txBox="1"/>
            <p:nvPr/>
          </p:nvSpPr>
          <p:spPr>
            <a:xfrm rot="18475899">
              <a:off x="5529819" y="953524"/>
              <a:ext cx="1036522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01;p6">
              <a:extLst>
                <a:ext uri="{FF2B5EF4-FFF2-40B4-BE49-F238E27FC236}">
                  <a16:creationId xmlns:a16="http://schemas.microsoft.com/office/drawing/2014/main" id="{699F2691-F7D4-FA1C-BBAF-3000C238E1B4}"/>
                </a:ext>
              </a:extLst>
            </p:cNvPr>
            <p:cNvSpPr txBox="1"/>
            <p:nvPr/>
          </p:nvSpPr>
          <p:spPr>
            <a:xfrm rot="18475899">
              <a:off x="5513650" y="1904305"/>
              <a:ext cx="1120466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sz="2000">
                <a:solidFill>
                  <a:srgbClr val="FF0000"/>
                </a:solidFill>
              </a:endParaRPr>
            </a:p>
          </p:txBody>
        </p:sp>
        <p:sp>
          <p:nvSpPr>
            <p:cNvPr id="9" name="Google Shape;602;p6">
              <a:extLst>
                <a:ext uri="{FF2B5EF4-FFF2-40B4-BE49-F238E27FC236}">
                  <a16:creationId xmlns:a16="http://schemas.microsoft.com/office/drawing/2014/main" id="{3420A15C-27EF-2093-1015-87BDB9C5A3FE}"/>
                </a:ext>
              </a:extLst>
            </p:cNvPr>
            <p:cNvSpPr txBox="1"/>
            <p:nvPr/>
          </p:nvSpPr>
          <p:spPr>
            <a:xfrm rot="18475899">
              <a:off x="5569098" y="5260339"/>
              <a:ext cx="832643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600;p6">
              <a:extLst>
                <a:ext uri="{FF2B5EF4-FFF2-40B4-BE49-F238E27FC236}">
                  <a16:creationId xmlns:a16="http://schemas.microsoft.com/office/drawing/2014/main" id="{37B876AA-D0BD-2D57-1B4A-C7C9CBDD6DD7}"/>
                </a:ext>
              </a:extLst>
            </p:cNvPr>
            <p:cNvSpPr txBox="1"/>
            <p:nvPr/>
          </p:nvSpPr>
          <p:spPr>
            <a:xfrm rot="18475899">
              <a:off x="7620143" y="669965"/>
              <a:ext cx="1117620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601;p6">
              <a:extLst>
                <a:ext uri="{FF2B5EF4-FFF2-40B4-BE49-F238E27FC236}">
                  <a16:creationId xmlns:a16="http://schemas.microsoft.com/office/drawing/2014/main" id="{A28DC51E-48F4-59EF-9C34-F76CC4A70F21}"/>
                </a:ext>
              </a:extLst>
            </p:cNvPr>
            <p:cNvSpPr txBox="1"/>
            <p:nvPr/>
          </p:nvSpPr>
          <p:spPr>
            <a:xfrm rot="18475899">
              <a:off x="7615844" y="1645045"/>
              <a:ext cx="1139951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sz="200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3BC01C4-8A32-1FC5-EFC5-A371EED32C43}"/>
                  </a:ext>
                </a:extLst>
              </p:cNvPr>
              <p:cNvSpPr txBox="1"/>
              <p:nvPr/>
            </p:nvSpPr>
            <p:spPr>
              <a:xfrm>
                <a:off x="5123998" y="6156489"/>
                <a:ext cx="4388384" cy="5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3BC01C4-8A32-1FC5-EFC5-A371EED32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998" y="6156489"/>
                <a:ext cx="4388384" cy="5878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4581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124200" y="35591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No alternative text description for this image">
            <a:extLst>
              <a:ext uri="{FF2B5EF4-FFF2-40B4-BE49-F238E27FC236}">
                <a16:creationId xmlns:a16="http://schemas.microsoft.com/office/drawing/2014/main" id="{2D4B3D84-22B1-7636-80C2-0D08FA775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315" y="0"/>
            <a:ext cx="6248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19FAE7-7D99-46F0-3B60-F6159C79B3F9}"/>
              </a:ext>
            </a:extLst>
          </p:cNvPr>
          <p:cNvSpPr txBox="1"/>
          <p:nvPr/>
        </p:nvSpPr>
        <p:spPr>
          <a:xfrm>
            <a:off x="8905623" y="2837160"/>
            <a:ext cx="2988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Inter"/>
              </a:rPr>
              <a:t>Image Credit: Linkedin.com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5102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C83B440-D2A0-3F29-4C8A-E72BB23A30E4}"/>
              </a:ext>
            </a:extLst>
          </p:cNvPr>
          <p:cNvGrpSpPr/>
          <p:nvPr/>
        </p:nvGrpSpPr>
        <p:grpSpPr>
          <a:xfrm>
            <a:off x="2355850" y="401932"/>
            <a:ext cx="7224063" cy="5817897"/>
            <a:chOff x="3594179" y="1626321"/>
            <a:chExt cx="5553933" cy="4472858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E2B11BE2-F248-8B6F-449C-0E79EF90E5AE}"/>
                </a:ext>
              </a:extLst>
            </p:cNvPr>
            <p:cNvCxnSpPr/>
            <p:nvPr/>
          </p:nvCxnSpPr>
          <p:spPr>
            <a:xfrm>
              <a:off x="4186251" y="5088959"/>
              <a:ext cx="496186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11A33251-DE78-C4E0-F437-26834478BEF9}"/>
                </a:ext>
              </a:extLst>
            </p:cNvPr>
            <p:cNvCxnSpPr/>
            <p:nvPr/>
          </p:nvCxnSpPr>
          <p:spPr>
            <a:xfrm flipV="1">
              <a:off x="4200428" y="1857154"/>
              <a:ext cx="0" cy="32393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69F7932-8FA6-AF0A-5A2C-D88A69C7BB6E}"/>
                </a:ext>
              </a:extLst>
            </p:cNvPr>
            <p:cNvSpPr txBox="1"/>
            <p:nvPr/>
          </p:nvSpPr>
          <p:spPr>
            <a:xfrm>
              <a:off x="7945728" y="5145072"/>
              <a:ext cx="101847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Epoch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D0DD0C-91D7-9039-5237-39AE2A579C6C}"/>
                </a:ext>
              </a:extLst>
            </p:cNvPr>
            <p:cNvSpPr txBox="1"/>
            <p:nvPr/>
          </p:nvSpPr>
          <p:spPr>
            <a:xfrm rot="16200000">
              <a:off x="3414445" y="2195428"/>
              <a:ext cx="10184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Loss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6FA584F-7E32-AFBB-3728-3378F9821B3E}"/>
                </a:ext>
              </a:extLst>
            </p:cNvPr>
            <p:cNvSpPr txBox="1"/>
            <p:nvPr/>
          </p:nvSpPr>
          <p:spPr>
            <a:xfrm>
              <a:off x="3594179" y="5172023"/>
              <a:ext cx="10184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371D87-1784-957B-1550-DF823F4339F4}"/>
                </a:ext>
              </a:extLst>
            </p:cNvPr>
            <p:cNvSpPr/>
            <p:nvPr/>
          </p:nvSpPr>
          <p:spPr>
            <a:xfrm>
              <a:off x="4820718" y="2465222"/>
              <a:ext cx="2435960" cy="2086668"/>
            </a:xfrm>
            <a:custGeom>
              <a:avLst/>
              <a:gdLst>
                <a:gd name="connsiteX0" fmla="*/ 0 w 5991149"/>
                <a:gd name="connsiteY0" fmla="*/ 0 h 2086668"/>
                <a:gd name="connsiteX1" fmla="*/ 2918765 w 5991149"/>
                <a:gd name="connsiteY1" fmla="*/ 1836116 h 2086668"/>
                <a:gd name="connsiteX2" fmla="*/ 5991149 w 5991149"/>
                <a:gd name="connsiteY2" fmla="*/ 2070202 h 208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91149" h="2086668">
                  <a:moveTo>
                    <a:pt x="0" y="0"/>
                  </a:moveTo>
                  <a:cubicBezTo>
                    <a:pt x="960120" y="745541"/>
                    <a:pt x="1920240" y="1491082"/>
                    <a:pt x="2918765" y="1836116"/>
                  </a:cubicBezTo>
                  <a:cubicBezTo>
                    <a:pt x="3917290" y="2181150"/>
                    <a:pt x="5585156" y="2068983"/>
                    <a:pt x="5991149" y="2070202"/>
                  </a:cubicBezTo>
                </a:path>
              </a:pathLst>
            </a:cu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solidFill>
                  <a:schemeClr val="accent6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04842BF-F5B3-F089-D83B-55C81E85D08A}"/>
                </a:ext>
              </a:extLst>
            </p:cNvPr>
            <p:cNvSpPr/>
            <p:nvPr/>
          </p:nvSpPr>
          <p:spPr>
            <a:xfrm>
              <a:off x="4806086" y="2362810"/>
              <a:ext cx="2596896" cy="1760001"/>
            </a:xfrm>
            <a:custGeom>
              <a:avLst/>
              <a:gdLst>
                <a:gd name="connsiteX0" fmla="*/ 0 w 2596896"/>
                <a:gd name="connsiteY0" fmla="*/ 0 h 1760001"/>
                <a:gd name="connsiteX1" fmla="*/ 1185063 w 2596896"/>
                <a:gd name="connsiteY1" fmla="*/ 1719072 h 1760001"/>
                <a:gd name="connsiteX2" fmla="*/ 2596896 w 2596896"/>
                <a:gd name="connsiteY2" fmla="*/ 1185062 h 176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96896" h="1760001">
                  <a:moveTo>
                    <a:pt x="0" y="0"/>
                  </a:moveTo>
                  <a:cubicBezTo>
                    <a:pt x="376123" y="760781"/>
                    <a:pt x="752247" y="1521562"/>
                    <a:pt x="1185063" y="1719072"/>
                  </a:cubicBezTo>
                  <a:cubicBezTo>
                    <a:pt x="1617879" y="1916582"/>
                    <a:pt x="2342083" y="1343558"/>
                    <a:pt x="2596896" y="1185062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FE40382-2F22-037F-59C4-D281151A35E9}"/>
                </a:ext>
              </a:extLst>
            </p:cNvPr>
            <p:cNvSpPr txBox="1"/>
            <p:nvPr/>
          </p:nvSpPr>
          <p:spPr>
            <a:xfrm>
              <a:off x="7367731" y="3146803"/>
              <a:ext cx="16738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Validation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430ABBF-B288-AD4D-8A37-0AF1C89CBA47}"/>
                </a:ext>
              </a:extLst>
            </p:cNvPr>
            <p:cNvSpPr txBox="1"/>
            <p:nvPr/>
          </p:nvSpPr>
          <p:spPr>
            <a:xfrm>
              <a:off x="7055537" y="4321057"/>
              <a:ext cx="178038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Training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D5AF53-CC9F-17A3-6376-50D064EF7DC4}"/>
                </a:ext>
              </a:extLst>
            </p:cNvPr>
            <p:cNvCxnSpPr>
              <a:cxnSpLocks/>
            </p:cNvCxnSpPr>
            <p:nvPr/>
          </p:nvCxnSpPr>
          <p:spPr>
            <a:xfrm>
              <a:off x="6173552" y="1857154"/>
              <a:ext cx="0" cy="414862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47EB5B-9499-A301-A591-8B9F27CD5585}"/>
                </a:ext>
              </a:extLst>
            </p:cNvPr>
            <p:cNvSpPr txBox="1"/>
            <p:nvPr/>
          </p:nvSpPr>
          <p:spPr>
            <a:xfrm>
              <a:off x="4131975" y="1648904"/>
              <a:ext cx="204157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Underfitting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9C024A-2765-32F2-B761-3BF0BB24814B}"/>
                </a:ext>
              </a:extLst>
            </p:cNvPr>
            <p:cNvSpPr txBox="1"/>
            <p:nvPr/>
          </p:nvSpPr>
          <p:spPr>
            <a:xfrm>
              <a:off x="6346942" y="1626321"/>
              <a:ext cx="204157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Overfitting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77804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C208-FAAD-BE78-5976-47565F50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5558-5FF5-E6D2-40B4-550FFE557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Regression</a:t>
            </a:r>
          </a:p>
          <a:p>
            <a:pPr lvl="1"/>
            <a:r>
              <a:rPr lang="en-US" dirty="0"/>
              <a:t>MAE</a:t>
            </a:r>
          </a:p>
          <a:p>
            <a:pPr lvl="1"/>
            <a:r>
              <a:rPr lang="en-US" dirty="0"/>
              <a:t>MSE</a:t>
            </a:r>
          </a:p>
          <a:p>
            <a:r>
              <a:rPr lang="en-US" dirty="0"/>
              <a:t>Classification </a:t>
            </a:r>
          </a:p>
          <a:p>
            <a:pPr lvl="1"/>
            <a:r>
              <a:rPr lang="en-US" dirty="0"/>
              <a:t>Area under ROC</a:t>
            </a:r>
          </a:p>
          <a:p>
            <a:pPr lvl="1"/>
            <a:r>
              <a:rPr lang="en-US" dirty="0"/>
              <a:t>Confusion matrix</a:t>
            </a:r>
          </a:p>
          <a:p>
            <a:pPr lvl="1"/>
            <a:r>
              <a:rPr lang="en-US" dirty="0"/>
              <a:t>Recall</a:t>
            </a:r>
          </a:p>
          <a:p>
            <a:pPr lvl="1"/>
            <a:r>
              <a:rPr lang="en-US" dirty="0"/>
              <a:t>Precision</a:t>
            </a:r>
          </a:p>
          <a:p>
            <a:pPr lvl="1"/>
            <a:r>
              <a:rPr lang="en-US" dirty="0"/>
              <a:t>F1</a:t>
            </a:r>
          </a:p>
          <a:p>
            <a:pPr lvl="1"/>
            <a:r>
              <a:rPr lang="en-US" dirty="0"/>
              <a:t>Accuracy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156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processing - Training accuracy improves but validation accuracy  remains same - Stack Overflow">
            <a:extLst>
              <a:ext uri="{FF2B5EF4-FFF2-40B4-BE49-F238E27FC236}">
                <a16:creationId xmlns:a16="http://schemas.microsoft.com/office/drawing/2014/main" id="{E1CF527E-A5B5-D0D5-5C7B-7460F8C74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011" y="31558"/>
            <a:ext cx="8951932" cy="66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6892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E40F-D0E2-50B7-9C03-A3E6230746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Excel machine learning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DC1E3-1914-5D63-F9DC-4A12D0C157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21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4831-E140-76DB-D593-BD14D987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machine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2C7F-2704-AE2C-AD90-9C8D95502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Partial derivatives </a:t>
            </a:r>
          </a:p>
          <a:p>
            <a:r>
              <a:rPr lang="en-US" dirty="0"/>
              <a:t>Chain rule/back propagation</a:t>
            </a:r>
          </a:p>
          <a:p>
            <a:r>
              <a:rPr lang="en-US" dirty="0">
                <a:hlinkClick r:id="rId2"/>
              </a:rPr>
              <a:t>https://github.com/TAMIDSpiyalong/Advanced-Concepts-in-Machine-Learning-for-Energy/blob/main/Lecure%201/Excel_Machine_Learning.pdf</a:t>
            </a:r>
            <a:r>
              <a:rPr lang="en-US" dirty="0"/>
              <a:t> </a:t>
            </a:r>
          </a:p>
          <a:p>
            <a:r>
              <a:rPr lang="en-US" dirty="0"/>
              <a:t>Chapter 5.2</a:t>
            </a:r>
          </a:p>
          <a:p>
            <a:r>
              <a:rPr lang="en-US"/>
              <a:t>Chapter 7.1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505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D54C9-68AC-B3AF-331C-1085FEE0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Derivative/slope for f(x)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FE10A-E5B8-52D5-F8B8-EA8B424EF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“Mathematics for machine learning”, Chapter 5</a:t>
            </a:r>
          </a:p>
          <a:p>
            <a:r>
              <a:rPr lang="en-US"/>
              <a:t>Quiz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1330D5-0C3A-0566-25B8-092EF96FA7C6}"/>
                  </a:ext>
                </a:extLst>
              </p:cNvPr>
              <p:cNvSpPr txBox="1"/>
              <p:nvPr/>
            </p:nvSpPr>
            <p:spPr>
              <a:xfrm>
                <a:off x="1582153" y="4451357"/>
                <a:ext cx="5290423" cy="912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1330D5-0C3A-0566-25B8-092EF96FA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153" y="4451357"/>
                <a:ext cx="5290423" cy="9126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2727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39CC0-8A7C-A20A-8667-92BC09362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F0F0-D36D-5FF7-9B32-2E2142AB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CE48F-07DA-B5AE-7FC7-6AB612514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 rule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Chain rule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Constant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C8B08-1227-CBAC-B3E3-CD882B5C7316}"/>
                  </a:ext>
                </a:extLst>
              </p:cNvPr>
              <p:cNvSpPr txBox="1"/>
              <p:nvPr/>
            </p:nvSpPr>
            <p:spPr>
              <a:xfrm>
                <a:off x="3586920" y="1690688"/>
                <a:ext cx="2116220" cy="8295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C8B08-1227-CBAC-B3E3-CD882B5C7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920" y="1690688"/>
                <a:ext cx="2116220" cy="8295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FFDB20-4DED-FF50-05A1-BEBB9CE5C674}"/>
                  </a:ext>
                </a:extLst>
              </p:cNvPr>
              <p:cNvSpPr txBox="1"/>
              <p:nvPr/>
            </p:nvSpPr>
            <p:spPr>
              <a:xfrm>
                <a:off x="4374375" y="5239788"/>
                <a:ext cx="1149802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FFDB20-4DED-FF50-05A1-BEBB9CE5C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375" y="5239788"/>
                <a:ext cx="1149802" cy="818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93DC215-985E-672E-8AD5-57BF87F2A1A8}"/>
                  </a:ext>
                </a:extLst>
              </p14:cNvPr>
              <p14:cNvContentPartPr/>
              <p14:nvPr/>
            </p14:nvContentPartPr>
            <p14:xfrm>
              <a:off x="7525968" y="4443584"/>
              <a:ext cx="2160" cy="1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93DC215-985E-672E-8AD5-57BF87F2A1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19848" y="4437464"/>
                <a:ext cx="1440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D69D90-CD21-8E19-FC2E-10BE5363738F}"/>
                  </a:ext>
                </a:extLst>
              </p:cNvPr>
              <p:cNvSpPr txBox="1"/>
              <p:nvPr/>
            </p:nvSpPr>
            <p:spPr>
              <a:xfrm>
                <a:off x="3425132" y="3546479"/>
                <a:ext cx="8352608" cy="897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den>
                      </m:f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D69D90-CD21-8E19-FC2E-10BE53637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132" y="3546479"/>
                <a:ext cx="8352608" cy="8971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33054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15347-D417-08CB-9C98-1D954541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944D-46F4-491A-B5AD-756586644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derivatives (chapter 5.2)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E13B9-66A1-8B2A-4C12-54F9A96B0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example: f(x)=f(w</a:t>
            </a:r>
            <a:r>
              <a:rPr lang="en-US" baseline="-25000"/>
              <a:t>1</a:t>
            </a:r>
            <a:r>
              <a:rPr lang="en-US"/>
              <a:t>,w</a:t>
            </a:r>
            <a:r>
              <a:rPr lang="en-US" baseline="-25000"/>
              <a:t>2</a:t>
            </a:r>
            <a:r>
              <a:rPr lang="en-US"/>
              <a:t>,…,</a:t>
            </a:r>
            <a:r>
              <a:rPr lang="en-US" err="1"/>
              <a:t>w</a:t>
            </a:r>
            <a:r>
              <a:rPr lang="en-US" baseline="-25000" err="1"/>
              <a:t>n</a:t>
            </a:r>
            <a:r>
              <a:rPr lang="en-US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8ECB02-5F44-5F57-E05E-CB5ADA21E527}"/>
                  </a:ext>
                </a:extLst>
              </p:cNvPr>
              <p:cNvSpPr txBox="1"/>
              <p:nvPr/>
            </p:nvSpPr>
            <p:spPr>
              <a:xfrm>
                <a:off x="1497932" y="2682716"/>
                <a:ext cx="7818807" cy="9066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8ECB02-5F44-5F57-E05E-CB5ADA21E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932" y="2682716"/>
                <a:ext cx="7818807" cy="9066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ED6CE7-A73F-799A-A114-14D1E7467485}"/>
                  </a:ext>
                </a:extLst>
              </p:cNvPr>
              <p:cNvSpPr txBox="1"/>
              <p:nvPr/>
            </p:nvSpPr>
            <p:spPr>
              <a:xfrm rot="5400000">
                <a:off x="1654342" y="4097186"/>
                <a:ext cx="3430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ED6CE7-A73F-799A-A114-14D1E7467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654342" y="4097186"/>
                <a:ext cx="34304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B1F11D-B5A0-2849-1DDF-13C3625E0AC1}"/>
                  </a:ext>
                </a:extLst>
              </p:cNvPr>
              <p:cNvSpPr txBox="1"/>
              <p:nvPr/>
            </p:nvSpPr>
            <p:spPr>
              <a:xfrm>
                <a:off x="1497932" y="5035885"/>
                <a:ext cx="7838364" cy="9089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B1F11D-B5A0-2849-1DDF-13C3625E0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932" y="5035885"/>
                <a:ext cx="7838364" cy="9089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104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88F47-5AA6-E312-5CAF-E88F45771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7B32-B192-B76E-2D9F-FE4FCB28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(chapter 5.3)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1FECD-8722-32A6-15C0-850A0DB46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example: f(x)=f(w</a:t>
            </a:r>
            <a:r>
              <a:rPr lang="en-US" baseline="-25000" dirty="0"/>
              <a:t>1</a:t>
            </a:r>
            <a:r>
              <a:rPr lang="en-US" dirty="0"/>
              <a:t>,w</a:t>
            </a:r>
            <a:r>
              <a:rPr lang="en-US" baseline="-25000" dirty="0"/>
              <a:t>2</a:t>
            </a:r>
            <a:r>
              <a:rPr lang="en-US" dirty="0"/>
              <a:t>,…,</a:t>
            </a:r>
            <a:r>
              <a:rPr lang="en-US" dirty="0" err="1"/>
              <a:t>w</a:t>
            </a:r>
            <a:r>
              <a:rPr lang="en-US" baseline="-25000" dirty="0" err="1"/>
              <a:t>n</a:t>
            </a:r>
            <a:r>
              <a:rPr lang="en-US" dirty="0"/>
              <a:t>)</a:t>
            </a:r>
          </a:p>
          <a:p>
            <a:r>
              <a:rPr lang="en-US" dirty="0"/>
              <a:t>Quiz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4C3107-63D0-D9D2-527F-998BC177C709}"/>
                  </a:ext>
                </a:extLst>
              </p:cNvPr>
              <p:cNvSpPr txBox="1"/>
              <p:nvPr/>
            </p:nvSpPr>
            <p:spPr>
              <a:xfrm>
                <a:off x="3860734" y="2547377"/>
                <a:ext cx="4969309" cy="9245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=[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4C3107-63D0-D9D2-527F-998BC177C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734" y="2547377"/>
                <a:ext cx="4969309" cy="9245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75927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8709-BEC9-1487-D124-E7A99F54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AF5B2-503C-7ABD-69B4-F508F8506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PDF</a:t>
            </a:r>
          </a:p>
          <a:p>
            <a:r>
              <a:rPr lang="en-US" dirty="0"/>
              <a:t>Try the Excel</a:t>
            </a:r>
          </a:p>
          <a:p>
            <a:r>
              <a:rPr lang="en-US" dirty="0"/>
              <a:t>Currently, there is no activation function. Could you add some? </a:t>
            </a:r>
          </a:p>
          <a:p>
            <a:r>
              <a:rPr lang="en-US" dirty="0"/>
              <a:t>Plot the prediction and results</a:t>
            </a:r>
          </a:p>
        </p:txBody>
      </p:sp>
    </p:spTree>
    <p:extLst>
      <p:ext uri="{BB962C8B-B14F-4D97-AF65-F5344CB8AC3E}">
        <p14:creationId xmlns:p14="http://schemas.microsoft.com/office/powerpoint/2010/main" val="4833660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F012B-E0F6-8EA7-D9BE-61FC878BCB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Computing fundamentals and HPRC set up</a:t>
            </a:r>
          </a:p>
        </p:txBody>
      </p:sp>
    </p:spTree>
    <p:extLst>
      <p:ext uri="{BB962C8B-B14F-4D97-AF65-F5344CB8AC3E}">
        <p14:creationId xmlns:p14="http://schemas.microsoft.com/office/powerpoint/2010/main" val="2381106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59042-6D0E-45CD-1254-697FC012D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F04B4-CD05-089B-5515-64B9C0D8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Binary</a:t>
            </a:r>
          </a:p>
          <a:p>
            <a:r>
              <a:rPr lang="en-US"/>
              <a:t>Logic gates</a:t>
            </a:r>
          </a:p>
          <a:p>
            <a:r>
              <a:rPr lang="en-US"/>
              <a:t>Transistor </a:t>
            </a:r>
          </a:p>
          <a:p>
            <a:r>
              <a:rPr lang="en-US"/>
              <a:t>Half adder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696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F5BA-1976-0030-209D-D62FD7F4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Binary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182F6-8917-BFFA-3C19-D63AC99F0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 voltage = 1 (on); Low voltage = 0 (off) </a:t>
            </a:r>
          </a:p>
          <a:p>
            <a:r>
              <a:rPr lang="en-US" b="0" i="0" dirty="0">
                <a:effectLst/>
                <a:latin typeface="fkGroteskNeue"/>
              </a:rPr>
              <a:t>ASCII (e.g., </a:t>
            </a:r>
            <a:r>
              <a:rPr lang="en-US" b="0" i="0" dirty="0">
                <a:effectLst/>
                <a:latin typeface="berkeleyMono"/>
              </a:rPr>
              <a:t>01100001-&gt;”a”; 01110000-&gt;”p”</a:t>
            </a:r>
            <a:r>
              <a:rPr lang="en-US" b="0" i="0" dirty="0">
                <a:effectLst/>
                <a:latin typeface="fkGroteskNeue"/>
              </a:rPr>
              <a:t>)</a:t>
            </a:r>
          </a:p>
          <a:p>
            <a:r>
              <a:rPr lang="en-US" dirty="0">
                <a:latin typeface="fkGroteskNeue"/>
              </a:rPr>
              <a:t>2</a:t>
            </a:r>
            <a:r>
              <a:rPr lang="en-US" baseline="30000" dirty="0">
                <a:latin typeface="fkGroteskNeue"/>
              </a:rPr>
              <a:t>8 </a:t>
            </a:r>
            <a:r>
              <a:rPr lang="en-US" dirty="0">
                <a:latin typeface="fkGroteskNeue"/>
              </a:rPr>
              <a:t>(8 bit). Modern computer 64 bit</a:t>
            </a:r>
          </a:p>
          <a:p>
            <a:r>
              <a:rPr lang="en-US" dirty="0"/>
              <a:t>Clock at 1 Hz takes 40 seconds to spell “apple”</a:t>
            </a:r>
          </a:p>
          <a:p>
            <a:r>
              <a:rPr lang="en-US" dirty="0"/>
              <a:t>Model computers have Gigahertz (10</a:t>
            </a:r>
            <a:r>
              <a:rPr lang="en-US" i="0" baseline="30000" dirty="0">
                <a:latin typeface="+mj-lt"/>
              </a:rPr>
              <a:t>9</a:t>
            </a:r>
            <a:r>
              <a:rPr lang="en-US" dirty="0"/>
              <a:t>)</a:t>
            </a:r>
          </a:p>
          <a:p>
            <a:r>
              <a:rPr lang="en-US" dirty="0"/>
              <a:t>“13”+”9”≠“22”</a:t>
            </a:r>
            <a:endParaRPr lang="en-US" baseline="30000" dirty="0"/>
          </a:p>
          <a:p>
            <a:endParaRPr lang="en-US" baseline="30000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B4EBCA-3164-0262-1D19-3969AE3B5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385031"/>
              </p:ext>
            </p:extLst>
          </p:nvPr>
        </p:nvGraphicFramePr>
        <p:xfrm>
          <a:off x="659734" y="5307830"/>
          <a:ext cx="10872532" cy="741680"/>
        </p:xfrm>
        <a:graphic>
          <a:graphicData uri="http://schemas.openxmlformats.org/drawingml/2006/table">
            <a:tbl>
              <a:tblPr firstRow="1" bandRow="1"/>
              <a:tblGrid>
                <a:gridCol w="494206">
                  <a:extLst>
                    <a:ext uri="{9D8B030D-6E8A-4147-A177-3AD203B41FA5}">
                      <a16:colId xmlns:a16="http://schemas.microsoft.com/office/drawing/2014/main" val="47480047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1978962916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1622451044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2938739942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4106668167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2215205905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4156061781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3055338512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909850602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1415082707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565007632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3415994056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2866833638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813814067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3717808313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635584265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800177161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599585642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3129596021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1726972727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894767164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966903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33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158738"/>
                  </a:ext>
                </a:extLst>
              </a:tr>
            </a:tbl>
          </a:graphicData>
        </a:graphic>
      </p:graphicFrame>
      <p:pic>
        <p:nvPicPr>
          <p:cNvPr id="6" name="Picture 5" descr="A red led with two thin metal rods&#10;&#10;AI-generated content may be incorrect.">
            <a:extLst>
              <a:ext uri="{FF2B5EF4-FFF2-40B4-BE49-F238E27FC236}">
                <a16:creationId xmlns:a16="http://schemas.microsoft.com/office/drawing/2014/main" id="{3464FE15-CA6E-A265-6586-582B97AE9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39" y="2405366"/>
            <a:ext cx="1582535" cy="158253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387AC60-21FA-0369-F835-8FA5DFEE5377}"/>
              </a:ext>
            </a:extLst>
          </p:cNvPr>
          <p:cNvGrpSpPr/>
          <p:nvPr/>
        </p:nvGrpSpPr>
        <p:grpSpPr>
          <a:xfrm>
            <a:off x="1201759" y="5280927"/>
            <a:ext cx="3740760" cy="425520"/>
            <a:chOff x="1023288" y="5120384"/>
            <a:chExt cx="374076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2EAB0D0-2781-19DC-DA99-965F55C94FCA}"/>
                    </a:ext>
                  </a:extLst>
                </p14:cNvPr>
                <p14:cNvContentPartPr/>
                <p14:nvPr/>
              </p14:nvContentPartPr>
              <p14:xfrm>
                <a:off x="1023288" y="5187704"/>
                <a:ext cx="272880" cy="320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2EAB0D0-2781-19DC-DA99-965F55C94FC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17176" y="5181591"/>
                  <a:ext cx="285104" cy="3329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9FF92E-2C8F-77F3-8F0E-4E965257F220}"/>
                    </a:ext>
                  </a:extLst>
                </p14:cNvPr>
                <p14:cNvContentPartPr/>
                <p14:nvPr/>
              </p14:nvContentPartPr>
              <p14:xfrm>
                <a:off x="1516128" y="5182664"/>
                <a:ext cx="279360" cy="32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39FF92E-2C8F-77F3-8F0E-4E965257F22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10008" y="5176544"/>
                  <a:ext cx="2916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5DC430-1392-96A1-A472-1EA4A50952CE}"/>
                    </a:ext>
                  </a:extLst>
                </p14:cNvPr>
                <p14:cNvContentPartPr/>
                <p14:nvPr/>
              </p14:nvContentPartPr>
              <p14:xfrm>
                <a:off x="1951368" y="5172224"/>
                <a:ext cx="315720" cy="332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5DC430-1392-96A1-A472-1EA4A50952C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45248" y="5166104"/>
                  <a:ext cx="3279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0E6954-7851-BD50-FF4E-E684033A46B0}"/>
                    </a:ext>
                  </a:extLst>
                </p14:cNvPr>
                <p14:cNvContentPartPr/>
                <p14:nvPr/>
              </p14:nvContentPartPr>
              <p14:xfrm>
                <a:off x="2469048" y="5199944"/>
                <a:ext cx="286200" cy="301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0E6954-7851-BD50-FF4E-E684033A46B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62928" y="5193824"/>
                  <a:ext cx="2984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2A56EC-B4FB-9050-14E4-899572DC32B2}"/>
                    </a:ext>
                  </a:extLst>
                </p14:cNvPr>
                <p14:cNvContentPartPr/>
                <p14:nvPr/>
              </p14:nvContentPartPr>
              <p14:xfrm>
                <a:off x="2962608" y="5120384"/>
                <a:ext cx="392040" cy="407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2A56EC-B4FB-9050-14E4-899572DC32B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56488" y="5114264"/>
                  <a:ext cx="4042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02ADF5-F5FE-4B50-43AD-BC9EA8EE6C81}"/>
                    </a:ext>
                  </a:extLst>
                </p14:cNvPr>
                <p14:cNvContentPartPr/>
                <p14:nvPr/>
              </p14:nvContentPartPr>
              <p14:xfrm>
                <a:off x="3436728" y="5147384"/>
                <a:ext cx="359280" cy="398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02ADF5-F5FE-4B50-43AD-BC9EA8EE6C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30602" y="5141264"/>
                  <a:ext cx="371532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7913BFA-C7DB-093E-9B1C-1E578EA2BA3A}"/>
                    </a:ext>
                  </a:extLst>
                </p14:cNvPr>
                <p14:cNvContentPartPr/>
                <p14:nvPr/>
              </p14:nvContentPartPr>
              <p14:xfrm>
                <a:off x="3943608" y="5121824"/>
                <a:ext cx="261720" cy="369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7913BFA-C7DB-093E-9B1C-1E578EA2BA3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37488" y="5115704"/>
                  <a:ext cx="2739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E61C06-E53E-6B66-55DD-1AB7D4A2C38D}"/>
                    </a:ext>
                  </a:extLst>
                </p14:cNvPr>
                <p14:cNvContentPartPr/>
                <p14:nvPr/>
              </p14:nvContentPartPr>
              <p14:xfrm>
                <a:off x="4413768" y="5147024"/>
                <a:ext cx="350280" cy="318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E61C06-E53E-6B66-55DD-1AB7D4A2C38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07648" y="5140904"/>
                  <a:ext cx="36252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0D2E473-6AE8-43B4-37CA-991FF9FFB853}"/>
              </a:ext>
            </a:extLst>
          </p:cNvPr>
          <p:cNvGrpSpPr/>
          <p:nvPr/>
        </p:nvGrpSpPr>
        <p:grpSpPr>
          <a:xfrm>
            <a:off x="2895559" y="6231327"/>
            <a:ext cx="203040" cy="316080"/>
            <a:chOff x="2717088" y="6070784"/>
            <a:chExt cx="20304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4F9A5F-EC2E-A48D-84EC-BF0E0619EA6A}"/>
                    </a:ext>
                  </a:extLst>
                </p14:cNvPr>
                <p14:cNvContentPartPr/>
                <p14:nvPr/>
              </p14:nvContentPartPr>
              <p14:xfrm>
                <a:off x="2717088" y="6082664"/>
                <a:ext cx="61920" cy="304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4F9A5F-EC2E-A48D-84EC-BF0E0619EA6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10932" y="6076544"/>
                  <a:ext cx="74232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FFF904-D25F-9E70-601C-01389F87517E}"/>
                    </a:ext>
                  </a:extLst>
                </p14:cNvPr>
                <p14:cNvContentPartPr/>
                <p14:nvPr/>
              </p14:nvContentPartPr>
              <p14:xfrm>
                <a:off x="2753088" y="6070784"/>
                <a:ext cx="167040" cy="261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FFF904-D25F-9E70-601C-01389F87517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46968" y="6064656"/>
                  <a:ext cx="179280" cy="2732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1B169BD-7B17-6AB6-5651-64E585EABCDF}"/>
              </a:ext>
            </a:extLst>
          </p:cNvPr>
          <p:cNvGrpSpPr/>
          <p:nvPr/>
        </p:nvGrpSpPr>
        <p:grpSpPr>
          <a:xfrm>
            <a:off x="5148439" y="5187687"/>
            <a:ext cx="3838320" cy="531000"/>
            <a:chOff x="4969968" y="5027144"/>
            <a:chExt cx="3838320" cy="53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35725D8-2E3A-6F8E-695D-ECB5921B36C1}"/>
                    </a:ext>
                  </a:extLst>
                </p14:cNvPr>
                <p14:cNvContentPartPr/>
                <p14:nvPr/>
              </p14:nvContentPartPr>
              <p14:xfrm>
                <a:off x="4969968" y="5073224"/>
                <a:ext cx="327960" cy="463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35725D8-2E3A-6F8E-695D-ECB5921B36C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63848" y="5067099"/>
                  <a:ext cx="340200" cy="4755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D65C0B4-44DF-1ADC-73ED-06FDE9859B0B}"/>
                    </a:ext>
                  </a:extLst>
                </p14:cNvPr>
                <p14:cNvContentPartPr/>
                <p14:nvPr/>
              </p14:nvContentPartPr>
              <p14:xfrm>
                <a:off x="5543088" y="5063144"/>
                <a:ext cx="325440" cy="483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D65C0B4-44DF-1ADC-73ED-06FDE9859B0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36968" y="5057019"/>
                  <a:ext cx="337680" cy="495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922B0D-14AF-75D0-BE34-717128704587}"/>
                    </a:ext>
                  </a:extLst>
                </p14:cNvPr>
                <p14:cNvContentPartPr/>
                <p14:nvPr/>
              </p14:nvContentPartPr>
              <p14:xfrm>
                <a:off x="5965368" y="5095544"/>
                <a:ext cx="395280" cy="462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922B0D-14AF-75D0-BE34-71712870458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59248" y="5089424"/>
                  <a:ext cx="40752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DBBDF37-A0E9-8C2F-E94A-1FC764C9E863}"/>
                    </a:ext>
                  </a:extLst>
                </p14:cNvPr>
                <p14:cNvContentPartPr/>
                <p14:nvPr/>
              </p14:nvContentPartPr>
              <p14:xfrm>
                <a:off x="6482688" y="5118944"/>
                <a:ext cx="364680" cy="366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DBBDF37-A0E9-8C2F-E94A-1FC764C9E86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76568" y="5112830"/>
                  <a:ext cx="376920" cy="3783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799341C-5C1B-4962-D630-C99AE9A9CC5C}"/>
                    </a:ext>
                  </a:extLst>
                </p14:cNvPr>
                <p14:cNvContentPartPr/>
                <p14:nvPr/>
              </p14:nvContentPartPr>
              <p14:xfrm>
                <a:off x="6955368" y="5078264"/>
                <a:ext cx="336240" cy="393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799341C-5C1B-4962-D630-C99AE9A9CC5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949248" y="5072144"/>
                  <a:ext cx="3484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67DFEE2-BA1A-923E-56AF-2F3911388C0E}"/>
                    </a:ext>
                  </a:extLst>
                </p14:cNvPr>
                <p14:cNvContentPartPr/>
                <p14:nvPr/>
              </p14:nvContentPartPr>
              <p14:xfrm>
                <a:off x="7499328" y="5078624"/>
                <a:ext cx="332280" cy="426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67DFEE2-BA1A-923E-56AF-2F3911388C0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493208" y="5072504"/>
                  <a:ext cx="34452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0212256-61B6-BB69-82FB-DFBD7E9AE396}"/>
                    </a:ext>
                  </a:extLst>
                </p14:cNvPr>
                <p14:cNvContentPartPr/>
                <p14:nvPr/>
              </p14:nvContentPartPr>
              <p14:xfrm>
                <a:off x="7950768" y="5039024"/>
                <a:ext cx="420120" cy="420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0212256-61B6-BB69-82FB-DFBD7E9AE39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944648" y="5032899"/>
                  <a:ext cx="432360" cy="4327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8ECCC4C-249D-806D-A3C4-AABFC556051C}"/>
                    </a:ext>
                  </a:extLst>
                </p14:cNvPr>
                <p14:cNvContentPartPr/>
                <p14:nvPr/>
              </p14:nvContentPartPr>
              <p14:xfrm>
                <a:off x="8501208" y="5027144"/>
                <a:ext cx="307080" cy="476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8ECCC4C-249D-806D-A3C4-AABFC556051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95088" y="5021024"/>
                  <a:ext cx="319320" cy="48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0CDE2EA-B44B-3194-C510-B41965991E64}"/>
              </a:ext>
            </a:extLst>
          </p:cNvPr>
          <p:cNvGrpSpPr/>
          <p:nvPr/>
        </p:nvGrpSpPr>
        <p:grpSpPr>
          <a:xfrm>
            <a:off x="6695719" y="6195327"/>
            <a:ext cx="285840" cy="457560"/>
            <a:chOff x="6517248" y="6034784"/>
            <a:chExt cx="285840" cy="45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807FC4A-BBAF-F238-7F9B-26B162EF6765}"/>
                    </a:ext>
                  </a:extLst>
                </p14:cNvPr>
                <p14:cNvContentPartPr/>
                <p14:nvPr/>
              </p14:nvContentPartPr>
              <p14:xfrm>
                <a:off x="6609408" y="6101744"/>
                <a:ext cx="28800" cy="390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807FC4A-BBAF-F238-7F9B-26B162EF676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03288" y="6095624"/>
                  <a:ext cx="410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221C0B-CD7C-E4D2-276A-07FD02B3AA13}"/>
                    </a:ext>
                  </a:extLst>
                </p14:cNvPr>
                <p14:cNvContentPartPr/>
                <p14:nvPr/>
              </p14:nvContentPartPr>
              <p14:xfrm>
                <a:off x="6517248" y="6034784"/>
                <a:ext cx="285840" cy="225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221C0B-CD7C-E4D2-276A-07FD02B3AA1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11128" y="6028664"/>
                  <a:ext cx="29808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71DFDB1-30FF-5C1F-7966-7BF918CAEA5F}"/>
              </a:ext>
            </a:extLst>
          </p:cNvPr>
          <p:cNvGrpSpPr/>
          <p:nvPr/>
        </p:nvGrpSpPr>
        <p:grpSpPr>
          <a:xfrm>
            <a:off x="9823399" y="6126207"/>
            <a:ext cx="1049040" cy="443520"/>
            <a:chOff x="9644928" y="5965664"/>
            <a:chExt cx="1049040" cy="44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86207C-4D08-8D4D-3D78-A59F25123055}"/>
                    </a:ext>
                  </a:extLst>
                </p14:cNvPr>
                <p14:cNvContentPartPr/>
                <p14:nvPr/>
              </p14:nvContentPartPr>
              <p14:xfrm>
                <a:off x="9665448" y="6040184"/>
                <a:ext cx="30960" cy="369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86207C-4D08-8D4D-3D78-A59F2512305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59328" y="6034064"/>
                  <a:ext cx="432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BF602DE-7A4C-4C9E-333F-8C03408321F2}"/>
                    </a:ext>
                  </a:extLst>
                </p14:cNvPr>
                <p14:cNvContentPartPr/>
                <p14:nvPr/>
              </p14:nvContentPartPr>
              <p14:xfrm>
                <a:off x="9644928" y="5965664"/>
                <a:ext cx="206280" cy="264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BF602DE-7A4C-4C9E-333F-8C03408321F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638819" y="5959536"/>
                  <a:ext cx="218499" cy="276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71A18D1-E88F-FEC0-0A31-71A037ABD14B}"/>
                    </a:ext>
                  </a:extLst>
                </p14:cNvPr>
                <p14:cNvContentPartPr/>
                <p14:nvPr/>
              </p14:nvContentPartPr>
              <p14:xfrm>
                <a:off x="10003848" y="6018224"/>
                <a:ext cx="266040" cy="343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71A18D1-E88F-FEC0-0A31-71A037ABD14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97720" y="6012104"/>
                  <a:ext cx="278297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F0EF8EF-CB87-0F48-6934-56BAB561A1BA}"/>
                    </a:ext>
                  </a:extLst>
                </p14:cNvPr>
                <p14:cNvContentPartPr/>
                <p14:nvPr/>
              </p14:nvContentPartPr>
              <p14:xfrm>
                <a:off x="10530528" y="6008504"/>
                <a:ext cx="163440" cy="58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F0EF8EF-CB87-0F48-6934-56BAB561A1B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24408" y="6002384"/>
                  <a:ext cx="175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42E7476-1FB9-3D59-66E4-F1A7C96EC342}"/>
                    </a:ext>
                  </a:extLst>
                </p14:cNvPr>
                <p14:cNvContentPartPr/>
                <p14:nvPr/>
              </p14:nvContentPartPr>
              <p14:xfrm>
                <a:off x="10439088" y="6104624"/>
                <a:ext cx="235080" cy="256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42E7476-1FB9-3D59-66E4-F1A7C96EC34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432959" y="6098504"/>
                  <a:ext cx="247339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344AF71-31AB-2B22-AD3E-271622330EF0}"/>
                    </a:ext>
                  </a:extLst>
                </p14:cNvPr>
                <p14:cNvContentPartPr/>
                <p14:nvPr/>
              </p14:nvContentPartPr>
              <p14:xfrm>
                <a:off x="10492368" y="6213344"/>
                <a:ext cx="186120" cy="53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344AF71-31AB-2B22-AD3E-271622330EF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86248" y="6207265"/>
                  <a:ext cx="198360" cy="65798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64110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4080-5939-0A6F-60F0-B1239637B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6FA5-CB09-7C0F-A5AC-8019AC23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to decimal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6CC7A-F8DB-A1B3-EE43-2168B0A10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Decimal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E2A1FD-B490-1EC3-794F-BEAC4C5B9E90}"/>
                  </a:ext>
                </a:extLst>
              </p:cNvPr>
              <p:cNvSpPr txBox="1"/>
              <p:nvPr/>
            </p:nvSpPr>
            <p:spPr>
              <a:xfrm>
                <a:off x="2809374" y="1825625"/>
                <a:ext cx="23217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C07EC0-41EA-96B6-1E96-99414F6C8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374" y="1825625"/>
                <a:ext cx="232178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AB9924-58BF-8DFA-1452-1EFFBAF2CB76}"/>
                  </a:ext>
                </a:extLst>
              </p:cNvPr>
              <p:cNvSpPr txBox="1"/>
              <p:nvPr/>
            </p:nvSpPr>
            <p:spPr>
              <a:xfrm>
                <a:off x="3017866" y="2812313"/>
                <a:ext cx="55800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B25615-E4BC-5433-E530-7241AF12D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866" y="2812313"/>
                <a:ext cx="558005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B0169F9-942D-3CF2-2AB0-249B73A6C01D}"/>
              </a:ext>
            </a:extLst>
          </p:cNvPr>
          <p:cNvGrpSpPr/>
          <p:nvPr/>
        </p:nvGrpSpPr>
        <p:grpSpPr>
          <a:xfrm>
            <a:off x="1534604" y="4143359"/>
            <a:ext cx="9122792" cy="1974399"/>
            <a:chOff x="1211322" y="4143359"/>
            <a:chExt cx="9122792" cy="19743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49C5AB2-9058-E73F-DAAD-7C08303E73C4}"/>
                </a:ext>
              </a:extLst>
            </p:cNvPr>
            <p:cNvGrpSpPr/>
            <p:nvPr/>
          </p:nvGrpSpPr>
          <p:grpSpPr>
            <a:xfrm>
              <a:off x="1211322" y="4209405"/>
              <a:ext cx="3057770" cy="1908353"/>
              <a:chOff x="2784048" y="2371784"/>
              <a:chExt cx="1849320" cy="1154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6" name="Ink 5">
                    <a:extLst>
                      <a:ext uri="{FF2B5EF4-FFF2-40B4-BE49-F238E27FC236}">
                        <a16:creationId xmlns:a16="http://schemas.microsoft.com/office/drawing/2014/main" id="{422CA3BE-2EE6-1DD5-43DC-EB1B5235B8AB}"/>
                      </a:ext>
                    </a:extLst>
                  </p14:cNvPr>
                  <p14:cNvContentPartPr/>
                  <p14:nvPr/>
                </p14:nvContentPartPr>
                <p14:xfrm>
                  <a:off x="3320808" y="2486264"/>
                  <a:ext cx="35280" cy="266760"/>
                </p14:xfrm>
              </p:contentPart>
            </mc:Choice>
            <mc:Fallback xmlns="">
              <p:pic>
                <p:nvPicPr>
                  <p:cNvPr id="6" name="Ink 5">
                    <a:extLst>
                      <a:ext uri="{FF2B5EF4-FFF2-40B4-BE49-F238E27FC236}">
                        <a16:creationId xmlns:a16="http://schemas.microsoft.com/office/drawing/2014/main" id="{7C7C68FF-2F9D-63E4-E8B4-F823E4538F69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3314688" y="2480144"/>
                    <a:ext cx="47520" cy="279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7" name="Ink 6">
                    <a:extLst>
                      <a:ext uri="{FF2B5EF4-FFF2-40B4-BE49-F238E27FC236}">
                        <a16:creationId xmlns:a16="http://schemas.microsoft.com/office/drawing/2014/main" id="{01056095-1952-4791-57EC-84E1BB169E91}"/>
                      </a:ext>
                    </a:extLst>
                  </p14:cNvPr>
                  <p14:cNvContentPartPr/>
                  <p14:nvPr/>
                </p14:nvContentPartPr>
                <p14:xfrm>
                  <a:off x="3576408" y="2481584"/>
                  <a:ext cx="38160" cy="236520"/>
                </p14:xfrm>
              </p:contentPart>
            </mc:Choice>
            <mc:Fallback xmlns="">
              <p:pic>
                <p:nvPicPr>
                  <p:cNvPr id="7" name="Ink 6">
                    <a:extLst>
                      <a:ext uri="{FF2B5EF4-FFF2-40B4-BE49-F238E27FC236}">
                        <a16:creationId xmlns:a16="http://schemas.microsoft.com/office/drawing/2014/main" id="{5E4F2FBF-A19E-FA17-0885-08B1DBBF0166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570230" y="2475464"/>
                    <a:ext cx="50517" cy="24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B7BC25A8-E541-61A8-693A-D75567651CC6}"/>
                      </a:ext>
                    </a:extLst>
                  </p14:cNvPr>
                  <p14:cNvContentPartPr/>
                  <p14:nvPr/>
                </p14:nvContentPartPr>
                <p14:xfrm>
                  <a:off x="3929208" y="2484104"/>
                  <a:ext cx="147960" cy="15444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4CAA02EB-FBE3-924D-4545-7CB72B45A677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923088" y="2477984"/>
                    <a:ext cx="160200" cy="166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7DA1F8CC-5E7C-BB51-A28A-D79555E2A5D2}"/>
                      </a:ext>
                    </a:extLst>
                  </p14:cNvPr>
                  <p14:cNvContentPartPr/>
                  <p14:nvPr/>
                </p14:nvContentPartPr>
                <p14:xfrm>
                  <a:off x="4307928" y="2371784"/>
                  <a:ext cx="33120" cy="37260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E150CAA0-1038-8A52-4CF2-F93C003BB3BB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4301808" y="2365664"/>
                    <a:ext cx="45360" cy="384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89F9DAA8-45E2-A153-9749-E5DF286D475A}"/>
                      </a:ext>
                    </a:extLst>
                  </p14:cNvPr>
                  <p14:cNvContentPartPr/>
                  <p14:nvPr/>
                </p14:nvContentPartPr>
                <p14:xfrm>
                  <a:off x="2784048" y="3008264"/>
                  <a:ext cx="191880" cy="6084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0A51D9C4-7ED1-49D0-7B72-274F637EBEE3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2777928" y="3002144"/>
                    <a:ext cx="204120" cy="73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B5487323-B435-3E71-62D5-32EE11102401}"/>
                      </a:ext>
                    </a:extLst>
                  </p14:cNvPr>
                  <p14:cNvContentPartPr/>
                  <p14:nvPr/>
                </p14:nvContentPartPr>
                <p14:xfrm>
                  <a:off x="2887728" y="2885504"/>
                  <a:ext cx="28440" cy="31932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00E37224-4C78-79BE-45F6-8D8E72FF013D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2881684" y="2879384"/>
                    <a:ext cx="40527" cy="331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28EADA5C-5B0E-18EB-8BE8-82ABAEA331E3}"/>
                      </a:ext>
                    </a:extLst>
                  </p14:cNvPr>
                  <p14:cNvContentPartPr/>
                  <p14:nvPr/>
                </p14:nvContentPartPr>
                <p14:xfrm>
                  <a:off x="3335208" y="2935184"/>
                  <a:ext cx="28080" cy="15696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40D99035-7674-E3CF-D37B-6C91730B12A3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3329088" y="2929064"/>
                    <a:ext cx="40320" cy="169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7A9AEB65-9C78-93D7-1F5F-4DB0FD9A780C}"/>
                      </a:ext>
                    </a:extLst>
                  </p14:cNvPr>
                  <p14:cNvContentPartPr/>
                  <p14:nvPr/>
                </p14:nvContentPartPr>
                <p14:xfrm>
                  <a:off x="3483168" y="2934824"/>
                  <a:ext cx="115920" cy="12852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916F29E2-8397-40B3-AEBF-D65490A1CE00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3477048" y="2928687"/>
                    <a:ext cx="128160" cy="1407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D431595E-D95A-1A60-7881-2792034297DE}"/>
                      </a:ext>
                    </a:extLst>
                  </p14:cNvPr>
                  <p14:cNvContentPartPr/>
                  <p14:nvPr/>
                </p14:nvContentPartPr>
                <p14:xfrm>
                  <a:off x="3983568" y="2881904"/>
                  <a:ext cx="104400" cy="12456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D2006ABE-4A76-7CE2-42F4-F0B7D030C772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3977427" y="2875784"/>
                    <a:ext cx="116682" cy="136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929013D9-D395-4DFD-90E3-79B0F2A97690}"/>
                      </a:ext>
                    </a:extLst>
                  </p14:cNvPr>
                  <p14:cNvContentPartPr/>
                  <p14:nvPr/>
                </p14:nvContentPartPr>
                <p14:xfrm>
                  <a:off x="4241328" y="2800904"/>
                  <a:ext cx="28440" cy="27072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A509C384-E86A-6A49-668C-E9D0992F15E5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4235284" y="2794784"/>
                    <a:ext cx="40527" cy="282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F8AE2125-3E67-7866-F16D-CB63A3E4D2A4}"/>
                      </a:ext>
                    </a:extLst>
                  </p14:cNvPr>
                  <p14:cNvContentPartPr/>
                  <p14:nvPr/>
                </p14:nvContentPartPr>
                <p14:xfrm>
                  <a:off x="2870088" y="3048224"/>
                  <a:ext cx="1763280" cy="20304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53DEE677-4FA2-C13F-01BA-D78137EADD8F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2863968" y="3042093"/>
                    <a:ext cx="1775520" cy="2153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4CCE40E9-37DA-058B-B2C3-41018ED718A7}"/>
                      </a:ext>
                    </a:extLst>
                  </p14:cNvPr>
                  <p14:cNvContentPartPr/>
                  <p14:nvPr/>
                </p14:nvContentPartPr>
                <p14:xfrm>
                  <a:off x="4231248" y="3203744"/>
                  <a:ext cx="132120" cy="17712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327E3739-AE37-A066-3637-9AAFACC34071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4225111" y="3197612"/>
                    <a:ext cx="144393" cy="18938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C88A626C-4A34-75CD-6FD8-8C18578D6059}"/>
                      </a:ext>
                    </a:extLst>
                  </p14:cNvPr>
                  <p14:cNvContentPartPr/>
                  <p14:nvPr/>
                </p14:nvContentPartPr>
                <p14:xfrm>
                  <a:off x="4051968" y="3211664"/>
                  <a:ext cx="27000" cy="17100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418B8D8D-D045-1555-644E-58E3AD5DA60B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4045848" y="3205557"/>
                    <a:ext cx="39240" cy="1832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FFF6E822-B14A-0328-1CA2-265CF33D2F6D}"/>
                      </a:ext>
                    </a:extLst>
                  </p14:cNvPr>
                  <p14:cNvContentPartPr/>
                  <p14:nvPr/>
                </p14:nvContentPartPr>
                <p14:xfrm>
                  <a:off x="3603048" y="3269624"/>
                  <a:ext cx="14760" cy="16668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043A716F-1563-A7F4-E034-F56A6C3D06CC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3596928" y="3263504"/>
                    <a:ext cx="27000" cy="178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CB9FE971-44D5-629E-48ED-2DCA85E787F5}"/>
                      </a:ext>
                    </a:extLst>
                  </p14:cNvPr>
                  <p14:cNvContentPartPr/>
                  <p14:nvPr/>
                </p14:nvContentPartPr>
                <p14:xfrm>
                  <a:off x="3347448" y="3302384"/>
                  <a:ext cx="82440" cy="12132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E645DD43-1037-57A3-A463-E967FA1D5C4D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3341328" y="3296282"/>
                    <a:ext cx="94680" cy="1335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0C0BDB1A-D0C6-F8E5-3F8C-9037A27BC63C}"/>
                      </a:ext>
                    </a:extLst>
                  </p14:cNvPr>
                  <p14:cNvContentPartPr/>
                  <p14:nvPr/>
                </p14:nvContentPartPr>
                <p14:xfrm>
                  <a:off x="3204528" y="3302024"/>
                  <a:ext cx="20520" cy="22392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B4967FD5-2BFA-8EE3-4D9E-645AA8A0EA1E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3198408" y="3295904"/>
                    <a:ext cx="32760" cy="2361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BA58363-FBDA-8214-B2DD-2418297E03EA}"/>
                </a:ext>
              </a:extLst>
            </p:cNvPr>
            <p:cNvGrpSpPr/>
            <p:nvPr/>
          </p:nvGrpSpPr>
          <p:grpSpPr>
            <a:xfrm>
              <a:off x="4143453" y="4412639"/>
              <a:ext cx="467640" cy="217440"/>
              <a:chOff x="5000928" y="2423984"/>
              <a:chExt cx="467640" cy="2174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6A9FDD3E-F132-C931-2B16-60D87F61E2D1}"/>
                      </a:ext>
                    </a:extLst>
                  </p14:cNvPr>
                  <p14:cNvContentPartPr/>
                  <p14:nvPr/>
                </p14:nvContentPartPr>
                <p14:xfrm>
                  <a:off x="5000928" y="2516864"/>
                  <a:ext cx="262800" cy="2556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4984CD41-2757-2262-3FEF-7D4F31A366EB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4994816" y="2510744"/>
                    <a:ext cx="275023" cy="3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27086306-E3D7-BE61-CAFB-C326C69CA4E6}"/>
                      </a:ext>
                    </a:extLst>
                  </p14:cNvPr>
                  <p14:cNvContentPartPr/>
                  <p14:nvPr/>
                </p14:nvContentPartPr>
                <p14:xfrm>
                  <a:off x="5264808" y="2423984"/>
                  <a:ext cx="203760" cy="21744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0F9C448F-F5C6-4F17-189E-BB697EF41C76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5258688" y="2417864"/>
                    <a:ext cx="216000" cy="2296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1DF9F4A-63CA-EFE8-0044-3BDD104E52FE}"/>
                </a:ext>
              </a:extLst>
            </p:cNvPr>
            <p:cNvGrpSpPr/>
            <p:nvPr/>
          </p:nvGrpSpPr>
          <p:grpSpPr>
            <a:xfrm>
              <a:off x="4887933" y="4304999"/>
              <a:ext cx="396720" cy="276480"/>
              <a:chOff x="5745408" y="2316344"/>
              <a:chExt cx="396720" cy="276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52968163-F99B-5394-C35A-A3BD873A4747}"/>
                      </a:ext>
                    </a:extLst>
                  </p14:cNvPr>
                  <p14:cNvContentPartPr/>
                  <p14:nvPr/>
                </p14:nvContentPartPr>
                <p14:xfrm>
                  <a:off x="5745408" y="2320304"/>
                  <a:ext cx="23760" cy="25092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F4548990-A1AC-3367-A039-850919C4F734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5739194" y="2314184"/>
                    <a:ext cx="36188" cy="263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E5BDABD4-75EB-8C5C-6A2E-9B3D6D67079E}"/>
                      </a:ext>
                    </a:extLst>
                  </p14:cNvPr>
                  <p14:cNvContentPartPr/>
                  <p14:nvPr/>
                </p14:nvContentPartPr>
                <p14:xfrm>
                  <a:off x="5949888" y="2411384"/>
                  <a:ext cx="192240" cy="27720"/>
                </p14:xfrm>
              </p:contentPart>
            </mc:Choice>
            <mc:Fallback xmlns=""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BDD4266B-92DF-C4DB-231F-2A77AC287742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5943768" y="2405264"/>
                    <a:ext cx="204480" cy="39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8D7AC1AA-7D51-EAD5-5F0C-E0290EAB4048}"/>
                      </a:ext>
                    </a:extLst>
                  </p14:cNvPr>
                  <p14:cNvContentPartPr/>
                  <p14:nvPr/>
                </p14:nvContentPartPr>
                <p14:xfrm>
                  <a:off x="6038448" y="2316344"/>
                  <a:ext cx="23760" cy="276480"/>
                </p14:xfrm>
              </p:contentPart>
            </mc:Choice>
            <mc:Fallback xmlns=""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5140538A-9D75-1FC3-F6EE-4EB4C7983EE7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6032328" y="2310224"/>
                    <a:ext cx="36000" cy="2887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7552047-6463-6E1E-114C-B5A79CAD39BF}"/>
                </a:ext>
              </a:extLst>
            </p:cNvPr>
            <p:cNvGrpSpPr/>
            <p:nvPr/>
          </p:nvGrpSpPr>
          <p:grpSpPr>
            <a:xfrm>
              <a:off x="5418213" y="4265759"/>
              <a:ext cx="439200" cy="270000"/>
              <a:chOff x="6275688" y="2277104"/>
              <a:chExt cx="439200" cy="270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59133B1D-F8A7-7409-D027-B0217DAF3811}"/>
                      </a:ext>
                    </a:extLst>
                  </p14:cNvPr>
                  <p14:cNvContentPartPr/>
                  <p14:nvPr/>
                </p14:nvContentPartPr>
                <p14:xfrm>
                  <a:off x="6275688" y="2345144"/>
                  <a:ext cx="128160" cy="174600"/>
                </p14:xfrm>
              </p:contentPart>
            </mc:Choice>
            <mc:Fallback xmlns=""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2B7F4818-33AD-4E56-7BFF-B8BDE18E8F87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6269568" y="2339024"/>
                    <a:ext cx="140400" cy="186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0F76CB10-112D-430D-F7C1-454DFB481EBB}"/>
                      </a:ext>
                    </a:extLst>
                  </p14:cNvPr>
                  <p14:cNvContentPartPr/>
                  <p14:nvPr/>
                </p14:nvContentPartPr>
                <p14:xfrm>
                  <a:off x="6490608" y="2331104"/>
                  <a:ext cx="224280" cy="5580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BB40E155-CC94-57C5-32A4-8AE51F2E7E44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6484488" y="2325023"/>
                    <a:ext cx="236520" cy="6796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C3D3F06F-1C12-8A32-7AD3-D14B31D0584F}"/>
                      </a:ext>
                    </a:extLst>
                  </p14:cNvPr>
                  <p14:cNvContentPartPr/>
                  <p14:nvPr/>
                </p14:nvContentPartPr>
                <p14:xfrm>
                  <a:off x="6626328" y="2277104"/>
                  <a:ext cx="27360" cy="27000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10EA8AD5-2CBF-18A8-1ACF-EFCC452E21FC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6620287" y="2270984"/>
                    <a:ext cx="39441" cy="2822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0E3C01-D2EB-5854-8C51-E2E7E586EC19}"/>
                </a:ext>
              </a:extLst>
            </p:cNvPr>
            <p:cNvGrpSpPr/>
            <p:nvPr/>
          </p:nvGrpSpPr>
          <p:grpSpPr>
            <a:xfrm>
              <a:off x="6020853" y="4227959"/>
              <a:ext cx="117360" cy="277200"/>
              <a:chOff x="6878328" y="2239304"/>
              <a:chExt cx="117360" cy="277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493CD433-425E-CBD0-EF78-C53713F9A206}"/>
                      </a:ext>
                    </a:extLst>
                  </p14:cNvPr>
                  <p14:cNvContentPartPr/>
                  <p14:nvPr/>
                </p14:nvContentPartPr>
                <p14:xfrm>
                  <a:off x="6878328" y="2239304"/>
                  <a:ext cx="33480" cy="27720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E03DA971-0A78-8404-8F5F-9006F6421610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6872141" y="2233184"/>
                    <a:ext cx="45853" cy="28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F80640A8-5734-121E-791F-E6C8F97D0D66}"/>
                      </a:ext>
                    </a:extLst>
                  </p14:cNvPr>
                  <p14:cNvContentPartPr/>
                  <p14:nvPr/>
                </p14:nvContentPartPr>
                <p14:xfrm>
                  <a:off x="6989568" y="2390144"/>
                  <a:ext cx="6120" cy="10440"/>
                </p14:xfrm>
              </p:contentPart>
            </mc:Choice>
            <mc:Fallback xmlns=""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03DE8A82-7304-E63D-D66F-1E36F776E807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6983448" y="2384024"/>
                    <a:ext cx="18360" cy="226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00E81F2-3092-3603-C410-F42A54E0927E}"/>
                </a:ext>
              </a:extLst>
            </p:cNvPr>
            <p:cNvGrpSpPr/>
            <p:nvPr/>
          </p:nvGrpSpPr>
          <p:grpSpPr>
            <a:xfrm>
              <a:off x="6298413" y="4143359"/>
              <a:ext cx="1258920" cy="347400"/>
              <a:chOff x="7155888" y="2154704"/>
              <a:chExt cx="1258920" cy="347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7C34AF96-B48B-6B53-BCEC-489A4BF4D120}"/>
                      </a:ext>
                    </a:extLst>
                  </p14:cNvPr>
                  <p14:cNvContentPartPr/>
                  <p14:nvPr/>
                </p14:nvContentPartPr>
                <p14:xfrm>
                  <a:off x="7155888" y="2286464"/>
                  <a:ext cx="122040" cy="164520"/>
                </p14:xfrm>
              </p:contentPart>
            </mc:Choice>
            <mc:Fallback xmlns=""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20FABD01-983D-A029-BAB6-052267AF2115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7149768" y="2280344"/>
                    <a:ext cx="134280" cy="176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294313DF-6448-99EE-67B1-B37E16C7068C}"/>
                      </a:ext>
                    </a:extLst>
                  </p14:cNvPr>
                  <p14:cNvContentPartPr/>
                  <p14:nvPr/>
                </p14:nvContentPartPr>
                <p14:xfrm>
                  <a:off x="7341288" y="2184584"/>
                  <a:ext cx="142560" cy="11916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9E486FDA-ECEB-A5DA-930E-BED1D57EC11D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7335153" y="2178464"/>
                    <a:ext cx="154831" cy="131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8DBB914D-5738-C216-5939-0E753FA77F2B}"/>
                      </a:ext>
                    </a:extLst>
                  </p14:cNvPr>
                  <p14:cNvContentPartPr/>
                  <p14:nvPr/>
                </p14:nvContentPartPr>
                <p14:xfrm>
                  <a:off x="7584288" y="2303384"/>
                  <a:ext cx="192240" cy="3960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C2611256-9107-7F9D-8B96-7B10999A7A90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7578179" y="2297264"/>
                    <a:ext cx="204457" cy="51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FF4DD0B4-003B-2FD6-FC63-C403F624EA14}"/>
                      </a:ext>
                    </a:extLst>
                  </p14:cNvPr>
                  <p14:cNvContentPartPr/>
                  <p14:nvPr/>
                </p14:nvContentPartPr>
                <p14:xfrm>
                  <a:off x="7663488" y="2250824"/>
                  <a:ext cx="33480" cy="25128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E6EA2205-AB8F-5E63-1C5D-4247680E23A9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7657368" y="2244704"/>
                    <a:ext cx="45720" cy="263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33897E76-F196-827E-E5F3-D0C3EC2FE73D}"/>
                      </a:ext>
                    </a:extLst>
                  </p14:cNvPr>
                  <p14:cNvContentPartPr/>
                  <p14:nvPr/>
                </p14:nvContentPartPr>
                <p14:xfrm>
                  <a:off x="7929528" y="2216264"/>
                  <a:ext cx="35640" cy="23904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FF98EA4A-0C98-87B6-2B98-F88C1D2DA0F1}"/>
                      </a:ext>
                    </a:extLst>
                  </p:cNvPr>
                  <p:cNvPicPr/>
                  <p:nvPr/>
                </p:nvPicPr>
                <p:blipFill>
                  <a:blip r:embed="rId65"/>
                  <a:stretch>
                    <a:fillRect/>
                  </a:stretch>
                </p:blipFill>
                <p:spPr>
                  <a:xfrm>
                    <a:off x="7923408" y="2210144"/>
                    <a:ext cx="47880" cy="251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6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591BF3C2-D1D3-0DF0-8F7F-ECAAC933BFC7}"/>
                      </a:ext>
                    </a:extLst>
                  </p14:cNvPr>
                  <p14:cNvContentPartPr/>
                  <p14:nvPr/>
                </p14:nvContentPartPr>
                <p14:xfrm>
                  <a:off x="8013768" y="2358464"/>
                  <a:ext cx="12240" cy="1116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BA650FDC-66D2-BF0F-FB39-3880165806D4}"/>
                      </a:ext>
                    </a:extLst>
                  </p:cNvPr>
                  <p:cNvPicPr/>
                  <p:nvPr/>
                </p:nvPicPr>
                <p:blipFill>
                  <a:blip r:embed="rId67"/>
                  <a:stretch>
                    <a:fillRect/>
                  </a:stretch>
                </p:blipFill>
                <p:spPr>
                  <a:xfrm>
                    <a:off x="8007648" y="2352140"/>
                    <a:ext cx="24480" cy="238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88D046BD-AED5-AC38-A54C-BD0FE8AC8BE4}"/>
                      </a:ext>
                    </a:extLst>
                  </p14:cNvPr>
                  <p14:cNvContentPartPr/>
                  <p14:nvPr/>
                </p14:nvContentPartPr>
                <p14:xfrm>
                  <a:off x="8137968" y="2280704"/>
                  <a:ext cx="110520" cy="169920"/>
                </p14:xfrm>
              </p:contentPart>
            </mc:Choice>
            <mc:Fallback xmlns=""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65F08924-A346-1A87-F1E3-078FD2A43031}"/>
                      </a:ext>
                    </a:extLst>
                  </p:cNvPr>
                  <p:cNvPicPr/>
                  <p:nvPr/>
                </p:nvPicPr>
                <p:blipFill>
                  <a:blip r:embed="rId69"/>
                  <a:stretch>
                    <a:fillRect/>
                  </a:stretch>
                </p:blipFill>
                <p:spPr>
                  <a:xfrm>
                    <a:off x="8131848" y="2274584"/>
                    <a:ext cx="122760" cy="18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71F9CCA4-12B7-22DA-EB27-25090BA876C8}"/>
                      </a:ext>
                    </a:extLst>
                  </p14:cNvPr>
                  <p14:cNvContentPartPr/>
                  <p14:nvPr/>
                </p14:nvContentPartPr>
                <p14:xfrm>
                  <a:off x="8253168" y="2154704"/>
                  <a:ext cx="161640" cy="195840"/>
                </p14:xfrm>
              </p:contentPart>
            </mc:Choice>
            <mc:Fallback xmlns=""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40F2C422-683E-020A-930E-D540D5C9804A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8247048" y="2148584"/>
                    <a:ext cx="173880" cy="2080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13045ED-698B-860E-FB3C-D506AF397393}"/>
                </a:ext>
              </a:extLst>
            </p:cNvPr>
            <p:cNvGrpSpPr/>
            <p:nvPr/>
          </p:nvGrpSpPr>
          <p:grpSpPr>
            <a:xfrm>
              <a:off x="7828413" y="4333799"/>
              <a:ext cx="213840" cy="96840"/>
              <a:chOff x="8685888" y="2345144"/>
              <a:chExt cx="213840" cy="968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2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B31C7AD4-07A8-6E28-0F9E-DCF61910FA89}"/>
                      </a:ext>
                    </a:extLst>
                  </p14:cNvPr>
                  <p14:cNvContentPartPr/>
                  <p14:nvPr/>
                </p14:nvContentPartPr>
                <p14:xfrm>
                  <a:off x="8685888" y="2345144"/>
                  <a:ext cx="144360" cy="34560"/>
                </p14:xfrm>
              </p:contentPart>
            </mc:Choice>
            <mc:Fallback xmlns="">
              <p:pic>
                <p:nvPicPr>
                  <p:cNvPr id="49" name="Ink 48">
                    <a:extLst>
                      <a:ext uri="{FF2B5EF4-FFF2-40B4-BE49-F238E27FC236}">
                        <a16:creationId xmlns:a16="http://schemas.microsoft.com/office/drawing/2014/main" id="{AFE05008-57D6-B62F-9261-C5DEDA2AE7D5}"/>
                      </a:ext>
                    </a:extLst>
                  </p:cNvPr>
                  <p:cNvPicPr/>
                  <p:nvPr/>
                </p:nvPicPr>
                <p:blipFill>
                  <a:blip r:embed="rId73"/>
                  <a:stretch>
                    <a:fillRect/>
                  </a:stretch>
                </p:blipFill>
                <p:spPr>
                  <a:xfrm>
                    <a:off x="8679768" y="2339024"/>
                    <a:ext cx="156600" cy="46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AE7B39B6-04F5-C0CE-4E67-F126B57BDD5E}"/>
                      </a:ext>
                    </a:extLst>
                  </p14:cNvPr>
                  <p14:cNvContentPartPr/>
                  <p14:nvPr/>
                </p14:nvContentPartPr>
                <p14:xfrm>
                  <a:off x="8734128" y="2418944"/>
                  <a:ext cx="165600" cy="23040"/>
                </p14:xfrm>
              </p:contentPart>
            </mc:Choice>
            <mc:Fallback xmlns=""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4A0C40B4-A3FC-4B98-4B5D-2CCB32003E32}"/>
                      </a:ext>
                    </a:extLst>
                  </p:cNvPr>
                  <p:cNvPicPr/>
                  <p:nvPr/>
                </p:nvPicPr>
                <p:blipFill>
                  <a:blip r:embed="rId75"/>
                  <a:stretch>
                    <a:fillRect/>
                  </a:stretch>
                </p:blipFill>
                <p:spPr>
                  <a:xfrm>
                    <a:off x="8728008" y="2412824"/>
                    <a:ext cx="177840" cy="352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AAACDE7-D9E7-319A-5F3A-0193CD87A185}"/>
                </a:ext>
              </a:extLst>
            </p:cNvPr>
            <p:cNvGrpSpPr/>
            <p:nvPr/>
          </p:nvGrpSpPr>
          <p:grpSpPr>
            <a:xfrm>
              <a:off x="8280213" y="4157039"/>
              <a:ext cx="1561320" cy="344880"/>
              <a:chOff x="9137688" y="2168384"/>
              <a:chExt cx="1561320" cy="344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6">
                <p14:nvContentPartPr>
                  <p14:cNvPr id="52" name="Ink 51">
                    <a:extLst>
                      <a:ext uri="{FF2B5EF4-FFF2-40B4-BE49-F238E27FC236}">
                        <a16:creationId xmlns:a16="http://schemas.microsoft.com/office/drawing/2014/main" id="{9A8FAFB3-BE58-B584-099D-4EFDA96B6099}"/>
                      </a:ext>
                    </a:extLst>
                  </p14:cNvPr>
                  <p14:cNvContentPartPr/>
                  <p14:nvPr/>
                </p14:nvContentPartPr>
                <p14:xfrm>
                  <a:off x="9137688" y="2269904"/>
                  <a:ext cx="14040" cy="198720"/>
                </p14:xfrm>
              </p:contentPart>
            </mc:Choice>
            <mc:Fallback xmlns="">
              <p:pic>
                <p:nvPicPr>
                  <p:cNvPr id="52" name="Ink 51">
                    <a:extLst>
                      <a:ext uri="{FF2B5EF4-FFF2-40B4-BE49-F238E27FC236}">
                        <a16:creationId xmlns:a16="http://schemas.microsoft.com/office/drawing/2014/main" id="{FF397E97-0CA0-FF95-FCC9-7478EA3DD7F3}"/>
                      </a:ext>
                    </a:extLst>
                  </p:cNvPr>
                  <p:cNvPicPr/>
                  <p:nvPr/>
                </p:nvPicPr>
                <p:blipFill>
                  <a:blip r:embed="rId77"/>
                  <a:stretch>
                    <a:fillRect/>
                  </a:stretch>
                </p:blipFill>
                <p:spPr>
                  <a:xfrm>
                    <a:off x="9131568" y="2263795"/>
                    <a:ext cx="26280" cy="21093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C9226E76-1151-BE17-00D3-F373782077A3}"/>
                      </a:ext>
                    </a:extLst>
                  </p14:cNvPr>
                  <p14:cNvContentPartPr/>
                  <p14:nvPr/>
                </p14:nvContentPartPr>
                <p14:xfrm>
                  <a:off x="9232728" y="2339024"/>
                  <a:ext cx="150840" cy="28080"/>
                </p14:xfrm>
              </p:contentPart>
            </mc:Choice>
            <mc:Fallback xmlns=""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0618B9B3-87E4-0967-4E85-DDA55AD79F37}"/>
                      </a:ext>
                    </a:extLst>
                  </p:cNvPr>
                  <p:cNvPicPr/>
                  <p:nvPr/>
                </p:nvPicPr>
                <p:blipFill>
                  <a:blip r:embed="rId79"/>
                  <a:stretch>
                    <a:fillRect/>
                  </a:stretch>
                </p:blipFill>
                <p:spPr>
                  <a:xfrm>
                    <a:off x="9226608" y="2332904"/>
                    <a:ext cx="163080" cy="40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6B5CC77C-7DE3-8A74-EC02-62173D8EA642}"/>
                      </a:ext>
                    </a:extLst>
                  </p14:cNvPr>
                  <p14:cNvContentPartPr/>
                  <p14:nvPr/>
                </p14:nvContentPartPr>
                <p14:xfrm>
                  <a:off x="9306528" y="2258024"/>
                  <a:ext cx="42480" cy="223560"/>
                </p14:xfrm>
              </p:contentPart>
            </mc:Choice>
            <mc:Fallback xmlns=""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4707D9EA-8186-B0F9-61FB-F43D292232EA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9300408" y="2251894"/>
                    <a:ext cx="54720" cy="2358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D779E49E-F579-1F02-2B34-3FBD0D2073D5}"/>
                      </a:ext>
                    </a:extLst>
                  </p14:cNvPr>
                  <p14:cNvContentPartPr/>
                  <p14:nvPr/>
                </p14:nvContentPartPr>
                <p14:xfrm>
                  <a:off x="9498768" y="2269544"/>
                  <a:ext cx="215640" cy="145800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0CB25C72-076C-88A3-2260-72290E129058}"/>
                      </a:ext>
                    </a:extLst>
                  </p:cNvPr>
                  <p:cNvPicPr/>
                  <p:nvPr/>
                </p:nvPicPr>
                <p:blipFill>
                  <a:blip r:embed="rId83"/>
                  <a:stretch>
                    <a:fillRect/>
                  </a:stretch>
                </p:blipFill>
                <p:spPr>
                  <a:xfrm>
                    <a:off x="9492648" y="2263424"/>
                    <a:ext cx="227880" cy="158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56" name="Ink 55">
                    <a:extLst>
                      <a:ext uri="{FF2B5EF4-FFF2-40B4-BE49-F238E27FC236}">
                        <a16:creationId xmlns:a16="http://schemas.microsoft.com/office/drawing/2014/main" id="{49B63252-C721-647C-EFF7-081C79614B6D}"/>
                      </a:ext>
                    </a:extLst>
                  </p14:cNvPr>
                  <p14:cNvContentPartPr/>
                  <p14:nvPr/>
                </p14:nvContentPartPr>
                <p14:xfrm>
                  <a:off x="9628368" y="2278544"/>
                  <a:ext cx="33480" cy="191160"/>
                </p14:xfrm>
              </p:contentPart>
            </mc:Choice>
            <mc:Fallback xmlns="">
              <p:pic>
                <p:nvPicPr>
                  <p:cNvPr id="56" name="Ink 55">
                    <a:extLst>
                      <a:ext uri="{FF2B5EF4-FFF2-40B4-BE49-F238E27FC236}">
                        <a16:creationId xmlns:a16="http://schemas.microsoft.com/office/drawing/2014/main" id="{289B55BC-F1CE-1E72-659E-F1C64774AFDC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9622248" y="2272412"/>
                    <a:ext cx="45720" cy="2034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6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5FF423A1-B364-F843-63E9-EAFA8C7195F6}"/>
                      </a:ext>
                    </a:extLst>
                  </p14:cNvPr>
                  <p14:cNvContentPartPr/>
                  <p14:nvPr/>
                </p14:nvContentPartPr>
                <p14:xfrm>
                  <a:off x="9738528" y="2323184"/>
                  <a:ext cx="162000" cy="38520"/>
                </p14:xfrm>
              </p:contentPart>
            </mc:Choice>
            <mc:Fallback xmlns=""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F64D5C1B-1C6B-639D-3DC2-83C2188ED778}"/>
                      </a:ext>
                    </a:extLst>
                  </p:cNvPr>
                  <p:cNvPicPr/>
                  <p:nvPr/>
                </p:nvPicPr>
                <p:blipFill>
                  <a:blip r:embed="rId87"/>
                  <a:stretch>
                    <a:fillRect/>
                  </a:stretch>
                </p:blipFill>
                <p:spPr>
                  <a:xfrm>
                    <a:off x="9732394" y="2317064"/>
                    <a:ext cx="174267" cy="50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8">
                <p14:nvContentPartPr>
                  <p14:cNvPr id="58" name="Ink 57">
                    <a:extLst>
                      <a:ext uri="{FF2B5EF4-FFF2-40B4-BE49-F238E27FC236}">
                        <a16:creationId xmlns:a16="http://schemas.microsoft.com/office/drawing/2014/main" id="{72A1F4DC-802A-632D-56A5-1D264230C141}"/>
                      </a:ext>
                    </a:extLst>
                  </p14:cNvPr>
                  <p14:cNvContentPartPr/>
                  <p14:nvPr/>
                </p14:nvContentPartPr>
                <p14:xfrm>
                  <a:off x="9809088" y="2262704"/>
                  <a:ext cx="42840" cy="230040"/>
                </p14:xfrm>
              </p:contentPart>
            </mc:Choice>
            <mc:Fallback xmlns=""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9B1BAD45-17DF-B14A-82BA-0A4A0009E1EE}"/>
                      </a:ext>
                    </a:extLst>
                  </p:cNvPr>
                  <p:cNvPicPr/>
                  <p:nvPr/>
                </p:nvPicPr>
                <p:blipFill>
                  <a:blip r:embed="rId89"/>
                  <a:stretch>
                    <a:fillRect/>
                  </a:stretch>
                </p:blipFill>
                <p:spPr>
                  <a:xfrm>
                    <a:off x="9802968" y="2256584"/>
                    <a:ext cx="55080" cy="242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0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D1B15AF7-CB0D-39EF-7262-3055E834D4A7}"/>
                      </a:ext>
                    </a:extLst>
                  </p14:cNvPr>
                  <p14:cNvContentPartPr/>
                  <p14:nvPr/>
                </p14:nvContentPartPr>
                <p14:xfrm>
                  <a:off x="9987288" y="2170904"/>
                  <a:ext cx="141120" cy="286560"/>
                </p14:xfrm>
              </p:contentPart>
            </mc:Choice>
            <mc:Fallback xmlns=""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0F445517-FED6-5E60-F5EA-4244A1AD87C4}"/>
                      </a:ext>
                    </a:extLst>
                  </p:cNvPr>
                  <p:cNvPicPr/>
                  <p:nvPr/>
                </p:nvPicPr>
                <p:blipFill>
                  <a:blip r:embed="rId91"/>
                  <a:stretch>
                    <a:fillRect/>
                  </a:stretch>
                </p:blipFill>
                <p:spPr>
                  <a:xfrm>
                    <a:off x="9981168" y="2164784"/>
                    <a:ext cx="153360" cy="29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60" name="Ink 59">
                    <a:extLst>
                      <a:ext uri="{FF2B5EF4-FFF2-40B4-BE49-F238E27FC236}">
                        <a16:creationId xmlns:a16="http://schemas.microsoft.com/office/drawing/2014/main" id="{80CC1092-B858-BD96-1E37-D9C0A99C1F5F}"/>
                      </a:ext>
                    </a:extLst>
                  </p14:cNvPr>
                  <p14:cNvContentPartPr/>
                  <p14:nvPr/>
                </p14:nvContentPartPr>
                <p14:xfrm>
                  <a:off x="10188168" y="2291504"/>
                  <a:ext cx="110520" cy="8640"/>
                </p14:xfrm>
              </p:contentPart>
            </mc:Choice>
            <mc:Fallback xmlns="">
              <p:pic>
                <p:nvPicPr>
                  <p:cNvPr id="60" name="Ink 59">
                    <a:extLst>
                      <a:ext uri="{FF2B5EF4-FFF2-40B4-BE49-F238E27FC236}">
                        <a16:creationId xmlns:a16="http://schemas.microsoft.com/office/drawing/2014/main" id="{19B25C9A-30DD-2B6C-9179-1D81982BB7B5}"/>
                      </a:ext>
                    </a:extLst>
                  </p:cNvPr>
                  <p:cNvPicPr/>
                  <p:nvPr/>
                </p:nvPicPr>
                <p:blipFill>
                  <a:blip r:embed="rId93"/>
                  <a:stretch>
                    <a:fillRect/>
                  </a:stretch>
                </p:blipFill>
                <p:spPr>
                  <a:xfrm>
                    <a:off x="10182048" y="2285384"/>
                    <a:ext cx="122760" cy="20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61" name="Ink 60">
                    <a:extLst>
                      <a:ext uri="{FF2B5EF4-FFF2-40B4-BE49-F238E27FC236}">
                        <a16:creationId xmlns:a16="http://schemas.microsoft.com/office/drawing/2014/main" id="{4B94D09A-CBD0-D165-F17A-8960FE54AAEA}"/>
                      </a:ext>
                    </a:extLst>
                  </p14:cNvPr>
                  <p14:cNvContentPartPr/>
                  <p14:nvPr/>
                </p14:nvContentPartPr>
                <p14:xfrm>
                  <a:off x="10200768" y="2366384"/>
                  <a:ext cx="122760" cy="19080"/>
                </p14:xfrm>
              </p:contentPart>
            </mc:Choice>
            <mc:Fallback xmlns=""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F5D074FB-9AE1-76BF-5107-BD9EDB114520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10194648" y="2360264"/>
                    <a:ext cx="135000" cy="31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">
                <p14:nvContentPartPr>
                  <p14:cNvPr id="63" name="Ink 62">
                    <a:extLst>
                      <a:ext uri="{FF2B5EF4-FFF2-40B4-BE49-F238E27FC236}">
                        <a16:creationId xmlns:a16="http://schemas.microsoft.com/office/drawing/2014/main" id="{C4FF09BC-F6F8-DBD1-1DEA-FF467FD379BB}"/>
                      </a:ext>
                    </a:extLst>
                  </p14:cNvPr>
                  <p14:cNvContentPartPr/>
                  <p14:nvPr/>
                </p14:nvContentPartPr>
                <p14:xfrm>
                  <a:off x="10449168" y="2236064"/>
                  <a:ext cx="9360" cy="198000"/>
                </p14:xfrm>
              </p:contentPart>
            </mc:Choice>
            <mc:Fallback xmlns="">
              <p:pic>
                <p:nvPicPr>
                  <p:cNvPr id="63" name="Ink 62">
                    <a:extLst>
                      <a:ext uri="{FF2B5EF4-FFF2-40B4-BE49-F238E27FC236}">
                        <a16:creationId xmlns:a16="http://schemas.microsoft.com/office/drawing/2014/main" id="{B4203087-9799-EF3D-A3F3-F2EE18E6B521}"/>
                      </a:ext>
                    </a:extLst>
                  </p:cNvPr>
                  <p:cNvPicPr/>
                  <p:nvPr/>
                </p:nvPicPr>
                <p:blipFill>
                  <a:blip r:embed="rId97"/>
                  <a:stretch>
                    <a:fillRect/>
                  </a:stretch>
                </p:blipFill>
                <p:spPr>
                  <a:xfrm>
                    <a:off x="10443048" y="2229944"/>
                    <a:ext cx="21600" cy="210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8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2F91A5B6-B66F-B565-87A6-730539154845}"/>
                      </a:ext>
                    </a:extLst>
                  </p14:cNvPr>
                  <p14:cNvContentPartPr/>
                  <p14:nvPr/>
                </p14:nvContentPartPr>
                <p14:xfrm>
                  <a:off x="10548888" y="2168384"/>
                  <a:ext cx="150120" cy="344880"/>
                </p14:xfrm>
              </p:contentPart>
            </mc:Choice>
            <mc:Fallback xmlns=""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DA4A928D-6E3B-3E43-B358-82F3DEAEC41B}"/>
                      </a:ext>
                    </a:extLst>
                  </p:cNvPr>
                  <p:cNvPicPr/>
                  <p:nvPr/>
                </p:nvPicPr>
                <p:blipFill>
                  <a:blip r:embed="rId99"/>
                  <a:stretch>
                    <a:fillRect/>
                  </a:stretch>
                </p:blipFill>
                <p:spPr>
                  <a:xfrm>
                    <a:off x="10542768" y="2162264"/>
                    <a:ext cx="162360" cy="3571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3421BDD-7009-EDAB-FDE2-550F37937CAA}"/>
                </a:ext>
              </a:extLst>
            </p:cNvPr>
            <p:cNvGrpSpPr/>
            <p:nvPr/>
          </p:nvGrpSpPr>
          <p:grpSpPr>
            <a:xfrm>
              <a:off x="4153173" y="4971040"/>
              <a:ext cx="436680" cy="187560"/>
              <a:chOff x="4937568" y="2879744"/>
              <a:chExt cx="436680" cy="187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0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8C49829D-FD91-AF6B-0045-1D459F985C1E}"/>
                      </a:ext>
                    </a:extLst>
                  </p14:cNvPr>
                  <p14:cNvContentPartPr/>
                  <p14:nvPr/>
                </p14:nvContentPartPr>
                <p14:xfrm>
                  <a:off x="4937568" y="2944904"/>
                  <a:ext cx="232920" cy="19080"/>
                </p14:xfrm>
              </p:contentPart>
            </mc:Choice>
            <mc:Fallback xmlns=""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3CAE8EC6-97C7-6E81-2353-993B06B00F5A}"/>
                      </a:ext>
                    </a:extLst>
                  </p:cNvPr>
                  <p:cNvPicPr/>
                  <p:nvPr/>
                </p:nvPicPr>
                <p:blipFill>
                  <a:blip r:embed="rId101"/>
                  <a:stretch>
                    <a:fillRect/>
                  </a:stretch>
                </p:blipFill>
                <p:spPr>
                  <a:xfrm>
                    <a:off x="4931448" y="2938784"/>
                    <a:ext cx="245160" cy="31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2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5C07BEE9-00D8-ABAE-9F73-0FD19D8B2DAC}"/>
                      </a:ext>
                    </a:extLst>
                  </p14:cNvPr>
                  <p14:cNvContentPartPr/>
                  <p14:nvPr/>
                </p14:nvContentPartPr>
                <p14:xfrm>
                  <a:off x="5196408" y="2879744"/>
                  <a:ext cx="177840" cy="187560"/>
                </p14:xfrm>
              </p:contentPart>
            </mc:Choice>
            <mc:Fallback xmlns=""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3F35FC39-FDF6-DB1F-729E-5D0E4EC3975B}"/>
                      </a:ext>
                    </a:extLst>
                  </p:cNvPr>
                  <p:cNvPicPr/>
                  <p:nvPr/>
                </p:nvPicPr>
                <p:blipFill>
                  <a:blip r:embed="rId103"/>
                  <a:stretch>
                    <a:fillRect/>
                  </a:stretch>
                </p:blipFill>
                <p:spPr>
                  <a:xfrm>
                    <a:off x="5190288" y="2873624"/>
                    <a:ext cx="190080" cy="1998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0DE0CA7-C6C9-EA15-1C33-37AA1A1CD553}"/>
                    </a:ext>
                  </a:extLst>
                </p14:cNvPr>
                <p14:cNvContentPartPr/>
                <p14:nvPr/>
              </p14:nvContentPartPr>
              <p14:xfrm>
                <a:off x="4809093" y="4916999"/>
                <a:ext cx="27000" cy="235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0DE0CA7-C6C9-EA15-1C33-37AA1A1CD55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02973" y="4910888"/>
                  <a:ext cx="39240" cy="2476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BD2854F-7FBB-E598-A8D5-F2585F96BFCB}"/>
                    </a:ext>
                  </a:extLst>
                </p14:cNvPr>
                <p14:cNvContentPartPr/>
                <p14:nvPr/>
              </p14:nvContentPartPr>
              <p14:xfrm>
                <a:off x="4912413" y="5046959"/>
                <a:ext cx="14040" cy="29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BD2854F-7FBB-E598-A8D5-F2585F96BFC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06293" y="5040839"/>
                  <a:ext cx="26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C432B70-7C9E-9A2B-2B6F-B5D4ACF33607}"/>
                    </a:ext>
                  </a:extLst>
                </p14:cNvPr>
                <p14:cNvContentPartPr/>
                <p14:nvPr/>
              </p14:nvContentPartPr>
              <p14:xfrm>
                <a:off x="5055333" y="4982879"/>
                <a:ext cx="15480" cy="149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C432B70-7C9E-9A2B-2B6F-B5D4ACF3360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49213" y="4976759"/>
                  <a:ext cx="27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0CFCB08-CA6C-02E7-E4EE-39FC5F422F63}"/>
                    </a:ext>
                  </a:extLst>
                </p14:cNvPr>
                <p14:cNvContentPartPr/>
                <p14:nvPr/>
              </p14:nvContentPartPr>
              <p14:xfrm>
                <a:off x="5237853" y="5014199"/>
                <a:ext cx="194760" cy="45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0CFCB08-CA6C-02E7-E4EE-39FC5F422F6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31744" y="5008079"/>
                  <a:ext cx="206977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341B89F-8023-676B-D713-4F51C698927E}"/>
                    </a:ext>
                  </a:extLst>
                </p14:cNvPr>
                <p14:cNvContentPartPr/>
                <p14:nvPr/>
              </p14:nvContentPartPr>
              <p14:xfrm>
                <a:off x="5349093" y="4938959"/>
                <a:ext cx="13320" cy="236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341B89F-8023-676B-D713-4F51C698927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42973" y="4932848"/>
                  <a:ext cx="25560" cy="248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79150B6-371D-2E5E-4BE1-CB580DD5CDE7}"/>
                    </a:ext>
                  </a:extLst>
                </p14:cNvPr>
                <p14:cNvContentPartPr/>
                <p14:nvPr/>
              </p14:nvContentPartPr>
              <p14:xfrm>
                <a:off x="5547453" y="4987559"/>
                <a:ext cx="125280" cy="203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79150B6-371D-2E5E-4BE1-CB580DD5CDE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41315" y="4981439"/>
                  <a:ext cx="137555" cy="2152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D08A50D3-DBF2-B7BB-613F-DC410A80E978}"/>
                </a:ext>
              </a:extLst>
            </p:cNvPr>
            <p:cNvGrpSpPr/>
            <p:nvPr/>
          </p:nvGrpSpPr>
          <p:grpSpPr>
            <a:xfrm>
              <a:off x="5840853" y="4948679"/>
              <a:ext cx="451440" cy="249120"/>
              <a:chOff x="6698328" y="2960024"/>
              <a:chExt cx="451440" cy="249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16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4DB6439E-499F-3B51-B0E2-1BA6FAA43177}"/>
                      </a:ext>
                    </a:extLst>
                  </p14:cNvPr>
                  <p14:cNvContentPartPr/>
                  <p14:nvPr/>
                </p14:nvContentPartPr>
                <p14:xfrm>
                  <a:off x="6698328" y="3020144"/>
                  <a:ext cx="222120" cy="5292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94487696-1BDE-D7C4-3683-BF2749E1BD84}"/>
                      </a:ext>
                    </a:extLst>
                  </p:cNvPr>
                  <p:cNvPicPr/>
                  <p:nvPr/>
                </p:nvPicPr>
                <p:blipFill>
                  <a:blip r:embed="rId117"/>
                  <a:stretch>
                    <a:fillRect/>
                  </a:stretch>
                </p:blipFill>
                <p:spPr>
                  <a:xfrm>
                    <a:off x="6692208" y="3014024"/>
                    <a:ext cx="234360" cy="65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8">
                <p14:nvContentPartPr>
                  <p14:cNvPr id="78" name="Ink 77">
                    <a:extLst>
                      <a:ext uri="{FF2B5EF4-FFF2-40B4-BE49-F238E27FC236}">
                        <a16:creationId xmlns:a16="http://schemas.microsoft.com/office/drawing/2014/main" id="{0FC04F83-5663-602C-E667-5B90A4654679}"/>
                      </a:ext>
                    </a:extLst>
                  </p14:cNvPr>
                  <p14:cNvContentPartPr/>
                  <p14:nvPr/>
                </p14:nvContentPartPr>
                <p14:xfrm>
                  <a:off x="6805968" y="2960024"/>
                  <a:ext cx="24480" cy="249120"/>
                </p14:xfrm>
              </p:contentPart>
            </mc:Choice>
            <mc:Fallback xmlns="">
              <p:pic>
                <p:nvPicPr>
                  <p:cNvPr id="78" name="Ink 77">
                    <a:extLst>
                      <a:ext uri="{FF2B5EF4-FFF2-40B4-BE49-F238E27FC236}">
                        <a16:creationId xmlns:a16="http://schemas.microsoft.com/office/drawing/2014/main" id="{6821E95F-707D-268B-8517-581022E32E13}"/>
                      </a:ext>
                    </a:extLst>
                  </p:cNvPr>
                  <p:cNvPicPr/>
                  <p:nvPr/>
                </p:nvPicPr>
                <p:blipFill>
                  <a:blip r:embed="rId119"/>
                  <a:stretch>
                    <a:fillRect/>
                  </a:stretch>
                </p:blipFill>
                <p:spPr>
                  <a:xfrm>
                    <a:off x="6799848" y="2953895"/>
                    <a:ext cx="36720" cy="2613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0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9ECE98CE-8430-0ABD-B9DF-9036592E0FB3}"/>
                      </a:ext>
                    </a:extLst>
                  </p14:cNvPr>
                  <p14:cNvContentPartPr/>
                  <p14:nvPr/>
                </p14:nvContentPartPr>
                <p14:xfrm>
                  <a:off x="7017288" y="2985584"/>
                  <a:ext cx="132480" cy="17172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6AFAA529-19F8-4BCB-4ADF-1F21F251D5F5}"/>
                      </a:ext>
                    </a:extLst>
                  </p:cNvPr>
                  <p:cNvPicPr/>
                  <p:nvPr/>
                </p:nvPicPr>
                <p:blipFill>
                  <a:blip r:embed="rId121"/>
                  <a:stretch>
                    <a:fillRect/>
                  </a:stretch>
                </p:blipFill>
                <p:spPr>
                  <a:xfrm>
                    <a:off x="7011168" y="2979464"/>
                    <a:ext cx="144720" cy="1839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DBED5AD4-48F0-EDF3-BA88-FC300CE5AADF}"/>
                </a:ext>
              </a:extLst>
            </p:cNvPr>
            <p:cNvGrpSpPr/>
            <p:nvPr/>
          </p:nvGrpSpPr>
          <p:grpSpPr>
            <a:xfrm>
              <a:off x="6483093" y="4913759"/>
              <a:ext cx="200160" cy="220320"/>
              <a:chOff x="7340568" y="2925104"/>
              <a:chExt cx="200160" cy="220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2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9B5DE319-5544-F06A-9C7B-870079109A10}"/>
                      </a:ext>
                    </a:extLst>
                  </p14:cNvPr>
                  <p14:cNvContentPartPr/>
                  <p14:nvPr/>
                </p14:nvContentPartPr>
                <p14:xfrm>
                  <a:off x="7340568" y="2966144"/>
                  <a:ext cx="200160" cy="5184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8CFCAEB7-0D4C-7AB6-B341-799072D22C49}"/>
                      </a:ext>
                    </a:extLst>
                  </p:cNvPr>
                  <p:cNvPicPr/>
                  <p:nvPr/>
                </p:nvPicPr>
                <p:blipFill>
                  <a:blip r:embed="rId123"/>
                  <a:stretch>
                    <a:fillRect/>
                  </a:stretch>
                </p:blipFill>
                <p:spPr>
                  <a:xfrm>
                    <a:off x="7334459" y="2960066"/>
                    <a:ext cx="212378" cy="639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4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FDD4B6B1-797D-6D7F-4165-B51774240091}"/>
                      </a:ext>
                    </a:extLst>
                  </p14:cNvPr>
                  <p14:cNvContentPartPr/>
                  <p14:nvPr/>
                </p14:nvContentPartPr>
                <p14:xfrm>
                  <a:off x="7435248" y="2925104"/>
                  <a:ext cx="23040" cy="22032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B3B16896-3240-933F-1054-6AAD9F938073}"/>
                      </a:ext>
                    </a:extLst>
                  </p:cNvPr>
                  <p:cNvPicPr/>
                  <p:nvPr/>
                </p:nvPicPr>
                <p:blipFill>
                  <a:blip r:embed="rId125"/>
                  <a:stretch>
                    <a:fillRect/>
                  </a:stretch>
                </p:blipFill>
                <p:spPr>
                  <a:xfrm>
                    <a:off x="7429128" y="2918984"/>
                    <a:ext cx="35280" cy="2325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4E29143-4C86-E961-EB51-2D369306187A}"/>
                </a:ext>
              </a:extLst>
            </p:cNvPr>
            <p:cNvGrpSpPr/>
            <p:nvPr/>
          </p:nvGrpSpPr>
          <p:grpSpPr>
            <a:xfrm>
              <a:off x="6860733" y="4888559"/>
              <a:ext cx="104400" cy="231480"/>
              <a:chOff x="7718208" y="2899904"/>
              <a:chExt cx="104400" cy="231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6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AC92F590-5B35-C4C6-0884-C1605D7FDFE5}"/>
                      </a:ext>
                    </a:extLst>
                  </p14:cNvPr>
                  <p14:cNvContentPartPr/>
                  <p14:nvPr/>
                </p14:nvContentPartPr>
                <p14:xfrm>
                  <a:off x="7718208" y="2899904"/>
                  <a:ext cx="21600" cy="23148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191FD08D-767D-AF1C-CE38-DCB2C0D7DFE8}"/>
                      </a:ext>
                    </a:extLst>
                  </p:cNvPr>
                  <p:cNvPicPr/>
                  <p:nvPr/>
                </p:nvPicPr>
                <p:blipFill>
                  <a:blip r:embed="rId127"/>
                  <a:stretch>
                    <a:fillRect/>
                  </a:stretch>
                </p:blipFill>
                <p:spPr>
                  <a:xfrm>
                    <a:off x="7712188" y="2893784"/>
                    <a:ext cx="33639" cy="243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8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4FE4D541-523F-8909-6FC9-DF70582509AC}"/>
                      </a:ext>
                    </a:extLst>
                  </p14:cNvPr>
                  <p14:cNvContentPartPr/>
                  <p14:nvPr/>
                </p14:nvContentPartPr>
                <p14:xfrm>
                  <a:off x="7803528" y="3055784"/>
                  <a:ext cx="19080" cy="1188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04B88E67-CD0B-DFA3-9604-BB8247EBB208}"/>
                      </a:ext>
                    </a:extLst>
                  </p:cNvPr>
                  <p:cNvPicPr/>
                  <p:nvPr/>
                </p:nvPicPr>
                <p:blipFill>
                  <a:blip r:embed="rId129"/>
                  <a:stretch>
                    <a:fillRect/>
                  </a:stretch>
                </p:blipFill>
                <p:spPr>
                  <a:xfrm>
                    <a:off x="7797408" y="3049664"/>
                    <a:ext cx="31320" cy="241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FA955A2-9CBA-5770-1CFB-B2E936225EB4}"/>
                </a:ext>
              </a:extLst>
            </p:cNvPr>
            <p:cNvGrpSpPr/>
            <p:nvPr/>
          </p:nvGrpSpPr>
          <p:grpSpPr>
            <a:xfrm>
              <a:off x="7128213" y="4760039"/>
              <a:ext cx="244080" cy="334080"/>
              <a:chOff x="7985688" y="2771384"/>
              <a:chExt cx="244080" cy="334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0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422EB0D7-9B42-E2E0-CA99-83EE6FE44DD1}"/>
                      </a:ext>
                    </a:extLst>
                  </p14:cNvPr>
                  <p14:cNvContentPartPr/>
                  <p14:nvPr/>
                </p14:nvContentPartPr>
                <p14:xfrm>
                  <a:off x="7985688" y="2963624"/>
                  <a:ext cx="132840" cy="141840"/>
                </p14:xfrm>
              </p:contentPart>
            </mc:Choice>
            <mc:Fallback xmlns=""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8CC19DC8-E9A9-3729-8440-3A008F6A38DB}"/>
                      </a:ext>
                    </a:extLst>
                  </p:cNvPr>
                  <p:cNvPicPr/>
                  <p:nvPr/>
                </p:nvPicPr>
                <p:blipFill>
                  <a:blip r:embed="rId131"/>
                  <a:stretch>
                    <a:fillRect/>
                  </a:stretch>
                </p:blipFill>
                <p:spPr>
                  <a:xfrm>
                    <a:off x="7979568" y="2957519"/>
                    <a:ext cx="145080" cy="1540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2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DB39A908-3021-289B-6B24-E74B9F586154}"/>
                      </a:ext>
                    </a:extLst>
                  </p14:cNvPr>
                  <p14:cNvContentPartPr/>
                  <p14:nvPr/>
                </p14:nvContentPartPr>
                <p14:xfrm>
                  <a:off x="8123208" y="2771384"/>
                  <a:ext cx="106560" cy="223200"/>
                </p14:xfrm>
              </p:contentPart>
            </mc:Choice>
            <mc:Fallback xmlns=""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AB72E1AD-8829-23C2-F4C6-918F81D1CD44}"/>
                      </a:ext>
                    </a:extLst>
                  </p:cNvPr>
                  <p:cNvPicPr/>
                  <p:nvPr/>
                </p:nvPicPr>
                <p:blipFill>
                  <a:blip r:embed="rId133"/>
                  <a:stretch>
                    <a:fillRect/>
                  </a:stretch>
                </p:blipFill>
                <p:spPr>
                  <a:xfrm>
                    <a:off x="8117088" y="2765264"/>
                    <a:ext cx="118800" cy="2354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EC853464-678F-92E9-2003-D8DE67C447C3}"/>
                </a:ext>
              </a:extLst>
            </p:cNvPr>
            <p:cNvGrpSpPr/>
            <p:nvPr/>
          </p:nvGrpSpPr>
          <p:grpSpPr>
            <a:xfrm>
              <a:off x="7529973" y="4936439"/>
              <a:ext cx="180720" cy="100080"/>
              <a:chOff x="8387448" y="2947784"/>
              <a:chExt cx="180720" cy="100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4">
                <p14:nvContentPartPr>
                  <p14:cNvPr id="88" name="Ink 87">
                    <a:extLst>
                      <a:ext uri="{FF2B5EF4-FFF2-40B4-BE49-F238E27FC236}">
                        <a16:creationId xmlns:a16="http://schemas.microsoft.com/office/drawing/2014/main" id="{7ED5DE0B-2162-E980-A682-C51E48764B90}"/>
                      </a:ext>
                    </a:extLst>
                  </p14:cNvPr>
                  <p14:cNvContentPartPr/>
                  <p14:nvPr/>
                </p14:nvContentPartPr>
                <p14:xfrm>
                  <a:off x="8387448" y="2947784"/>
                  <a:ext cx="162000" cy="38160"/>
                </p14:xfrm>
              </p:contentPart>
            </mc:Choice>
            <mc:Fallback xmlns="">
              <p:pic>
                <p:nvPicPr>
                  <p:cNvPr id="88" name="Ink 87">
                    <a:extLst>
                      <a:ext uri="{FF2B5EF4-FFF2-40B4-BE49-F238E27FC236}">
                        <a16:creationId xmlns:a16="http://schemas.microsoft.com/office/drawing/2014/main" id="{DAC9AEB2-F938-5B3F-2ADF-87E872198FCD}"/>
                      </a:ext>
                    </a:extLst>
                  </p:cNvPr>
                  <p:cNvPicPr/>
                  <p:nvPr/>
                </p:nvPicPr>
                <p:blipFill>
                  <a:blip r:embed="rId135"/>
                  <a:stretch>
                    <a:fillRect/>
                  </a:stretch>
                </p:blipFill>
                <p:spPr>
                  <a:xfrm>
                    <a:off x="8381328" y="2941664"/>
                    <a:ext cx="174240" cy="50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6">
                <p14:nvContentPartPr>
                  <p14:cNvPr id="89" name="Ink 88">
                    <a:extLst>
                      <a:ext uri="{FF2B5EF4-FFF2-40B4-BE49-F238E27FC236}">
                        <a16:creationId xmlns:a16="http://schemas.microsoft.com/office/drawing/2014/main" id="{56FF0D9D-E6C4-543C-1DD6-1824F0440119}"/>
                      </a:ext>
                    </a:extLst>
                  </p14:cNvPr>
                  <p14:cNvContentPartPr/>
                  <p14:nvPr/>
                </p14:nvContentPartPr>
                <p14:xfrm>
                  <a:off x="8436408" y="3034544"/>
                  <a:ext cx="131760" cy="13320"/>
                </p14:xfrm>
              </p:contentPart>
            </mc:Choice>
            <mc:Fallback xmlns="">
              <p:pic>
                <p:nvPicPr>
                  <p:cNvPr id="89" name="Ink 88">
                    <a:extLst>
                      <a:ext uri="{FF2B5EF4-FFF2-40B4-BE49-F238E27FC236}">
                        <a16:creationId xmlns:a16="http://schemas.microsoft.com/office/drawing/2014/main" id="{ADC1333A-92C3-129D-C094-A4CB3D806AC6}"/>
                      </a:ext>
                    </a:extLst>
                  </p:cNvPr>
                  <p:cNvPicPr/>
                  <p:nvPr/>
                </p:nvPicPr>
                <p:blipFill>
                  <a:blip r:embed="rId137"/>
                  <a:stretch>
                    <a:fillRect/>
                  </a:stretch>
                </p:blipFill>
                <p:spPr>
                  <a:xfrm>
                    <a:off x="8430288" y="3028424"/>
                    <a:ext cx="144000" cy="255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C1AB086-EED3-7F98-AAB9-5DDDD23EA01A}"/>
                </a:ext>
              </a:extLst>
            </p:cNvPr>
            <p:cNvGrpSpPr/>
            <p:nvPr/>
          </p:nvGrpSpPr>
          <p:grpSpPr>
            <a:xfrm>
              <a:off x="7928133" y="4886759"/>
              <a:ext cx="305640" cy="210600"/>
              <a:chOff x="8785608" y="2898104"/>
              <a:chExt cx="305640" cy="210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8">
                <p14:nvContentPartPr>
                  <p14:cNvPr id="95" name="Ink 94">
                    <a:extLst>
                      <a:ext uri="{FF2B5EF4-FFF2-40B4-BE49-F238E27FC236}">
                        <a16:creationId xmlns:a16="http://schemas.microsoft.com/office/drawing/2014/main" id="{112508C0-CD92-73FD-9428-AA1D222DDC39}"/>
                      </a:ext>
                    </a:extLst>
                  </p14:cNvPr>
                  <p14:cNvContentPartPr/>
                  <p14:nvPr/>
                </p14:nvContentPartPr>
                <p14:xfrm>
                  <a:off x="8785608" y="2923664"/>
                  <a:ext cx="32040" cy="142560"/>
                </p14:xfrm>
              </p:contentPart>
            </mc:Choice>
            <mc:Fallback xmlns="">
              <p:pic>
                <p:nvPicPr>
                  <p:cNvPr id="95" name="Ink 94">
                    <a:extLst>
                      <a:ext uri="{FF2B5EF4-FFF2-40B4-BE49-F238E27FC236}">
                        <a16:creationId xmlns:a16="http://schemas.microsoft.com/office/drawing/2014/main" id="{CDB47974-B3A8-4D92-DB0F-83D91F5DA373}"/>
                      </a:ext>
                    </a:extLst>
                  </p:cNvPr>
                  <p:cNvPicPr/>
                  <p:nvPr/>
                </p:nvPicPr>
                <p:blipFill>
                  <a:blip r:embed="rId139"/>
                  <a:stretch>
                    <a:fillRect/>
                  </a:stretch>
                </p:blipFill>
                <p:spPr>
                  <a:xfrm>
                    <a:off x="8779418" y="2917544"/>
                    <a:ext cx="44419" cy="154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0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C53F308C-9CDB-8F69-4ED5-AF352089AB11}"/>
                      </a:ext>
                    </a:extLst>
                  </p14:cNvPr>
                  <p14:cNvContentPartPr/>
                  <p14:nvPr/>
                </p14:nvContentPartPr>
                <p14:xfrm>
                  <a:off x="8902968" y="2954264"/>
                  <a:ext cx="188280" cy="45000"/>
                </p14:xfrm>
              </p:contentPart>
            </mc:Choice>
            <mc:Fallback xmlns=""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82564AF9-9776-BCAC-2ABB-1BAAEAED1261}"/>
                      </a:ext>
                    </a:extLst>
                  </p:cNvPr>
                  <p:cNvPicPr/>
                  <p:nvPr/>
                </p:nvPicPr>
                <p:blipFill>
                  <a:blip r:embed="rId141"/>
                  <a:stretch>
                    <a:fillRect/>
                  </a:stretch>
                </p:blipFill>
                <p:spPr>
                  <a:xfrm>
                    <a:off x="8896848" y="2948144"/>
                    <a:ext cx="200520" cy="57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2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D2CCEF47-13D9-4852-C722-AD5681D8E80D}"/>
                      </a:ext>
                    </a:extLst>
                  </p14:cNvPr>
                  <p14:cNvContentPartPr/>
                  <p14:nvPr/>
                </p14:nvContentPartPr>
                <p14:xfrm>
                  <a:off x="9023568" y="2898104"/>
                  <a:ext cx="19440" cy="210600"/>
                </p14:xfrm>
              </p:contentPart>
            </mc:Choice>
            <mc:Fallback xmlns=""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4E05F2F4-7DA5-F396-3E73-2F9D8FF354C9}"/>
                      </a:ext>
                    </a:extLst>
                  </p:cNvPr>
                  <p:cNvPicPr/>
                  <p:nvPr/>
                </p:nvPicPr>
                <p:blipFill>
                  <a:blip r:embed="rId143"/>
                  <a:stretch>
                    <a:fillRect/>
                  </a:stretch>
                </p:blipFill>
                <p:spPr>
                  <a:xfrm>
                    <a:off x="9017333" y="2891984"/>
                    <a:ext cx="31911" cy="2228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E1CFF747-CD3C-205B-B5BE-8E659C5B494E}"/>
                </a:ext>
              </a:extLst>
            </p:cNvPr>
            <p:cNvGrpSpPr/>
            <p:nvPr/>
          </p:nvGrpSpPr>
          <p:grpSpPr>
            <a:xfrm>
              <a:off x="8392173" y="4868759"/>
              <a:ext cx="460440" cy="210960"/>
              <a:chOff x="9249648" y="2880104"/>
              <a:chExt cx="460440" cy="210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4">
                <p14:nvContentPartPr>
                  <p14:cNvPr id="99" name="Ink 98">
                    <a:extLst>
                      <a:ext uri="{FF2B5EF4-FFF2-40B4-BE49-F238E27FC236}">
                        <a16:creationId xmlns:a16="http://schemas.microsoft.com/office/drawing/2014/main" id="{A6EF9E22-8B01-A108-CEBD-51AD36EBF590}"/>
                      </a:ext>
                    </a:extLst>
                  </p14:cNvPr>
                  <p14:cNvContentPartPr/>
                  <p14:nvPr/>
                </p14:nvContentPartPr>
                <p14:xfrm>
                  <a:off x="9249648" y="2880104"/>
                  <a:ext cx="144360" cy="210960"/>
                </p14:xfrm>
              </p:contentPart>
            </mc:Choice>
            <mc:Fallback xmlns="">
              <p:pic>
                <p:nvPicPr>
                  <p:cNvPr id="99" name="Ink 98">
                    <a:extLst>
                      <a:ext uri="{FF2B5EF4-FFF2-40B4-BE49-F238E27FC236}">
                        <a16:creationId xmlns:a16="http://schemas.microsoft.com/office/drawing/2014/main" id="{3DFB0CB1-4D53-4621-715E-C4AF0D73FB82}"/>
                      </a:ext>
                    </a:extLst>
                  </p:cNvPr>
                  <p:cNvPicPr/>
                  <p:nvPr/>
                </p:nvPicPr>
                <p:blipFill>
                  <a:blip r:embed="rId145"/>
                  <a:stretch>
                    <a:fillRect/>
                  </a:stretch>
                </p:blipFill>
                <p:spPr>
                  <a:xfrm>
                    <a:off x="9243528" y="2873984"/>
                    <a:ext cx="156600" cy="223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6">
                <p14:nvContentPartPr>
                  <p14:cNvPr id="100" name="Ink 99">
                    <a:extLst>
                      <a:ext uri="{FF2B5EF4-FFF2-40B4-BE49-F238E27FC236}">
                        <a16:creationId xmlns:a16="http://schemas.microsoft.com/office/drawing/2014/main" id="{B2886797-09FF-7FC3-C440-F683463C2F35}"/>
                      </a:ext>
                    </a:extLst>
                  </p14:cNvPr>
                  <p14:cNvContentPartPr/>
                  <p14:nvPr/>
                </p14:nvContentPartPr>
                <p14:xfrm>
                  <a:off x="9516768" y="2896304"/>
                  <a:ext cx="150120" cy="28440"/>
                </p14:xfrm>
              </p:contentPart>
            </mc:Choice>
            <mc:Fallback xmlns="">
              <p:pic>
                <p:nvPicPr>
                  <p:cNvPr id="100" name="Ink 99">
                    <a:extLst>
                      <a:ext uri="{FF2B5EF4-FFF2-40B4-BE49-F238E27FC236}">
                        <a16:creationId xmlns:a16="http://schemas.microsoft.com/office/drawing/2014/main" id="{7DA60E7A-6D64-D7C8-A17F-6366175A7EE2}"/>
                      </a:ext>
                    </a:extLst>
                  </p:cNvPr>
                  <p:cNvPicPr/>
                  <p:nvPr/>
                </p:nvPicPr>
                <p:blipFill>
                  <a:blip r:embed="rId147"/>
                  <a:stretch>
                    <a:fillRect/>
                  </a:stretch>
                </p:blipFill>
                <p:spPr>
                  <a:xfrm>
                    <a:off x="9510648" y="2890184"/>
                    <a:ext cx="162360" cy="40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8">
                <p14:nvContentPartPr>
                  <p14:cNvPr id="101" name="Ink 100">
                    <a:extLst>
                      <a:ext uri="{FF2B5EF4-FFF2-40B4-BE49-F238E27FC236}">
                        <a16:creationId xmlns:a16="http://schemas.microsoft.com/office/drawing/2014/main" id="{76F80845-EB92-04BA-10B6-56EC37DF859A}"/>
                      </a:ext>
                    </a:extLst>
                  </p14:cNvPr>
                  <p14:cNvContentPartPr/>
                  <p14:nvPr/>
                </p14:nvContentPartPr>
                <p14:xfrm>
                  <a:off x="9565728" y="2953184"/>
                  <a:ext cx="144360" cy="67680"/>
                </p14:xfrm>
              </p:contentPart>
            </mc:Choice>
            <mc:Fallback xmlns="">
              <p:pic>
                <p:nvPicPr>
                  <p:cNvPr id="101" name="Ink 100">
                    <a:extLst>
                      <a:ext uri="{FF2B5EF4-FFF2-40B4-BE49-F238E27FC236}">
                        <a16:creationId xmlns:a16="http://schemas.microsoft.com/office/drawing/2014/main" id="{5D49E22D-3EC7-83A0-0323-B1E4BAC1C598}"/>
                      </a:ext>
                    </a:extLst>
                  </p:cNvPr>
                  <p:cNvPicPr/>
                  <p:nvPr/>
                </p:nvPicPr>
                <p:blipFill>
                  <a:blip r:embed="rId149"/>
                  <a:stretch>
                    <a:fillRect/>
                  </a:stretch>
                </p:blipFill>
                <p:spPr>
                  <a:xfrm>
                    <a:off x="9559623" y="2947096"/>
                    <a:ext cx="156570" cy="7985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6BE9E7E-9330-F401-ADEB-5F6A9E637614}"/>
                    </a:ext>
                  </a:extLst>
                </p14:cNvPr>
                <p14:cNvContentPartPr/>
                <p14:nvPr/>
              </p14:nvContentPartPr>
              <p14:xfrm>
                <a:off x="9092733" y="4782359"/>
                <a:ext cx="115920" cy="380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6BE9E7E-9330-F401-ADEB-5F6A9E63761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086613" y="4776239"/>
                  <a:ext cx="128160" cy="39312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C093472-8030-2125-65D7-92338E9CE78E}"/>
                </a:ext>
              </a:extLst>
            </p:cNvPr>
            <p:cNvGrpSpPr/>
            <p:nvPr/>
          </p:nvGrpSpPr>
          <p:grpSpPr>
            <a:xfrm>
              <a:off x="4092333" y="5681324"/>
              <a:ext cx="483840" cy="174240"/>
              <a:chOff x="4897968" y="4545464"/>
              <a:chExt cx="483840" cy="1742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2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FDEC024C-4205-711C-EDDD-EF604D37F407}"/>
                      </a:ext>
                    </a:extLst>
                  </p14:cNvPr>
                  <p14:cNvContentPartPr/>
                  <p14:nvPr/>
                </p14:nvContentPartPr>
                <p14:xfrm>
                  <a:off x="4897968" y="4613144"/>
                  <a:ext cx="303840" cy="4464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9ABC69CA-DF9D-C4DD-E56C-AA3F4536096B}"/>
                      </a:ext>
                    </a:extLst>
                  </p:cNvPr>
                  <p:cNvPicPr/>
                  <p:nvPr/>
                </p:nvPicPr>
                <p:blipFill>
                  <a:blip r:embed="rId153"/>
                  <a:stretch>
                    <a:fillRect/>
                  </a:stretch>
                </p:blipFill>
                <p:spPr>
                  <a:xfrm>
                    <a:off x="4891848" y="4607073"/>
                    <a:ext cx="316080" cy="567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4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7A0A23D1-811F-B1F9-2EE8-9A176DCE696A}"/>
                      </a:ext>
                    </a:extLst>
                  </p14:cNvPr>
                  <p14:cNvContentPartPr/>
                  <p14:nvPr/>
                </p14:nvContentPartPr>
                <p14:xfrm>
                  <a:off x="5180928" y="4545464"/>
                  <a:ext cx="200880" cy="17424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8C841D28-91FD-C958-B2FD-88C7EFAF6D73}"/>
                      </a:ext>
                    </a:extLst>
                  </p:cNvPr>
                  <p:cNvPicPr/>
                  <p:nvPr/>
                </p:nvPicPr>
                <p:blipFill>
                  <a:blip r:embed="rId155"/>
                  <a:stretch>
                    <a:fillRect/>
                  </a:stretch>
                </p:blipFill>
                <p:spPr>
                  <a:xfrm>
                    <a:off x="5174797" y="4539344"/>
                    <a:ext cx="213142" cy="1864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7CEFB62-4080-42DD-B95C-61DD7CAE01F8}"/>
                    </a:ext>
                  </a:extLst>
                </p14:cNvPr>
                <p14:cNvContentPartPr/>
                <p14:nvPr/>
              </p14:nvContentPartPr>
              <p14:xfrm>
                <a:off x="4859493" y="5618324"/>
                <a:ext cx="144720" cy="195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7CEFB62-4080-42DD-B95C-61DD7CAE01F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53373" y="5612204"/>
                  <a:ext cx="156960" cy="20772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C8F99864-36D5-31DA-F9B6-5488493C4825}"/>
                </a:ext>
              </a:extLst>
            </p:cNvPr>
            <p:cNvGrpSpPr/>
            <p:nvPr/>
          </p:nvGrpSpPr>
          <p:grpSpPr>
            <a:xfrm>
              <a:off x="5182053" y="5542364"/>
              <a:ext cx="227520" cy="315360"/>
              <a:chOff x="5987688" y="4406504"/>
              <a:chExt cx="227520" cy="315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8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F80DD54B-9898-B315-1D10-F32424336BC3}"/>
                      </a:ext>
                    </a:extLst>
                  </p14:cNvPr>
                  <p14:cNvContentPartPr/>
                  <p14:nvPr/>
                </p14:nvContentPartPr>
                <p14:xfrm>
                  <a:off x="5987688" y="4508024"/>
                  <a:ext cx="227520" cy="51840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C310EA9E-EB08-78BD-8579-DD08CA13B42F}"/>
                      </a:ext>
                    </a:extLst>
                  </p:cNvPr>
                  <p:cNvPicPr/>
                  <p:nvPr/>
                </p:nvPicPr>
                <p:blipFill>
                  <a:blip r:embed="rId159"/>
                  <a:stretch>
                    <a:fillRect/>
                  </a:stretch>
                </p:blipFill>
                <p:spPr>
                  <a:xfrm>
                    <a:off x="5981568" y="4501904"/>
                    <a:ext cx="239760" cy="64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0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7D204A9A-4463-DA8A-C0CC-3345DB153F42}"/>
                      </a:ext>
                    </a:extLst>
                  </p14:cNvPr>
                  <p14:cNvContentPartPr/>
                  <p14:nvPr/>
                </p14:nvContentPartPr>
                <p14:xfrm>
                  <a:off x="6104688" y="4406504"/>
                  <a:ext cx="52920" cy="315360"/>
                </p14:xfrm>
              </p:contentPart>
            </mc:Choice>
            <mc:Fallback xmlns=""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319306CF-B766-5497-C9D7-015B11A01CB6}"/>
                      </a:ext>
                    </a:extLst>
                  </p:cNvPr>
                  <p:cNvPicPr/>
                  <p:nvPr/>
                </p:nvPicPr>
                <p:blipFill>
                  <a:blip r:embed="rId161"/>
                  <a:stretch>
                    <a:fillRect/>
                  </a:stretch>
                </p:blipFill>
                <p:spPr>
                  <a:xfrm>
                    <a:off x="6098568" y="4400384"/>
                    <a:ext cx="65160" cy="327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D89EAA5-A67A-384C-0C04-AED78F867F9B}"/>
                </a:ext>
              </a:extLst>
            </p:cNvPr>
            <p:cNvGrpSpPr/>
            <p:nvPr/>
          </p:nvGrpSpPr>
          <p:grpSpPr>
            <a:xfrm>
              <a:off x="5675253" y="5562164"/>
              <a:ext cx="103320" cy="183600"/>
              <a:chOff x="6480888" y="4426304"/>
              <a:chExt cx="103320" cy="183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2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497367E0-45B6-8430-57D6-08F3535D8320}"/>
                      </a:ext>
                    </a:extLst>
                  </p14:cNvPr>
                  <p14:cNvContentPartPr/>
                  <p14:nvPr/>
                </p14:nvContentPartPr>
                <p14:xfrm>
                  <a:off x="6480888" y="4426304"/>
                  <a:ext cx="24480" cy="183600"/>
                </p14:xfrm>
              </p:contentPart>
            </mc:Choice>
            <mc:Fallback xmlns=""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C28163E0-A874-EBDD-B1B1-3B2CE1F514AB}"/>
                      </a:ext>
                    </a:extLst>
                  </p:cNvPr>
                  <p:cNvPicPr/>
                  <p:nvPr/>
                </p:nvPicPr>
                <p:blipFill>
                  <a:blip r:embed="rId163"/>
                  <a:stretch>
                    <a:fillRect/>
                  </a:stretch>
                </p:blipFill>
                <p:spPr>
                  <a:xfrm>
                    <a:off x="6474768" y="4420184"/>
                    <a:ext cx="36720" cy="195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4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8E2AA97A-B113-926C-1D2F-E582623888DE}"/>
                      </a:ext>
                    </a:extLst>
                  </p14:cNvPr>
                  <p14:cNvContentPartPr/>
                  <p14:nvPr/>
                </p14:nvContentPartPr>
                <p14:xfrm>
                  <a:off x="6564408" y="4550864"/>
                  <a:ext cx="19800" cy="1620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BF984E63-D41B-8D7D-D048-EADB32F6591D}"/>
                      </a:ext>
                    </a:extLst>
                  </p:cNvPr>
                  <p:cNvPicPr/>
                  <p:nvPr/>
                </p:nvPicPr>
                <p:blipFill>
                  <a:blip r:embed="rId165"/>
                  <a:stretch>
                    <a:fillRect/>
                  </a:stretch>
                </p:blipFill>
                <p:spPr>
                  <a:xfrm>
                    <a:off x="6558288" y="4544744"/>
                    <a:ext cx="32040" cy="284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28352442-B948-6FD2-4F39-37842210AA49}"/>
                </a:ext>
              </a:extLst>
            </p:cNvPr>
            <p:cNvGrpSpPr/>
            <p:nvPr/>
          </p:nvGrpSpPr>
          <p:grpSpPr>
            <a:xfrm>
              <a:off x="5930493" y="5479004"/>
              <a:ext cx="200160" cy="271080"/>
              <a:chOff x="6736128" y="4343144"/>
              <a:chExt cx="200160" cy="271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6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9B4265B9-E328-5B88-384C-2C05B2810DB9}"/>
                      </a:ext>
                    </a:extLst>
                  </p14:cNvPr>
                  <p14:cNvContentPartPr/>
                  <p14:nvPr/>
                </p14:nvContentPartPr>
                <p14:xfrm>
                  <a:off x="6736128" y="4453304"/>
                  <a:ext cx="152280" cy="160920"/>
                </p14:xfrm>
              </p:contentPart>
            </mc:Choice>
            <mc:Fallback xmlns=""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D1437329-E319-8829-5845-C07807B16BDA}"/>
                      </a:ext>
                    </a:extLst>
                  </p:cNvPr>
                  <p:cNvPicPr/>
                  <p:nvPr/>
                </p:nvPicPr>
                <p:blipFill>
                  <a:blip r:embed="rId167"/>
                  <a:stretch>
                    <a:fillRect/>
                  </a:stretch>
                </p:blipFill>
                <p:spPr>
                  <a:xfrm>
                    <a:off x="6730008" y="4447184"/>
                    <a:ext cx="164520" cy="173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8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2240BC38-4093-D602-7125-D6EAA49FD9D0}"/>
                      </a:ext>
                    </a:extLst>
                  </p14:cNvPr>
                  <p14:cNvContentPartPr/>
                  <p14:nvPr/>
                </p14:nvContentPartPr>
                <p14:xfrm>
                  <a:off x="6914328" y="4343144"/>
                  <a:ext cx="21960" cy="109440"/>
                </p14:xfrm>
              </p:contentPart>
            </mc:Choice>
            <mc:Fallback xmlns=""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F4014BB9-D664-4EEB-E26E-EEF3AFD0C25C}"/>
                      </a:ext>
                    </a:extLst>
                  </p:cNvPr>
                  <p:cNvPicPr/>
                  <p:nvPr/>
                </p:nvPicPr>
                <p:blipFill>
                  <a:blip r:embed="rId169"/>
                  <a:stretch>
                    <a:fillRect/>
                  </a:stretch>
                </p:blipFill>
                <p:spPr>
                  <a:xfrm>
                    <a:off x="6908106" y="4337024"/>
                    <a:ext cx="34404" cy="1216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CF938BB2-B40D-98FB-E75B-E80113435537}"/>
                </a:ext>
              </a:extLst>
            </p:cNvPr>
            <p:cNvGrpSpPr/>
            <p:nvPr/>
          </p:nvGrpSpPr>
          <p:grpSpPr>
            <a:xfrm>
              <a:off x="6309213" y="5532644"/>
              <a:ext cx="358200" cy="221760"/>
              <a:chOff x="7114848" y="4396784"/>
              <a:chExt cx="358200" cy="221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0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272478E8-56ED-6446-025B-389BFA255DDF}"/>
                      </a:ext>
                    </a:extLst>
                  </p14:cNvPr>
                  <p14:cNvContentPartPr/>
                  <p14:nvPr/>
                </p14:nvContentPartPr>
                <p14:xfrm>
                  <a:off x="7114848" y="4471664"/>
                  <a:ext cx="166680" cy="29160"/>
                </p14:xfrm>
              </p:contentPart>
            </mc:Choice>
            <mc:Fallback xmlns=""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8D665959-F067-315A-EACE-CCC50BA1A60E}"/>
                      </a:ext>
                    </a:extLst>
                  </p:cNvPr>
                  <p:cNvPicPr/>
                  <p:nvPr/>
                </p:nvPicPr>
                <p:blipFill>
                  <a:blip r:embed="rId171"/>
                  <a:stretch>
                    <a:fillRect/>
                  </a:stretch>
                </p:blipFill>
                <p:spPr>
                  <a:xfrm>
                    <a:off x="7108728" y="4465544"/>
                    <a:ext cx="178920" cy="41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2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F6A026BE-CDE8-9EB1-192D-975AB33B822E}"/>
                      </a:ext>
                    </a:extLst>
                  </p14:cNvPr>
                  <p14:cNvContentPartPr/>
                  <p14:nvPr/>
                </p14:nvContentPartPr>
                <p14:xfrm>
                  <a:off x="7205568" y="4396784"/>
                  <a:ext cx="35640" cy="221760"/>
                </p14:xfrm>
              </p:contentPart>
            </mc:Choice>
            <mc:Fallback xmlns=""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E4B4344F-BCE8-FB34-84B3-2036F7C7D149}"/>
                      </a:ext>
                    </a:extLst>
                  </p:cNvPr>
                  <p:cNvPicPr/>
                  <p:nvPr/>
                </p:nvPicPr>
                <p:blipFill>
                  <a:blip r:embed="rId173"/>
                  <a:stretch>
                    <a:fillRect/>
                  </a:stretch>
                </p:blipFill>
                <p:spPr>
                  <a:xfrm>
                    <a:off x="7199386" y="4390664"/>
                    <a:ext cx="48005" cy="23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4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476F2DCE-8720-C3AF-94C4-DC62FE49092E}"/>
                      </a:ext>
                    </a:extLst>
                  </p14:cNvPr>
                  <p14:cNvContentPartPr/>
                  <p14:nvPr/>
                </p14:nvContentPartPr>
                <p14:xfrm>
                  <a:off x="7371528" y="4408664"/>
                  <a:ext cx="28800" cy="205560"/>
                </p14:xfrm>
              </p:contentPart>
            </mc:Choice>
            <mc:Fallback xmlns=""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A3094494-30EA-69D1-AE2C-1B1CCF445862}"/>
                      </a:ext>
                    </a:extLst>
                  </p:cNvPr>
                  <p:cNvPicPr/>
                  <p:nvPr/>
                </p:nvPicPr>
                <p:blipFill>
                  <a:blip r:embed="rId175"/>
                  <a:stretch>
                    <a:fillRect/>
                  </a:stretch>
                </p:blipFill>
                <p:spPr>
                  <a:xfrm>
                    <a:off x="7365408" y="4402544"/>
                    <a:ext cx="41040" cy="21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6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E549433D-F819-EF12-4FB8-33DA4CECEF7A}"/>
                      </a:ext>
                    </a:extLst>
                  </p14:cNvPr>
                  <p14:cNvContentPartPr/>
                  <p14:nvPr/>
                </p14:nvContentPartPr>
                <p14:xfrm>
                  <a:off x="7468008" y="4515224"/>
                  <a:ext cx="5040" cy="16200"/>
                </p14:xfrm>
              </p:contentPart>
            </mc:Choice>
            <mc:Fallback xmlns=""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15DA6965-C469-F3FC-711A-56EAB9C55253}"/>
                      </a:ext>
                    </a:extLst>
                  </p:cNvPr>
                  <p:cNvPicPr/>
                  <p:nvPr/>
                </p:nvPicPr>
                <p:blipFill>
                  <a:blip r:embed="rId177"/>
                  <a:stretch>
                    <a:fillRect/>
                  </a:stretch>
                </p:blipFill>
                <p:spPr>
                  <a:xfrm>
                    <a:off x="7461888" y="4509104"/>
                    <a:ext cx="17280" cy="284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CFD9443B-E7EB-00E5-6E77-EDEF5264B7BC}"/>
                </a:ext>
              </a:extLst>
            </p:cNvPr>
            <p:cNvGrpSpPr/>
            <p:nvPr/>
          </p:nvGrpSpPr>
          <p:grpSpPr>
            <a:xfrm>
              <a:off x="6866853" y="5449484"/>
              <a:ext cx="297000" cy="296280"/>
              <a:chOff x="7672488" y="4313624"/>
              <a:chExt cx="297000" cy="296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8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32E6AF1D-BC84-68D2-3F63-CC0C730554A8}"/>
                      </a:ext>
                    </a:extLst>
                  </p14:cNvPr>
                  <p14:cNvContentPartPr/>
                  <p14:nvPr/>
                </p14:nvContentPartPr>
                <p14:xfrm>
                  <a:off x="7672488" y="4434584"/>
                  <a:ext cx="141480" cy="175320"/>
                </p14:xfrm>
              </p:contentPart>
            </mc:Choice>
            <mc:Fallback xmlns=""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8FCA10A1-D736-9E95-F592-ADD27BFE84DD}"/>
                      </a:ext>
                    </a:extLst>
                  </p:cNvPr>
                  <p:cNvPicPr/>
                  <p:nvPr/>
                </p:nvPicPr>
                <p:blipFill>
                  <a:blip r:embed="rId179"/>
                  <a:stretch>
                    <a:fillRect/>
                  </a:stretch>
                </p:blipFill>
                <p:spPr>
                  <a:xfrm>
                    <a:off x="7666368" y="4428464"/>
                    <a:ext cx="153720" cy="18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0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A965435B-1C3C-616B-161C-C02FDB1049A7}"/>
                      </a:ext>
                    </a:extLst>
                  </p14:cNvPr>
                  <p14:cNvContentPartPr/>
                  <p14:nvPr/>
                </p14:nvContentPartPr>
                <p14:xfrm>
                  <a:off x="7864728" y="4313624"/>
                  <a:ext cx="104760" cy="109440"/>
                </p14:xfrm>
              </p:contentPart>
            </mc:Choice>
            <mc:Fallback xmlns=""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F79150CE-FBC1-6344-E021-73300814E01B}"/>
                      </a:ext>
                    </a:extLst>
                  </p:cNvPr>
                  <p:cNvPicPr/>
                  <p:nvPr/>
                </p:nvPicPr>
                <p:blipFill>
                  <a:blip r:embed="rId181"/>
                  <a:stretch>
                    <a:fillRect/>
                  </a:stretch>
                </p:blipFill>
                <p:spPr>
                  <a:xfrm>
                    <a:off x="7858608" y="4307504"/>
                    <a:ext cx="117000" cy="1216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958EB68D-39BA-4E11-C62C-2576A1C34836}"/>
                </a:ext>
              </a:extLst>
            </p:cNvPr>
            <p:cNvGrpSpPr/>
            <p:nvPr/>
          </p:nvGrpSpPr>
          <p:grpSpPr>
            <a:xfrm>
              <a:off x="7308573" y="5526524"/>
              <a:ext cx="189720" cy="207360"/>
              <a:chOff x="8114208" y="4390664"/>
              <a:chExt cx="189720" cy="207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82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FA37E06C-450A-7F2F-ADEF-8D1A4E4EDFEF}"/>
                      </a:ext>
                    </a:extLst>
                  </p14:cNvPr>
                  <p14:cNvContentPartPr/>
                  <p14:nvPr/>
                </p14:nvContentPartPr>
                <p14:xfrm>
                  <a:off x="8114208" y="4449344"/>
                  <a:ext cx="189720" cy="45000"/>
                </p14:xfrm>
              </p:contentPart>
            </mc:Choice>
            <mc:Fallback xmlns=""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06412BF4-4F2B-E315-AF6A-CC41972F54CF}"/>
                      </a:ext>
                    </a:extLst>
                  </p:cNvPr>
                  <p:cNvPicPr/>
                  <p:nvPr/>
                </p:nvPicPr>
                <p:blipFill>
                  <a:blip r:embed="rId183"/>
                  <a:stretch>
                    <a:fillRect/>
                  </a:stretch>
                </p:blipFill>
                <p:spPr>
                  <a:xfrm>
                    <a:off x="8108088" y="4443224"/>
                    <a:ext cx="201960" cy="57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4">
                <p14:nvContentPartPr>
                  <p14:cNvPr id="122" name="Ink 121">
                    <a:extLst>
                      <a:ext uri="{FF2B5EF4-FFF2-40B4-BE49-F238E27FC236}">
                        <a16:creationId xmlns:a16="http://schemas.microsoft.com/office/drawing/2014/main" id="{61EAA1C1-D728-DB61-F6A5-12B55909602F}"/>
                      </a:ext>
                    </a:extLst>
                  </p14:cNvPr>
                  <p14:cNvContentPartPr/>
                  <p14:nvPr/>
                </p14:nvContentPartPr>
                <p14:xfrm>
                  <a:off x="8199528" y="4390664"/>
                  <a:ext cx="32040" cy="207360"/>
                </p14:xfrm>
              </p:contentPart>
            </mc:Choice>
            <mc:Fallback xmlns="">
              <p:pic>
                <p:nvPicPr>
                  <p:cNvPr id="122" name="Ink 121">
                    <a:extLst>
                      <a:ext uri="{FF2B5EF4-FFF2-40B4-BE49-F238E27FC236}">
                        <a16:creationId xmlns:a16="http://schemas.microsoft.com/office/drawing/2014/main" id="{44507324-F496-AB9B-1A6A-8D9B1778B93A}"/>
                      </a:ext>
                    </a:extLst>
                  </p:cNvPr>
                  <p:cNvPicPr/>
                  <p:nvPr/>
                </p:nvPicPr>
                <p:blipFill>
                  <a:blip r:embed="rId185"/>
                  <a:stretch>
                    <a:fillRect/>
                  </a:stretch>
                </p:blipFill>
                <p:spPr>
                  <a:xfrm>
                    <a:off x="8193408" y="4384544"/>
                    <a:ext cx="44280" cy="219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ACADC6CE-AF71-9F68-5698-CFEF001653E5}"/>
                </a:ext>
              </a:extLst>
            </p:cNvPr>
            <p:cNvGrpSpPr/>
            <p:nvPr/>
          </p:nvGrpSpPr>
          <p:grpSpPr>
            <a:xfrm>
              <a:off x="7647693" y="5381444"/>
              <a:ext cx="997200" cy="324360"/>
              <a:chOff x="8453328" y="4245584"/>
              <a:chExt cx="997200" cy="324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86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C4975D4B-9E98-640F-B34E-EF36A20CF563}"/>
                      </a:ext>
                    </a:extLst>
                  </p14:cNvPr>
                  <p14:cNvContentPartPr/>
                  <p14:nvPr/>
                </p14:nvContentPartPr>
                <p14:xfrm>
                  <a:off x="8453328" y="4361864"/>
                  <a:ext cx="91080" cy="147960"/>
                </p14:xfrm>
              </p:contentPart>
            </mc:Choice>
            <mc:Fallback xmlns=""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64150979-B2FB-660D-07B2-9648BDAFCDF3}"/>
                      </a:ext>
                    </a:extLst>
                  </p:cNvPr>
                  <p:cNvPicPr/>
                  <p:nvPr/>
                </p:nvPicPr>
                <p:blipFill>
                  <a:blip r:embed="rId187"/>
                  <a:stretch>
                    <a:fillRect/>
                  </a:stretch>
                </p:blipFill>
                <p:spPr>
                  <a:xfrm>
                    <a:off x="8447208" y="4355744"/>
                    <a:ext cx="103320" cy="160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8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3CC15391-DA6E-1CD9-61C1-54418254F6F8}"/>
                      </a:ext>
                    </a:extLst>
                  </p14:cNvPr>
                  <p14:cNvContentPartPr/>
                  <p14:nvPr/>
                </p14:nvContentPartPr>
                <p14:xfrm>
                  <a:off x="8615328" y="4484264"/>
                  <a:ext cx="15840" cy="10440"/>
                </p14:xfrm>
              </p:contentPart>
            </mc:Choice>
            <mc:Fallback xmlns=""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2B94357F-0558-4097-4117-7EDBF5A1A53E}"/>
                      </a:ext>
                    </a:extLst>
                  </p:cNvPr>
                  <p:cNvPicPr/>
                  <p:nvPr/>
                </p:nvPicPr>
                <p:blipFill>
                  <a:blip r:embed="rId189"/>
                  <a:stretch>
                    <a:fillRect/>
                  </a:stretch>
                </p:blipFill>
                <p:spPr>
                  <a:xfrm>
                    <a:off x="8609208" y="4478144"/>
                    <a:ext cx="28080" cy="22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0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C4AE26B2-75E7-16DB-4690-BEE43C0BA064}"/>
                      </a:ext>
                    </a:extLst>
                  </p14:cNvPr>
                  <p14:cNvContentPartPr/>
                  <p14:nvPr/>
                </p14:nvContentPartPr>
                <p14:xfrm>
                  <a:off x="8705688" y="4395344"/>
                  <a:ext cx="144360" cy="174600"/>
                </p14:xfrm>
              </p:contentPart>
            </mc:Choice>
            <mc:Fallback xmlns=""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28CB71F2-1C6D-E013-3571-1003AEB02EA7}"/>
                      </a:ext>
                    </a:extLst>
                  </p:cNvPr>
                  <p:cNvPicPr/>
                  <p:nvPr/>
                </p:nvPicPr>
                <p:blipFill>
                  <a:blip r:embed="rId191"/>
                  <a:stretch>
                    <a:fillRect/>
                  </a:stretch>
                </p:blipFill>
                <p:spPr>
                  <a:xfrm>
                    <a:off x="8699568" y="4389224"/>
                    <a:ext cx="156600" cy="186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2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056C1438-83C5-2A82-8512-9DD1A2B2365E}"/>
                      </a:ext>
                    </a:extLst>
                  </p14:cNvPr>
                  <p14:cNvContentPartPr/>
                  <p14:nvPr/>
                </p14:nvContentPartPr>
                <p14:xfrm>
                  <a:off x="8905488" y="4245584"/>
                  <a:ext cx="90360" cy="195480"/>
                </p14:xfrm>
              </p:contentPart>
            </mc:Choice>
            <mc:Fallback xmlns=""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4D403FD5-550A-03AC-F4E9-02430352D6B2}"/>
                      </a:ext>
                    </a:extLst>
                  </p:cNvPr>
                  <p:cNvPicPr/>
                  <p:nvPr/>
                </p:nvPicPr>
                <p:blipFill>
                  <a:blip r:embed="rId193"/>
                  <a:stretch>
                    <a:fillRect/>
                  </a:stretch>
                </p:blipFill>
                <p:spPr>
                  <a:xfrm>
                    <a:off x="8899368" y="4239464"/>
                    <a:ext cx="102600" cy="207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4">
                <p14:nvContentPartPr>
                  <p14:cNvPr id="127" name="Ink 126">
                    <a:extLst>
                      <a:ext uri="{FF2B5EF4-FFF2-40B4-BE49-F238E27FC236}">
                        <a16:creationId xmlns:a16="http://schemas.microsoft.com/office/drawing/2014/main" id="{D5B6199F-21BA-FAA4-2951-9F5FB8B39277}"/>
                      </a:ext>
                    </a:extLst>
                  </p14:cNvPr>
                  <p14:cNvContentPartPr/>
                  <p14:nvPr/>
                </p14:nvContentPartPr>
                <p14:xfrm>
                  <a:off x="9035808" y="4428104"/>
                  <a:ext cx="200520" cy="46800"/>
                </p14:xfrm>
              </p:contentPart>
            </mc:Choice>
            <mc:Fallback xmlns=""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85C6DF79-92C3-FF61-3D07-D85DB5C11526}"/>
                      </a:ext>
                    </a:extLst>
                  </p:cNvPr>
                  <p:cNvPicPr/>
                  <p:nvPr/>
                </p:nvPicPr>
                <p:blipFill>
                  <a:blip r:embed="rId195"/>
                  <a:stretch>
                    <a:fillRect/>
                  </a:stretch>
                </p:blipFill>
                <p:spPr>
                  <a:xfrm>
                    <a:off x="9029688" y="4421984"/>
                    <a:ext cx="212760" cy="5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6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C8251649-11A7-3F4D-0CFD-48C81B351ABF}"/>
                      </a:ext>
                    </a:extLst>
                  </p14:cNvPr>
                  <p14:cNvContentPartPr/>
                  <p14:nvPr/>
                </p14:nvContentPartPr>
                <p14:xfrm>
                  <a:off x="9138768" y="4338824"/>
                  <a:ext cx="42840" cy="204840"/>
                </p14:xfrm>
              </p:contentPart>
            </mc:Choice>
            <mc:Fallback xmlns=""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FC6345B7-B712-4DAA-91BC-C9EC894FE11E}"/>
                      </a:ext>
                    </a:extLst>
                  </p:cNvPr>
                  <p:cNvPicPr/>
                  <p:nvPr/>
                </p:nvPicPr>
                <p:blipFill>
                  <a:blip r:embed="rId197"/>
                  <a:stretch>
                    <a:fillRect/>
                  </a:stretch>
                </p:blipFill>
                <p:spPr>
                  <a:xfrm>
                    <a:off x="9132648" y="4332704"/>
                    <a:ext cx="55080" cy="217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8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065CDCEB-119D-839D-8529-E26318C67078}"/>
                      </a:ext>
                    </a:extLst>
                  </p14:cNvPr>
                  <p14:cNvContentPartPr/>
                  <p14:nvPr/>
                </p14:nvContentPartPr>
                <p14:xfrm>
                  <a:off x="9353328" y="4335944"/>
                  <a:ext cx="16560" cy="202320"/>
                </p14:xfrm>
              </p:contentPart>
            </mc:Choice>
            <mc:Fallback xmlns=""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FF18E1E0-AB7F-7E3F-4488-0952708C9309}"/>
                      </a:ext>
                    </a:extLst>
                  </p:cNvPr>
                  <p:cNvPicPr/>
                  <p:nvPr/>
                </p:nvPicPr>
                <p:blipFill>
                  <a:blip r:embed="rId199"/>
                  <a:stretch>
                    <a:fillRect/>
                  </a:stretch>
                </p:blipFill>
                <p:spPr>
                  <a:xfrm>
                    <a:off x="9347338" y="4329824"/>
                    <a:ext cx="28540" cy="214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0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91F76645-7FAC-BD54-79EA-4EEFBA762B93}"/>
                      </a:ext>
                    </a:extLst>
                  </p14:cNvPr>
                  <p14:cNvContentPartPr/>
                  <p14:nvPr/>
                </p14:nvContentPartPr>
                <p14:xfrm>
                  <a:off x="9437928" y="4487144"/>
                  <a:ext cx="12600" cy="19800"/>
                </p14:xfrm>
              </p:contentPart>
            </mc:Choice>
            <mc:Fallback xmlns=""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14412353-7079-75DA-70E1-9142A72E5A1D}"/>
                      </a:ext>
                    </a:extLst>
                  </p:cNvPr>
                  <p:cNvPicPr/>
                  <p:nvPr/>
                </p:nvPicPr>
                <p:blipFill>
                  <a:blip r:embed="rId201"/>
                  <a:stretch>
                    <a:fillRect/>
                  </a:stretch>
                </p:blipFill>
                <p:spPr>
                  <a:xfrm>
                    <a:off x="9431978" y="4481024"/>
                    <a:ext cx="24500" cy="320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ED1A279-4CE8-D157-2F60-9766C40EC61B}"/>
                </a:ext>
              </a:extLst>
            </p:cNvPr>
            <p:cNvGrpSpPr/>
            <p:nvPr/>
          </p:nvGrpSpPr>
          <p:grpSpPr>
            <a:xfrm>
              <a:off x="8781333" y="5372444"/>
              <a:ext cx="427320" cy="320760"/>
              <a:chOff x="9586968" y="4236584"/>
              <a:chExt cx="427320" cy="320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02">
                <p14:nvContentPartPr>
                  <p14:cNvPr id="131" name="Ink 130">
                    <a:extLst>
                      <a:ext uri="{FF2B5EF4-FFF2-40B4-BE49-F238E27FC236}">
                        <a16:creationId xmlns:a16="http://schemas.microsoft.com/office/drawing/2014/main" id="{747658E1-BC60-3C54-A489-A50064C390D8}"/>
                      </a:ext>
                    </a:extLst>
                  </p14:cNvPr>
                  <p14:cNvContentPartPr/>
                  <p14:nvPr/>
                </p14:nvContentPartPr>
                <p14:xfrm>
                  <a:off x="9586968" y="4400744"/>
                  <a:ext cx="180720" cy="156600"/>
                </p14:xfrm>
              </p:contentPart>
            </mc:Choice>
            <mc:Fallback xmlns=""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46D8E13F-3928-A0A6-4625-4ED11B524BCA}"/>
                      </a:ext>
                    </a:extLst>
                  </p:cNvPr>
                  <p:cNvPicPr/>
                  <p:nvPr/>
                </p:nvPicPr>
                <p:blipFill>
                  <a:blip r:embed="rId203"/>
                  <a:stretch>
                    <a:fillRect/>
                  </a:stretch>
                </p:blipFill>
                <p:spPr>
                  <a:xfrm>
                    <a:off x="9580848" y="4394624"/>
                    <a:ext cx="192960" cy="168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4">
                <p14:nvContentPartPr>
                  <p14:cNvPr id="132" name="Ink 131">
                    <a:extLst>
                      <a:ext uri="{FF2B5EF4-FFF2-40B4-BE49-F238E27FC236}">
                        <a16:creationId xmlns:a16="http://schemas.microsoft.com/office/drawing/2014/main" id="{B348904F-73C5-53D7-E780-8BDB94016146}"/>
                      </a:ext>
                    </a:extLst>
                  </p14:cNvPr>
                  <p14:cNvContentPartPr/>
                  <p14:nvPr/>
                </p14:nvContentPartPr>
                <p14:xfrm>
                  <a:off x="9806928" y="4261784"/>
                  <a:ext cx="207360" cy="123840"/>
                </p14:xfrm>
              </p:contentPart>
            </mc:Choice>
            <mc:Fallback xmlns="">
              <p:pic>
                <p:nvPicPr>
                  <p:cNvPr id="132" name="Ink 131">
                    <a:extLst>
                      <a:ext uri="{FF2B5EF4-FFF2-40B4-BE49-F238E27FC236}">
                        <a16:creationId xmlns:a16="http://schemas.microsoft.com/office/drawing/2014/main" id="{FDC9C303-71C3-FEBE-BF4B-399DADAB196B}"/>
                      </a:ext>
                    </a:extLst>
                  </p:cNvPr>
                  <p:cNvPicPr/>
                  <p:nvPr/>
                </p:nvPicPr>
                <p:blipFill>
                  <a:blip r:embed="rId205"/>
                  <a:stretch>
                    <a:fillRect/>
                  </a:stretch>
                </p:blipFill>
                <p:spPr>
                  <a:xfrm>
                    <a:off x="9800808" y="4255682"/>
                    <a:ext cx="219600" cy="13604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6">
                <p14:nvContentPartPr>
                  <p14:cNvPr id="133" name="Ink 132">
                    <a:extLst>
                      <a:ext uri="{FF2B5EF4-FFF2-40B4-BE49-F238E27FC236}">
                        <a16:creationId xmlns:a16="http://schemas.microsoft.com/office/drawing/2014/main" id="{D3BE860D-84DB-A1AB-5851-964E9544B813}"/>
                      </a:ext>
                    </a:extLst>
                  </p14:cNvPr>
                  <p14:cNvContentPartPr/>
                  <p14:nvPr/>
                </p14:nvContentPartPr>
                <p14:xfrm>
                  <a:off x="9888648" y="4236584"/>
                  <a:ext cx="92520" cy="248040"/>
                </p14:xfrm>
              </p:contentPart>
            </mc:Choice>
            <mc:Fallback xmlns="">
              <p:pic>
                <p:nvPicPr>
                  <p:cNvPr id="133" name="Ink 132">
                    <a:extLst>
                      <a:ext uri="{FF2B5EF4-FFF2-40B4-BE49-F238E27FC236}">
                        <a16:creationId xmlns:a16="http://schemas.microsoft.com/office/drawing/2014/main" id="{C083A28F-B4FD-C40D-AFF3-2832F204DA7E}"/>
                      </a:ext>
                    </a:extLst>
                  </p:cNvPr>
                  <p:cNvPicPr/>
                  <p:nvPr/>
                </p:nvPicPr>
                <p:blipFill>
                  <a:blip r:embed="rId207"/>
                  <a:stretch>
                    <a:fillRect/>
                  </a:stretch>
                </p:blipFill>
                <p:spPr>
                  <a:xfrm>
                    <a:off x="9882528" y="4230464"/>
                    <a:ext cx="104760" cy="2602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6C3EA288-50A9-3592-168C-8CA4D9D7AC74}"/>
                </a:ext>
              </a:extLst>
            </p:cNvPr>
            <p:cNvGrpSpPr/>
            <p:nvPr/>
          </p:nvGrpSpPr>
          <p:grpSpPr>
            <a:xfrm>
              <a:off x="9372194" y="5467664"/>
              <a:ext cx="961920" cy="248400"/>
              <a:chOff x="5529048" y="5755784"/>
              <a:chExt cx="961920" cy="248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08">
                <p14:nvContentPartPr>
                  <p14:cNvPr id="154" name="Ink 153">
                    <a:extLst>
                      <a:ext uri="{FF2B5EF4-FFF2-40B4-BE49-F238E27FC236}">
                        <a16:creationId xmlns:a16="http://schemas.microsoft.com/office/drawing/2014/main" id="{46F98CBE-2508-C8A1-53B7-63F9750A23A3}"/>
                      </a:ext>
                    </a:extLst>
                  </p14:cNvPr>
                  <p14:cNvContentPartPr/>
                  <p14:nvPr/>
                </p14:nvContentPartPr>
                <p14:xfrm>
                  <a:off x="5529048" y="5912024"/>
                  <a:ext cx="182520" cy="12960"/>
                </p14:xfrm>
              </p:contentPart>
            </mc:Choice>
            <mc:Fallback xmlns="">
              <p:pic>
                <p:nvPicPr>
                  <p:cNvPr id="154" name="Ink 153">
                    <a:extLst>
                      <a:ext uri="{FF2B5EF4-FFF2-40B4-BE49-F238E27FC236}">
                        <a16:creationId xmlns:a16="http://schemas.microsoft.com/office/drawing/2014/main" id="{35AC42DE-466D-62B9-BAB6-17B5E8493DF6}"/>
                      </a:ext>
                    </a:extLst>
                  </p:cNvPr>
                  <p:cNvPicPr/>
                  <p:nvPr/>
                </p:nvPicPr>
                <p:blipFill>
                  <a:blip r:embed="rId231"/>
                  <a:stretch>
                    <a:fillRect/>
                  </a:stretch>
                </p:blipFill>
                <p:spPr>
                  <a:xfrm>
                    <a:off x="5522928" y="5905904"/>
                    <a:ext cx="194760" cy="25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2">
                <p14:nvContentPartPr>
                  <p14:cNvPr id="155" name="Ink 154">
                    <a:extLst>
                      <a:ext uri="{FF2B5EF4-FFF2-40B4-BE49-F238E27FC236}">
                        <a16:creationId xmlns:a16="http://schemas.microsoft.com/office/drawing/2014/main" id="{960F44BD-8B92-28AA-600A-5B56606A9830}"/>
                      </a:ext>
                    </a:extLst>
                  </p14:cNvPr>
                  <p14:cNvContentPartPr/>
                  <p14:nvPr/>
                </p14:nvContentPartPr>
                <p14:xfrm>
                  <a:off x="5557488" y="5966384"/>
                  <a:ext cx="185760" cy="37800"/>
                </p14:xfrm>
              </p:contentPart>
            </mc:Choice>
            <mc:Fallback xmlns="">
              <p:pic>
                <p:nvPicPr>
                  <p:cNvPr id="155" name="Ink 154">
                    <a:extLst>
                      <a:ext uri="{FF2B5EF4-FFF2-40B4-BE49-F238E27FC236}">
                        <a16:creationId xmlns:a16="http://schemas.microsoft.com/office/drawing/2014/main" id="{39201E58-6F7F-3189-2C1E-AB364A574911}"/>
                      </a:ext>
                    </a:extLst>
                  </p:cNvPr>
                  <p:cNvPicPr/>
                  <p:nvPr/>
                </p:nvPicPr>
                <p:blipFill>
                  <a:blip r:embed="rId233"/>
                  <a:stretch>
                    <a:fillRect/>
                  </a:stretch>
                </p:blipFill>
                <p:spPr>
                  <a:xfrm>
                    <a:off x="5551380" y="5960264"/>
                    <a:ext cx="197976" cy="50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4">
                <p14:nvContentPartPr>
                  <p14:cNvPr id="158" name="Ink 157">
                    <a:extLst>
                      <a:ext uri="{FF2B5EF4-FFF2-40B4-BE49-F238E27FC236}">
                        <a16:creationId xmlns:a16="http://schemas.microsoft.com/office/drawing/2014/main" id="{84F167E1-E86C-8E53-F97E-400808BAFF19}"/>
                      </a:ext>
                    </a:extLst>
                  </p14:cNvPr>
                  <p14:cNvContentPartPr/>
                  <p14:nvPr/>
                </p14:nvContentPartPr>
                <p14:xfrm>
                  <a:off x="5883288" y="5755784"/>
                  <a:ext cx="199440" cy="198000"/>
                </p14:xfrm>
              </p:contentPart>
            </mc:Choice>
            <mc:Fallback xmlns="">
              <p:pic>
                <p:nvPicPr>
                  <p:cNvPr id="158" name="Ink 157">
                    <a:extLst>
                      <a:ext uri="{FF2B5EF4-FFF2-40B4-BE49-F238E27FC236}">
                        <a16:creationId xmlns:a16="http://schemas.microsoft.com/office/drawing/2014/main" id="{47520FB2-7A86-F579-EE82-788EA424FD38}"/>
                      </a:ext>
                    </a:extLst>
                  </p:cNvPr>
                  <p:cNvPicPr/>
                  <p:nvPr/>
                </p:nvPicPr>
                <p:blipFill>
                  <a:blip r:embed="rId235"/>
                  <a:stretch>
                    <a:fillRect/>
                  </a:stretch>
                </p:blipFill>
                <p:spPr>
                  <a:xfrm>
                    <a:off x="5877168" y="5749664"/>
                    <a:ext cx="211680" cy="210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6">
                <p14:nvContentPartPr>
                  <p14:cNvPr id="160" name="Ink 159">
                    <a:extLst>
                      <a:ext uri="{FF2B5EF4-FFF2-40B4-BE49-F238E27FC236}">
                        <a16:creationId xmlns:a16="http://schemas.microsoft.com/office/drawing/2014/main" id="{85AAF4DA-61F0-A19A-E146-9BEF50CC5A30}"/>
                      </a:ext>
                    </a:extLst>
                  </p14:cNvPr>
                  <p14:cNvContentPartPr/>
                  <p14:nvPr/>
                </p14:nvContentPartPr>
                <p14:xfrm>
                  <a:off x="6238608" y="5766944"/>
                  <a:ext cx="252360" cy="206640"/>
                </p14:xfrm>
              </p:contentPart>
            </mc:Choice>
            <mc:Fallback xmlns="">
              <p:pic>
                <p:nvPicPr>
                  <p:cNvPr id="160" name="Ink 159">
                    <a:extLst>
                      <a:ext uri="{FF2B5EF4-FFF2-40B4-BE49-F238E27FC236}">
                        <a16:creationId xmlns:a16="http://schemas.microsoft.com/office/drawing/2014/main" id="{11219F63-AE1D-BC10-CFE6-9EE39EE7A981}"/>
                      </a:ext>
                    </a:extLst>
                  </p:cNvPr>
                  <p:cNvPicPr/>
                  <p:nvPr/>
                </p:nvPicPr>
                <p:blipFill>
                  <a:blip r:embed="rId237"/>
                  <a:stretch>
                    <a:fillRect/>
                  </a:stretch>
                </p:blipFill>
                <p:spPr>
                  <a:xfrm>
                    <a:off x="6232488" y="5760824"/>
                    <a:ext cx="264600" cy="2188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138827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igital logic gates symbols and truth tables">
            <a:extLst>
              <a:ext uri="{FF2B5EF4-FFF2-40B4-BE49-F238E27FC236}">
                <a16:creationId xmlns:a16="http://schemas.microsoft.com/office/drawing/2014/main" id="{8BC9C950-E5F6-279F-9B2D-BF6BE02D1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61F94A-B48E-24D5-C17A-E63A71DCD3D7}"/>
                  </a:ext>
                </a:extLst>
              </p14:cNvPr>
              <p14:cNvContentPartPr/>
              <p14:nvPr/>
            </p14:nvContentPartPr>
            <p14:xfrm>
              <a:off x="6486648" y="1311944"/>
              <a:ext cx="4150800" cy="5441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61F94A-B48E-24D5-C17A-E63A71DCD3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80528" y="1305824"/>
                <a:ext cx="4163040" cy="54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4CABAF5-1CC8-F683-BCBD-452A837FACBD}"/>
              </a:ext>
            </a:extLst>
          </p:cNvPr>
          <p:cNvGrpSpPr/>
          <p:nvPr/>
        </p:nvGrpSpPr>
        <p:grpSpPr>
          <a:xfrm>
            <a:off x="61368" y="2220944"/>
            <a:ext cx="1307160" cy="657000"/>
            <a:chOff x="61368" y="2220944"/>
            <a:chExt cx="1307160" cy="65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9BE8E92-15C0-4FA8-5402-2C14239D5D9B}"/>
                    </a:ext>
                  </a:extLst>
                </p14:cNvPr>
                <p14:cNvContentPartPr/>
                <p14:nvPr/>
              </p14:nvContentPartPr>
              <p14:xfrm>
                <a:off x="700368" y="2577704"/>
                <a:ext cx="27720" cy="300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9BE8E92-15C0-4FA8-5402-2C14239D5D9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4167" y="2571584"/>
                  <a:ext cx="40121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D02B289-2689-196A-72FE-23A49155E159}"/>
                    </a:ext>
                  </a:extLst>
                </p14:cNvPr>
                <p14:cNvContentPartPr/>
                <p14:nvPr/>
              </p14:nvContentPartPr>
              <p14:xfrm>
                <a:off x="829968" y="2642504"/>
                <a:ext cx="8280" cy="131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D02B289-2689-196A-72FE-23A49155E15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3848" y="2636401"/>
                  <a:ext cx="20520" cy="1432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95A45C8-F4B5-E4D4-F6A3-DB27FBE52AF7}"/>
                    </a:ext>
                  </a:extLst>
                </p14:cNvPr>
                <p14:cNvContentPartPr/>
                <p14:nvPr/>
              </p14:nvContentPartPr>
              <p14:xfrm>
                <a:off x="830688" y="2375024"/>
                <a:ext cx="537840" cy="362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95A45C8-F4B5-E4D4-F6A3-DB27FBE52A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24568" y="2368904"/>
                  <a:ext cx="5500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A99CFF-CF2D-3284-A1DA-FCEB1AE58C88}"/>
                    </a:ext>
                  </a:extLst>
                </p14:cNvPr>
                <p14:cNvContentPartPr/>
                <p14:nvPr/>
              </p14:nvContentPartPr>
              <p14:xfrm>
                <a:off x="1179168" y="2359544"/>
                <a:ext cx="54000" cy="4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A99CFF-CF2D-3284-A1DA-FCEB1AE58C8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73048" y="2353424"/>
                  <a:ext cx="66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F752680-76C3-27DF-B63C-33F570767472}"/>
                    </a:ext>
                  </a:extLst>
                </p14:cNvPr>
                <p14:cNvContentPartPr/>
                <p14:nvPr/>
              </p14:nvContentPartPr>
              <p14:xfrm>
                <a:off x="1028328" y="2230304"/>
                <a:ext cx="159120" cy="144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F752680-76C3-27DF-B63C-33F57076747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2208" y="2224184"/>
                  <a:ext cx="171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A154831-4764-907D-5242-F849F657ACCE}"/>
                    </a:ext>
                  </a:extLst>
                </p14:cNvPr>
                <p14:cNvContentPartPr/>
                <p14:nvPr/>
              </p14:nvContentPartPr>
              <p14:xfrm>
                <a:off x="514248" y="2415704"/>
                <a:ext cx="476280" cy="31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A154831-4764-907D-5242-F849F657ACC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8128" y="2409584"/>
                  <a:ext cx="488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5458383-1256-67E7-A69C-C5E7939A2034}"/>
                    </a:ext>
                  </a:extLst>
                </p14:cNvPr>
                <p14:cNvContentPartPr/>
                <p14:nvPr/>
              </p14:nvContentPartPr>
              <p14:xfrm>
                <a:off x="424968" y="2415704"/>
                <a:ext cx="72000" cy="71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5458383-1256-67E7-A69C-C5E7939A203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8848" y="2409584"/>
                  <a:ext cx="84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8F1E03-F3CA-A907-9FD9-B39C0D0A6A13}"/>
                    </a:ext>
                  </a:extLst>
                </p14:cNvPr>
                <p14:cNvContentPartPr/>
                <p14:nvPr/>
              </p14:nvContentPartPr>
              <p14:xfrm>
                <a:off x="261888" y="2220944"/>
                <a:ext cx="162000" cy="24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8F1E03-F3CA-A907-9FD9-B39C0D0A6A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5768" y="2214824"/>
                  <a:ext cx="1742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BE7D141-A71F-33E3-67F7-57D5D1F45EA6}"/>
                    </a:ext>
                  </a:extLst>
                </p14:cNvPr>
                <p14:cNvContentPartPr/>
                <p14:nvPr/>
              </p14:nvContentPartPr>
              <p14:xfrm>
                <a:off x="84408" y="2487344"/>
                <a:ext cx="170640" cy="19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BE7D141-A71F-33E3-67F7-57D5D1F45EA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288" y="2481224"/>
                  <a:ext cx="182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79229A6-38E3-B2AB-BC09-67CE72A34FE3}"/>
                    </a:ext>
                  </a:extLst>
                </p14:cNvPr>
                <p14:cNvContentPartPr/>
                <p14:nvPr/>
              </p14:nvContentPartPr>
              <p14:xfrm>
                <a:off x="61368" y="2499584"/>
                <a:ext cx="649080" cy="269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79229A6-38E3-B2AB-BC09-67CE72A34FE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248" y="2493456"/>
                  <a:ext cx="661320" cy="28153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0199580-D70D-E21F-79AB-60FB75A44BE1}"/>
              </a:ext>
            </a:extLst>
          </p:cNvPr>
          <p:cNvGrpSpPr/>
          <p:nvPr/>
        </p:nvGrpSpPr>
        <p:grpSpPr>
          <a:xfrm>
            <a:off x="1019328" y="1624784"/>
            <a:ext cx="133920" cy="268560"/>
            <a:chOff x="1019328" y="1624784"/>
            <a:chExt cx="13392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658D59A-03DC-A745-7CA7-201BB7314FE4}"/>
                    </a:ext>
                  </a:extLst>
                </p14:cNvPr>
                <p14:cNvContentPartPr/>
                <p14:nvPr/>
              </p14:nvContentPartPr>
              <p14:xfrm>
                <a:off x="1019328" y="1629464"/>
                <a:ext cx="58320" cy="263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658D59A-03DC-A745-7CA7-201BB7314FE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3208" y="1623344"/>
                  <a:ext cx="705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275914A-5166-003E-ED83-CDC3B38039E5}"/>
                    </a:ext>
                  </a:extLst>
                </p14:cNvPr>
                <p14:cNvContentPartPr/>
                <p14:nvPr/>
              </p14:nvContentPartPr>
              <p14:xfrm>
                <a:off x="1072608" y="1624784"/>
                <a:ext cx="61560" cy="24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275914A-5166-003E-ED83-CDC3B38039E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66452" y="1618664"/>
                  <a:ext cx="73872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FA90669-F441-D3E7-4AB7-0CE07C40C42B}"/>
                    </a:ext>
                  </a:extLst>
                </p14:cNvPr>
                <p14:cNvContentPartPr/>
                <p14:nvPr/>
              </p14:nvContentPartPr>
              <p14:xfrm>
                <a:off x="1054248" y="1782464"/>
                <a:ext cx="99000" cy="10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FA90669-F441-D3E7-4AB7-0CE07C40C42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48128" y="1776344"/>
                  <a:ext cx="11124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E18034-25AA-52BD-D25A-59341263B0CA}"/>
              </a:ext>
            </a:extLst>
          </p:cNvPr>
          <p:cNvGrpSpPr/>
          <p:nvPr/>
        </p:nvGrpSpPr>
        <p:grpSpPr>
          <a:xfrm>
            <a:off x="253248" y="1671944"/>
            <a:ext cx="185400" cy="268560"/>
            <a:chOff x="253248" y="1671944"/>
            <a:chExt cx="18540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26084CF-7106-0131-E67D-35CC2985907C}"/>
                    </a:ext>
                  </a:extLst>
                </p14:cNvPr>
                <p14:cNvContentPartPr/>
                <p14:nvPr/>
              </p14:nvContentPartPr>
              <p14:xfrm>
                <a:off x="263328" y="1733144"/>
                <a:ext cx="14040" cy="172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26084CF-7106-0131-E67D-35CC2985907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7208" y="1727024"/>
                  <a:ext cx="26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89F3C04-2CEC-AB73-4E2F-C2E81A23FCAE}"/>
                    </a:ext>
                  </a:extLst>
                </p14:cNvPr>
                <p14:cNvContentPartPr/>
                <p14:nvPr/>
              </p14:nvContentPartPr>
              <p14:xfrm>
                <a:off x="253248" y="1671944"/>
                <a:ext cx="185400" cy="268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89F3C04-2CEC-AB73-4E2F-C2E81A23FCA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128" y="1665824"/>
                  <a:ext cx="19764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E3F467-368B-CE88-55F5-A79B4A126DD3}"/>
              </a:ext>
            </a:extLst>
          </p:cNvPr>
          <p:cNvGrpSpPr/>
          <p:nvPr/>
        </p:nvGrpSpPr>
        <p:grpSpPr>
          <a:xfrm>
            <a:off x="69288" y="3223184"/>
            <a:ext cx="1209960" cy="1441080"/>
            <a:chOff x="69288" y="3223184"/>
            <a:chExt cx="1209960" cy="144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092752-DE7E-BC88-35D3-04F5DDBA4036}"/>
                    </a:ext>
                  </a:extLst>
                </p14:cNvPr>
                <p14:cNvContentPartPr/>
                <p14:nvPr/>
              </p14:nvContentPartPr>
              <p14:xfrm>
                <a:off x="743568" y="4409024"/>
                <a:ext cx="18000" cy="255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092752-DE7E-BC88-35D3-04F5DDBA403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37448" y="4402904"/>
                  <a:ext cx="302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D08AD56-F4F1-5B9B-1F76-D6CF83DEED2B}"/>
                    </a:ext>
                  </a:extLst>
                </p14:cNvPr>
                <p14:cNvContentPartPr/>
                <p14:nvPr/>
              </p14:nvContentPartPr>
              <p14:xfrm>
                <a:off x="843648" y="4452584"/>
                <a:ext cx="10440" cy="9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D08AD56-F4F1-5B9B-1F76-D6CF83DEED2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37732" y="4446441"/>
                  <a:ext cx="22272" cy="109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C025598-B5E9-9EF8-3555-F9983216218A}"/>
                    </a:ext>
                  </a:extLst>
                </p14:cNvPr>
                <p14:cNvContentPartPr/>
                <p14:nvPr/>
              </p14:nvContentPartPr>
              <p14:xfrm>
                <a:off x="850848" y="3956864"/>
                <a:ext cx="428400" cy="568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C025598-B5E9-9EF8-3555-F9983216218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4728" y="3950744"/>
                  <a:ext cx="44064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9FE531-BDC6-E40D-1F45-B5B9613FCBA1}"/>
                    </a:ext>
                  </a:extLst>
                </p14:cNvPr>
                <p14:cNvContentPartPr/>
                <p14:nvPr/>
              </p14:nvContentPartPr>
              <p14:xfrm>
                <a:off x="422088" y="3500744"/>
                <a:ext cx="542520" cy="470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9FE531-BDC6-E40D-1F45-B5B9613FCBA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5968" y="3494624"/>
                  <a:ext cx="5547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D52BEA4-A30B-7103-B14C-426B3F09B4CC}"/>
                    </a:ext>
                  </a:extLst>
                </p14:cNvPr>
                <p14:cNvContentPartPr/>
                <p14:nvPr/>
              </p14:nvContentPartPr>
              <p14:xfrm>
                <a:off x="100248" y="3712064"/>
                <a:ext cx="278640" cy="36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D52BEA4-A30B-7103-B14C-426B3F09B4C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120" y="3706003"/>
                  <a:ext cx="290896" cy="488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FA833C0-67F3-7399-4FCA-3CB588C5D9D8}"/>
                    </a:ext>
                  </a:extLst>
                </p14:cNvPr>
                <p14:cNvContentPartPr/>
                <p14:nvPr/>
              </p14:nvContentPartPr>
              <p14:xfrm>
                <a:off x="572928" y="4155584"/>
                <a:ext cx="427320" cy="168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FA833C0-67F3-7399-4FCA-3CB588C5D9D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6808" y="4149464"/>
                  <a:ext cx="439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1B318C8-2391-E4F5-EAC0-CABE0A67C199}"/>
                    </a:ext>
                  </a:extLst>
                </p14:cNvPr>
                <p14:cNvContentPartPr/>
                <p14:nvPr/>
              </p14:nvContentPartPr>
              <p14:xfrm>
                <a:off x="141288" y="4313624"/>
                <a:ext cx="376200" cy="35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1B318C8-2391-E4F5-EAC0-CABE0A67C19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35168" y="4307504"/>
                  <a:ext cx="3884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DA415E-F796-409B-3540-9968B7D6C18B}"/>
                    </a:ext>
                  </a:extLst>
                </p14:cNvPr>
                <p14:cNvContentPartPr/>
                <p14:nvPr/>
              </p14:nvContentPartPr>
              <p14:xfrm>
                <a:off x="69288" y="3752024"/>
                <a:ext cx="672480" cy="790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DA415E-F796-409B-3540-9968B7D6C18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3165" y="3745904"/>
                  <a:ext cx="684727" cy="80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E33009C-C324-1481-D981-11155A9F5B37}"/>
                    </a:ext>
                  </a:extLst>
                </p14:cNvPr>
                <p14:cNvContentPartPr/>
                <p14:nvPr/>
              </p14:nvContentPartPr>
              <p14:xfrm>
                <a:off x="636648" y="3223184"/>
                <a:ext cx="129600" cy="230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E33009C-C324-1481-D981-11155A9F5B3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0528" y="3217074"/>
                  <a:ext cx="141840" cy="2429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57D24FA-4FB9-1A19-7941-F6126A5761F5}"/>
                    </a:ext>
                  </a:extLst>
                </p14:cNvPr>
                <p14:cNvContentPartPr/>
                <p14:nvPr/>
              </p14:nvContentPartPr>
              <p14:xfrm>
                <a:off x="660048" y="3943904"/>
                <a:ext cx="153720" cy="21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57D24FA-4FB9-1A19-7941-F6126A5761F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53928" y="3937784"/>
                  <a:ext cx="165960" cy="22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928507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What Is a Transistor? (Definition, How It Works, Example) | Built In">
            <a:extLst>
              <a:ext uri="{FF2B5EF4-FFF2-40B4-BE49-F238E27FC236}">
                <a16:creationId xmlns:a16="http://schemas.microsoft.com/office/drawing/2014/main" id="{51BDFEEB-8445-04D1-62DA-6E9BE0546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5" y="276225"/>
            <a:ext cx="6953250" cy="630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4BD98B7-4BDB-53CA-11E1-30578BD8B5E3}"/>
                  </a:ext>
                </a:extLst>
              </p14:cNvPr>
              <p14:cNvContentPartPr/>
              <p14:nvPr/>
            </p14:nvContentPartPr>
            <p14:xfrm>
              <a:off x="9580848" y="3974864"/>
              <a:ext cx="19440" cy="161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4BD98B7-4BDB-53CA-11E1-30578BD8B5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74728" y="3968744"/>
                <a:ext cx="3168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F05222F-F25C-06B9-CE6E-8D7459A94461}"/>
                  </a:ext>
                </a:extLst>
              </p14:cNvPr>
              <p14:cNvContentPartPr/>
              <p14:nvPr/>
            </p14:nvContentPartPr>
            <p14:xfrm>
              <a:off x="9500928" y="4337384"/>
              <a:ext cx="114120" cy="2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F05222F-F25C-06B9-CE6E-8D7459A944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94808" y="4331264"/>
                <a:ext cx="1263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3173776-DC1A-A8AA-44DA-B5C8DBCFB0BB}"/>
                  </a:ext>
                </a:extLst>
              </p14:cNvPr>
              <p14:cNvContentPartPr/>
              <p14:nvPr/>
            </p14:nvContentPartPr>
            <p14:xfrm>
              <a:off x="8119248" y="4388504"/>
              <a:ext cx="1434960" cy="1788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3173776-DC1A-A8AA-44DA-B5C8DBCFB0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13128" y="4382383"/>
                <a:ext cx="1447200" cy="1800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986027-57FC-8FB5-9079-9612EEF0AAA0}"/>
                  </a:ext>
                </a:extLst>
              </p14:cNvPr>
              <p14:cNvContentPartPr/>
              <p14:nvPr/>
            </p14:nvContentPartPr>
            <p14:xfrm>
              <a:off x="9437928" y="4374824"/>
              <a:ext cx="251640" cy="37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986027-57FC-8FB5-9079-9612EEF0AAA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31808" y="4368762"/>
                <a:ext cx="263880" cy="49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DC1B9C-329B-FD4A-CF67-31B4A39FD3D2}"/>
                  </a:ext>
                </a:extLst>
              </p14:cNvPr>
              <p14:cNvContentPartPr/>
              <p14:nvPr/>
            </p14:nvContentPartPr>
            <p14:xfrm>
              <a:off x="8227968" y="2803784"/>
              <a:ext cx="1337400" cy="1252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DC1B9C-329B-FD4A-CF67-31B4A39FD3D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21850" y="2797664"/>
                <a:ext cx="1349637" cy="12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49A831-FE09-C58D-BB7E-9043EC13A34C}"/>
                  </a:ext>
                </a:extLst>
              </p14:cNvPr>
              <p14:cNvContentPartPr/>
              <p14:nvPr/>
            </p14:nvContentPartPr>
            <p14:xfrm>
              <a:off x="9344688" y="4128944"/>
              <a:ext cx="470520" cy="10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49A831-FE09-C58D-BB7E-9043EC13A34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38568" y="4122824"/>
                <a:ext cx="48276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DC05C464-AE9C-CCB6-0480-DB64CA975711}"/>
              </a:ext>
            </a:extLst>
          </p:cNvPr>
          <p:cNvGrpSpPr/>
          <p:nvPr/>
        </p:nvGrpSpPr>
        <p:grpSpPr>
          <a:xfrm>
            <a:off x="5525448" y="341384"/>
            <a:ext cx="2155320" cy="5317200"/>
            <a:chOff x="5525448" y="341384"/>
            <a:chExt cx="2155320" cy="531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ACC700-70BD-7F26-24E7-5CD2CBB00DA6}"/>
                    </a:ext>
                  </a:extLst>
                </p14:cNvPr>
                <p14:cNvContentPartPr/>
                <p14:nvPr/>
              </p14:nvContentPartPr>
              <p14:xfrm>
                <a:off x="5975448" y="4974584"/>
                <a:ext cx="335880" cy="30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ACC700-70BD-7F26-24E7-5CD2CBB00DA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69328" y="4968464"/>
                  <a:ext cx="348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AEDE1C8-8CF7-2E8F-6AD1-4552126BB45E}"/>
                    </a:ext>
                  </a:extLst>
                </p14:cNvPr>
                <p14:cNvContentPartPr/>
                <p14:nvPr/>
              </p14:nvContentPartPr>
              <p14:xfrm>
                <a:off x="6281808" y="4897904"/>
                <a:ext cx="149760" cy="149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AEDE1C8-8CF7-2E8F-6AD1-4552126BB45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75688" y="4891784"/>
                  <a:ext cx="1620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D648E75-2B0D-E52E-BEFB-7392A7BE7335}"/>
                    </a:ext>
                  </a:extLst>
                </p14:cNvPr>
                <p14:cNvContentPartPr/>
                <p14:nvPr/>
              </p14:nvContentPartPr>
              <p14:xfrm>
                <a:off x="5525448" y="5348624"/>
                <a:ext cx="122400" cy="185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D648E75-2B0D-E52E-BEFB-7392A7BE73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19328" y="5342504"/>
                  <a:ext cx="1346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86DBC28-6EB9-C5B1-855F-D15638C01CD9}"/>
                    </a:ext>
                  </a:extLst>
                </p14:cNvPr>
                <p14:cNvContentPartPr/>
                <p14:nvPr/>
              </p14:nvContentPartPr>
              <p14:xfrm>
                <a:off x="5683128" y="5381384"/>
                <a:ext cx="91440" cy="132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86DBC28-6EB9-C5B1-855F-D15638C01CD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77008" y="5375264"/>
                  <a:ext cx="103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F34906D-B49C-6ACC-C197-E01D530864D8}"/>
                    </a:ext>
                  </a:extLst>
                </p14:cNvPr>
                <p14:cNvContentPartPr/>
                <p14:nvPr/>
              </p14:nvContentPartPr>
              <p14:xfrm>
                <a:off x="5782488" y="5379944"/>
                <a:ext cx="81360" cy="89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F34906D-B49C-6ACC-C197-E01D530864D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76341" y="5373824"/>
                  <a:ext cx="93654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AD1A34F-9BC3-E49C-9D66-0D8FB9279AC2}"/>
                    </a:ext>
                  </a:extLst>
                </p14:cNvPr>
                <p14:cNvContentPartPr/>
                <p14:nvPr/>
              </p14:nvContentPartPr>
              <p14:xfrm>
                <a:off x="5894808" y="5248544"/>
                <a:ext cx="188280" cy="232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AD1A34F-9BC3-E49C-9D66-0D8FB9279AC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88688" y="5242424"/>
                  <a:ext cx="2005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2E12CA1-6906-DEC1-DF36-69EBD1E3960E}"/>
                    </a:ext>
                  </a:extLst>
                </p14:cNvPr>
                <p14:cNvContentPartPr/>
                <p14:nvPr/>
              </p14:nvContentPartPr>
              <p14:xfrm>
                <a:off x="6115848" y="5253584"/>
                <a:ext cx="12600" cy="239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2E12CA1-6906-DEC1-DF36-69EBD1E3960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09728" y="5247473"/>
                  <a:ext cx="24840" cy="2519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850AC09-1FEB-E742-2CDD-07B701701E69}"/>
                    </a:ext>
                  </a:extLst>
                </p14:cNvPr>
                <p14:cNvContentPartPr/>
                <p14:nvPr/>
              </p14:nvContentPartPr>
              <p14:xfrm>
                <a:off x="6445608" y="5320544"/>
                <a:ext cx="88200" cy="176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50AC09-1FEB-E742-2CDD-07B701701E6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39513" y="5314424"/>
                  <a:ext cx="10039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DF9F77-B47F-6F04-055A-334699D53437}"/>
                    </a:ext>
                  </a:extLst>
                </p14:cNvPr>
                <p14:cNvContentPartPr/>
                <p14:nvPr/>
              </p14:nvContentPartPr>
              <p14:xfrm>
                <a:off x="6561168" y="5388944"/>
                <a:ext cx="57600" cy="68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DF9F77-B47F-6F04-055A-334699D5343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55010" y="5382792"/>
                  <a:ext cx="69917" cy="8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1906AA9-6BD2-7690-8752-24846E647FE1}"/>
                    </a:ext>
                  </a:extLst>
                </p14:cNvPr>
                <p14:cNvContentPartPr/>
                <p14:nvPr/>
              </p14:nvContentPartPr>
              <p14:xfrm>
                <a:off x="6650808" y="5261504"/>
                <a:ext cx="29160" cy="238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1906AA9-6BD2-7690-8752-24846E647FE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44688" y="5255384"/>
                  <a:ext cx="414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B3D755-E493-BDFD-0B75-D57A2178BFD6}"/>
                    </a:ext>
                  </a:extLst>
                </p14:cNvPr>
                <p14:cNvContentPartPr/>
                <p14:nvPr/>
              </p14:nvContentPartPr>
              <p14:xfrm>
                <a:off x="6691128" y="5270504"/>
                <a:ext cx="185040" cy="224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0B3D755-E493-BDFD-0B75-D57A2178BFD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84996" y="5264384"/>
                  <a:ext cx="197304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D8B783A-9086-1143-BFA3-820DAD539808}"/>
                    </a:ext>
                  </a:extLst>
                </p14:cNvPr>
                <p14:cNvContentPartPr/>
                <p14:nvPr/>
              </p14:nvContentPartPr>
              <p14:xfrm>
                <a:off x="6853488" y="5402264"/>
                <a:ext cx="89280" cy="256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D8B783A-9086-1143-BFA3-820DAD53980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47368" y="5396144"/>
                  <a:ext cx="101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E69C02-BC5F-FCDB-4DB4-B4F733BFE527}"/>
                    </a:ext>
                  </a:extLst>
                </p14:cNvPr>
                <p14:cNvContentPartPr/>
                <p14:nvPr/>
              </p14:nvContentPartPr>
              <p14:xfrm>
                <a:off x="6970848" y="5392544"/>
                <a:ext cx="127080" cy="155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E69C02-BC5F-FCDB-4DB4-B4F733BFE52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964728" y="5386410"/>
                  <a:ext cx="139320" cy="1681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70CF319-FECA-5678-9F1F-F569619FBEBF}"/>
                    </a:ext>
                  </a:extLst>
                </p14:cNvPr>
                <p14:cNvContentPartPr/>
                <p14:nvPr/>
              </p14:nvContentPartPr>
              <p14:xfrm>
                <a:off x="6595368" y="2130944"/>
                <a:ext cx="58320" cy="2656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0CF319-FECA-5678-9F1F-F569619FBEB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89248" y="2124823"/>
                  <a:ext cx="70560" cy="26683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08A5421-B326-67EB-98C0-50989AD2D76E}"/>
                    </a:ext>
                  </a:extLst>
                </p14:cNvPr>
                <p14:cNvContentPartPr/>
                <p14:nvPr/>
              </p14:nvContentPartPr>
              <p14:xfrm>
                <a:off x="6551088" y="2092784"/>
                <a:ext cx="955800" cy="60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08A5421-B326-67EB-98C0-50989AD2D76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44968" y="2086664"/>
                  <a:ext cx="968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ADCCAC2-1860-C4CE-D5CD-089C1759F44D}"/>
                    </a:ext>
                  </a:extLst>
                </p14:cNvPr>
                <p14:cNvContentPartPr/>
                <p14:nvPr/>
              </p14:nvContentPartPr>
              <p14:xfrm>
                <a:off x="6531648" y="864464"/>
                <a:ext cx="696240" cy="1370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ADCCAC2-1860-C4CE-D5CD-089C1759F44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25531" y="858344"/>
                  <a:ext cx="708474" cy="13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903524-C044-1FA1-9E23-B020B36825BE}"/>
                    </a:ext>
                  </a:extLst>
                </p14:cNvPr>
                <p14:cNvContentPartPr/>
                <p14:nvPr/>
              </p14:nvContentPartPr>
              <p14:xfrm>
                <a:off x="6548568" y="463064"/>
                <a:ext cx="57240" cy="701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903524-C044-1FA1-9E23-B020B36825B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542448" y="456944"/>
                  <a:ext cx="6948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5EF7CB-53DF-99BE-54D9-71BD5191F3E2}"/>
                    </a:ext>
                  </a:extLst>
                </p14:cNvPr>
                <p14:cNvContentPartPr/>
                <p14:nvPr/>
              </p14:nvContentPartPr>
              <p14:xfrm>
                <a:off x="6503208" y="458744"/>
                <a:ext cx="727200" cy="20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5EF7CB-53DF-99BE-54D9-71BD5191F3E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497088" y="452624"/>
                  <a:ext cx="739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3F9012-FB89-EACF-071A-144A7BC56E7D}"/>
                    </a:ext>
                  </a:extLst>
                </p14:cNvPr>
                <p14:cNvContentPartPr/>
                <p14:nvPr/>
              </p14:nvContentPartPr>
              <p14:xfrm>
                <a:off x="6567648" y="1631264"/>
                <a:ext cx="709920" cy="42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3F9012-FB89-EACF-071A-144A7BC56E7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561528" y="1625144"/>
                  <a:ext cx="722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86C3E0-1EC5-AD9F-D11A-A7D1A714B53D}"/>
                    </a:ext>
                  </a:extLst>
                </p14:cNvPr>
                <p14:cNvContentPartPr/>
                <p14:nvPr/>
              </p14:nvContentPartPr>
              <p14:xfrm>
                <a:off x="7448568" y="2089184"/>
                <a:ext cx="232200" cy="209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86C3E0-1EC5-AD9F-D11A-A7D1A714B5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442448" y="2083064"/>
                  <a:ext cx="244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7F38244-5875-441C-CA2B-774327C029F3}"/>
                    </a:ext>
                  </a:extLst>
                </p14:cNvPr>
                <p14:cNvContentPartPr/>
                <p14:nvPr/>
              </p14:nvContentPartPr>
              <p14:xfrm>
                <a:off x="7286568" y="1556744"/>
                <a:ext cx="177120" cy="234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7F38244-5875-441C-CA2B-774327C029F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280448" y="1550624"/>
                  <a:ext cx="189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B613099-9948-E23A-CCA6-AE885B9B1415}"/>
                    </a:ext>
                  </a:extLst>
                </p14:cNvPr>
                <p14:cNvContentPartPr/>
                <p14:nvPr/>
              </p14:nvContentPartPr>
              <p14:xfrm>
                <a:off x="7216008" y="819824"/>
                <a:ext cx="186120" cy="222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B613099-9948-E23A-CCA6-AE885B9B141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09888" y="813704"/>
                  <a:ext cx="1983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FCD934F-D887-FB87-850A-9E3E0A710825}"/>
                    </a:ext>
                  </a:extLst>
                </p14:cNvPr>
                <p14:cNvContentPartPr/>
                <p14:nvPr/>
              </p14:nvContentPartPr>
              <p14:xfrm>
                <a:off x="7219248" y="341384"/>
                <a:ext cx="227880" cy="325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FCD934F-D887-FB87-850A-9E3E0A71082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13128" y="335264"/>
                  <a:ext cx="240120" cy="337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607179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nd gate 1">
            <a:extLst>
              <a:ext uri="{FF2B5EF4-FFF2-40B4-BE49-F238E27FC236}">
                <a16:creationId xmlns:a16="http://schemas.microsoft.com/office/drawing/2014/main" id="{69B6C594-F262-6414-3BE5-DA0486B9E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5D44F5B-D546-32A3-D49A-F794332586A8}"/>
                  </a:ext>
                </a:extLst>
              </p14:cNvPr>
              <p14:cNvContentPartPr/>
              <p14:nvPr/>
            </p14:nvContentPartPr>
            <p14:xfrm>
              <a:off x="8193408" y="1788944"/>
              <a:ext cx="27360" cy="259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5D44F5B-D546-32A3-D49A-F794332586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87288" y="1782824"/>
                <a:ext cx="396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D3470E2-36C9-BE75-7535-21FE535F3CBA}"/>
                  </a:ext>
                </a:extLst>
              </p14:cNvPr>
              <p14:cNvContentPartPr/>
              <p14:nvPr/>
            </p14:nvContentPartPr>
            <p14:xfrm>
              <a:off x="8019888" y="1801184"/>
              <a:ext cx="20160" cy="246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D3470E2-36C9-BE75-7535-21FE535F3CB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13875" y="1795064"/>
                <a:ext cx="32185" cy="25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51563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nd gate 2">
            <a:extLst>
              <a:ext uri="{FF2B5EF4-FFF2-40B4-BE49-F238E27FC236}">
                <a16:creationId xmlns:a16="http://schemas.microsoft.com/office/drawing/2014/main" id="{95ABF994-B267-C94B-7E33-2D39C3424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91E5126-D67D-BAE5-570E-55E9D4A6C902}"/>
                  </a:ext>
                </a:extLst>
              </p14:cNvPr>
              <p14:cNvContentPartPr/>
              <p14:nvPr/>
            </p14:nvContentPartPr>
            <p14:xfrm>
              <a:off x="7132848" y="1223024"/>
              <a:ext cx="38160" cy="356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91E5126-D67D-BAE5-570E-55E9D4A6C9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26728" y="1216904"/>
                <a:ext cx="50400" cy="36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CCEEDA20-C683-7C89-84C9-C0678493ABA9}"/>
              </a:ext>
            </a:extLst>
          </p:cNvPr>
          <p:cNvGrpSpPr/>
          <p:nvPr/>
        </p:nvGrpSpPr>
        <p:grpSpPr>
          <a:xfrm>
            <a:off x="8092608" y="5438624"/>
            <a:ext cx="3209760" cy="1137600"/>
            <a:chOff x="8092608" y="5438624"/>
            <a:chExt cx="3209760" cy="11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C64AB4B-1D0F-C353-EA37-11AA89FC9172}"/>
                    </a:ext>
                  </a:extLst>
                </p14:cNvPr>
                <p14:cNvContentPartPr/>
                <p14:nvPr/>
              </p14:nvContentPartPr>
              <p14:xfrm>
                <a:off x="8092608" y="6379664"/>
                <a:ext cx="106920" cy="156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C64AB4B-1D0F-C353-EA37-11AA89FC917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86467" y="6373544"/>
                  <a:ext cx="119201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A8A85E5-6C08-19A2-BD64-DD16AD1FE066}"/>
                    </a:ext>
                  </a:extLst>
                </p14:cNvPr>
                <p14:cNvContentPartPr/>
                <p14:nvPr/>
              </p14:nvContentPartPr>
              <p14:xfrm>
                <a:off x="8209608" y="6417104"/>
                <a:ext cx="211320" cy="149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A8A85E5-6C08-19A2-BD64-DD16AD1FE06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03488" y="6410984"/>
                  <a:ext cx="2235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CE95309-BD1C-DFD1-1995-31A071AB61E4}"/>
                    </a:ext>
                  </a:extLst>
                </p14:cNvPr>
                <p14:cNvContentPartPr/>
                <p14:nvPr/>
              </p14:nvContentPartPr>
              <p14:xfrm>
                <a:off x="8429568" y="6411344"/>
                <a:ext cx="16560" cy="117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CE95309-BD1C-DFD1-1995-31A071AB61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423448" y="6405224"/>
                  <a:ext cx="288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6FF634-FFE4-2C8B-0442-7D86E42772D5}"/>
                    </a:ext>
                  </a:extLst>
                </p14:cNvPr>
                <p14:cNvContentPartPr/>
                <p14:nvPr/>
              </p14:nvContentPartPr>
              <p14:xfrm>
                <a:off x="8428128" y="6354824"/>
                <a:ext cx="7200" cy="2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6FF634-FFE4-2C8B-0442-7D86E42772D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22008" y="6348704"/>
                  <a:ext cx="19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A8D1C6-9B75-DC84-703A-9DE208A33E1D}"/>
                    </a:ext>
                  </a:extLst>
                </p14:cNvPr>
                <p14:cNvContentPartPr/>
                <p14:nvPr/>
              </p14:nvContentPartPr>
              <p14:xfrm>
                <a:off x="8486808" y="6297944"/>
                <a:ext cx="317160" cy="278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A8D1C6-9B75-DC84-703A-9DE208A33E1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80688" y="6291824"/>
                  <a:ext cx="329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7438B31-38A1-EB56-2E71-7785329209D0}"/>
                    </a:ext>
                  </a:extLst>
                </p14:cNvPr>
                <p14:cNvContentPartPr/>
                <p14:nvPr/>
              </p14:nvContentPartPr>
              <p14:xfrm>
                <a:off x="8861208" y="5979704"/>
                <a:ext cx="342720" cy="304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7438B31-38A1-EB56-2E71-7785329209D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55088" y="5973577"/>
                  <a:ext cx="354960" cy="3164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6B808D-C14A-E39D-C842-F6ECBF51D659}"/>
                    </a:ext>
                  </a:extLst>
                </p14:cNvPr>
                <p14:cNvContentPartPr/>
                <p14:nvPr/>
              </p14:nvContentPartPr>
              <p14:xfrm>
                <a:off x="9248568" y="5681984"/>
                <a:ext cx="305280" cy="234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6B808D-C14A-E39D-C842-F6ECBF51D65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242448" y="5675864"/>
                  <a:ext cx="317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84A1B6-7C14-F427-827C-64FDF9D99F81}"/>
                    </a:ext>
                  </a:extLst>
                </p14:cNvPr>
                <p14:cNvContentPartPr/>
                <p14:nvPr/>
              </p14:nvContentPartPr>
              <p14:xfrm>
                <a:off x="9605688" y="5666144"/>
                <a:ext cx="94680" cy="167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84A1B6-7C14-F427-827C-64FDF9D99F8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599591" y="5660024"/>
                  <a:ext cx="106874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515F4AD-F5D0-CC0D-28D0-4E59EB68EE6F}"/>
                    </a:ext>
                  </a:extLst>
                </p14:cNvPr>
                <p14:cNvContentPartPr/>
                <p14:nvPr/>
              </p14:nvContentPartPr>
              <p14:xfrm>
                <a:off x="9730248" y="5658584"/>
                <a:ext cx="259920" cy="201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515F4AD-F5D0-CC0D-28D0-4E59EB68EE6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24128" y="5652464"/>
                  <a:ext cx="2721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D7B2EE4-9E24-8C90-3AC5-84BE73909803}"/>
                    </a:ext>
                  </a:extLst>
                </p14:cNvPr>
                <p14:cNvContentPartPr/>
                <p14:nvPr/>
              </p14:nvContentPartPr>
              <p14:xfrm>
                <a:off x="10079088" y="5438624"/>
                <a:ext cx="200880" cy="541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D7B2EE4-9E24-8C90-3AC5-84BE7390980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072968" y="5432504"/>
                  <a:ext cx="21312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93212CC-A7D5-052D-CE2C-423EDC125FF5}"/>
                    </a:ext>
                  </a:extLst>
                </p14:cNvPr>
                <p14:cNvContentPartPr/>
                <p14:nvPr/>
              </p14:nvContentPartPr>
              <p14:xfrm>
                <a:off x="10253328" y="5529704"/>
                <a:ext cx="86040" cy="341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93212CC-A7D5-052D-CE2C-423EDC125FF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47208" y="5523590"/>
                  <a:ext cx="98280" cy="3535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6231EC-09C0-93DE-66B2-482F2C7DACD4}"/>
                    </a:ext>
                  </a:extLst>
                </p14:cNvPr>
                <p14:cNvContentPartPr/>
                <p14:nvPr/>
              </p14:nvContentPartPr>
              <p14:xfrm>
                <a:off x="10315248" y="5677664"/>
                <a:ext cx="359640" cy="351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6231EC-09C0-93DE-66B2-482F2C7DACD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09128" y="5671538"/>
                  <a:ext cx="371880" cy="3636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5815195-B485-5A22-441A-A72B3463CBB5}"/>
                    </a:ext>
                  </a:extLst>
                </p14:cNvPr>
                <p14:cNvContentPartPr/>
                <p14:nvPr/>
              </p14:nvContentPartPr>
              <p14:xfrm>
                <a:off x="10745808" y="5575424"/>
                <a:ext cx="213840" cy="290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5815195-B485-5A22-441A-A72B3463CBB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739698" y="5569304"/>
                  <a:ext cx="226059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13034B6-7B0C-E054-9A87-ED5A877C4B05}"/>
                    </a:ext>
                  </a:extLst>
                </p14:cNvPr>
                <p14:cNvContentPartPr/>
                <p14:nvPr/>
              </p14:nvContentPartPr>
              <p14:xfrm>
                <a:off x="11001408" y="5610704"/>
                <a:ext cx="300960" cy="294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13034B6-7B0C-E054-9A87-ED5A877C4B0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995288" y="5604584"/>
                  <a:ext cx="313200" cy="30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252037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4264E-BB1F-0BB6-F7C2-58C1B274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AND gate</a:t>
            </a:r>
          </a:p>
        </p:txBody>
      </p:sp>
      <p:pic>
        <p:nvPicPr>
          <p:cNvPr id="4100" name="Picture 4" descr="or gate 1">
            <a:extLst>
              <a:ext uri="{FF2B5EF4-FFF2-40B4-BE49-F238E27FC236}">
                <a16:creationId xmlns:a16="http://schemas.microsoft.com/office/drawing/2014/main" id="{F24C001E-005A-E114-DF74-4663425FE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8348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xor gate 1">
            <a:extLst>
              <a:ext uri="{FF2B5EF4-FFF2-40B4-BE49-F238E27FC236}">
                <a16:creationId xmlns:a16="http://schemas.microsoft.com/office/drawing/2014/main" id="{A6BF3F88-FE21-85A4-2314-3D4B43018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709EC0-3398-9FF8-F641-50FD5FC394F1}"/>
                  </a:ext>
                </a:extLst>
              </p14:cNvPr>
              <p14:cNvContentPartPr/>
              <p14:nvPr/>
            </p14:nvContentPartPr>
            <p14:xfrm>
              <a:off x="1554648" y="4261424"/>
              <a:ext cx="1839600" cy="206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709EC0-3398-9FF8-F641-50FD5FC394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8528" y="4255304"/>
                <a:ext cx="1851840" cy="21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56655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alf adder built on a breadboard">
            <a:extLst>
              <a:ext uri="{FF2B5EF4-FFF2-40B4-BE49-F238E27FC236}">
                <a16:creationId xmlns:a16="http://schemas.microsoft.com/office/drawing/2014/main" id="{86198362-5243-F27B-B67A-77BACA2F5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0152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A1F17-46AE-B41F-AB2B-04AA8D63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0+0=00</a:t>
            </a:r>
          </a:p>
        </p:txBody>
      </p:sp>
      <p:pic>
        <p:nvPicPr>
          <p:cNvPr id="4" name="Google Shape;739;p16">
            <a:extLst>
              <a:ext uri="{FF2B5EF4-FFF2-40B4-BE49-F238E27FC236}">
                <a16:creationId xmlns:a16="http://schemas.microsoft.com/office/drawing/2014/main" id="{A2D9664B-F7F6-6B89-961D-677B42B7E1D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3512344" y="829469"/>
            <a:ext cx="5167312" cy="6889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E7DAFEA-0E42-62A5-5A47-5FC09E8EA540}"/>
              </a:ext>
            </a:extLst>
          </p:cNvPr>
          <p:cNvGrpSpPr/>
          <p:nvPr/>
        </p:nvGrpSpPr>
        <p:grpSpPr>
          <a:xfrm>
            <a:off x="1209768" y="2996384"/>
            <a:ext cx="3052440" cy="895320"/>
            <a:chOff x="1209768" y="2996384"/>
            <a:chExt cx="3052440" cy="8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C91C03-7F63-F20D-1FF0-17548AA190A5}"/>
                    </a:ext>
                  </a:extLst>
                </p14:cNvPr>
                <p14:cNvContentPartPr/>
                <p14:nvPr/>
              </p14:nvContentPartPr>
              <p14:xfrm>
                <a:off x="2008608" y="2996384"/>
                <a:ext cx="2253600" cy="526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C91C03-7F63-F20D-1FF0-17548AA190A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02488" y="2990264"/>
                  <a:ext cx="226584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9A575AA-2951-2236-CD0B-0D1F6F751200}"/>
                    </a:ext>
                  </a:extLst>
                </p14:cNvPr>
                <p14:cNvContentPartPr/>
                <p14:nvPr/>
              </p14:nvContentPartPr>
              <p14:xfrm>
                <a:off x="1929048" y="3161624"/>
                <a:ext cx="186480" cy="298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9A575AA-2951-2236-CD0B-0D1F6F75120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22928" y="3155497"/>
                  <a:ext cx="198720" cy="3106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51534E-996E-6930-1F90-CA6E5086A45E}"/>
                    </a:ext>
                  </a:extLst>
                </p14:cNvPr>
                <p14:cNvContentPartPr/>
                <p14:nvPr/>
              </p14:nvContentPartPr>
              <p14:xfrm>
                <a:off x="1209768" y="3447464"/>
                <a:ext cx="62280" cy="444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51534E-996E-6930-1F90-CA6E5086A4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03648" y="3441344"/>
                  <a:ext cx="7452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1AE6B20-CA5C-E530-97F1-02309A8BFD21}"/>
                    </a:ext>
                  </a:extLst>
                </p14:cNvPr>
                <p14:cNvContentPartPr/>
                <p14:nvPr/>
              </p14:nvContentPartPr>
              <p14:xfrm>
                <a:off x="1217688" y="3385904"/>
                <a:ext cx="237600" cy="421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1AE6B20-CA5C-E530-97F1-02309A8BFD2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11568" y="3379784"/>
                  <a:ext cx="249840" cy="43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30C91EB-9660-6802-F35E-70AA2A2D64AE}"/>
              </a:ext>
            </a:extLst>
          </p:cNvPr>
          <p:cNvGrpSpPr/>
          <p:nvPr/>
        </p:nvGrpSpPr>
        <p:grpSpPr>
          <a:xfrm>
            <a:off x="5544528" y="757904"/>
            <a:ext cx="1915920" cy="2660040"/>
            <a:chOff x="5544528" y="757904"/>
            <a:chExt cx="1915920" cy="266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FC3D9F8-54F1-53A9-B687-A9811F7AC765}"/>
                    </a:ext>
                  </a:extLst>
                </p14:cNvPr>
                <p14:cNvContentPartPr/>
                <p14:nvPr/>
              </p14:nvContentPartPr>
              <p14:xfrm>
                <a:off x="5544528" y="1103504"/>
                <a:ext cx="1474200" cy="2314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FC3D9F8-54F1-53A9-B687-A9811F7AC76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38408" y="1097384"/>
                  <a:ext cx="1486440" cy="23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AFD0D04-E5A3-4429-3D89-E10A055684AC}"/>
                    </a:ext>
                  </a:extLst>
                </p14:cNvPr>
                <p14:cNvContentPartPr/>
                <p14:nvPr/>
              </p14:nvContentPartPr>
              <p14:xfrm>
                <a:off x="6824328" y="965264"/>
                <a:ext cx="275040" cy="310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AFD0D04-E5A3-4429-3D89-E10A055684A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818208" y="959137"/>
                  <a:ext cx="287280" cy="3225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AD83317-056D-94FE-1D0A-AC67475BE021}"/>
                    </a:ext>
                  </a:extLst>
                </p14:cNvPr>
                <p14:cNvContentPartPr/>
                <p14:nvPr/>
              </p14:nvContentPartPr>
              <p14:xfrm>
                <a:off x="7163808" y="825224"/>
                <a:ext cx="24120" cy="363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AD83317-056D-94FE-1D0A-AC67475BE0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57688" y="819104"/>
                  <a:ext cx="363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CDFAE44-DBA8-2826-52CA-0E0955010D6A}"/>
                    </a:ext>
                  </a:extLst>
                </p14:cNvPr>
                <p14:cNvContentPartPr/>
                <p14:nvPr/>
              </p14:nvContentPartPr>
              <p14:xfrm>
                <a:off x="7131048" y="757904"/>
                <a:ext cx="329400" cy="543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CDFAE44-DBA8-2826-52CA-0E0955010D6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24928" y="751784"/>
                  <a:ext cx="341640" cy="55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AC063C8-FECB-6CD5-A45A-CF97D9901073}"/>
                  </a:ext>
                </a:extLst>
              </p14:cNvPr>
              <p14:cNvContentPartPr/>
              <p14:nvPr/>
            </p14:nvContentPartPr>
            <p14:xfrm>
              <a:off x="4320528" y="4085384"/>
              <a:ext cx="293760" cy="237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AC063C8-FECB-6CD5-A45A-CF97D990107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14408" y="4079264"/>
                <a:ext cx="3060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F2607B1-4F0B-16BD-5982-67EF54B44415}"/>
                  </a:ext>
                </a:extLst>
              </p14:cNvPr>
              <p14:cNvContentPartPr/>
              <p14:nvPr/>
            </p14:nvContentPartPr>
            <p14:xfrm>
              <a:off x="5294688" y="3978104"/>
              <a:ext cx="341640" cy="317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F2607B1-4F0B-16BD-5982-67EF54B4441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88568" y="3971984"/>
                <a:ext cx="353880" cy="32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2A90B188-D8C6-FBB4-C7B4-DF0A06895954}"/>
              </a:ext>
            </a:extLst>
          </p:cNvPr>
          <p:cNvGrpSpPr/>
          <p:nvPr/>
        </p:nvGrpSpPr>
        <p:grpSpPr>
          <a:xfrm>
            <a:off x="7185408" y="5437904"/>
            <a:ext cx="475560" cy="380160"/>
            <a:chOff x="7185408" y="5437904"/>
            <a:chExt cx="47556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47F201-4C72-5283-1120-479A7A1AC425}"/>
                    </a:ext>
                  </a:extLst>
                </p14:cNvPr>
                <p14:cNvContentPartPr/>
                <p14:nvPr/>
              </p14:nvContentPartPr>
              <p14:xfrm>
                <a:off x="7185408" y="5437904"/>
                <a:ext cx="97200" cy="184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47F201-4C72-5283-1120-479A7A1AC42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79288" y="5431784"/>
                  <a:ext cx="109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14E7939-418A-70F9-1608-9DE4B78AA19D}"/>
                    </a:ext>
                  </a:extLst>
                </p14:cNvPr>
                <p14:cNvContentPartPr/>
                <p14:nvPr/>
              </p14:nvContentPartPr>
              <p14:xfrm>
                <a:off x="7295208" y="5457344"/>
                <a:ext cx="120240" cy="129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14E7939-418A-70F9-1608-9DE4B78AA19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89088" y="5451224"/>
                  <a:ext cx="1324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086D59-2B54-178C-313E-9BC875EB3D77}"/>
                    </a:ext>
                  </a:extLst>
                </p14:cNvPr>
                <p14:cNvContentPartPr/>
                <p14:nvPr/>
              </p14:nvContentPartPr>
              <p14:xfrm>
                <a:off x="7433448" y="5467064"/>
                <a:ext cx="227520" cy="351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086D59-2B54-178C-313E-9BC875EB3D7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27328" y="5460944"/>
                  <a:ext cx="239760" cy="36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28389C2-580A-AFA7-307B-BCF21DCFCB32}"/>
              </a:ext>
            </a:extLst>
          </p:cNvPr>
          <p:cNvGrpSpPr/>
          <p:nvPr/>
        </p:nvGrpSpPr>
        <p:grpSpPr>
          <a:xfrm>
            <a:off x="7921608" y="5452304"/>
            <a:ext cx="447840" cy="213480"/>
            <a:chOff x="7921608" y="5452304"/>
            <a:chExt cx="44784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7C9021-3093-1E9D-165B-EBAA4634D464}"/>
                    </a:ext>
                  </a:extLst>
                </p14:cNvPr>
                <p14:cNvContentPartPr/>
                <p14:nvPr/>
              </p14:nvContentPartPr>
              <p14:xfrm>
                <a:off x="7921608" y="5452304"/>
                <a:ext cx="105480" cy="186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7C9021-3093-1E9D-165B-EBAA4634D46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15488" y="5446184"/>
                  <a:ext cx="117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C83CBDE-9AA6-3BDE-C057-BEFE0B9FD1D5}"/>
                    </a:ext>
                  </a:extLst>
                </p14:cNvPr>
                <p14:cNvContentPartPr/>
                <p14:nvPr/>
              </p14:nvContentPartPr>
              <p14:xfrm>
                <a:off x="8030328" y="5490104"/>
                <a:ext cx="79560" cy="136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C83CBDE-9AA6-3BDE-C057-BEFE0B9FD1D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024208" y="5484000"/>
                  <a:ext cx="91800" cy="1490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6494FE-A14F-C46F-8DA5-4C5F86CF320E}"/>
                    </a:ext>
                  </a:extLst>
                </p14:cNvPr>
                <p14:cNvContentPartPr/>
                <p14:nvPr/>
              </p14:nvContentPartPr>
              <p14:xfrm>
                <a:off x="8145168" y="5509544"/>
                <a:ext cx="224280" cy="156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6494FE-A14F-C46F-8DA5-4C5F86CF320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39058" y="5503424"/>
                  <a:ext cx="236500" cy="16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066157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B2195-AEE0-9DB5-D30A-11DAAA9E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E624-042E-8463-8D84-E57F3C90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0+1=01</a:t>
            </a:r>
          </a:p>
        </p:txBody>
      </p:sp>
      <p:pic>
        <p:nvPicPr>
          <p:cNvPr id="4" name="Google Shape;744;p17">
            <a:extLst>
              <a:ext uri="{FF2B5EF4-FFF2-40B4-BE49-F238E27FC236}">
                <a16:creationId xmlns:a16="http://schemas.microsoft.com/office/drawing/2014/main" id="{F5E6C5AC-DA59-BBCA-1951-3DC140160AB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3561848" y="752473"/>
            <a:ext cx="5068303" cy="67577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13412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12C0E-14BC-E73A-FED2-6D3B4AD62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74C2-79EA-F418-D027-E05DD7D0C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1+0=01</a:t>
            </a:r>
          </a:p>
        </p:txBody>
      </p:sp>
      <p:pic>
        <p:nvPicPr>
          <p:cNvPr id="5" name="Google Shape;749;p18">
            <a:extLst>
              <a:ext uri="{FF2B5EF4-FFF2-40B4-BE49-F238E27FC236}">
                <a16:creationId xmlns:a16="http://schemas.microsoft.com/office/drawing/2014/main" id="{5F8782EE-B2EE-1ED6-0897-DE92E522E9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3552825" y="923925"/>
            <a:ext cx="5086350" cy="678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45105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9F5A9-CD50-D4A0-AFD9-2D81F7BE1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1996-B53F-411B-3F13-BA58D536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1+1=10</a:t>
            </a:r>
          </a:p>
        </p:txBody>
      </p:sp>
      <p:pic>
        <p:nvPicPr>
          <p:cNvPr id="4" name="Google Shape;754;p19">
            <a:extLst>
              <a:ext uri="{FF2B5EF4-FFF2-40B4-BE49-F238E27FC236}">
                <a16:creationId xmlns:a16="http://schemas.microsoft.com/office/drawing/2014/main" id="{1491D9E5-7CD3-C435-C8CC-0B78CD0A53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3557337" y="934453"/>
            <a:ext cx="5077326" cy="67697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43922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E501-A533-CF6A-5784-F374482E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B78C4-B464-C18C-EA7A-3AF38905C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 pair 1</a:t>
            </a:r>
          </a:p>
          <a:p>
            <a:endParaRPr lang="en-US"/>
          </a:p>
          <a:p>
            <a:r>
              <a:rPr lang="en-US"/>
              <a:t>Data pair 2</a:t>
            </a:r>
          </a:p>
          <a:p>
            <a:endParaRPr lang="en-US"/>
          </a:p>
          <a:p>
            <a:r>
              <a:rPr lang="en-US"/>
              <a:t>…</a:t>
            </a:r>
          </a:p>
          <a:p>
            <a:endParaRPr lang="en-US"/>
          </a:p>
          <a:p>
            <a:r>
              <a:rPr lang="en-US"/>
              <a:t>Batch gradient </a:t>
            </a:r>
          </a:p>
          <a:p>
            <a:endParaRPr lang="en-US"/>
          </a:p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D29BD8-0985-35FE-DC0C-F4F504573D66}"/>
                  </a:ext>
                </a:extLst>
              </p:cNvPr>
              <p:cNvSpPr txBox="1"/>
              <p:nvPr/>
            </p:nvSpPr>
            <p:spPr>
              <a:xfrm>
                <a:off x="5103261" y="1582404"/>
                <a:ext cx="4765535" cy="892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=[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D29BD8-0985-35FE-DC0C-F4F504573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261" y="1582404"/>
                <a:ext cx="4765535" cy="8920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62A1C9-7F56-FBC2-2073-9E87147FD64A}"/>
                  </a:ext>
                </a:extLst>
              </p:cNvPr>
              <p:cNvSpPr txBox="1"/>
              <p:nvPr/>
            </p:nvSpPr>
            <p:spPr>
              <a:xfrm>
                <a:off x="5103261" y="2641889"/>
                <a:ext cx="4861972" cy="892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=[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62A1C9-7F56-FBC2-2073-9E87147FD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261" y="2641889"/>
                <a:ext cx="4861972" cy="8920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89CD82-4E79-1801-7DF5-B7CC9E3DBF5D}"/>
                  </a:ext>
                </a:extLst>
              </p:cNvPr>
              <p:cNvSpPr txBox="1"/>
              <p:nvPr/>
            </p:nvSpPr>
            <p:spPr>
              <a:xfrm>
                <a:off x="5103261" y="4829576"/>
                <a:ext cx="20849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/>
                  <a:t>+…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89CD82-4E79-1801-7DF5-B7CC9E3DB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261" y="4829576"/>
                <a:ext cx="2084930" cy="430887"/>
              </a:xfrm>
              <a:prstGeom prst="rect">
                <a:avLst/>
              </a:prstGeom>
              <a:blipFill>
                <a:blip r:embed="rId4"/>
                <a:stretch>
                  <a:fillRect t="-25352" r="-9357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84B3184-59BD-DF3F-DE76-2200E0C5E5A8}"/>
              </a:ext>
            </a:extLst>
          </p:cNvPr>
          <p:cNvSpPr txBox="1"/>
          <p:nvPr/>
        </p:nvSpPr>
        <p:spPr>
          <a:xfrm>
            <a:off x="5259806" y="3980860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899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12E13E8-1B5D-8126-5DBC-AB1D42596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799" y="312955"/>
            <a:ext cx="6446989" cy="623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6886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dp-all-reduce">
            <a:extLst>
              <a:ext uri="{FF2B5EF4-FFF2-40B4-BE49-F238E27FC236}">
                <a16:creationId xmlns:a16="http://schemas.microsoft.com/office/drawing/2014/main" id="{DEA66821-7899-D6CE-CDC2-E60C2CD4F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1289"/>
            <a:ext cx="12107960" cy="6089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8D5AB9-C4D2-35A0-54C7-C968F2BFFF38}"/>
                  </a:ext>
                </a:extLst>
              </p14:cNvPr>
              <p14:cNvContentPartPr/>
              <p14:nvPr/>
            </p14:nvContentPartPr>
            <p14:xfrm>
              <a:off x="2771088" y="3972344"/>
              <a:ext cx="46800" cy="142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8D5AB9-C4D2-35A0-54C7-C968F2BFFF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4968" y="3966224"/>
                <a:ext cx="590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5584B1-C122-28CB-6536-6D2BCF413CCB}"/>
                  </a:ext>
                </a:extLst>
              </p14:cNvPr>
              <p14:cNvContentPartPr/>
              <p14:nvPr/>
            </p14:nvContentPartPr>
            <p14:xfrm>
              <a:off x="2710608" y="2775704"/>
              <a:ext cx="32400" cy="96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5584B1-C122-28CB-6536-6D2BCF413C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04488" y="2769584"/>
                <a:ext cx="446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D2D6C5-F989-2B48-4D7A-321A00BF8898}"/>
                  </a:ext>
                </a:extLst>
              </p14:cNvPr>
              <p14:cNvContentPartPr/>
              <p14:nvPr/>
            </p14:nvContentPartPr>
            <p14:xfrm>
              <a:off x="2717088" y="1766984"/>
              <a:ext cx="12960" cy="104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D2D6C5-F989-2B48-4D7A-321A00BF88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10968" y="1760864"/>
                <a:ext cx="252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3D2648-89EF-CF93-5B36-552A7450B972}"/>
                  </a:ext>
                </a:extLst>
              </p14:cNvPr>
              <p14:cNvContentPartPr/>
              <p14:nvPr/>
            </p14:nvContentPartPr>
            <p14:xfrm>
              <a:off x="7373328" y="1730624"/>
              <a:ext cx="72720" cy="115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3D2648-89EF-CF93-5B36-552A7450B97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67208" y="1724485"/>
                <a:ext cx="84960" cy="128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96F636-2417-C72B-E891-2CE22B15EC34}"/>
                  </a:ext>
                </a:extLst>
              </p14:cNvPr>
              <p14:cNvContentPartPr/>
              <p14:nvPr/>
            </p14:nvContentPartPr>
            <p14:xfrm>
              <a:off x="7263528" y="2767424"/>
              <a:ext cx="70560" cy="106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96F636-2417-C72B-E891-2CE22B15EC3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57408" y="2761283"/>
                <a:ext cx="82800" cy="1192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E7FD1ED-B17D-8946-0840-20CCDA612E14}"/>
                  </a:ext>
                </a:extLst>
              </p14:cNvPr>
              <p14:cNvContentPartPr/>
              <p14:nvPr/>
            </p14:nvContentPartPr>
            <p14:xfrm>
              <a:off x="7375128" y="3989264"/>
              <a:ext cx="65160" cy="125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E7FD1ED-B17D-8946-0840-20CCDA612E1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69008" y="3983144"/>
                <a:ext cx="77400" cy="13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45252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0938-4943-CFDB-3329-673B131D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HPRC Resources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15918-35DA-0056-0472-4B0C63BBE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HPRC libraries and Google Co-lab do not have the same versions of TensorFlow and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GRACE</a:t>
            </a:r>
          </a:p>
          <a:p>
            <a:r>
              <a:rPr lang="en-US" dirty="0"/>
              <a:t>Get a sense of the AI hardware</a:t>
            </a:r>
          </a:p>
          <a:p>
            <a:r>
              <a:rPr lang="en-US" dirty="0"/>
              <a:t>Energy hungry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7923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HPRC Account Application</a:t>
            </a:r>
            <a:endParaRPr dirty="0"/>
          </a:p>
        </p:txBody>
      </p:sp>
      <p:sp>
        <p:nvSpPr>
          <p:cNvPr id="760" name="Google Shape;760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https://hprc.tamu.edu/apply/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NetID: piyalong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Phone: 9792559203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Research Description: I am taking the 2026 ENGY 642. HPRC resources are required by the instructor to conduct energy-related research.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 Apply for a basic account, 5000 computing hours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1548</Words>
  <Application>Microsoft Office PowerPoint</Application>
  <PresentationFormat>Widescreen</PresentationFormat>
  <Paragraphs>553</Paragraphs>
  <Slides>66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7" baseType="lpstr">
      <vt:lpstr>berkeleyMono</vt:lpstr>
      <vt:lpstr>fkGroteskNeue</vt:lpstr>
      <vt:lpstr>Inter</vt:lpstr>
      <vt:lpstr>Noto Sans Symbols</vt:lpstr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Advanced Concepts in Machine Learning for Energy</vt:lpstr>
      <vt:lpstr>Instructor</vt:lpstr>
      <vt:lpstr>PowerPoint Presentation</vt:lpstr>
      <vt:lpstr>Course materials </vt:lpstr>
      <vt:lpstr>Four Quizzes and One Final Project</vt:lpstr>
      <vt:lpstr>Final Project</vt:lpstr>
      <vt:lpstr>Lecture 1</vt:lpstr>
      <vt:lpstr>Neural network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 types</vt:lpstr>
      <vt:lpstr>PowerPoint Presentation</vt:lpstr>
      <vt:lpstr>Regression loss</vt:lpstr>
      <vt:lpstr>One hot encoding for y_true</vt:lpstr>
      <vt:lpstr>Softmax for y_pred</vt:lpstr>
      <vt:lpstr>PowerPoint Presentation</vt:lpstr>
      <vt:lpstr>PowerPoint Presentation</vt:lpstr>
      <vt:lpstr>Feature extraction</vt:lpstr>
      <vt:lpstr>Combination</vt:lpstr>
      <vt:lpstr>Cross entropy loss for classification</vt:lpstr>
      <vt:lpstr>PowerPoint Presentation</vt:lpstr>
      <vt:lpstr>PowerPoint Presentation</vt:lpstr>
      <vt:lpstr>Weight update</vt:lpstr>
      <vt:lpstr>Use the model</vt:lpstr>
      <vt:lpstr>PowerPoint Presentation</vt:lpstr>
      <vt:lpstr>PowerPoint Presentation</vt:lpstr>
      <vt:lpstr>Metrics</vt:lpstr>
      <vt:lpstr>PowerPoint Presentation</vt:lpstr>
      <vt:lpstr>Excel machine learning </vt:lpstr>
      <vt:lpstr>Excel machine learning </vt:lpstr>
      <vt:lpstr>Derivative/slope for f(x)  </vt:lpstr>
      <vt:lpstr>Differentiation Rules</vt:lpstr>
      <vt:lpstr>Partial derivatives (chapter 5.2) </vt:lpstr>
      <vt:lpstr>Gradient (chapter 5.3) </vt:lpstr>
      <vt:lpstr>Homework</vt:lpstr>
      <vt:lpstr>Computing fundamentals and HPRC set up</vt:lpstr>
      <vt:lpstr>Computing</vt:lpstr>
      <vt:lpstr>Binary Computers</vt:lpstr>
      <vt:lpstr>Binary to decimal </vt:lpstr>
      <vt:lpstr>PowerPoint Presentation</vt:lpstr>
      <vt:lpstr>PowerPoint Presentation</vt:lpstr>
      <vt:lpstr>PowerPoint Presentation</vt:lpstr>
      <vt:lpstr>PowerPoint Presentation</vt:lpstr>
      <vt:lpstr>AND gate</vt:lpstr>
      <vt:lpstr>PowerPoint Presentation</vt:lpstr>
      <vt:lpstr>PowerPoint Presentation</vt:lpstr>
      <vt:lpstr>0+0=00</vt:lpstr>
      <vt:lpstr>0+1=01</vt:lpstr>
      <vt:lpstr>1+0=01</vt:lpstr>
      <vt:lpstr>1+1=10</vt:lpstr>
      <vt:lpstr>Batch</vt:lpstr>
      <vt:lpstr>PowerPoint Presentation</vt:lpstr>
      <vt:lpstr>PowerPoint Presentation</vt:lpstr>
      <vt:lpstr>HPRC Resources </vt:lpstr>
      <vt:lpstr>HPRC Account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Pi, Yalong</dc:creator>
  <cp:lastModifiedBy>Pi, Yalong</cp:lastModifiedBy>
  <cp:revision>1</cp:revision>
  <cp:lastPrinted>2025-04-07T03:10:18Z</cp:lastPrinted>
  <dcterms:created xsi:type="dcterms:W3CDTF">2025-04-02T16:55:01Z</dcterms:created>
  <dcterms:modified xsi:type="dcterms:W3CDTF">2026-03-26T20:58:57Z</dcterms:modified>
</cp:coreProperties>
</file>